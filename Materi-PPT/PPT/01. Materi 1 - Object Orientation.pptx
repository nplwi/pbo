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51"/>
  </p:notesMasterIdLst>
  <p:sldIdLst>
    <p:sldId id="256" r:id="rId2"/>
    <p:sldId id="314" r:id="rId3"/>
    <p:sldId id="315" r:id="rId4"/>
    <p:sldId id="359" r:id="rId5"/>
    <p:sldId id="319" r:id="rId6"/>
    <p:sldId id="257" r:id="rId7"/>
    <p:sldId id="316" r:id="rId8"/>
    <p:sldId id="317" r:id="rId9"/>
    <p:sldId id="360" r:id="rId10"/>
    <p:sldId id="318" r:id="rId11"/>
    <p:sldId id="321" r:id="rId12"/>
    <p:sldId id="361" r:id="rId13"/>
    <p:sldId id="362" r:id="rId14"/>
    <p:sldId id="322" r:id="rId15"/>
    <p:sldId id="333" r:id="rId16"/>
    <p:sldId id="343" r:id="rId17"/>
    <p:sldId id="344" r:id="rId18"/>
    <p:sldId id="346" r:id="rId19"/>
    <p:sldId id="347" r:id="rId20"/>
    <p:sldId id="345" r:id="rId21"/>
    <p:sldId id="348" r:id="rId22"/>
    <p:sldId id="340" r:id="rId23"/>
    <p:sldId id="329" r:id="rId24"/>
    <p:sldId id="349" r:id="rId25"/>
    <p:sldId id="363" r:id="rId26"/>
    <p:sldId id="336" r:id="rId27"/>
    <p:sldId id="331" r:id="rId28"/>
    <p:sldId id="350" r:id="rId29"/>
    <p:sldId id="332" r:id="rId30"/>
    <p:sldId id="365" r:id="rId31"/>
    <p:sldId id="366" r:id="rId32"/>
    <p:sldId id="367" r:id="rId33"/>
    <p:sldId id="339" r:id="rId34"/>
    <p:sldId id="352" r:id="rId35"/>
    <p:sldId id="356" r:id="rId36"/>
    <p:sldId id="351" r:id="rId37"/>
    <p:sldId id="353" r:id="rId38"/>
    <p:sldId id="354" r:id="rId39"/>
    <p:sldId id="355" r:id="rId40"/>
    <p:sldId id="357" r:id="rId41"/>
    <p:sldId id="337" r:id="rId42"/>
    <p:sldId id="335" r:id="rId43"/>
    <p:sldId id="358" r:id="rId44"/>
    <p:sldId id="369" r:id="rId45"/>
    <p:sldId id="368" r:id="rId46"/>
    <p:sldId id="370" r:id="rId47"/>
    <p:sldId id="371" r:id="rId48"/>
    <p:sldId id="372" r:id="rId49"/>
    <p:sldId id="290" r:id="rId50"/>
  </p:sldIdLst>
  <p:sldSz cx="9144000" cy="5143500" type="screen16x9"/>
  <p:notesSz cx="6858000" cy="9144000"/>
  <p:embeddedFontLst>
    <p:embeddedFont>
      <p:font typeface="Bebas Neue" panose="020B0606020202050201" pitchFamily="34" charset="0"/>
      <p:regular r:id="rId52"/>
    </p:embeddedFont>
    <p:embeddedFont>
      <p:font typeface="Consolas" panose="020B0609020204030204" pitchFamily="49" charset="0"/>
      <p:regular r:id="rId53"/>
      <p:bold r:id="rId54"/>
      <p:italic r:id="rId55"/>
      <p:boldItalic r:id="rId56"/>
    </p:embeddedFont>
    <p:embeddedFont>
      <p:font typeface="Lato" panose="020F0502020204030203" pitchFamily="34" charset="0"/>
      <p:regular r:id="rId57"/>
      <p:bold r:id="rId58"/>
      <p:italic r:id="rId59"/>
      <p:boldItalic r:id="rId60"/>
    </p:embeddedFont>
    <p:embeddedFont>
      <p:font typeface="Poppins" panose="00000500000000000000" pitchFamily="2"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E60A72-F223-40E5-91F7-218DE427BF10}">
  <a:tblStyle styleId="{4FE60A72-F223-40E5-91F7-218DE427BF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A6321BB-830E-4A7B-A6BF-7D3C5B32887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061" autoAdjust="0"/>
  </p:normalViewPr>
  <p:slideViewPr>
    <p:cSldViewPr snapToGrid="0">
      <p:cViewPr varScale="1">
        <p:scale>
          <a:sx n="79" d="100"/>
          <a:sy n="79" d="100"/>
        </p:scale>
        <p:origin x="87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63" Type="http://schemas.openxmlformats.org/officeDocument/2006/relationships/font" Target="fonts/font12.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0D4150-5D02-44EC-993E-3610232B05D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D"/>
        </a:p>
      </dgm:t>
    </dgm:pt>
    <dgm:pt modelId="{89061089-D665-44F7-90A9-6FBED4C8D020}">
      <dgm:prSet phldrT="[Text]" custT="1"/>
      <dgm:spPr/>
      <dgm:t>
        <a:bodyPr/>
        <a:lstStyle/>
        <a:p>
          <a:r>
            <a:rPr lang="en-US" sz="2000" b="1" dirty="0">
              <a:latin typeface="Lato" panose="020F0502020204030203" pitchFamily="34" charset="0"/>
              <a:ea typeface="Lato" panose="020F0502020204030203" pitchFamily="34" charset="0"/>
              <a:cs typeface="Lato" panose="020F0502020204030203" pitchFamily="34" charset="0"/>
            </a:rPr>
            <a:t>Writing Code</a:t>
          </a:r>
          <a:endParaRPr lang="en-ID" sz="2000" b="1" dirty="0">
            <a:latin typeface="Lato" panose="020F0502020204030203" pitchFamily="34" charset="0"/>
            <a:ea typeface="Lato" panose="020F0502020204030203" pitchFamily="34" charset="0"/>
            <a:cs typeface="Lato" panose="020F0502020204030203" pitchFamily="34" charset="0"/>
          </a:endParaRPr>
        </a:p>
      </dgm:t>
    </dgm:pt>
    <dgm:pt modelId="{018E37F6-34D5-47EA-B89D-E56DBB0A6F63}" type="parTrans" cxnId="{A4D0812D-D431-45EF-99BF-E452991A4444}">
      <dgm:prSet/>
      <dgm:spPr/>
      <dgm:t>
        <a:bodyPr/>
        <a:lstStyle/>
        <a:p>
          <a:endParaRPr lang="en-ID"/>
        </a:p>
      </dgm:t>
    </dgm:pt>
    <dgm:pt modelId="{2A86A158-5605-42D2-8271-6EDD7D247036}" type="sibTrans" cxnId="{A4D0812D-D431-45EF-99BF-E452991A4444}">
      <dgm:prSet/>
      <dgm:spPr/>
      <dgm:t>
        <a:bodyPr/>
        <a:lstStyle/>
        <a:p>
          <a:endParaRPr lang="en-ID"/>
        </a:p>
      </dgm:t>
    </dgm:pt>
    <dgm:pt modelId="{FA1F53DC-6644-45B4-984D-0BB72C95A3C4}">
      <dgm:prSet phldrT="[Text]" custT="1"/>
      <dgm:spPr/>
      <dgm:t>
        <a:bodyPr/>
        <a:lstStyle/>
        <a:p>
          <a:pPr>
            <a:lnSpc>
              <a:spcPct val="100000"/>
            </a:lnSpc>
          </a:pPr>
          <a:r>
            <a:rPr lang="en-US" sz="1600" dirty="0" err="1">
              <a:latin typeface="Lato" panose="020F0502020204030203" pitchFamily="34" charset="0"/>
              <a:ea typeface="Lato" panose="020F0502020204030203" pitchFamily="34" charset="0"/>
              <a:cs typeface="Lato" panose="020F0502020204030203" pitchFamily="34" charset="0"/>
            </a:rPr>
            <a:t>Menggunakan</a:t>
          </a:r>
          <a:r>
            <a:rPr lang="en-US" sz="1600" dirty="0">
              <a:latin typeface="Lato" panose="020F0502020204030203" pitchFamily="34" charset="0"/>
              <a:ea typeface="Lato" panose="020F0502020204030203" pitchFamily="34" charset="0"/>
              <a:cs typeface="Lato" panose="020F0502020204030203" pitchFamily="34" charset="0"/>
            </a:rPr>
            <a:t> code editor/ IDE</a:t>
          </a:r>
          <a:endParaRPr lang="en-ID" sz="1600" dirty="0">
            <a:latin typeface="Lato" panose="020F0502020204030203" pitchFamily="34" charset="0"/>
            <a:ea typeface="Lato" panose="020F0502020204030203" pitchFamily="34" charset="0"/>
            <a:cs typeface="Lato" panose="020F0502020204030203" pitchFamily="34" charset="0"/>
          </a:endParaRPr>
        </a:p>
      </dgm:t>
    </dgm:pt>
    <dgm:pt modelId="{641E4C6E-9252-4905-9969-81BABF221213}" type="parTrans" cxnId="{500C7181-1E52-4D97-A378-FFC90CA879D4}">
      <dgm:prSet/>
      <dgm:spPr/>
      <dgm:t>
        <a:bodyPr/>
        <a:lstStyle/>
        <a:p>
          <a:endParaRPr lang="en-ID"/>
        </a:p>
      </dgm:t>
    </dgm:pt>
    <dgm:pt modelId="{3B58085D-F97B-475A-9CE2-F37914043770}" type="sibTrans" cxnId="{500C7181-1E52-4D97-A378-FFC90CA879D4}">
      <dgm:prSet/>
      <dgm:spPr/>
      <dgm:t>
        <a:bodyPr/>
        <a:lstStyle/>
        <a:p>
          <a:endParaRPr lang="en-ID"/>
        </a:p>
      </dgm:t>
    </dgm:pt>
    <dgm:pt modelId="{8FDCB1F8-6645-418A-9B49-76F67AF7D38C}">
      <dgm:prSet phldrT="[Text]" custT="1"/>
      <dgm:spPr/>
      <dgm:t>
        <a:bodyPr/>
        <a:lstStyle/>
        <a:p>
          <a:pPr>
            <a:lnSpc>
              <a:spcPct val="100000"/>
            </a:lnSpc>
          </a:pPr>
          <a:r>
            <a:rPr lang="en-US" sz="1600" dirty="0" err="1">
              <a:latin typeface="Lato" panose="020F0502020204030203" pitchFamily="34" charset="0"/>
              <a:ea typeface="Lato" panose="020F0502020204030203" pitchFamily="34" charset="0"/>
              <a:cs typeface="Lato" panose="020F0502020204030203" pitchFamily="34" charset="0"/>
            </a:rPr>
            <a:t>Menghasilkan</a:t>
          </a:r>
          <a:r>
            <a:rPr lang="en-US" sz="1600" dirty="0">
              <a:latin typeface="Lato" panose="020F0502020204030203" pitchFamily="34" charset="0"/>
              <a:ea typeface="Lato" panose="020F0502020204030203" pitchFamily="34" charset="0"/>
              <a:cs typeface="Lato" panose="020F0502020204030203" pitchFamily="34" charset="0"/>
            </a:rPr>
            <a:t> file .java</a:t>
          </a:r>
          <a:endParaRPr lang="en-ID" sz="1600" dirty="0">
            <a:latin typeface="Lato" panose="020F0502020204030203" pitchFamily="34" charset="0"/>
            <a:ea typeface="Lato" panose="020F0502020204030203" pitchFamily="34" charset="0"/>
            <a:cs typeface="Lato" panose="020F0502020204030203" pitchFamily="34" charset="0"/>
          </a:endParaRPr>
        </a:p>
      </dgm:t>
    </dgm:pt>
    <dgm:pt modelId="{6249D864-8368-48BA-AEA0-5F90DBB3A318}" type="parTrans" cxnId="{7E738643-0CE0-4B17-8F90-41A9832195A6}">
      <dgm:prSet/>
      <dgm:spPr/>
      <dgm:t>
        <a:bodyPr/>
        <a:lstStyle/>
        <a:p>
          <a:endParaRPr lang="en-ID"/>
        </a:p>
      </dgm:t>
    </dgm:pt>
    <dgm:pt modelId="{0919F639-E887-4ACA-81E3-0AD069B0DB0F}" type="sibTrans" cxnId="{7E738643-0CE0-4B17-8F90-41A9832195A6}">
      <dgm:prSet/>
      <dgm:spPr/>
      <dgm:t>
        <a:bodyPr/>
        <a:lstStyle/>
        <a:p>
          <a:endParaRPr lang="en-ID"/>
        </a:p>
      </dgm:t>
    </dgm:pt>
    <dgm:pt modelId="{45DE5A1B-4077-4999-8A44-70289FA1C4D7}">
      <dgm:prSet phldrT="[Text]" custT="1"/>
      <dgm:spPr/>
      <dgm:t>
        <a:bodyPr/>
        <a:lstStyle/>
        <a:p>
          <a:pPr marL="0" lvl="0" indent="0" algn="ctr" defTabSz="889000">
            <a:lnSpc>
              <a:spcPct val="90000"/>
            </a:lnSpc>
            <a:spcBef>
              <a:spcPct val="0"/>
            </a:spcBef>
            <a:spcAft>
              <a:spcPct val="35000"/>
            </a:spcAft>
            <a:buNone/>
          </a:pPr>
          <a:r>
            <a:rPr lang="en-US" sz="2000" b="1" kern="1200" dirty="0">
              <a:solidFill>
                <a:srgbClr val="F9F9F9"/>
              </a:solidFill>
              <a:latin typeface="Lato" panose="020F0502020204030203" pitchFamily="34" charset="0"/>
              <a:ea typeface="Lato" panose="020F0502020204030203" pitchFamily="34" charset="0"/>
              <a:cs typeface="Lato" panose="020F0502020204030203" pitchFamily="34" charset="0"/>
            </a:rPr>
            <a:t>Compile</a:t>
          </a:r>
          <a:endParaRPr lang="en-ID" sz="2000" b="1" kern="1200" dirty="0">
            <a:solidFill>
              <a:srgbClr val="F9F9F9"/>
            </a:solidFill>
            <a:latin typeface="Lato" panose="020F0502020204030203" pitchFamily="34" charset="0"/>
            <a:ea typeface="Lato" panose="020F0502020204030203" pitchFamily="34" charset="0"/>
            <a:cs typeface="Lato" panose="020F0502020204030203" pitchFamily="34" charset="0"/>
          </a:endParaRPr>
        </a:p>
      </dgm:t>
    </dgm:pt>
    <dgm:pt modelId="{6CAACE59-ED57-4874-98D9-FBEF330E8665}" type="parTrans" cxnId="{965CCAB8-1AC6-4E08-A746-CC2477F1F837}">
      <dgm:prSet/>
      <dgm:spPr/>
      <dgm:t>
        <a:bodyPr/>
        <a:lstStyle/>
        <a:p>
          <a:endParaRPr lang="en-ID"/>
        </a:p>
      </dgm:t>
    </dgm:pt>
    <dgm:pt modelId="{56311A64-EE43-4571-BB98-8B1DA44A927C}" type="sibTrans" cxnId="{965CCAB8-1AC6-4E08-A746-CC2477F1F837}">
      <dgm:prSet/>
      <dgm:spPr/>
      <dgm:t>
        <a:bodyPr/>
        <a:lstStyle/>
        <a:p>
          <a:endParaRPr lang="en-ID"/>
        </a:p>
      </dgm:t>
    </dgm:pt>
    <dgm:pt modelId="{070BD87B-B741-4A6E-AAC6-DC358600C51C}">
      <dgm:prSet phldrT="[Text]" custT="1"/>
      <dgm:spPr/>
      <dgm:t>
        <a:bodyPr/>
        <a:lstStyle/>
        <a:p>
          <a:pPr marL="171450" lvl="1" indent="-171450" algn="l" defTabSz="711200">
            <a:lnSpc>
              <a:spcPct val="100000"/>
            </a:lnSpc>
            <a:spcBef>
              <a:spcPct val="0"/>
            </a:spcBef>
            <a:spcAft>
              <a:spcPct val="15000"/>
            </a:spcAft>
            <a:buChar char="•"/>
          </a:pP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Menggunakan</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a:t>
          </a: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javac</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a:t>
          </a: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dalam</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JDK)</a:t>
          </a:r>
          <a:endParaRPr lang="en-ID"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endParaRPr>
        </a:p>
      </dgm:t>
    </dgm:pt>
    <dgm:pt modelId="{A376D979-C796-4117-9B85-E9E57F1A5F75}" type="parTrans" cxnId="{2B942D27-8267-4391-BC94-02E730456A8F}">
      <dgm:prSet/>
      <dgm:spPr/>
      <dgm:t>
        <a:bodyPr/>
        <a:lstStyle/>
        <a:p>
          <a:endParaRPr lang="en-ID"/>
        </a:p>
      </dgm:t>
    </dgm:pt>
    <dgm:pt modelId="{28FA45CC-0183-4CDC-8C1B-AB3AA44F2AC3}" type="sibTrans" cxnId="{2B942D27-8267-4391-BC94-02E730456A8F}">
      <dgm:prSet/>
      <dgm:spPr/>
      <dgm:t>
        <a:bodyPr/>
        <a:lstStyle/>
        <a:p>
          <a:endParaRPr lang="en-ID"/>
        </a:p>
      </dgm:t>
    </dgm:pt>
    <dgm:pt modelId="{5DACC86B-60CC-4E2D-BBC6-7FB48EE706D4}">
      <dgm:prSet phldrT="[Text]" custT="1"/>
      <dgm:spPr/>
      <dgm:t>
        <a:bodyPr/>
        <a:lstStyle/>
        <a:p>
          <a:pPr marL="171450" lvl="1" indent="-171450" algn="l" defTabSz="711200">
            <a:lnSpc>
              <a:spcPct val="100000"/>
            </a:lnSpc>
            <a:spcBef>
              <a:spcPct val="0"/>
            </a:spcBef>
            <a:spcAft>
              <a:spcPct val="15000"/>
            </a:spcAft>
            <a:buChar char="•"/>
          </a:pP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Menghasilkan</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file .class</a:t>
          </a:r>
          <a:endParaRPr lang="en-ID"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endParaRPr>
        </a:p>
      </dgm:t>
    </dgm:pt>
    <dgm:pt modelId="{6DF5F1CD-5206-41EB-A101-FC7C55A1AF03}" type="parTrans" cxnId="{ADB37DCE-D6FB-4B2E-8A63-3589BD52AFEA}">
      <dgm:prSet/>
      <dgm:spPr/>
      <dgm:t>
        <a:bodyPr/>
        <a:lstStyle/>
        <a:p>
          <a:endParaRPr lang="en-ID"/>
        </a:p>
      </dgm:t>
    </dgm:pt>
    <dgm:pt modelId="{F7B3AAD1-E0B6-4922-9103-E2D198FD0C19}" type="sibTrans" cxnId="{ADB37DCE-D6FB-4B2E-8A63-3589BD52AFEA}">
      <dgm:prSet/>
      <dgm:spPr/>
      <dgm:t>
        <a:bodyPr/>
        <a:lstStyle/>
        <a:p>
          <a:endParaRPr lang="en-ID"/>
        </a:p>
      </dgm:t>
    </dgm:pt>
    <dgm:pt modelId="{E8F28B7E-2D32-460B-8CD6-E71ABDA38E0C}">
      <dgm:prSet phldrT="[Text]" custT="1"/>
      <dgm:spPr/>
      <dgm:t>
        <a:bodyPr/>
        <a:lstStyle/>
        <a:p>
          <a:pPr marL="0" lvl="0" indent="0" algn="ctr" defTabSz="844550">
            <a:lnSpc>
              <a:spcPct val="90000"/>
            </a:lnSpc>
            <a:spcBef>
              <a:spcPct val="0"/>
            </a:spcBef>
            <a:spcAft>
              <a:spcPct val="35000"/>
            </a:spcAft>
            <a:buNone/>
          </a:pPr>
          <a:r>
            <a:rPr lang="en-US" sz="1900" b="1" kern="1200" dirty="0">
              <a:solidFill>
                <a:srgbClr val="F9F9F9"/>
              </a:solidFill>
              <a:latin typeface="Lato" panose="020F0502020204030203" pitchFamily="34" charset="0"/>
              <a:ea typeface="Lato" panose="020F0502020204030203" pitchFamily="34" charset="0"/>
              <a:cs typeface="Lato" panose="020F0502020204030203" pitchFamily="34" charset="0"/>
            </a:rPr>
            <a:t>Run</a:t>
          </a:r>
          <a:endParaRPr lang="en-ID" sz="1900" b="1" kern="1200" dirty="0">
            <a:solidFill>
              <a:srgbClr val="F9F9F9"/>
            </a:solidFill>
            <a:latin typeface="Lato" panose="020F0502020204030203" pitchFamily="34" charset="0"/>
            <a:ea typeface="Lato" panose="020F0502020204030203" pitchFamily="34" charset="0"/>
            <a:cs typeface="Lato" panose="020F0502020204030203" pitchFamily="34" charset="0"/>
          </a:endParaRPr>
        </a:p>
      </dgm:t>
    </dgm:pt>
    <dgm:pt modelId="{67D974B9-FA29-4F3A-BB48-B4233A2391EE}" type="parTrans" cxnId="{A1C18906-5ABA-45A4-A3DE-CD3E0F586B3C}">
      <dgm:prSet/>
      <dgm:spPr/>
      <dgm:t>
        <a:bodyPr/>
        <a:lstStyle/>
        <a:p>
          <a:endParaRPr lang="en-ID"/>
        </a:p>
      </dgm:t>
    </dgm:pt>
    <dgm:pt modelId="{D023F6D6-D41F-4E20-AA98-A99BF6A16B44}" type="sibTrans" cxnId="{A1C18906-5ABA-45A4-A3DE-CD3E0F586B3C}">
      <dgm:prSet/>
      <dgm:spPr/>
      <dgm:t>
        <a:bodyPr/>
        <a:lstStyle/>
        <a:p>
          <a:endParaRPr lang="en-ID"/>
        </a:p>
      </dgm:t>
    </dgm:pt>
    <dgm:pt modelId="{C476B8FD-192D-48DC-8E81-18B497AE681B}">
      <dgm:prSet phldrT="[Text]" custT="1"/>
      <dgm:spPr/>
      <dgm:t>
        <a:bodyPr/>
        <a:lstStyle/>
        <a:p>
          <a:pPr marL="171450" lvl="1" indent="-171450" algn="l" defTabSz="711200">
            <a:lnSpc>
              <a:spcPct val="100000"/>
            </a:lnSpc>
            <a:spcBef>
              <a:spcPct val="0"/>
            </a:spcBef>
            <a:spcAft>
              <a:spcPct val="15000"/>
            </a:spcAft>
            <a:buChar char="•"/>
          </a:pP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Menggunakan</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java (</a:t>
          </a: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dalam</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JRE)</a:t>
          </a:r>
          <a:endParaRPr lang="en-ID"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endParaRPr>
        </a:p>
      </dgm:t>
    </dgm:pt>
    <dgm:pt modelId="{BD90E469-6D4C-48F5-8248-8D92B049CAD4}" type="parTrans" cxnId="{188AF477-839C-4F36-883B-ACF49453A635}">
      <dgm:prSet/>
      <dgm:spPr/>
      <dgm:t>
        <a:bodyPr/>
        <a:lstStyle/>
        <a:p>
          <a:endParaRPr lang="en-ID"/>
        </a:p>
      </dgm:t>
    </dgm:pt>
    <dgm:pt modelId="{9030866F-99B5-42A1-B0F9-B824CC9ED4F4}" type="sibTrans" cxnId="{188AF477-839C-4F36-883B-ACF49453A635}">
      <dgm:prSet/>
      <dgm:spPr/>
      <dgm:t>
        <a:bodyPr/>
        <a:lstStyle/>
        <a:p>
          <a:endParaRPr lang="en-ID"/>
        </a:p>
      </dgm:t>
    </dgm:pt>
    <dgm:pt modelId="{E51DD894-97E8-4C55-BE43-5CD60F97F43A}">
      <dgm:prSet phldrT="[Text]" custT="1"/>
      <dgm:spPr/>
      <dgm:t>
        <a:bodyPr/>
        <a:lstStyle/>
        <a:p>
          <a:pPr marL="171450" lvl="1" indent="-171450" algn="l" defTabSz="711200">
            <a:lnSpc>
              <a:spcPct val="100000"/>
            </a:lnSpc>
            <a:spcBef>
              <a:spcPct val="0"/>
            </a:spcBef>
            <a:spcAft>
              <a:spcPct val="15000"/>
            </a:spcAft>
            <a:buChar char="•"/>
          </a:pP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Menampilkan</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a:t>
          </a: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hasil</a:t>
          </a:r>
          <a:endParaRPr lang="en-ID"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endParaRPr>
        </a:p>
      </dgm:t>
    </dgm:pt>
    <dgm:pt modelId="{FDA99565-F225-465E-8CEE-53778547BC33}" type="parTrans" cxnId="{3B3D4BAE-DB6E-4906-8A6A-7EBBE2DBA4F3}">
      <dgm:prSet/>
      <dgm:spPr/>
      <dgm:t>
        <a:bodyPr/>
        <a:lstStyle/>
        <a:p>
          <a:endParaRPr lang="en-ID"/>
        </a:p>
      </dgm:t>
    </dgm:pt>
    <dgm:pt modelId="{9FA669B9-9F77-4E74-AB2B-3161E399FBF3}" type="sibTrans" cxnId="{3B3D4BAE-DB6E-4906-8A6A-7EBBE2DBA4F3}">
      <dgm:prSet/>
      <dgm:spPr/>
      <dgm:t>
        <a:bodyPr/>
        <a:lstStyle/>
        <a:p>
          <a:endParaRPr lang="en-ID"/>
        </a:p>
      </dgm:t>
    </dgm:pt>
    <dgm:pt modelId="{B577C9D8-BD86-41B5-A2A3-C4509E6C7FCA}" type="pres">
      <dgm:prSet presAssocID="{A50D4150-5D02-44EC-993E-3610232B05D8}" presName="Name0" presStyleCnt="0">
        <dgm:presLayoutVars>
          <dgm:dir/>
          <dgm:animLvl val="lvl"/>
          <dgm:resizeHandles val="exact"/>
        </dgm:presLayoutVars>
      </dgm:prSet>
      <dgm:spPr/>
    </dgm:pt>
    <dgm:pt modelId="{9C0B9A78-5A14-46AD-9BC9-E0AE2E8B29AF}" type="pres">
      <dgm:prSet presAssocID="{89061089-D665-44F7-90A9-6FBED4C8D020}" presName="composite" presStyleCnt="0"/>
      <dgm:spPr/>
    </dgm:pt>
    <dgm:pt modelId="{5C296478-CC6D-4BEA-A7F9-42D8E087AD94}" type="pres">
      <dgm:prSet presAssocID="{89061089-D665-44F7-90A9-6FBED4C8D020}" presName="parTx" presStyleLbl="alignNode1" presStyleIdx="0" presStyleCnt="3">
        <dgm:presLayoutVars>
          <dgm:chMax val="0"/>
          <dgm:chPref val="0"/>
          <dgm:bulletEnabled val="1"/>
        </dgm:presLayoutVars>
      </dgm:prSet>
      <dgm:spPr/>
    </dgm:pt>
    <dgm:pt modelId="{EA1E54F4-9950-4A5F-A15D-28668EF3591E}" type="pres">
      <dgm:prSet presAssocID="{89061089-D665-44F7-90A9-6FBED4C8D020}" presName="desTx" presStyleLbl="alignAccFollowNode1" presStyleIdx="0" presStyleCnt="3">
        <dgm:presLayoutVars>
          <dgm:bulletEnabled val="1"/>
        </dgm:presLayoutVars>
      </dgm:prSet>
      <dgm:spPr/>
    </dgm:pt>
    <dgm:pt modelId="{C9DEAD04-269F-4ED4-BC39-F38324528191}" type="pres">
      <dgm:prSet presAssocID="{2A86A158-5605-42D2-8271-6EDD7D247036}" presName="space" presStyleCnt="0"/>
      <dgm:spPr/>
    </dgm:pt>
    <dgm:pt modelId="{46BB06B7-94C9-44CC-9B78-14E1A44B87EB}" type="pres">
      <dgm:prSet presAssocID="{45DE5A1B-4077-4999-8A44-70289FA1C4D7}" presName="composite" presStyleCnt="0"/>
      <dgm:spPr/>
    </dgm:pt>
    <dgm:pt modelId="{00E12684-ED80-45DD-BBE0-F97561B5F474}" type="pres">
      <dgm:prSet presAssocID="{45DE5A1B-4077-4999-8A44-70289FA1C4D7}" presName="parTx" presStyleLbl="alignNode1" presStyleIdx="1" presStyleCnt="3">
        <dgm:presLayoutVars>
          <dgm:chMax val="0"/>
          <dgm:chPref val="0"/>
          <dgm:bulletEnabled val="1"/>
        </dgm:presLayoutVars>
      </dgm:prSet>
      <dgm:spPr/>
    </dgm:pt>
    <dgm:pt modelId="{A6E08EB3-A53F-4B42-8CB3-AFB5EEC8D30D}" type="pres">
      <dgm:prSet presAssocID="{45DE5A1B-4077-4999-8A44-70289FA1C4D7}" presName="desTx" presStyleLbl="alignAccFollowNode1" presStyleIdx="1" presStyleCnt="3">
        <dgm:presLayoutVars>
          <dgm:bulletEnabled val="1"/>
        </dgm:presLayoutVars>
      </dgm:prSet>
      <dgm:spPr/>
    </dgm:pt>
    <dgm:pt modelId="{0B92B272-27F8-4BE8-A0B9-AED6329469DE}" type="pres">
      <dgm:prSet presAssocID="{56311A64-EE43-4571-BB98-8B1DA44A927C}" presName="space" presStyleCnt="0"/>
      <dgm:spPr/>
    </dgm:pt>
    <dgm:pt modelId="{1C249C6B-2769-4B40-8FB5-65172A763793}" type="pres">
      <dgm:prSet presAssocID="{E8F28B7E-2D32-460B-8CD6-E71ABDA38E0C}" presName="composite" presStyleCnt="0"/>
      <dgm:spPr/>
    </dgm:pt>
    <dgm:pt modelId="{8A9ADE7D-8C0A-4A15-BF03-74A5F706F762}" type="pres">
      <dgm:prSet presAssocID="{E8F28B7E-2D32-460B-8CD6-E71ABDA38E0C}" presName="parTx" presStyleLbl="alignNode1" presStyleIdx="2" presStyleCnt="3">
        <dgm:presLayoutVars>
          <dgm:chMax val="0"/>
          <dgm:chPref val="0"/>
          <dgm:bulletEnabled val="1"/>
        </dgm:presLayoutVars>
      </dgm:prSet>
      <dgm:spPr/>
    </dgm:pt>
    <dgm:pt modelId="{A3CD510B-AA09-4628-B621-0DED5CC28AE4}" type="pres">
      <dgm:prSet presAssocID="{E8F28B7E-2D32-460B-8CD6-E71ABDA38E0C}" presName="desTx" presStyleLbl="alignAccFollowNode1" presStyleIdx="2" presStyleCnt="3">
        <dgm:presLayoutVars>
          <dgm:bulletEnabled val="1"/>
        </dgm:presLayoutVars>
      </dgm:prSet>
      <dgm:spPr/>
    </dgm:pt>
  </dgm:ptLst>
  <dgm:cxnLst>
    <dgm:cxn modelId="{A1C18906-5ABA-45A4-A3DE-CD3E0F586B3C}" srcId="{A50D4150-5D02-44EC-993E-3610232B05D8}" destId="{E8F28B7E-2D32-460B-8CD6-E71ABDA38E0C}" srcOrd="2" destOrd="0" parTransId="{67D974B9-FA29-4F3A-BB48-B4233A2391EE}" sibTransId="{D023F6D6-D41F-4E20-AA98-A99BF6A16B44}"/>
    <dgm:cxn modelId="{2B942D27-8267-4391-BC94-02E730456A8F}" srcId="{45DE5A1B-4077-4999-8A44-70289FA1C4D7}" destId="{070BD87B-B741-4A6E-AAC6-DC358600C51C}" srcOrd="0" destOrd="0" parTransId="{A376D979-C796-4117-9B85-E9E57F1A5F75}" sibTransId="{28FA45CC-0183-4CDC-8C1B-AB3AA44F2AC3}"/>
    <dgm:cxn modelId="{A4D0812D-D431-45EF-99BF-E452991A4444}" srcId="{A50D4150-5D02-44EC-993E-3610232B05D8}" destId="{89061089-D665-44F7-90A9-6FBED4C8D020}" srcOrd="0" destOrd="0" parTransId="{018E37F6-34D5-47EA-B89D-E56DBB0A6F63}" sibTransId="{2A86A158-5605-42D2-8271-6EDD7D247036}"/>
    <dgm:cxn modelId="{7F7FD133-5C7D-4AD1-9463-D79CE7614543}" type="presOf" srcId="{E8F28B7E-2D32-460B-8CD6-E71ABDA38E0C}" destId="{8A9ADE7D-8C0A-4A15-BF03-74A5F706F762}" srcOrd="0" destOrd="0" presId="urn:microsoft.com/office/officeart/2005/8/layout/hList1"/>
    <dgm:cxn modelId="{7E738643-0CE0-4B17-8F90-41A9832195A6}" srcId="{89061089-D665-44F7-90A9-6FBED4C8D020}" destId="{8FDCB1F8-6645-418A-9B49-76F67AF7D38C}" srcOrd="1" destOrd="0" parTransId="{6249D864-8368-48BA-AEA0-5F90DBB3A318}" sibTransId="{0919F639-E887-4ACA-81E3-0AD069B0DB0F}"/>
    <dgm:cxn modelId="{F25BCD64-CF71-45B7-95B8-7C4D8F62493D}" type="presOf" srcId="{E51DD894-97E8-4C55-BE43-5CD60F97F43A}" destId="{A3CD510B-AA09-4628-B621-0DED5CC28AE4}" srcOrd="0" destOrd="1" presId="urn:microsoft.com/office/officeart/2005/8/layout/hList1"/>
    <dgm:cxn modelId="{06BBB153-A874-472B-B682-3DBFD3BE0156}" type="presOf" srcId="{FA1F53DC-6644-45B4-984D-0BB72C95A3C4}" destId="{EA1E54F4-9950-4A5F-A15D-28668EF3591E}" srcOrd="0" destOrd="0" presId="urn:microsoft.com/office/officeart/2005/8/layout/hList1"/>
    <dgm:cxn modelId="{188AF477-839C-4F36-883B-ACF49453A635}" srcId="{E8F28B7E-2D32-460B-8CD6-E71ABDA38E0C}" destId="{C476B8FD-192D-48DC-8E81-18B497AE681B}" srcOrd="0" destOrd="0" parTransId="{BD90E469-6D4C-48F5-8248-8D92B049CAD4}" sibTransId="{9030866F-99B5-42A1-B0F9-B824CC9ED4F4}"/>
    <dgm:cxn modelId="{500C7181-1E52-4D97-A378-FFC90CA879D4}" srcId="{89061089-D665-44F7-90A9-6FBED4C8D020}" destId="{FA1F53DC-6644-45B4-984D-0BB72C95A3C4}" srcOrd="0" destOrd="0" parTransId="{641E4C6E-9252-4905-9969-81BABF221213}" sibTransId="{3B58085D-F97B-475A-9CE2-F37914043770}"/>
    <dgm:cxn modelId="{CF78ADA2-FA49-471F-817A-305EEE3A0037}" type="presOf" srcId="{8FDCB1F8-6645-418A-9B49-76F67AF7D38C}" destId="{EA1E54F4-9950-4A5F-A15D-28668EF3591E}" srcOrd="0" destOrd="1" presId="urn:microsoft.com/office/officeart/2005/8/layout/hList1"/>
    <dgm:cxn modelId="{D8642EA8-E64D-4597-946A-D4F8F0B4D55B}" type="presOf" srcId="{45DE5A1B-4077-4999-8A44-70289FA1C4D7}" destId="{00E12684-ED80-45DD-BBE0-F97561B5F474}" srcOrd="0" destOrd="0" presId="urn:microsoft.com/office/officeart/2005/8/layout/hList1"/>
    <dgm:cxn modelId="{3B3D4BAE-DB6E-4906-8A6A-7EBBE2DBA4F3}" srcId="{E8F28B7E-2D32-460B-8CD6-E71ABDA38E0C}" destId="{E51DD894-97E8-4C55-BE43-5CD60F97F43A}" srcOrd="1" destOrd="0" parTransId="{FDA99565-F225-465E-8CEE-53778547BC33}" sibTransId="{9FA669B9-9F77-4E74-AB2B-3161E399FBF3}"/>
    <dgm:cxn modelId="{08F23CB2-2CC5-46AD-93C6-76437AAAD4E3}" type="presOf" srcId="{89061089-D665-44F7-90A9-6FBED4C8D020}" destId="{5C296478-CC6D-4BEA-A7F9-42D8E087AD94}" srcOrd="0" destOrd="0" presId="urn:microsoft.com/office/officeart/2005/8/layout/hList1"/>
    <dgm:cxn modelId="{965CCAB8-1AC6-4E08-A746-CC2477F1F837}" srcId="{A50D4150-5D02-44EC-993E-3610232B05D8}" destId="{45DE5A1B-4077-4999-8A44-70289FA1C4D7}" srcOrd="1" destOrd="0" parTransId="{6CAACE59-ED57-4874-98D9-FBEF330E8665}" sibTransId="{56311A64-EE43-4571-BB98-8B1DA44A927C}"/>
    <dgm:cxn modelId="{C67AD6C4-D3E0-4AE1-B7BB-EEE5015063C9}" type="presOf" srcId="{A50D4150-5D02-44EC-993E-3610232B05D8}" destId="{B577C9D8-BD86-41B5-A2A3-C4509E6C7FCA}" srcOrd="0" destOrd="0" presId="urn:microsoft.com/office/officeart/2005/8/layout/hList1"/>
    <dgm:cxn modelId="{6D113AC6-398D-4FF3-A7BE-451B118EE0A1}" type="presOf" srcId="{C476B8FD-192D-48DC-8E81-18B497AE681B}" destId="{A3CD510B-AA09-4628-B621-0DED5CC28AE4}" srcOrd="0" destOrd="0" presId="urn:microsoft.com/office/officeart/2005/8/layout/hList1"/>
    <dgm:cxn modelId="{BA54C4C6-451D-434D-8636-073A4221D1B8}" type="presOf" srcId="{070BD87B-B741-4A6E-AAC6-DC358600C51C}" destId="{A6E08EB3-A53F-4B42-8CB3-AFB5EEC8D30D}" srcOrd="0" destOrd="0" presId="urn:microsoft.com/office/officeart/2005/8/layout/hList1"/>
    <dgm:cxn modelId="{9F54FBCA-9C99-420E-97D7-EC0A7C13890A}" type="presOf" srcId="{5DACC86B-60CC-4E2D-BBC6-7FB48EE706D4}" destId="{A6E08EB3-A53F-4B42-8CB3-AFB5EEC8D30D}" srcOrd="0" destOrd="1" presId="urn:microsoft.com/office/officeart/2005/8/layout/hList1"/>
    <dgm:cxn modelId="{ADB37DCE-D6FB-4B2E-8A63-3589BD52AFEA}" srcId="{45DE5A1B-4077-4999-8A44-70289FA1C4D7}" destId="{5DACC86B-60CC-4E2D-BBC6-7FB48EE706D4}" srcOrd="1" destOrd="0" parTransId="{6DF5F1CD-5206-41EB-A101-FC7C55A1AF03}" sibTransId="{F7B3AAD1-E0B6-4922-9103-E2D198FD0C19}"/>
    <dgm:cxn modelId="{4E8F0C8F-1AA1-46BE-9A22-7282B64233C3}" type="presParOf" srcId="{B577C9D8-BD86-41B5-A2A3-C4509E6C7FCA}" destId="{9C0B9A78-5A14-46AD-9BC9-E0AE2E8B29AF}" srcOrd="0" destOrd="0" presId="urn:microsoft.com/office/officeart/2005/8/layout/hList1"/>
    <dgm:cxn modelId="{86C16A0A-AC15-4332-9E55-91D4C6997BAB}" type="presParOf" srcId="{9C0B9A78-5A14-46AD-9BC9-E0AE2E8B29AF}" destId="{5C296478-CC6D-4BEA-A7F9-42D8E087AD94}" srcOrd="0" destOrd="0" presId="urn:microsoft.com/office/officeart/2005/8/layout/hList1"/>
    <dgm:cxn modelId="{5E73733E-94AA-4B6E-A6B9-5102912E1843}" type="presParOf" srcId="{9C0B9A78-5A14-46AD-9BC9-E0AE2E8B29AF}" destId="{EA1E54F4-9950-4A5F-A15D-28668EF3591E}" srcOrd="1" destOrd="0" presId="urn:microsoft.com/office/officeart/2005/8/layout/hList1"/>
    <dgm:cxn modelId="{A3F5C662-7E67-49C3-9D98-77B466D3D7D0}" type="presParOf" srcId="{B577C9D8-BD86-41B5-A2A3-C4509E6C7FCA}" destId="{C9DEAD04-269F-4ED4-BC39-F38324528191}" srcOrd="1" destOrd="0" presId="urn:microsoft.com/office/officeart/2005/8/layout/hList1"/>
    <dgm:cxn modelId="{EE413851-2252-4450-A472-C8C64408040A}" type="presParOf" srcId="{B577C9D8-BD86-41B5-A2A3-C4509E6C7FCA}" destId="{46BB06B7-94C9-44CC-9B78-14E1A44B87EB}" srcOrd="2" destOrd="0" presId="urn:microsoft.com/office/officeart/2005/8/layout/hList1"/>
    <dgm:cxn modelId="{1C909D12-4E90-47D0-9B8F-DD55EB518BE1}" type="presParOf" srcId="{46BB06B7-94C9-44CC-9B78-14E1A44B87EB}" destId="{00E12684-ED80-45DD-BBE0-F97561B5F474}" srcOrd="0" destOrd="0" presId="urn:microsoft.com/office/officeart/2005/8/layout/hList1"/>
    <dgm:cxn modelId="{32CFE72D-252F-4DE1-9CC7-A6261130BF5D}" type="presParOf" srcId="{46BB06B7-94C9-44CC-9B78-14E1A44B87EB}" destId="{A6E08EB3-A53F-4B42-8CB3-AFB5EEC8D30D}" srcOrd="1" destOrd="0" presId="urn:microsoft.com/office/officeart/2005/8/layout/hList1"/>
    <dgm:cxn modelId="{D43FB3CC-5385-41A0-A0FA-6026A01EA9E3}" type="presParOf" srcId="{B577C9D8-BD86-41B5-A2A3-C4509E6C7FCA}" destId="{0B92B272-27F8-4BE8-A0B9-AED6329469DE}" srcOrd="3" destOrd="0" presId="urn:microsoft.com/office/officeart/2005/8/layout/hList1"/>
    <dgm:cxn modelId="{6C7AC54E-01AF-4AEC-BE5C-D8903D4C6335}" type="presParOf" srcId="{B577C9D8-BD86-41B5-A2A3-C4509E6C7FCA}" destId="{1C249C6B-2769-4B40-8FB5-65172A763793}" srcOrd="4" destOrd="0" presId="urn:microsoft.com/office/officeart/2005/8/layout/hList1"/>
    <dgm:cxn modelId="{11530D14-6853-4F72-93DB-1ECD6F868034}" type="presParOf" srcId="{1C249C6B-2769-4B40-8FB5-65172A763793}" destId="{8A9ADE7D-8C0A-4A15-BF03-74A5F706F762}" srcOrd="0" destOrd="0" presId="urn:microsoft.com/office/officeart/2005/8/layout/hList1"/>
    <dgm:cxn modelId="{24DB3C72-FF4A-476B-B203-A5B11F4DEEC8}" type="presParOf" srcId="{1C249C6B-2769-4B40-8FB5-65172A763793}" destId="{A3CD510B-AA09-4628-B621-0DED5CC28AE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472CD-ECDE-4DA8-951A-2159252F44EE}" type="doc">
      <dgm:prSet loTypeId="urn:microsoft.com/office/officeart/2008/layout/RadialCluster" loCatId="relationship" qsTypeId="urn:microsoft.com/office/officeart/2005/8/quickstyle/simple1" qsCatId="simple" csTypeId="urn:microsoft.com/office/officeart/2005/8/colors/colorful2" csCatId="colorful" phldr="1"/>
      <dgm:spPr/>
      <dgm:t>
        <a:bodyPr/>
        <a:lstStyle/>
        <a:p>
          <a:endParaRPr lang="en-ID"/>
        </a:p>
      </dgm:t>
    </dgm:pt>
    <dgm:pt modelId="{8D019169-CE91-4EFC-97A3-45BAFEC57E3D}">
      <dgm:prSet phldrT="[Text]"/>
      <dgm:spPr/>
      <dgm:t>
        <a:bodyPr/>
        <a:lstStyle/>
        <a:p>
          <a:r>
            <a:rPr lang="en-US" dirty="0">
              <a:solidFill>
                <a:schemeClr val="tx1"/>
              </a:solidFill>
            </a:rPr>
            <a:t>OOP</a:t>
          </a:r>
          <a:endParaRPr lang="en-ID" dirty="0">
            <a:solidFill>
              <a:schemeClr val="tx1"/>
            </a:solidFill>
          </a:endParaRPr>
        </a:p>
      </dgm:t>
    </dgm:pt>
    <dgm:pt modelId="{B494B130-DF5F-4577-9B36-1E8B7C01A2EF}" type="parTrans" cxnId="{CD80A276-C4E0-4302-B919-AD88CCC081A8}">
      <dgm:prSet/>
      <dgm:spPr/>
      <dgm:t>
        <a:bodyPr/>
        <a:lstStyle/>
        <a:p>
          <a:endParaRPr lang="en-ID"/>
        </a:p>
      </dgm:t>
    </dgm:pt>
    <dgm:pt modelId="{6F804D6B-18A3-4B46-867C-C5D941EED41D}" type="sibTrans" cxnId="{CD80A276-C4E0-4302-B919-AD88CCC081A8}">
      <dgm:prSet/>
      <dgm:spPr/>
      <dgm:t>
        <a:bodyPr/>
        <a:lstStyle/>
        <a:p>
          <a:endParaRPr lang="en-ID"/>
        </a:p>
      </dgm:t>
    </dgm:pt>
    <dgm:pt modelId="{F8D7BE26-FC45-438C-A4E9-F6DDA9E2338A}">
      <dgm:prSet phldrT="[Text]" custT="1"/>
      <dgm:spPr/>
      <dgm:t>
        <a:bodyPr/>
        <a:lstStyle/>
        <a:p>
          <a:r>
            <a:rPr lang="en-US" sz="2400" dirty="0">
              <a:solidFill>
                <a:schemeClr val="tx1"/>
              </a:solidFill>
              <a:latin typeface="Lato" panose="020F0502020204030203" pitchFamily="34" charset="0"/>
              <a:ea typeface="Lato" panose="020F0502020204030203" pitchFamily="34" charset="0"/>
              <a:cs typeface="Lato" panose="020F0502020204030203" pitchFamily="34" charset="0"/>
            </a:rPr>
            <a:t>Abstraction</a:t>
          </a:r>
          <a:endParaRPr lang="en-ID" sz="2400" dirty="0">
            <a:solidFill>
              <a:schemeClr val="tx1"/>
            </a:solidFill>
            <a:latin typeface="Lato" panose="020F0502020204030203" pitchFamily="34" charset="0"/>
            <a:ea typeface="Lato" panose="020F0502020204030203" pitchFamily="34" charset="0"/>
            <a:cs typeface="Lato" panose="020F0502020204030203" pitchFamily="34" charset="0"/>
          </a:endParaRPr>
        </a:p>
      </dgm:t>
    </dgm:pt>
    <dgm:pt modelId="{CE911F53-537A-4001-B068-910363EB8FD4}" type="parTrans" cxnId="{95A5F241-A895-4C0C-82D3-15C4C829F2C3}">
      <dgm:prSet/>
      <dgm:spPr/>
      <dgm:t>
        <a:bodyPr/>
        <a:lstStyle/>
        <a:p>
          <a:endParaRPr lang="en-ID"/>
        </a:p>
      </dgm:t>
    </dgm:pt>
    <dgm:pt modelId="{2FBBFA73-333B-488D-986B-F43358CF1B60}" type="sibTrans" cxnId="{95A5F241-A895-4C0C-82D3-15C4C829F2C3}">
      <dgm:prSet/>
      <dgm:spPr/>
      <dgm:t>
        <a:bodyPr/>
        <a:lstStyle/>
        <a:p>
          <a:endParaRPr lang="en-ID"/>
        </a:p>
      </dgm:t>
    </dgm:pt>
    <dgm:pt modelId="{CE1E3CDA-26F7-4F3A-AABD-8AEFC92753DF}">
      <dgm:prSet phldrT="[Text]" custT="1"/>
      <dgm:spPr/>
      <dgm:t>
        <a:bodyPr/>
        <a:lstStyle/>
        <a:p>
          <a:r>
            <a:rPr lang="en-US" sz="2400" dirty="0">
              <a:solidFill>
                <a:schemeClr val="tx1"/>
              </a:solidFill>
              <a:latin typeface="Lato" panose="020F0502020204030203" pitchFamily="34" charset="0"/>
              <a:ea typeface="Lato" panose="020F0502020204030203" pitchFamily="34" charset="0"/>
              <a:cs typeface="Lato" panose="020F0502020204030203" pitchFamily="34" charset="0"/>
            </a:rPr>
            <a:t>Encapsulation</a:t>
          </a:r>
          <a:endParaRPr lang="en-ID" sz="2400" dirty="0">
            <a:solidFill>
              <a:schemeClr val="tx1"/>
            </a:solidFill>
            <a:latin typeface="Lato" panose="020F0502020204030203" pitchFamily="34" charset="0"/>
            <a:ea typeface="Lato" panose="020F0502020204030203" pitchFamily="34" charset="0"/>
            <a:cs typeface="Lato" panose="020F0502020204030203" pitchFamily="34" charset="0"/>
          </a:endParaRPr>
        </a:p>
      </dgm:t>
    </dgm:pt>
    <dgm:pt modelId="{43CBF2DE-C7E6-48CC-A627-CDDE30202DA9}" type="parTrans" cxnId="{FED92A48-A298-4314-B54F-1E132A401BA7}">
      <dgm:prSet/>
      <dgm:spPr/>
      <dgm:t>
        <a:bodyPr/>
        <a:lstStyle/>
        <a:p>
          <a:endParaRPr lang="en-ID"/>
        </a:p>
      </dgm:t>
    </dgm:pt>
    <dgm:pt modelId="{8A412FA8-3862-4D4B-A377-BB022F51275E}" type="sibTrans" cxnId="{FED92A48-A298-4314-B54F-1E132A401BA7}">
      <dgm:prSet/>
      <dgm:spPr/>
      <dgm:t>
        <a:bodyPr/>
        <a:lstStyle/>
        <a:p>
          <a:endParaRPr lang="en-ID"/>
        </a:p>
      </dgm:t>
    </dgm:pt>
    <dgm:pt modelId="{0D3BE4B0-66ED-4398-ADF0-5BC73C36DDF4}">
      <dgm:prSet phldrT="[Text]" custT="1"/>
      <dgm:spPr/>
      <dgm:t>
        <a:bodyPr/>
        <a:lstStyle/>
        <a:p>
          <a:r>
            <a:rPr lang="en-US" sz="2400" dirty="0">
              <a:solidFill>
                <a:schemeClr val="tx1"/>
              </a:solidFill>
              <a:latin typeface="Lato" panose="020F0502020204030203" pitchFamily="34" charset="0"/>
              <a:ea typeface="Lato" panose="020F0502020204030203" pitchFamily="34" charset="0"/>
              <a:cs typeface="Lato" panose="020F0502020204030203" pitchFamily="34" charset="0"/>
            </a:rPr>
            <a:t>Inheritance</a:t>
          </a:r>
          <a:endParaRPr lang="en-ID" sz="2400" dirty="0">
            <a:solidFill>
              <a:schemeClr val="tx1"/>
            </a:solidFill>
            <a:latin typeface="Lato" panose="020F0502020204030203" pitchFamily="34" charset="0"/>
            <a:ea typeface="Lato" panose="020F0502020204030203" pitchFamily="34" charset="0"/>
            <a:cs typeface="Lato" panose="020F0502020204030203" pitchFamily="34" charset="0"/>
          </a:endParaRPr>
        </a:p>
      </dgm:t>
    </dgm:pt>
    <dgm:pt modelId="{2FD6B9A2-0568-40D0-82BA-657F23B4CBA5}" type="parTrans" cxnId="{064CF446-EE9A-40BC-8067-04C43540BE75}">
      <dgm:prSet/>
      <dgm:spPr/>
      <dgm:t>
        <a:bodyPr/>
        <a:lstStyle/>
        <a:p>
          <a:endParaRPr lang="en-ID"/>
        </a:p>
      </dgm:t>
    </dgm:pt>
    <dgm:pt modelId="{D2E3ECC8-A565-46D1-A795-1B6FC0C561DE}" type="sibTrans" cxnId="{064CF446-EE9A-40BC-8067-04C43540BE75}">
      <dgm:prSet/>
      <dgm:spPr/>
      <dgm:t>
        <a:bodyPr/>
        <a:lstStyle/>
        <a:p>
          <a:endParaRPr lang="en-ID"/>
        </a:p>
      </dgm:t>
    </dgm:pt>
    <dgm:pt modelId="{239FF51C-02E5-4A05-B95C-442E94E1F00E}">
      <dgm:prSet phldrT="[Text]" custT="1"/>
      <dgm:spPr/>
      <dgm:t>
        <a:bodyPr/>
        <a:lstStyle/>
        <a:p>
          <a:r>
            <a:rPr lang="en-US" sz="2400" dirty="0">
              <a:solidFill>
                <a:schemeClr val="tx1"/>
              </a:solidFill>
              <a:latin typeface="Lato" panose="020F0502020204030203" pitchFamily="34" charset="0"/>
              <a:ea typeface="Lato" panose="020F0502020204030203" pitchFamily="34" charset="0"/>
              <a:cs typeface="Lato" panose="020F0502020204030203" pitchFamily="34" charset="0"/>
            </a:rPr>
            <a:t>Polymorphism</a:t>
          </a:r>
          <a:endParaRPr lang="en-ID" sz="2400" dirty="0">
            <a:solidFill>
              <a:schemeClr val="tx1"/>
            </a:solidFill>
            <a:latin typeface="Lato" panose="020F0502020204030203" pitchFamily="34" charset="0"/>
            <a:ea typeface="Lato" panose="020F0502020204030203" pitchFamily="34" charset="0"/>
            <a:cs typeface="Lato" panose="020F0502020204030203" pitchFamily="34" charset="0"/>
          </a:endParaRPr>
        </a:p>
      </dgm:t>
    </dgm:pt>
    <dgm:pt modelId="{2FAC4BE1-809F-4735-9F76-D4D8FAFA11E5}" type="parTrans" cxnId="{E25F1B09-9A30-45E8-967B-436FAF08CB92}">
      <dgm:prSet/>
      <dgm:spPr/>
      <dgm:t>
        <a:bodyPr/>
        <a:lstStyle/>
        <a:p>
          <a:endParaRPr lang="en-ID"/>
        </a:p>
      </dgm:t>
    </dgm:pt>
    <dgm:pt modelId="{E6520DC3-38B5-47A0-9FD7-E5C81560864D}" type="sibTrans" cxnId="{E25F1B09-9A30-45E8-967B-436FAF08CB92}">
      <dgm:prSet/>
      <dgm:spPr/>
      <dgm:t>
        <a:bodyPr/>
        <a:lstStyle/>
        <a:p>
          <a:endParaRPr lang="en-ID"/>
        </a:p>
      </dgm:t>
    </dgm:pt>
    <dgm:pt modelId="{95FEE497-DC0E-4CF3-95BF-5C97A13C1818}" type="pres">
      <dgm:prSet presAssocID="{51E472CD-ECDE-4DA8-951A-2159252F44EE}" presName="Name0" presStyleCnt="0">
        <dgm:presLayoutVars>
          <dgm:chMax val="1"/>
          <dgm:chPref val="1"/>
          <dgm:dir/>
          <dgm:animOne val="branch"/>
          <dgm:animLvl val="lvl"/>
        </dgm:presLayoutVars>
      </dgm:prSet>
      <dgm:spPr/>
    </dgm:pt>
    <dgm:pt modelId="{48F8D574-00C3-4A92-8B60-7862053556FE}" type="pres">
      <dgm:prSet presAssocID="{8D019169-CE91-4EFC-97A3-45BAFEC57E3D}" presName="singleCycle" presStyleCnt="0"/>
      <dgm:spPr/>
    </dgm:pt>
    <dgm:pt modelId="{D66BFBED-B35E-4C7F-8BF5-1EFF1D7E339C}" type="pres">
      <dgm:prSet presAssocID="{8D019169-CE91-4EFC-97A3-45BAFEC57E3D}" presName="singleCenter" presStyleLbl="node1" presStyleIdx="0" presStyleCnt="5">
        <dgm:presLayoutVars>
          <dgm:chMax val="7"/>
          <dgm:chPref val="7"/>
        </dgm:presLayoutVars>
      </dgm:prSet>
      <dgm:spPr/>
    </dgm:pt>
    <dgm:pt modelId="{DBD61E74-5691-4983-9F22-8E0466DF4381}" type="pres">
      <dgm:prSet presAssocID="{CE911F53-537A-4001-B068-910363EB8FD4}" presName="Name56" presStyleLbl="parChTrans1D2" presStyleIdx="0" presStyleCnt="4"/>
      <dgm:spPr/>
    </dgm:pt>
    <dgm:pt modelId="{B19690A1-892D-49EE-8850-65817F3A59C5}" type="pres">
      <dgm:prSet presAssocID="{F8D7BE26-FC45-438C-A4E9-F6DDA9E2338A}" presName="text0" presStyleLbl="node1" presStyleIdx="1" presStyleCnt="5" custScaleX="272675" custRadScaleRad="87914" custRadScaleInc="-1451">
        <dgm:presLayoutVars>
          <dgm:bulletEnabled val="1"/>
        </dgm:presLayoutVars>
      </dgm:prSet>
      <dgm:spPr/>
    </dgm:pt>
    <dgm:pt modelId="{2053DE1D-2E22-4255-B6CB-6D2C1294357C}" type="pres">
      <dgm:prSet presAssocID="{43CBF2DE-C7E6-48CC-A627-CDDE30202DA9}" presName="Name56" presStyleLbl="parChTrans1D2" presStyleIdx="1" presStyleCnt="4"/>
      <dgm:spPr/>
    </dgm:pt>
    <dgm:pt modelId="{0AF32949-5B70-4D5F-AA25-B67A70613647}" type="pres">
      <dgm:prSet presAssocID="{CE1E3CDA-26F7-4F3A-AABD-8AEFC92753DF}" presName="text0" presStyleLbl="node1" presStyleIdx="2" presStyleCnt="5" custScaleX="273627" custRadScaleRad="156669" custRadScaleInc="-1057">
        <dgm:presLayoutVars>
          <dgm:bulletEnabled val="1"/>
        </dgm:presLayoutVars>
      </dgm:prSet>
      <dgm:spPr/>
    </dgm:pt>
    <dgm:pt modelId="{B1BD0135-F03F-48B8-A493-5D8577239FFE}" type="pres">
      <dgm:prSet presAssocID="{2FD6B9A2-0568-40D0-82BA-657F23B4CBA5}" presName="Name56" presStyleLbl="parChTrans1D2" presStyleIdx="2" presStyleCnt="4"/>
      <dgm:spPr/>
    </dgm:pt>
    <dgm:pt modelId="{23F06AA8-0853-4E2B-B4B4-718898315994}" type="pres">
      <dgm:prSet presAssocID="{0D3BE4B0-66ED-4398-ADF0-5BC73C36DDF4}" presName="text0" presStyleLbl="node1" presStyleIdx="3" presStyleCnt="5" custScaleX="269369" custRadScaleRad="89943" custRadScaleInc="-625">
        <dgm:presLayoutVars>
          <dgm:bulletEnabled val="1"/>
        </dgm:presLayoutVars>
      </dgm:prSet>
      <dgm:spPr/>
    </dgm:pt>
    <dgm:pt modelId="{18B388E7-248B-45F5-B1BC-77A62F0541A5}" type="pres">
      <dgm:prSet presAssocID="{2FAC4BE1-809F-4735-9F76-D4D8FAFA11E5}" presName="Name56" presStyleLbl="parChTrans1D2" presStyleIdx="3" presStyleCnt="4"/>
      <dgm:spPr/>
    </dgm:pt>
    <dgm:pt modelId="{140001AD-4C08-4C0A-8141-AEB1E52140EB}" type="pres">
      <dgm:prSet presAssocID="{239FF51C-02E5-4A05-B95C-442E94E1F00E}" presName="text0" presStyleLbl="node1" presStyleIdx="4" presStyleCnt="5" custScaleX="292197" custRadScaleRad="153532" custRadScaleInc="-622">
        <dgm:presLayoutVars>
          <dgm:bulletEnabled val="1"/>
        </dgm:presLayoutVars>
      </dgm:prSet>
      <dgm:spPr/>
    </dgm:pt>
  </dgm:ptLst>
  <dgm:cxnLst>
    <dgm:cxn modelId="{E25F1B09-9A30-45E8-967B-436FAF08CB92}" srcId="{8D019169-CE91-4EFC-97A3-45BAFEC57E3D}" destId="{239FF51C-02E5-4A05-B95C-442E94E1F00E}" srcOrd="3" destOrd="0" parTransId="{2FAC4BE1-809F-4735-9F76-D4D8FAFA11E5}" sibTransId="{E6520DC3-38B5-47A0-9FD7-E5C81560864D}"/>
    <dgm:cxn modelId="{99E0060E-7812-4530-8884-110CEBFB9DC7}" type="presOf" srcId="{239FF51C-02E5-4A05-B95C-442E94E1F00E}" destId="{140001AD-4C08-4C0A-8141-AEB1E52140EB}" srcOrd="0" destOrd="0" presId="urn:microsoft.com/office/officeart/2008/layout/RadialCluster"/>
    <dgm:cxn modelId="{23A3390F-4EC7-4176-ABAC-939950C3F853}" type="presOf" srcId="{F8D7BE26-FC45-438C-A4E9-F6DDA9E2338A}" destId="{B19690A1-892D-49EE-8850-65817F3A59C5}" srcOrd="0" destOrd="0" presId="urn:microsoft.com/office/officeart/2008/layout/RadialCluster"/>
    <dgm:cxn modelId="{E356C338-A7EB-43E3-99F2-24A4C8F83A55}" type="presOf" srcId="{8D019169-CE91-4EFC-97A3-45BAFEC57E3D}" destId="{D66BFBED-B35E-4C7F-8BF5-1EFF1D7E339C}" srcOrd="0" destOrd="0" presId="urn:microsoft.com/office/officeart/2008/layout/RadialCluster"/>
    <dgm:cxn modelId="{3AEF803B-ADEF-4A57-BEF9-69ADD0860CF4}" type="presOf" srcId="{51E472CD-ECDE-4DA8-951A-2159252F44EE}" destId="{95FEE497-DC0E-4CF3-95BF-5C97A13C1818}" srcOrd="0" destOrd="0" presId="urn:microsoft.com/office/officeart/2008/layout/RadialCluster"/>
    <dgm:cxn modelId="{95A5F241-A895-4C0C-82D3-15C4C829F2C3}" srcId="{8D019169-CE91-4EFC-97A3-45BAFEC57E3D}" destId="{F8D7BE26-FC45-438C-A4E9-F6DDA9E2338A}" srcOrd="0" destOrd="0" parTransId="{CE911F53-537A-4001-B068-910363EB8FD4}" sibTransId="{2FBBFA73-333B-488D-986B-F43358CF1B60}"/>
    <dgm:cxn modelId="{79B7CC43-FA5F-48E9-B20B-7B598F5791FB}" type="presOf" srcId="{0D3BE4B0-66ED-4398-ADF0-5BC73C36DDF4}" destId="{23F06AA8-0853-4E2B-B4B4-718898315994}" srcOrd="0" destOrd="0" presId="urn:microsoft.com/office/officeart/2008/layout/RadialCluster"/>
    <dgm:cxn modelId="{064CF446-EE9A-40BC-8067-04C43540BE75}" srcId="{8D019169-CE91-4EFC-97A3-45BAFEC57E3D}" destId="{0D3BE4B0-66ED-4398-ADF0-5BC73C36DDF4}" srcOrd="2" destOrd="0" parTransId="{2FD6B9A2-0568-40D0-82BA-657F23B4CBA5}" sibTransId="{D2E3ECC8-A565-46D1-A795-1B6FC0C561DE}"/>
    <dgm:cxn modelId="{FED92A48-A298-4314-B54F-1E132A401BA7}" srcId="{8D019169-CE91-4EFC-97A3-45BAFEC57E3D}" destId="{CE1E3CDA-26F7-4F3A-AABD-8AEFC92753DF}" srcOrd="1" destOrd="0" parTransId="{43CBF2DE-C7E6-48CC-A627-CDDE30202DA9}" sibTransId="{8A412FA8-3862-4D4B-A377-BB022F51275E}"/>
    <dgm:cxn modelId="{CD80A276-C4E0-4302-B919-AD88CCC081A8}" srcId="{51E472CD-ECDE-4DA8-951A-2159252F44EE}" destId="{8D019169-CE91-4EFC-97A3-45BAFEC57E3D}" srcOrd="0" destOrd="0" parTransId="{B494B130-DF5F-4577-9B36-1E8B7C01A2EF}" sibTransId="{6F804D6B-18A3-4B46-867C-C5D941EED41D}"/>
    <dgm:cxn modelId="{2299E577-ADD1-4853-8B00-0F0CE7240E2F}" type="presOf" srcId="{2FAC4BE1-809F-4735-9F76-D4D8FAFA11E5}" destId="{18B388E7-248B-45F5-B1BC-77A62F0541A5}" srcOrd="0" destOrd="0" presId="urn:microsoft.com/office/officeart/2008/layout/RadialCluster"/>
    <dgm:cxn modelId="{F8121682-5793-47BD-B509-332F1C198788}" type="presOf" srcId="{43CBF2DE-C7E6-48CC-A627-CDDE30202DA9}" destId="{2053DE1D-2E22-4255-B6CB-6D2C1294357C}" srcOrd="0" destOrd="0" presId="urn:microsoft.com/office/officeart/2008/layout/RadialCluster"/>
    <dgm:cxn modelId="{BB30A6DB-A125-468D-898D-E5B69D88DFB3}" type="presOf" srcId="{CE1E3CDA-26F7-4F3A-AABD-8AEFC92753DF}" destId="{0AF32949-5B70-4D5F-AA25-B67A70613647}" srcOrd="0" destOrd="0" presId="urn:microsoft.com/office/officeart/2008/layout/RadialCluster"/>
    <dgm:cxn modelId="{A89283F0-0161-47EB-B5C5-D3AD5EAF4A60}" type="presOf" srcId="{2FD6B9A2-0568-40D0-82BA-657F23B4CBA5}" destId="{B1BD0135-F03F-48B8-A493-5D8577239FFE}" srcOrd="0" destOrd="0" presId="urn:microsoft.com/office/officeart/2008/layout/RadialCluster"/>
    <dgm:cxn modelId="{A1A39FFF-0B6F-41E4-BC8F-5F7D2BBA730F}" type="presOf" srcId="{CE911F53-537A-4001-B068-910363EB8FD4}" destId="{DBD61E74-5691-4983-9F22-8E0466DF4381}" srcOrd="0" destOrd="0" presId="urn:microsoft.com/office/officeart/2008/layout/RadialCluster"/>
    <dgm:cxn modelId="{6A4355D0-A5D1-4788-88F7-36538E05AFD6}" type="presParOf" srcId="{95FEE497-DC0E-4CF3-95BF-5C97A13C1818}" destId="{48F8D574-00C3-4A92-8B60-7862053556FE}" srcOrd="0" destOrd="0" presId="urn:microsoft.com/office/officeart/2008/layout/RadialCluster"/>
    <dgm:cxn modelId="{142DD1AA-F563-44CA-AB3E-835BA00BC255}" type="presParOf" srcId="{48F8D574-00C3-4A92-8B60-7862053556FE}" destId="{D66BFBED-B35E-4C7F-8BF5-1EFF1D7E339C}" srcOrd="0" destOrd="0" presId="urn:microsoft.com/office/officeart/2008/layout/RadialCluster"/>
    <dgm:cxn modelId="{183A6A3F-5622-43DC-B7F6-2BA187D71990}" type="presParOf" srcId="{48F8D574-00C3-4A92-8B60-7862053556FE}" destId="{DBD61E74-5691-4983-9F22-8E0466DF4381}" srcOrd="1" destOrd="0" presId="urn:microsoft.com/office/officeart/2008/layout/RadialCluster"/>
    <dgm:cxn modelId="{E3262931-859D-463D-AC1A-831619A946F8}" type="presParOf" srcId="{48F8D574-00C3-4A92-8B60-7862053556FE}" destId="{B19690A1-892D-49EE-8850-65817F3A59C5}" srcOrd="2" destOrd="0" presId="urn:microsoft.com/office/officeart/2008/layout/RadialCluster"/>
    <dgm:cxn modelId="{18EA4C22-488C-4B72-9F29-5E5AD0F0773E}" type="presParOf" srcId="{48F8D574-00C3-4A92-8B60-7862053556FE}" destId="{2053DE1D-2E22-4255-B6CB-6D2C1294357C}" srcOrd="3" destOrd="0" presId="urn:microsoft.com/office/officeart/2008/layout/RadialCluster"/>
    <dgm:cxn modelId="{420A76F0-735B-44EA-BF84-8388125A389B}" type="presParOf" srcId="{48F8D574-00C3-4A92-8B60-7862053556FE}" destId="{0AF32949-5B70-4D5F-AA25-B67A70613647}" srcOrd="4" destOrd="0" presId="urn:microsoft.com/office/officeart/2008/layout/RadialCluster"/>
    <dgm:cxn modelId="{97B98E86-1A01-4199-B509-8635ADD3AA3A}" type="presParOf" srcId="{48F8D574-00C3-4A92-8B60-7862053556FE}" destId="{B1BD0135-F03F-48B8-A493-5D8577239FFE}" srcOrd="5" destOrd="0" presId="urn:microsoft.com/office/officeart/2008/layout/RadialCluster"/>
    <dgm:cxn modelId="{48EA2E00-CF2D-4FA8-91F1-D4CC7737793E}" type="presParOf" srcId="{48F8D574-00C3-4A92-8B60-7862053556FE}" destId="{23F06AA8-0853-4E2B-B4B4-718898315994}" srcOrd="6" destOrd="0" presId="urn:microsoft.com/office/officeart/2008/layout/RadialCluster"/>
    <dgm:cxn modelId="{BC1201BE-3E97-444C-9D78-FDC19DE4A258}" type="presParOf" srcId="{48F8D574-00C3-4A92-8B60-7862053556FE}" destId="{18B388E7-248B-45F5-B1BC-77A62F0541A5}" srcOrd="7" destOrd="0" presId="urn:microsoft.com/office/officeart/2008/layout/RadialCluster"/>
    <dgm:cxn modelId="{3337B256-0BCA-4E9D-8929-F2F1683934D9}" type="presParOf" srcId="{48F8D574-00C3-4A92-8B60-7862053556FE}" destId="{140001AD-4C08-4C0A-8141-AEB1E52140EB}"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296478-CC6D-4BEA-A7F9-42D8E087AD94}">
      <dsp:nvSpPr>
        <dsp:cNvPr id="0" name=""/>
        <dsp:cNvSpPr/>
      </dsp:nvSpPr>
      <dsp:spPr>
        <a:xfrm>
          <a:off x="2110" y="19977"/>
          <a:ext cx="2058037" cy="82321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latin typeface="Lato" panose="020F0502020204030203" pitchFamily="34" charset="0"/>
              <a:ea typeface="Lato" panose="020F0502020204030203" pitchFamily="34" charset="0"/>
              <a:cs typeface="Lato" panose="020F0502020204030203" pitchFamily="34" charset="0"/>
            </a:rPr>
            <a:t>Writing Code</a:t>
          </a:r>
          <a:endParaRPr lang="en-ID" sz="2000" b="1" kern="1200" dirty="0">
            <a:latin typeface="Lato" panose="020F0502020204030203" pitchFamily="34" charset="0"/>
            <a:ea typeface="Lato" panose="020F0502020204030203" pitchFamily="34" charset="0"/>
            <a:cs typeface="Lato" panose="020F0502020204030203" pitchFamily="34" charset="0"/>
          </a:endParaRPr>
        </a:p>
      </dsp:txBody>
      <dsp:txXfrm>
        <a:off x="2110" y="19977"/>
        <a:ext cx="2058037" cy="823215"/>
      </dsp:txXfrm>
    </dsp:sp>
    <dsp:sp modelId="{EA1E54F4-9950-4A5F-A15D-28668EF3591E}">
      <dsp:nvSpPr>
        <dsp:cNvPr id="0" name=""/>
        <dsp:cNvSpPr/>
      </dsp:nvSpPr>
      <dsp:spPr>
        <a:xfrm>
          <a:off x="2110" y="843192"/>
          <a:ext cx="2058037" cy="2020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100000"/>
            </a:lnSpc>
            <a:spcBef>
              <a:spcPct val="0"/>
            </a:spcBef>
            <a:spcAft>
              <a:spcPct val="15000"/>
            </a:spcAft>
            <a:buChar char="•"/>
          </a:pPr>
          <a:r>
            <a:rPr lang="en-US" sz="1600" kern="1200" dirty="0" err="1">
              <a:latin typeface="Lato" panose="020F0502020204030203" pitchFamily="34" charset="0"/>
              <a:ea typeface="Lato" panose="020F0502020204030203" pitchFamily="34" charset="0"/>
              <a:cs typeface="Lato" panose="020F0502020204030203" pitchFamily="34" charset="0"/>
            </a:rPr>
            <a:t>Menggunakan</a:t>
          </a:r>
          <a:r>
            <a:rPr lang="en-US" sz="1600" kern="1200" dirty="0">
              <a:latin typeface="Lato" panose="020F0502020204030203" pitchFamily="34" charset="0"/>
              <a:ea typeface="Lato" panose="020F0502020204030203" pitchFamily="34" charset="0"/>
              <a:cs typeface="Lato" panose="020F0502020204030203" pitchFamily="34" charset="0"/>
            </a:rPr>
            <a:t> code editor/ IDE</a:t>
          </a:r>
          <a:endParaRPr lang="en-ID" sz="1600" kern="1200" dirty="0">
            <a:latin typeface="Lato" panose="020F0502020204030203" pitchFamily="34" charset="0"/>
            <a:ea typeface="Lato" panose="020F0502020204030203" pitchFamily="34" charset="0"/>
            <a:cs typeface="Lato" panose="020F0502020204030203" pitchFamily="34" charset="0"/>
          </a:endParaRPr>
        </a:p>
        <a:p>
          <a:pPr marL="171450" lvl="1" indent="-171450" algn="l" defTabSz="711200">
            <a:lnSpc>
              <a:spcPct val="100000"/>
            </a:lnSpc>
            <a:spcBef>
              <a:spcPct val="0"/>
            </a:spcBef>
            <a:spcAft>
              <a:spcPct val="15000"/>
            </a:spcAft>
            <a:buChar char="•"/>
          </a:pPr>
          <a:r>
            <a:rPr lang="en-US" sz="1600" kern="1200" dirty="0" err="1">
              <a:latin typeface="Lato" panose="020F0502020204030203" pitchFamily="34" charset="0"/>
              <a:ea typeface="Lato" panose="020F0502020204030203" pitchFamily="34" charset="0"/>
              <a:cs typeface="Lato" panose="020F0502020204030203" pitchFamily="34" charset="0"/>
            </a:rPr>
            <a:t>Menghasilkan</a:t>
          </a:r>
          <a:r>
            <a:rPr lang="en-US" sz="1600" kern="1200" dirty="0">
              <a:latin typeface="Lato" panose="020F0502020204030203" pitchFamily="34" charset="0"/>
              <a:ea typeface="Lato" panose="020F0502020204030203" pitchFamily="34" charset="0"/>
              <a:cs typeface="Lato" panose="020F0502020204030203" pitchFamily="34" charset="0"/>
            </a:rPr>
            <a:t> file .java</a:t>
          </a:r>
          <a:endParaRPr lang="en-ID" sz="1600" kern="1200" dirty="0">
            <a:latin typeface="Lato" panose="020F0502020204030203" pitchFamily="34" charset="0"/>
            <a:ea typeface="Lato" panose="020F0502020204030203" pitchFamily="34" charset="0"/>
            <a:cs typeface="Lato" panose="020F0502020204030203" pitchFamily="34" charset="0"/>
          </a:endParaRPr>
        </a:p>
      </dsp:txBody>
      <dsp:txXfrm>
        <a:off x="2110" y="843192"/>
        <a:ext cx="2058037" cy="2020320"/>
      </dsp:txXfrm>
    </dsp:sp>
    <dsp:sp modelId="{00E12684-ED80-45DD-BBE0-F97561B5F474}">
      <dsp:nvSpPr>
        <dsp:cNvPr id="0" name=""/>
        <dsp:cNvSpPr/>
      </dsp:nvSpPr>
      <dsp:spPr>
        <a:xfrm>
          <a:off x="2348274" y="19977"/>
          <a:ext cx="2058037" cy="82321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rgbClr val="F9F9F9"/>
              </a:solidFill>
              <a:latin typeface="Lato" panose="020F0502020204030203" pitchFamily="34" charset="0"/>
              <a:ea typeface="Lato" panose="020F0502020204030203" pitchFamily="34" charset="0"/>
              <a:cs typeface="Lato" panose="020F0502020204030203" pitchFamily="34" charset="0"/>
            </a:rPr>
            <a:t>Compile</a:t>
          </a:r>
          <a:endParaRPr lang="en-ID" sz="2000" b="1" kern="1200" dirty="0">
            <a:solidFill>
              <a:srgbClr val="F9F9F9"/>
            </a:solidFill>
            <a:latin typeface="Lato" panose="020F0502020204030203" pitchFamily="34" charset="0"/>
            <a:ea typeface="Lato" panose="020F0502020204030203" pitchFamily="34" charset="0"/>
            <a:cs typeface="Lato" panose="020F0502020204030203" pitchFamily="34" charset="0"/>
          </a:endParaRPr>
        </a:p>
      </dsp:txBody>
      <dsp:txXfrm>
        <a:off x="2348274" y="19977"/>
        <a:ext cx="2058037" cy="823215"/>
      </dsp:txXfrm>
    </dsp:sp>
    <dsp:sp modelId="{A6E08EB3-A53F-4B42-8CB3-AFB5EEC8D30D}">
      <dsp:nvSpPr>
        <dsp:cNvPr id="0" name=""/>
        <dsp:cNvSpPr/>
      </dsp:nvSpPr>
      <dsp:spPr>
        <a:xfrm>
          <a:off x="2348274" y="843192"/>
          <a:ext cx="2058037" cy="2020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100000"/>
            </a:lnSpc>
            <a:spcBef>
              <a:spcPct val="0"/>
            </a:spcBef>
            <a:spcAft>
              <a:spcPct val="15000"/>
            </a:spcAft>
            <a:buChar char="•"/>
          </a:pP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Menggunakan</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a:t>
          </a: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javac</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a:t>
          </a: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dalam</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JDK)</a:t>
          </a:r>
          <a:endParaRPr lang="en-ID"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endParaRPr>
        </a:p>
        <a:p>
          <a:pPr marL="171450" lvl="1" indent="-171450" algn="l" defTabSz="711200">
            <a:lnSpc>
              <a:spcPct val="100000"/>
            </a:lnSpc>
            <a:spcBef>
              <a:spcPct val="0"/>
            </a:spcBef>
            <a:spcAft>
              <a:spcPct val="15000"/>
            </a:spcAft>
            <a:buChar char="•"/>
          </a:pP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Menghasilkan</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file .class</a:t>
          </a:r>
          <a:endParaRPr lang="en-ID"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endParaRPr>
        </a:p>
      </dsp:txBody>
      <dsp:txXfrm>
        <a:off x="2348274" y="843192"/>
        <a:ext cx="2058037" cy="2020320"/>
      </dsp:txXfrm>
    </dsp:sp>
    <dsp:sp modelId="{8A9ADE7D-8C0A-4A15-BF03-74A5F706F762}">
      <dsp:nvSpPr>
        <dsp:cNvPr id="0" name=""/>
        <dsp:cNvSpPr/>
      </dsp:nvSpPr>
      <dsp:spPr>
        <a:xfrm>
          <a:off x="4694437" y="19977"/>
          <a:ext cx="2058037" cy="82321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solidFill>
                <a:srgbClr val="F9F9F9"/>
              </a:solidFill>
              <a:latin typeface="Lato" panose="020F0502020204030203" pitchFamily="34" charset="0"/>
              <a:ea typeface="Lato" panose="020F0502020204030203" pitchFamily="34" charset="0"/>
              <a:cs typeface="Lato" panose="020F0502020204030203" pitchFamily="34" charset="0"/>
            </a:rPr>
            <a:t>Run</a:t>
          </a:r>
          <a:endParaRPr lang="en-ID" sz="1900" b="1" kern="1200" dirty="0">
            <a:solidFill>
              <a:srgbClr val="F9F9F9"/>
            </a:solidFill>
            <a:latin typeface="Lato" panose="020F0502020204030203" pitchFamily="34" charset="0"/>
            <a:ea typeface="Lato" panose="020F0502020204030203" pitchFamily="34" charset="0"/>
            <a:cs typeface="Lato" panose="020F0502020204030203" pitchFamily="34" charset="0"/>
          </a:endParaRPr>
        </a:p>
      </dsp:txBody>
      <dsp:txXfrm>
        <a:off x="4694437" y="19977"/>
        <a:ext cx="2058037" cy="823215"/>
      </dsp:txXfrm>
    </dsp:sp>
    <dsp:sp modelId="{A3CD510B-AA09-4628-B621-0DED5CC28AE4}">
      <dsp:nvSpPr>
        <dsp:cNvPr id="0" name=""/>
        <dsp:cNvSpPr/>
      </dsp:nvSpPr>
      <dsp:spPr>
        <a:xfrm>
          <a:off x="4694437" y="843192"/>
          <a:ext cx="2058037" cy="2020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100000"/>
            </a:lnSpc>
            <a:spcBef>
              <a:spcPct val="0"/>
            </a:spcBef>
            <a:spcAft>
              <a:spcPct val="15000"/>
            </a:spcAft>
            <a:buChar char="•"/>
          </a:pP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Menggunakan</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java (</a:t>
          </a: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dalam</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JRE)</a:t>
          </a:r>
          <a:endParaRPr lang="en-ID"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endParaRPr>
        </a:p>
        <a:p>
          <a:pPr marL="171450" lvl="1" indent="-171450" algn="l" defTabSz="711200">
            <a:lnSpc>
              <a:spcPct val="100000"/>
            </a:lnSpc>
            <a:spcBef>
              <a:spcPct val="0"/>
            </a:spcBef>
            <a:spcAft>
              <a:spcPct val="15000"/>
            </a:spcAft>
            <a:buChar char="•"/>
          </a:pP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Menampilkan</a:t>
          </a:r>
          <a:r>
            <a:rPr lang="en-US"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 </a:t>
          </a:r>
          <a:r>
            <a:rPr lang="en-US" sz="1600" kern="1200" dirty="0" err="1">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rPr>
            <a:t>hasil</a:t>
          </a:r>
          <a:endParaRPr lang="en-ID" sz="1600" kern="1200" dirty="0">
            <a:solidFill>
              <a:srgbClr val="383838">
                <a:hueOff val="0"/>
                <a:satOff val="0"/>
                <a:lumOff val="0"/>
                <a:alphaOff val="0"/>
              </a:srgbClr>
            </a:solidFill>
            <a:latin typeface="Lato" panose="020F0502020204030203" pitchFamily="34" charset="0"/>
            <a:ea typeface="Lato" panose="020F0502020204030203" pitchFamily="34" charset="0"/>
            <a:cs typeface="Lato" panose="020F0502020204030203" pitchFamily="34" charset="0"/>
          </a:endParaRPr>
        </a:p>
      </dsp:txBody>
      <dsp:txXfrm>
        <a:off x="4694437" y="843192"/>
        <a:ext cx="2058037" cy="20203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6BFBED-B35E-4C7F-8BF5-1EFF1D7E339C}">
      <dsp:nvSpPr>
        <dsp:cNvPr id="0" name=""/>
        <dsp:cNvSpPr/>
      </dsp:nvSpPr>
      <dsp:spPr>
        <a:xfrm>
          <a:off x="3124569" y="1369994"/>
          <a:ext cx="1174280" cy="1174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740" tIns="78740" rIns="78740" bIns="78740" numCol="1" spcCol="1270" anchor="ctr" anchorCtr="0">
          <a:noAutofit/>
        </a:bodyPr>
        <a:lstStyle/>
        <a:p>
          <a:pPr marL="0" lvl="0" indent="0" algn="ctr" defTabSz="1377950">
            <a:lnSpc>
              <a:spcPct val="90000"/>
            </a:lnSpc>
            <a:spcBef>
              <a:spcPct val="0"/>
            </a:spcBef>
            <a:spcAft>
              <a:spcPct val="35000"/>
            </a:spcAft>
            <a:buNone/>
          </a:pPr>
          <a:r>
            <a:rPr lang="en-US" sz="3100" kern="1200" dirty="0">
              <a:solidFill>
                <a:schemeClr val="tx1"/>
              </a:solidFill>
            </a:rPr>
            <a:t>OOP</a:t>
          </a:r>
          <a:endParaRPr lang="en-ID" sz="3100" kern="1200" dirty="0">
            <a:solidFill>
              <a:schemeClr val="tx1"/>
            </a:solidFill>
          </a:endParaRPr>
        </a:p>
      </dsp:txBody>
      <dsp:txXfrm>
        <a:off x="3181893" y="1427318"/>
        <a:ext cx="1059632" cy="1059632"/>
      </dsp:txXfrm>
    </dsp:sp>
    <dsp:sp modelId="{DBD61E74-5691-4983-9F22-8E0466DF4381}">
      <dsp:nvSpPr>
        <dsp:cNvPr id="0" name=""/>
        <dsp:cNvSpPr/>
      </dsp:nvSpPr>
      <dsp:spPr>
        <a:xfrm rot="16160823">
          <a:off x="3505838" y="1173071"/>
          <a:ext cx="393871" cy="0"/>
        </a:xfrm>
        <a:custGeom>
          <a:avLst/>
          <a:gdLst/>
          <a:ahLst/>
          <a:cxnLst/>
          <a:rect l="0" t="0" r="0" b="0"/>
          <a:pathLst>
            <a:path>
              <a:moveTo>
                <a:pt x="0" y="0"/>
              </a:moveTo>
              <a:lnTo>
                <a:pt x="393871" y="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9690A1-892D-49EE-8850-65817F3A59C5}">
      <dsp:nvSpPr>
        <dsp:cNvPr id="0" name=""/>
        <dsp:cNvSpPr/>
      </dsp:nvSpPr>
      <dsp:spPr>
        <a:xfrm>
          <a:off x="2623386" y="189379"/>
          <a:ext cx="2145319" cy="786768"/>
        </a:xfrm>
        <a:prstGeom prst="roundRect">
          <a:avLst/>
        </a:prstGeom>
        <a:solidFill>
          <a:schemeClr val="accent2">
            <a:hueOff val="3230216"/>
            <a:satOff val="-31"/>
            <a:lumOff val="47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Lato" panose="020F0502020204030203" pitchFamily="34" charset="0"/>
              <a:ea typeface="Lato" panose="020F0502020204030203" pitchFamily="34" charset="0"/>
              <a:cs typeface="Lato" panose="020F0502020204030203" pitchFamily="34" charset="0"/>
            </a:rPr>
            <a:t>Abstraction</a:t>
          </a:r>
          <a:endParaRPr lang="en-ID" sz="2400" kern="1200" dirty="0">
            <a:solidFill>
              <a:schemeClr val="tx1"/>
            </a:solidFill>
            <a:latin typeface="Lato" panose="020F0502020204030203" pitchFamily="34" charset="0"/>
            <a:ea typeface="Lato" panose="020F0502020204030203" pitchFamily="34" charset="0"/>
            <a:cs typeface="Lato" panose="020F0502020204030203" pitchFamily="34" charset="0"/>
          </a:endParaRPr>
        </a:p>
      </dsp:txBody>
      <dsp:txXfrm>
        <a:off x="2661793" y="227786"/>
        <a:ext cx="2068505" cy="709954"/>
      </dsp:txXfrm>
    </dsp:sp>
    <dsp:sp modelId="{2053DE1D-2E22-4255-B6CB-6D2C1294357C}">
      <dsp:nvSpPr>
        <dsp:cNvPr id="0" name=""/>
        <dsp:cNvSpPr/>
      </dsp:nvSpPr>
      <dsp:spPr>
        <a:xfrm rot="21571461">
          <a:off x="4298836" y="1948998"/>
          <a:ext cx="785782" cy="0"/>
        </a:xfrm>
        <a:custGeom>
          <a:avLst/>
          <a:gdLst/>
          <a:ahLst/>
          <a:cxnLst/>
          <a:rect l="0" t="0" r="0" b="0"/>
          <a:pathLst>
            <a:path>
              <a:moveTo>
                <a:pt x="0" y="0"/>
              </a:moveTo>
              <a:lnTo>
                <a:pt x="785782" y="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F32949-5B70-4D5F-AA25-B67A70613647}">
      <dsp:nvSpPr>
        <dsp:cNvPr id="0" name=""/>
        <dsp:cNvSpPr/>
      </dsp:nvSpPr>
      <dsp:spPr>
        <a:xfrm>
          <a:off x="5084605" y="1543416"/>
          <a:ext cx="2152809" cy="786768"/>
        </a:xfrm>
        <a:prstGeom prst="roundRect">
          <a:avLst/>
        </a:prstGeom>
        <a:solidFill>
          <a:schemeClr val="accent2">
            <a:hueOff val="6460432"/>
            <a:satOff val="-61"/>
            <a:lumOff val="9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Lato" panose="020F0502020204030203" pitchFamily="34" charset="0"/>
              <a:ea typeface="Lato" panose="020F0502020204030203" pitchFamily="34" charset="0"/>
              <a:cs typeface="Lato" panose="020F0502020204030203" pitchFamily="34" charset="0"/>
            </a:rPr>
            <a:t>Encapsulation</a:t>
          </a:r>
          <a:endParaRPr lang="en-ID" sz="2400" kern="1200" dirty="0">
            <a:solidFill>
              <a:schemeClr val="tx1"/>
            </a:solidFill>
            <a:latin typeface="Lato" panose="020F0502020204030203" pitchFamily="34" charset="0"/>
            <a:ea typeface="Lato" panose="020F0502020204030203" pitchFamily="34" charset="0"/>
            <a:cs typeface="Lato" panose="020F0502020204030203" pitchFamily="34" charset="0"/>
          </a:endParaRPr>
        </a:p>
      </dsp:txBody>
      <dsp:txXfrm>
        <a:off x="5123012" y="1581823"/>
        <a:ext cx="2075995" cy="709954"/>
      </dsp:txXfrm>
    </dsp:sp>
    <dsp:sp modelId="{B1BD0135-F03F-48B8-A493-5D8577239FFE}">
      <dsp:nvSpPr>
        <dsp:cNvPr id="0" name=""/>
        <dsp:cNvSpPr/>
      </dsp:nvSpPr>
      <dsp:spPr>
        <a:xfrm rot="5383125">
          <a:off x="3502813" y="2757094"/>
          <a:ext cx="425645" cy="0"/>
        </a:xfrm>
        <a:custGeom>
          <a:avLst/>
          <a:gdLst/>
          <a:ahLst/>
          <a:cxnLst/>
          <a:rect l="0" t="0" r="0" b="0"/>
          <a:pathLst>
            <a:path>
              <a:moveTo>
                <a:pt x="0" y="0"/>
              </a:moveTo>
              <a:lnTo>
                <a:pt x="425645" y="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F06AA8-0853-4E2B-B4B4-718898315994}">
      <dsp:nvSpPr>
        <dsp:cNvPr id="0" name=""/>
        <dsp:cNvSpPr/>
      </dsp:nvSpPr>
      <dsp:spPr>
        <a:xfrm>
          <a:off x="2658957" y="2969915"/>
          <a:ext cx="2119309" cy="786768"/>
        </a:xfrm>
        <a:prstGeom prst="roundRect">
          <a:avLst/>
        </a:prstGeom>
        <a:solidFill>
          <a:schemeClr val="accent2">
            <a:hueOff val="9690648"/>
            <a:satOff val="-92"/>
            <a:lumOff val="14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Lato" panose="020F0502020204030203" pitchFamily="34" charset="0"/>
              <a:ea typeface="Lato" panose="020F0502020204030203" pitchFamily="34" charset="0"/>
              <a:cs typeface="Lato" panose="020F0502020204030203" pitchFamily="34" charset="0"/>
            </a:rPr>
            <a:t>Inheritance</a:t>
          </a:r>
          <a:endParaRPr lang="en-ID" sz="2400" kern="1200" dirty="0">
            <a:solidFill>
              <a:schemeClr val="tx1"/>
            </a:solidFill>
            <a:latin typeface="Lato" panose="020F0502020204030203" pitchFamily="34" charset="0"/>
            <a:ea typeface="Lato" panose="020F0502020204030203" pitchFamily="34" charset="0"/>
            <a:cs typeface="Lato" panose="020F0502020204030203" pitchFamily="34" charset="0"/>
          </a:endParaRPr>
        </a:p>
      </dsp:txBody>
      <dsp:txXfrm>
        <a:off x="2697364" y="3008322"/>
        <a:ext cx="2042495" cy="709954"/>
      </dsp:txXfrm>
    </dsp:sp>
    <dsp:sp modelId="{18B388E7-248B-45F5-B1BC-77A62F0541A5}">
      <dsp:nvSpPr>
        <dsp:cNvPr id="0" name=""/>
        <dsp:cNvSpPr/>
      </dsp:nvSpPr>
      <dsp:spPr>
        <a:xfrm rot="10783206">
          <a:off x="2460849" y="1961624"/>
          <a:ext cx="663723" cy="0"/>
        </a:xfrm>
        <a:custGeom>
          <a:avLst/>
          <a:gdLst/>
          <a:ahLst/>
          <a:cxnLst/>
          <a:rect l="0" t="0" r="0" b="0"/>
          <a:pathLst>
            <a:path>
              <a:moveTo>
                <a:pt x="0" y="0"/>
              </a:moveTo>
              <a:lnTo>
                <a:pt x="663723" y="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0001AD-4C08-4C0A-8141-AEB1E52140EB}">
      <dsp:nvSpPr>
        <dsp:cNvPr id="0" name=""/>
        <dsp:cNvSpPr/>
      </dsp:nvSpPr>
      <dsp:spPr>
        <a:xfrm>
          <a:off x="161941" y="1575476"/>
          <a:ext cx="2298912" cy="786768"/>
        </a:xfrm>
        <a:prstGeom prst="roundRect">
          <a:avLst/>
        </a:prstGeom>
        <a:solidFill>
          <a:schemeClr val="accent2">
            <a:hueOff val="12920865"/>
            <a:satOff val="-122"/>
            <a:lumOff val="18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Lato" panose="020F0502020204030203" pitchFamily="34" charset="0"/>
              <a:ea typeface="Lato" panose="020F0502020204030203" pitchFamily="34" charset="0"/>
              <a:cs typeface="Lato" panose="020F0502020204030203" pitchFamily="34" charset="0"/>
            </a:rPr>
            <a:t>Polymorphism</a:t>
          </a:r>
          <a:endParaRPr lang="en-ID" sz="2400" kern="1200" dirty="0">
            <a:solidFill>
              <a:schemeClr val="tx1"/>
            </a:solidFill>
            <a:latin typeface="Lato" panose="020F0502020204030203" pitchFamily="34" charset="0"/>
            <a:ea typeface="Lato" panose="020F0502020204030203" pitchFamily="34" charset="0"/>
            <a:cs typeface="Lato" panose="020F0502020204030203" pitchFamily="34" charset="0"/>
          </a:endParaRPr>
        </a:p>
      </dsp:txBody>
      <dsp:txXfrm>
        <a:off x="200348" y="1613883"/>
        <a:ext cx="2222098" cy="70995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4095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2753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0B659EE7-A925-BD66-8886-222300BE07E4}"/>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C2BFA23A-AAEB-8836-7581-68F2FE2BAC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3EBA6C8F-8A9E-B580-F512-EE50E56F16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0781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1290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034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842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6C9146CD-F098-D9E2-299E-B0739D1B4ED5}"/>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590B509B-819C-8F1B-D2EA-B5E99EC5C4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ACEC842D-EC4E-769C-8F54-2D77D55780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1271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6874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9280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E785C790-029C-3EF7-2ACF-19BD60750C4F}"/>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B2DAEAD9-9D82-F160-4228-6CFB4CD707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C343A585-5A9A-EB92-BEF9-6102ED2210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4801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a:extLst>
            <a:ext uri="{FF2B5EF4-FFF2-40B4-BE49-F238E27FC236}">
              <a16:creationId xmlns:a16="http://schemas.microsoft.com/office/drawing/2014/main" id="{928A6578-22C3-38A2-937A-D55AF159F9C5}"/>
            </a:ext>
          </a:extLst>
        </p:cNvPr>
        <p:cNvGrpSpPr/>
        <p:nvPr/>
      </p:nvGrpSpPr>
      <p:grpSpPr>
        <a:xfrm>
          <a:off x="0" y="0"/>
          <a:ext cx="0" cy="0"/>
          <a:chOff x="0" y="0"/>
          <a:chExt cx="0" cy="0"/>
        </a:xfrm>
      </p:grpSpPr>
      <p:sp>
        <p:nvSpPr>
          <p:cNvPr id="1337" name="Google Shape;1337;g54dda1946d_6_344:notes">
            <a:extLst>
              <a:ext uri="{FF2B5EF4-FFF2-40B4-BE49-F238E27FC236}">
                <a16:creationId xmlns:a16="http://schemas.microsoft.com/office/drawing/2014/main" id="{6713A116-CF23-4DAA-F7F3-4FEE7CDBF9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 name="Google Shape;1338;g54dda1946d_6_344:notes">
            <a:extLst>
              <a:ext uri="{FF2B5EF4-FFF2-40B4-BE49-F238E27FC236}">
                <a16:creationId xmlns:a16="http://schemas.microsoft.com/office/drawing/2014/main" id="{4EDF4958-5FD9-2FDB-B979-493B0BA712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8387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5088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5233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949186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9061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32856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1413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2979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38954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kern="1200" dirty="0">
                <a:solidFill>
                  <a:schemeClr val="tx1"/>
                </a:solidFill>
                <a:latin typeface="+mn-lt"/>
                <a:ea typeface="+mn-ea"/>
                <a:cs typeface="+mn-cs"/>
              </a:rPr>
              <a:t>The key difference between Structured Programming and OOP is that the focus of Structured Programming is to structure the program in to a hierarchy of subprograms while, the focus of OOP is to break down the programming task in to objects, which encapsulate data and methods. OOP is considered more flexible than structured programming, because OOP separates a program in to a network of subsystems rather than structuring the program in to a hierarchy. Even though structuring provides certain clarity, a small change to a very large structured program may cause a ripple effect of having to change multiple subprograms.</a:t>
            </a:r>
            <a:endParaRPr lang="en-US" sz="1050"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1107473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0179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90954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2753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67816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3388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38728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19648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F8422B6F-0825-21E1-7A4A-6D713B35E66C}"/>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AA6C6340-46E8-4DB0-CA15-3197788467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C9F24011-A078-AB76-645C-C62556DC0A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16601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8E50D5E3-687F-34CF-979B-A3890BB5081F}"/>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54414F5C-EA93-AD9C-9901-56ACFC9D3C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CA61241C-4EFA-5400-33A7-47822DC252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81330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17ECDE03-EB70-1A2A-42B9-115FD106EF34}"/>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DCE04921-4243-CF8F-9922-D6DCC7E480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1BAA2FF7-F841-6686-BA04-9043443CA6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13712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8784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3483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39078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F5FA9836-B4B6-535A-34BE-3BDAA816E3CF}"/>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3E7508B8-CDFE-80D3-28C4-B36C8B0C2D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72EF1D02-F323-D661-B5C0-3B4D43D319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15495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89633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46162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08923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35019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06391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67292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43529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a:extLst>
            <a:ext uri="{FF2B5EF4-FFF2-40B4-BE49-F238E27FC236}">
              <a16:creationId xmlns:a16="http://schemas.microsoft.com/office/drawing/2014/main" id="{A4AEE357-FB05-54FB-29B2-E63A609D71C1}"/>
            </a:ext>
          </a:extLst>
        </p:cNvPr>
        <p:cNvGrpSpPr/>
        <p:nvPr/>
      </p:nvGrpSpPr>
      <p:grpSpPr>
        <a:xfrm>
          <a:off x="0" y="0"/>
          <a:ext cx="0" cy="0"/>
          <a:chOff x="0" y="0"/>
          <a:chExt cx="0" cy="0"/>
        </a:xfrm>
      </p:grpSpPr>
      <p:sp>
        <p:nvSpPr>
          <p:cNvPr id="906" name="Google Shape;906;g54dda1946d_6_308:notes">
            <a:extLst>
              <a:ext uri="{FF2B5EF4-FFF2-40B4-BE49-F238E27FC236}">
                <a16:creationId xmlns:a16="http://schemas.microsoft.com/office/drawing/2014/main" id="{D0B50D21-1032-A2AF-C628-91B3AC8EB8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7" name="Google Shape;907;g54dda1946d_6_308:notes">
            <a:extLst>
              <a:ext uri="{FF2B5EF4-FFF2-40B4-BE49-F238E27FC236}">
                <a16:creationId xmlns:a16="http://schemas.microsoft.com/office/drawing/2014/main" id="{0FBFCC33-5799-186D-7EF3-A93F5AF1D5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09335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A1EC2823-7C6F-265E-58D8-A4108BA36C6D}"/>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14032D4D-0B6F-FC1D-C09E-E2E537FD75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05EB940C-647F-2372-8C81-73E4B0AB04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68538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964BFD8E-7345-3C48-9848-4BCBCBF789B7}"/>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8001A2A3-554A-8802-3F31-D5DCD0EC50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B8DB0572-6333-BBAC-CDED-3A941DF202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78956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8AA0CE51-330F-90FE-0294-AF017ABCBB5B}"/>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BC849D01-4B00-7668-8378-05F9B4E653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AF1AAF9C-03A8-A622-BE91-1182DE639F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24481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a:extLst>
            <a:ext uri="{FF2B5EF4-FFF2-40B4-BE49-F238E27FC236}">
              <a16:creationId xmlns:a16="http://schemas.microsoft.com/office/drawing/2014/main" id="{F46A12BA-D667-17AF-4540-A0FB518A80D8}"/>
            </a:ext>
          </a:extLst>
        </p:cNvPr>
        <p:cNvGrpSpPr/>
        <p:nvPr/>
      </p:nvGrpSpPr>
      <p:grpSpPr>
        <a:xfrm>
          <a:off x="0" y="0"/>
          <a:ext cx="0" cy="0"/>
          <a:chOff x="0" y="0"/>
          <a:chExt cx="0" cy="0"/>
        </a:xfrm>
      </p:grpSpPr>
      <p:sp>
        <p:nvSpPr>
          <p:cNvPr id="659" name="Google Shape;659;gd431007ba2_0_208:notes">
            <a:extLst>
              <a:ext uri="{FF2B5EF4-FFF2-40B4-BE49-F238E27FC236}">
                <a16:creationId xmlns:a16="http://schemas.microsoft.com/office/drawing/2014/main" id="{DE016E58-4D25-731E-F3C9-C6C27D1A4A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d431007ba2_0_208:notes">
            <a:extLst>
              <a:ext uri="{FF2B5EF4-FFF2-40B4-BE49-F238E27FC236}">
                <a16:creationId xmlns:a16="http://schemas.microsoft.com/office/drawing/2014/main" id="{576DF6FD-E278-1AED-CC5B-8C9BA32238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20464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5"/>
        <p:cNvGrpSpPr/>
        <p:nvPr/>
      </p:nvGrpSpPr>
      <p:grpSpPr>
        <a:xfrm>
          <a:off x="0" y="0"/>
          <a:ext cx="0" cy="0"/>
          <a:chOff x="0" y="0"/>
          <a:chExt cx="0" cy="0"/>
        </a:xfrm>
      </p:grpSpPr>
      <p:sp>
        <p:nvSpPr>
          <p:cNvPr id="2606" name="Google Shape;260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7" name="Google Shape;260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25" y="1122674"/>
            <a:ext cx="4100400" cy="2187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424696"/>
            <a:ext cx="4100400" cy="3792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13225" y="2254513"/>
            <a:ext cx="4444500" cy="9159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3225" y="1322859"/>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 name="Google Shape;16;p3"/>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3"/>
          <p:cNvGrpSpPr/>
          <p:nvPr/>
        </p:nvGrpSpPr>
        <p:grpSpPr>
          <a:xfrm>
            <a:off x="4923497" y="281246"/>
            <a:ext cx="234196" cy="188409"/>
            <a:chOff x="3889166" y="1636096"/>
            <a:chExt cx="98179" cy="78984"/>
          </a:xfrm>
        </p:grpSpPr>
        <p:sp>
          <p:nvSpPr>
            <p:cNvPr id="18" name="Google Shape;18;p3"/>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3"/>
          <p:cNvGrpSpPr/>
          <p:nvPr/>
        </p:nvGrpSpPr>
        <p:grpSpPr>
          <a:xfrm>
            <a:off x="8670104" y="3863122"/>
            <a:ext cx="234788" cy="188409"/>
            <a:chOff x="4424582" y="1819850"/>
            <a:chExt cx="98427" cy="78984"/>
          </a:xfrm>
        </p:grpSpPr>
        <p:sp>
          <p:nvSpPr>
            <p:cNvPr id="21" name="Google Shape;21;p3"/>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6"/>
          <p:cNvSpPr/>
          <p:nvPr/>
        </p:nvSpPr>
        <p:spPr>
          <a:xfrm>
            <a:off x="-2362825" y="3936750"/>
            <a:ext cx="3228251" cy="2660759"/>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6"/>
          <p:cNvGrpSpPr/>
          <p:nvPr/>
        </p:nvGrpSpPr>
        <p:grpSpPr>
          <a:xfrm>
            <a:off x="196040" y="4345703"/>
            <a:ext cx="360758" cy="258297"/>
            <a:chOff x="4992850" y="4345375"/>
            <a:chExt cx="607336" cy="638400"/>
          </a:xfrm>
        </p:grpSpPr>
        <p:sp>
          <p:nvSpPr>
            <p:cNvPr id="62" name="Google Shape;62;p6"/>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Google Shape;64;p6"/>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a:off x="8488179" y="523494"/>
            <a:ext cx="1017284" cy="955173"/>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8687425" y="8348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196050" y="2503050"/>
            <a:ext cx="215100" cy="258300"/>
          </a:xfrm>
          <a:prstGeom prst="bracket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68"/>
        <p:cNvGrpSpPr/>
        <p:nvPr/>
      </p:nvGrpSpPr>
      <p:grpSpPr>
        <a:xfrm>
          <a:off x="0" y="0"/>
          <a:ext cx="0" cy="0"/>
          <a:chOff x="0" y="0"/>
          <a:chExt cx="0" cy="0"/>
        </a:xfrm>
      </p:grpSpPr>
      <p:sp>
        <p:nvSpPr>
          <p:cNvPr id="269" name="Google Shape;269;p25"/>
          <p:cNvSpPr/>
          <p:nvPr/>
        </p:nvSpPr>
        <p:spPr>
          <a:xfrm rot="5655372">
            <a:off x="-2129157" y="3022453"/>
            <a:ext cx="3864815" cy="3745843"/>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5"/>
          <p:cNvSpPr/>
          <p:nvPr/>
        </p:nvSpPr>
        <p:spPr>
          <a:xfrm rot="-3917262">
            <a:off x="7631540" y="-1432759"/>
            <a:ext cx="3352710" cy="2977303"/>
          </a:xfrm>
          <a:custGeom>
            <a:avLst/>
            <a:gdLst/>
            <a:ahLst/>
            <a:cxnLst/>
            <a:rect l="l" t="t" r="r" b="b"/>
            <a:pathLst>
              <a:path w="34750" h="30859" extrusionOk="0">
                <a:moveTo>
                  <a:pt x="19927" y="1"/>
                </a:moveTo>
                <a:cubicBezTo>
                  <a:pt x="17317" y="1"/>
                  <a:pt x="14720" y="895"/>
                  <a:pt x="13116" y="2899"/>
                </a:cubicBezTo>
                <a:cubicBezTo>
                  <a:pt x="11970" y="4342"/>
                  <a:pt x="11440" y="6203"/>
                  <a:pt x="10492" y="7795"/>
                </a:cubicBezTo>
                <a:cubicBezTo>
                  <a:pt x="9346" y="9768"/>
                  <a:pt x="7606" y="11332"/>
                  <a:pt x="5837" y="12832"/>
                </a:cubicBezTo>
                <a:cubicBezTo>
                  <a:pt x="4542" y="13949"/>
                  <a:pt x="3184" y="15074"/>
                  <a:pt x="2208" y="16517"/>
                </a:cubicBezTo>
                <a:cubicBezTo>
                  <a:pt x="262" y="19290"/>
                  <a:pt x="1" y="23118"/>
                  <a:pt x="1472" y="26153"/>
                </a:cubicBezTo>
                <a:cubicBezTo>
                  <a:pt x="2859" y="28926"/>
                  <a:pt x="5250" y="30135"/>
                  <a:pt x="8221" y="30312"/>
                </a:cubicBezTo>
                <a:cubicBezTo>
                  <a:pt x="12027" y="30574"/>
                  <a:pt x="15826" y="30786"/>
                  <a:pt x="19632" y="30843"/>
                </a:cubicBezTo>
                <a:cubicBezTo>
                  <a:pt x="20489" y="30852"/>
                  <a:pt x="21343" y="30858"/>
                  <a:pt x="22195" y="30858"/>
                </a:cubicBezTo>
                <a:cubicBezTo>
                  <a:pt x="23952" y="30858"/>
                  <a:pt x="25703" y="30832"/>
                  <a:pt x="27470" y="30751"/>
                </a:cubicBezTo>
                <a:cubicBezTo>
                  <a:pt x="29126" y="30666"/>
                  <a:pt x="30894" y="30517"/>
                  <a:pt x="32246" y="29577"/>
                </a:cubicBezTo>
                <a:cubicBezTo>
                  <a:pt x="34042" y="28339"/>
                  <a:pt x="34750" y="25976"/>
                  <a:pt x="34488" y="23825"/>
                </a:cubicBezTo>
                <a:cubicBezTo>
                  <a:pt x="34219" y="21703"/>
                  <a:pt x="33102" y="19757"/>
                  <a:pt x="31863" y="17989"/>
                </a:cubicBezTo>
                <a:cubicBezTo>
                  <a:pt x="31099" y="16899"/>
                  <a:pt x="30243" y="15866"/>
                  <a:pt x="29656" y="14657"/>
                </a:cubicBezTo>
                <a:cubicBezTo>
                  <a:pt x="28680" y="12683"/>
                  <a:pt x="28447" y="10476"/>
                  <a:pt x="28029" y="8325"/>
                </a:cubicBezTo>
                <a:cubicBezTo>
                  <a:pt x="27591" y="6111"/>
                  <a:pt x="27675" y="3727"/>
                  <a:pt x="25971" y="1986"/>
                </a:cubicBezTo>
                <a:cubicBezTo>
                  <a:pt x="25058" y="1039"/>
                  <a:pt x="23728" y="543"/>
                  <a:pt x="22433" y="274"/>
                </a:cubicBezTo>
                <a:cubicBezTo>
                  <a:pt x="21619" y="95"/>
                  <a:pt x="20772" y="1"/>
                  <a:pt x="19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5"/>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 name="Google Shape;272;p25"/>
          <p:cNvGrpSpPr/>
          <p:nvPr/>
        </p:nvGrpSpPr>
        <p:grpSpPr>
          <a:xfrm>
            <a:off x="124215" y="3908450"/>
            <a:ext cx="360758" cy="258297"/>
            <a:chOff x="4992850" y="4345375"/>
            <a:chExt cx="607336" cy="638400"/>
          </a:xfrm>
        </p:grpSpPr>
        <p:sp>
          <p:nvSpPr>
            <p:cNvPr id="273" name="Google Shape;273;p25"/>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5"/>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5" name="Google Shape;275;p25"/>
          <p:cNvSpPr/>
          <p:nvPr/>
        </p:nvSpPr>
        <p:spPr>
          <a:xfrm>
            <a:off x="424525" y="2971075"/>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6" name="Google Shape;276;p25"/>
          <p:cNvGrpSpPr/>
          <p:nvPr/>
        </p:nvGrpSpPr>
        <p:grpSpPr>
          <a:xfrm>
            <a:off x="8546697" y="4473421"/>
            <a:ext cx="234196" cy="188409"/>
            <a:chOff x="5151797" y="479071"/>
            <a:chExt cx="234196" cy="188409"/>
          </a:xfrm>
        </p:grpSpPr>
        <p:sp>
          <p:nvSpPr>
            <p:cNvPr id="277" name="Google Shape;277;p25"/>
            <p:cNvSpPr/>
            <p:nvPr/>
          </p:nvSpPr>
          <p:spPr>
            <a:xfrm>
              <a:off x="5151797" y="479071"/>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5"/>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 name="Google Shape;279;p25"/>
          <p:cNvGrpSpPr/>
          <p:nvPr/>
        </p:nvGrpSpPr>
        <p:grpSpPr>
          <a:xfrm>
            <a:off x="8573904" y="256622"/>
            <a:ext cx="234788" cy="188409"/>
            <a:chOff x="6428979" y="917397"/>
            <a:chExt cx="234788" cy="188409"/>
          </a:xfrm>
        </p:grpSpPr>
        <p:sp>
          <p:nvSpPr>
            <p:cNvPr id="280" name="Google Shape;280;p25"/>
            <p:cNvSpPr/>
            <p:nvPr/>
          </p:nvSpPr>
          <p:spPr>
            <a:xfrm>
              <a:off x="6538500" y="9173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5"/>
            <p:cNvSpPr/>
            <p:nvPr/>
          </p:nvSpPr>
          <p:spPr>
            <a:xfrm>
              <a:off x="6428979" y="9173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2" name="Google Shape;282;p25"/>
          <p:cNvSpPr/>
          <p:nvPr/>
        </p:nvSpPr>
        <p:spPr>
          <a:xfrm>
            <a:off x="8546700" y="17894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4" name="Google Shape;284;p25"/>
          <p:cNvSpPr txBox="1">
            <a:spLocks noGrp="1"/>
          </p:cNvSpPr>
          <p:nvPr>
            <p:ph type="subTitle" idx="1"/>
          </p:nvPr>
        </p:nvSpPr>
        <p:spPr>
          <a:xfrm>
            <a:off x="937625" y="2511574"/>
            <a:ext cx="2175300" cy="85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5" name="Google Shape;285;p25"/>
          <p:cNvSpPr txBox="1">
            <a:spLocks noGrp="1"/>
          </p:cNvSpPr>
          <p:nvPr>
            <p:ph type="subTitle" idx="2"/>
          </p:nvPr>
        </p:nvSpPr>
        <p:spPr>
          <a:xfrm>
            <a:off x="3484347" y="2511574"/>
            <a:ext cx="2175300" cy="85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6" name="Google Shape;286;p25"/>
          <p:cNvSpPr txBox="1">
            <a:spLocks noGrp="1"/>
          </p:cNvSpPr>
          <p:nvPr>
            <p:ph type="subTitle" idx="3"/>
          </p:nvPr>
        </p:nvSpPr>
        <p:spPr>
          <a:xfrm>
            <a:off x="6031075" y="2511574"/>
            <a:ext cx="2175300" cy="85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7" name="Google Shape;287;p25"/>
          <p:cNvSpPr txBox="1">
            <a:spLocks noGrp="1"/>
          </p:cNvSpPr>
          <p:nvPr>
            <p:ph type="subTitle" idx="4"/>
          </p:nvPr>
        </p:nvSpPr>
        <p:spPr>
          <a:xfrm>
            <a:off x="937625" y="2037322"/>
            <a:ext cx="2175300" cy="498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8" name="Google Shape;288;p25"/>
          <p:cNvSpPr txBox="1">
            <a:spLocks noGrp="1"/>
          </p:cNvSpPr>
          <p:nvPr>
            <p:ph type="subTitle" idx="5"/>
          </p:nvPr>
        </p:nvSpPr>
        <p:spPr>
          <a:xfrm>
            <a:off x="3484350" y="2037322"/>
            <a:ext cx="2175300" cy="498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89" name="Google Shape;289;p25"/>
          <p:cNvSpPr txBox="1">
            <a:spLocks noGrp="1"/>
          </p:cNvSpPr>
          <p:nvPr>
            <p:ph type="subTitle" idx="6"/>
          </p:nvPr>
        </p:nvSpPr>
        <p:spPr>
          <a:xfrm>
            <a:off x="6031075" y="2037322"/>
            <a:ext cx="2175300" cy="498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400" b="1">
                <a:solidFill>
                  <a:schemeClr val="dk1"/>
                </a:solidFill>
                <a:latin typeface="Poppins"/>
                <a:ea typeface="Poppins"/>
                <a:cs typeface="Poppins"/>
                <a:sym typeface="Poppins"/>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01"/>
        <p:cNvGrpSpPr/>
        <p:nvPr/>
      </p:nvGrpSpPr>
      <p:grpSpPr>
        <a:xfrm>
          <a:off x="0" y="0"/>
          <a:ext cx="0" cy="0"/>
          <a:chOff x="0" y="0"/>
          <a:chExt cx="0" cy="0"/>
        </a:xfrm>
      </p:grpSpPr>
      <p:sp>
        <p:nvSpPr>
          <p:cNvPr id="402" name="Google Shape;402;p31"/>
          <p:cNvSpPr txBox="1">
            <a:spLocks noGrp="1"/>
          </p:cNvSpPr>
          <p:nvPr>
            <p:ph type="title"/>
          </p:nvPr>
        </p:nvSpPr>
        <p:spPr>
          <a:xfrm>
            <a:off x="713258" y="736593"/>
            <a:ext cx="38586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03" name="Google Shape;403;p31"/>
          <p:cNvSpPr txBox="1">
            <a:spLocks noGrp="1"/>
          </p:cNvSpPr>
          <p:nvPr>
            <p:ph type="subTitle" idx="1"/>
          </p:nvPr>
        </p:nvSpPr>
        <p:spPr>
          <a:xfrm>
            <a:off x="713225" y="1775309"/>
            <a:ext cx="3858600" cy="1058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4" name="Google Shape;404;p31"/>
          <p:cNvSpPr txBox="1"/>
          <p:nvPr/>
        </p:nvSpPr>
        <p:spPr>
          <a:xfrm>
            <a:off x="713225" y="3521150"/>
            <a:ext cx="3858600" cy="7419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Lato"/>
                <a:ea typeface="Lato"/>
                <a:cs typeface="Lato"/>
                <a:sym typeface="Lato"/>
              </a:rPr>
              <a:t>CREDITS:</a:t>
            </a:r>
            <a:r>
              <a:rPr lang="en" sz="1200">
                <a:solidFill>
                  <a:schemeClr val="dk1"/>
                </a:solidFill>
                <a:latin typeface="Lato"/>
                <a:ea typeface="Lato"/>
                <a:cs typeface="Lato"/>
                <a:sym typeface="Lato"/>
              </a:rPr>
              <a:t> This presentation template was created by </a:t>
            </a:r>
            <a:r>
              <a:rPr lang="en" sz="1200" b="1" u="sng">
                <a:solidFill>
                  <a:schemeClr val="hlink"/>
                </a:solidFill>
                <a:latin typeface="Lato"/>
                <a:ea typeface="Lato"/>
                <a:cs typeface="Lato"/>
                <a:sym typeface="Lato"/>
                <a:hlinkClick r:id="rId2"/>
              </a:rPr>
              <a:t>Slidesgo</a:t>
            </a:r>
            <a:r>
              <a:rPr lang="en" sz="1200">
                <a:solidFill>
                  <a:schemeClr val="dk1"/>
                </a:solidFill>
                <a:latin typeface="Lato"/>
                <a:ea typeface="Lato"/>
                <a:cs typeface="Lato"/>
                <a:sym typeface="Lato"/>
              </a:rPr>
              <a:t>, and includes icons by </a:t>
            </a:r>
            <a:r>
              <a:rPr lang="en" sz="1200" b="1" u="sng">
                <a:solidFill>
                  <a:schemeClr val="dk1"/>
                </a:solidFill>
                <a:latin typeface="Lato"/>
                <a:ea typeface="Lato"/>
                <a:cs typeface="Lato"/>
                <a:sym typeface="Lato"/>
                <a:hlinkClick r:id="rId3">
                  <a:extLst>
                    <a:ext uri="{A12FA001-AC4F-418D-AE19-62706E023703}">
                      <ahyp:hlinkClr xmlns:ahyp="http://schemas.microsoft.com/office/drawing/2018/hyperlinkcolor" val="tx"/>
                    </a:ext>
                  </a:extLst>
                </a:hlinkClick>
              </a:rPr>
              <a:t>Flaticon</a:t>
            </a:r>
            <a:r>
              <a:rPr lang="en" sz="1200">
                <a:solidFill>
                  <a:schemeClr val="dk1"/>
                </a:solidFill>
                <a:latin typeface="Lato"/>
                <a:ea typeface="Lato"/>
                <a:cs typeface="Lato"/>
                <a:sym typeface="Lato"/>
              </a:rPr>
              <a:t>, and infographics &amp; images by </a:t>
            </a:r>
            <a:r>
              <a:rPr lang="en" sz="1200" b="1" u="sng">
                <a:solidFill>
                  <a:schemeClr val="dk1"/>
                </a:solidFill>
                <a:latin typeface="Lato"/>
                <a:ea typeface="Lato"/>
                <a:cs typeface="Lato"/>
                <a:sym typeface="Lato"/>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Lato"/>
                <a:ea typeface="Lato"/>
                <a:cs typeface="Lato"/>
                <a:sym typeface="Lato"/>
              </a:rPr>
              <a:t> </a:t>
            </a:r>
            <a:endParaRPr sz="1200" b="1" u="sng">
              <a:solidFill>
                <a:schemeClr val="dk1"/>
              </a:solidFill>
              <a:latin typeface="Lato"/>
              <a:ea typeface="Lato"/>
              <a:cs typeface="Lato"/>
              <a:sym typeface="Lato"/>
            </a:endParaRPr>
          </a:p>
        </p:txBody>
      </p:sp>
      <p:sp>
        <p:nvSpPr>
          <p:cNvPr id="405" name="Google Shape;405;p31"/>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06"/>
        <p:cNvGrpSpPr/>
        <p:nvPr/>
      </p:nvGrpSpPr>
      <p:grpSpPr>
        <a:xfrm>
          <a:off x="0" y="0"/>
          <a:ext cx="0" cy="0"/>
          <a:chOff x="0" y="0"/>
          <a:chExt cx="0" cy="0"/>
        </a:xfrm>
      </p:grpSpPr>
      <p:sp>
        <p:nvSpPr>
          <p:cNvPr id="407" name="Google Shape;407;p32"/>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08"/>
        <p:cNvGrpSpPr/>
        <p:nvPr/>
      </p:nvGrpSpPr>
      <p:grpSpPr>
        <a:xfrm>
          <a:off x="0" y="0"/>
          <a:ext cx="0" cy="0"/>
          <a:chOff x="0" y="0"/>
          <a:chExt cx="0" cy="0"/>
        </a:xfrm>
      </p:grpSpPr>
      <p:sp>
        <p:nvSpPr>
          <p:cNvPr id="409" name="Google Shape;409;p33"/>
          <p:cNvSpPr/>
          <p:nvPr/>
        </p:nvSpPr>
        <p:spPr>
          <a:xfrm rot="5400000">
            <a:off x="2150850" y="-1761150"/>
            <a:ext cx="4842300" cy="8665800"/>
          </a:xfrm>
          <a:prstGeom prst="bracketPair">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rot="3555162" flipH="1">
            <a:off x="-993615" y="620242"/>
            <a:ext cx="1625808" cy="1526544"/>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flipH="1">
            <a:off x="8511080" y="2803089"/>
            <a:ext cx="2259360" cy="2189809"/>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flipH="1">
            <a:off x="325220" y="2624500"/>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3" name="Google Shape;413;p33"/>
          <p:cNvGrpSpPr/>
          <p:nvPr/>
        </p:nvGrpSpPr>
        <p:grpSpPr>
          <a:xfrm>
            <a:off x="8511086" y="618472"/>
            <a:ext cx="367931" cy="258303"/>
            <a:chOff x="4935811" y="4414372"/>
            <a:chExt cx="367931" cy="258303"/>
          </a:xfrm>
        </p:grpSpPr>
        <p:sp>
          <p:nvSpPr>
            <p:cNvPr id="414" name="Google Shape;414;p33"/>
            <p:cNvSpPr/>
            <p:nvPr/>
          </p:nvSpPr>
          <p:spPr>
            <a:xfrm flipH="1">
              <a:off x="5169642" y="4414375"/>
              <a:ext cx="134100" cy="2583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rot="10800000" flipH="1">
              <a:off x="4935811" y="4414372"/>
              <a:ext cx="134100" cy="2583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6" name="Google Shape;416;p33"/>
          <p:cNvSpPr/>
          <p:nvPr/>
        </p:nvSpPr>
        <p:spPr>
          <a:xfrm flipH="1">
            <a:off x="239095" y="38109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33"/>
          <p:cNvGrpSpPr/>
          <p:nvPr/>
        </p:nvGrpSpPr>
        <p:grpSpPr>
          <a:xfrm>
            <a:off x="184447" y="1289308"/>
            <a:ext cx="234196" cy="188409"/>
            <a:chOff x="368022" y="616196"/>
            <a:chExt cx="234196" cy="188409"/>
          </a:xfrm>
        </p:grpSpPr>
        <p:sp>
          <p:nvSpPr>
            <p:cNvPr id="418" name="Google Shape;418;p33"/>
            <p:cNvSpPr/>
            <p:nvPr/>
          </p:nvSpPr>
          <p:spPr>
            <a:xfrm>
              <a:off x="368022" y="616196"/>
              <a:ext cx="122220" cy="188409"/>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477627" y="616196"/>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33"/>
          <p:cNvGrpSpPr/>
          <p:nvPr/>
        </p:nvGrpSpPr>
        <p:grpSpPr>
          <a:xfrm>
            <a:off x="8763527" y="3267172"/>
            <a:ext cx="234788" cy="188409"/>
            <a:chOff x="8551627" y="4274197"/>
            <a:chExt cx="234788" cy="188409"/>
          </a:xfrm>
        </p:grpSpPr>
        <p:sp>
          <p:nvSpPr>
            <p:cNvPr id="421" name="Google Shape;421;p33"/>
            <p:cNvSpPr/>
            <p:nvPr/>
          </p:nvSpPr>
          <p:spPr>
            <a:xfrm>
              <a:off x="8661148" y="4274197"/>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8551627" y="4274197"/>
              <a:ext cx="122220" cy="188409"/>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8" r:id="rId4"/>
    <p:sldLayoutId id="2147483671" r:id="rId5"/>
    <p:sldLayoutId id="2147483677" r:id="rId6"/>
    <p:sldLayoutId id="2147483678" r:id="rId7"/>
    <p:sldLayoutId id="2147483679"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713225" y="1122674"/>
            <a:ext cx="4100400" cy="218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Pemrograman Berorientasi Objek</a:t>
            </a:r>
            <a:endParaRPr sz="2300" b="0" dirty="0"/>
          </a:p>
        </p:txBody>
      </p:sp>
      <p:sp>
        <p:nvSpPr>
          <p:cNvPr id="434" name="Google Shape;434;p37"/>
          <p:cNvSpPr txBox="1">
            <a:spLocks noGrp="1"/>
          </p:cNvSpPr>
          <p:nvPr>
            <p:ph type="subTitle" idx="1"/>
          </p:nvPr>
        </p:nvSpPr>
        <p:spPr>
          <a:xfrm>
            <a:off x="713225" y="3424696"/>
            <a:ext cx="4100400" cy="37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Tim Pengampu Pemrograman Berorientasi Objek</a:t>
            </a:r>
          </a:p>
          <a:p>
            <a:pPr marL="0" lvl="0" indent="0" algn="l" rtl="0">
              <a:spcBef>
                <a:spcPts val="0"/>
              </a:spcBef>
              <a:spcAft>
                <a:spcPts val="0"/>
              </a:spcAft>
              <a:buNone/>
            </a:pPr>
            <a:r>
              <a:rPr lang="en" dirty="0"/>
              <a:t>Departemen Informatika</a:t>
            </a:r>
          </a:p>
          <a:p>
            <a:pPr marL="0" lvl="0" indent="0" algn="l" rtl="0">
              <a:spcBef>
                <a:spcPts val="0"/>
              </a:spcBef>
              <a:spcAft>
                <a:spcPts val="0"/>
              </a:spcAft>
              <a:buNone/>
            </a:pPr>
            <a:r>
              <a:rPr lang="en" dirty="0"/>
              <a:t>Universitas Diponegoro </a:t>
            </a:r>
            <a:endParaRPr dirty="0"/>
          </a:p>
        </p:txBody>
      </p:sp>
      <p:grpSp>
        <p:nvGrpSpPr>
          <p:cNvPr id="435" name="Google Shape;435;p37"/>
          <p:cNvGrpSpPr/>
          <p:nvPr/>
        </p:nvGrpSpPr>
        <p:grpSpPr>
          <a:xfrm>
            <a:off x="4868886" y="894971"/>
            <a:ext cx="3798092" cy="3419445"/>
            <a:chOff x="4899397" y="821996"/>
            <a:chExt cx="4028951" cy="3627289"/>
          </a:xfrm>
        </p:grpSpPr>
        <p:grpSp>
          <p:nvGrpSpPr>
            <p:cNvPr id="437" name="Google Shape;437;p37"/>
            <p:cNvGrpSpPr/>
            <p:nvPr/>
          </p:nvGrpSpPr>
          <p:grpSpPr>
            <a:xfrm>
              <a:off x="5432052" y="821996"/>
              <a:ext cx="335890" cy="188410"/>
              <a:chOff x="5261402" y="479071"/>
              <a:chExt cx="335890" cy="188410"/>
            </a:xfrm>
          </p:grpSpPr>
          <p:sp>
            <p:nvSpPr>
              <p:cNvPr id="438" name="Google Shape;438;p37"/>
              <p:cNvSpPr/>
              <p:nvPr/>
            </p:nvSpPr>
            <p:spPr>
              <a:xfrm>
                <a:off x="5261402" y="479071"/>
                <a:ext cx="124590" cy="188409"/>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5472025" y="479072"/>
                <a:ext cx="125267" cy="188409"/>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 name="Google Shape;440;p37"/>
            <p:cNvSpPr/>
            <p:nvPr/>
          </p:nvSpPr>
          <p:spPr>
            <a:xfrm>
              <a:off x="6611050" y="8895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 name="Google Shape;441;p37"/>
            <p:cNvGrpSpPr/>
            <p:nvPr/>
          </p:nvGrpSpPr>
          <p:grpSpPr>
            <a:xfrm>
              <a:off x="4899397" y="1263526"/>
              <a:ext cx="3843891" cy="3185759"/>
              <a:chOff x="5893995" y="1281808"/>
              <a:chExt cx="3843891" cy="3185759"/>
            </a:xfrm>
          </p:grpSpPr>
          <p:grpSp>
            <p:nvGrpSpPr>
              <p:cNvPr id="442" name="Google Shape;442;p37"/>
              <p:cNvGrpSpPr/>
              <p:nvPr/>
            </p:nvGrpSpPr>
            <p:grpSpPr>
              <a:xfrm>
                <a:off x="6033386" y="1281808"/>
                <a:ext cx="3704499" cy="3168582"/>
                <a:chOff x="2836393" y="291825"/>
                <a:chExt cx="1571968" cy="1344557"/>
              </a:xfrm>
            </p:grpSpPr>
            <p:sp>
              <p:nvSpPr>
                <p:cNvPr id="443" name="Google Shape;443;p37"/>
                <p:cNvSpPr/>
                <p:nvPr/>
              </p:nvSpPr>
              <p:spPr>
                <a:xfrm>
                  <a:off x="2836393" y="291825"/>
                  <a:ext cx="1440288" cy="1187101"/>
                </a:xfrm>
                <a:custGeom>
                  <a:avLst/>
                  <a:gdLst/>
                  <a:ahLst/>
                  <a:cxnLst/>
                  <a:rect l="l" t="t" r="r" b="b"/>
                  <a:pathLst>
                    <a:path w="42568" h="35085" extrusionOk="0">
                      <a:moveTo>
                        <a:pt x="28184" y="1"/>
                      </a:moveTo>
                      <a:cubicBezTo>
                        <a:pt x="27147" y="1"/>
                        <a:pt x="26108" y="74"/>
                        <a:pt x="25087" y="208"/>
                      </a:cubicBezTo>
                      <a:cubicBezTo>
                        <a:pt x="23049" y="477"/>
                        <a:pt x="21019" y="979"/>
                        <a:pt x="19130" y="1771"/>
                      </a:cubicBezTo>
                      <a:cubicBezTo>
                        <a:pt x="14857" y="3603"/>
                        <a:pt x="12530" y="8343"/>
                        <a:pt x="9049" y="11237"/>
                      </a:cubicBezTo>
                      <a:cubicBezTo>
                        <a:pt x="6750" y="13118"/>
                        <a:pt x="3920" y="13918"/>
                        <a:pt x="2357" y="16514"/>
                      </a:cubicBezTo>
                      <a:cubicBezTo>
                        <a:pt x="616" y="19344"/>
                        <a:pt x="1" y="22527"/>
                        <a:pt x="1182" y="25739"/>
                      </a:cubicBezTo>
                      <a:cubicBezTo>
                        <a:pt x="1239" y="25824"/>
                        <a:pt x="1267" y="25944"/>
                        <a:pt x="1296" y="26065"/>
                      </a:cubicBezTo>
                      <a:cubicBezTo>
                        <a:pt x="2654" y="29276"/>
                        <a:pt x="5484" y="31752"/>
                        <a:pt x="8695" y="33167"/>
                      </a:cubicBezTo>
                      <a:cubicBezTo>
                        <a:pt x="11999" y="34639"/>
                        <a:pt x="15685" y="35049"/>
                        <a:pt x="19279" y="35084"/>
                      </a:cubicBezTo>
                      <a:cubicBezTo>
                        <a:pt x="22519" y="35084"/>
                        <a:pt x="25822" y="34759"/>
                        <a:pt x="28624" y="33167"/>
                      </a:cubicBezTo>
                      <a:cubicBezTo>
                        <a:pt x="31807" y="31335"/>
                        <a:pt x="32097" y="28951"/>
                        <a:pt x="33307" y="25916"/>
                      </a:cubicBezTo>
                      <a:cubicBezTo>
                        <a:pt x="34340" y="23320"/>
                        <a:pt x="36936" y="21403"/>
                        <a:pt x="38641" y="19280"/>
                      </a:cubicBezTo>
                      <a:cubicBezTo>
                        <a:pt x="41032" y="16337"/>
                        <a:pt x="42567" y="12411"/>
                        <a:pt x="41683" y="8697"/>
                      </a:cubicBezTo>
                      <a:cubicBezTo>
                        <a:pt x="40884" y="5400"/>
                        <a:pt x="38231" y="2719"/>
                        <a:pt x="35104" y="1333"/>
                      </a:cubicBezTo>
                      <a:cubicBezTo>
                        <a:pt x="32933" y="387"/>
                        <a:pt x="30559" y="1"/>
                        <a:pt x="28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7"/>
                <p:cNvSpPr/>
                <p:nvPr/>
              </p:nvSpPr>
              <p:spPr>
                <a:xfrm>
                  <a:off x="3954498" y="1210230"/>
                  <a:ext cx="453863" cy="426152"/>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5" name="Google Shape;445;p37"/>
              <p:cNvGrpSpPr/>
              <p:nvPr/>
            </p:nvGrpSpPr>
            <p:grpSpPr>
              <a:xfrm>
                <a:off x="5893995" y="1464670"/>
                <a:ext cx="3643100" cy="2852211"/>
                <a:chOff x="2823538" y="2323833"/>
                <a:chExt cx="1545914" cy="1210307"/>
              </a:xfrm>
            </p:grpSpPr>
            <p:grpSp>
              <p:nvGrpSpPr>
                <p:cNvPr id="446" name="Google Shape;446;p37"/>
                <p:cNvGrpSpPr/>
                <p:nvPr/>
              </p:nvGrpSpPr>
              <p:grpSpPr>
                <a:xfrm>
                  <a:off x="3030874" y="3205941"/>
                  <a:ext cx="1190857" cy="328200"/>
                  <a:chOff x="2909174" y="3294041"/>
                  <a:chExt cx="1190857" cy="328200"/>
                </a:xfrm>
              </p:grpSpPr>
              <p:sp>
                <p:nvSpPr>
                  <p:cNvPr id="447" name="Google Shape;447;p37"/>
                  <p:cNvSpPr/>
                  <p:nvPr/>
                </p:nvSpPr>
                <p:spPr>
                  <a:xfrm>
                    <a:off x="2909174" y="3294041"/>
                    <a:ext cx="1190857" cy="29944"/>
                  </a:xfrm>
                  <a:custGeom>
                    <a:avLst/>
                    <a:gdLst/>
                    <a:ahLst/>
                    <a:cxnLst/>
                    <a:rect l="l" t="t" r="r" b="b"/>
                    <a:pathLst>
                      <a:path w="35196" h="885" extrusionOk="0">
                        <a:moveTo>
                          <a:pt x="1" y="0"/>
                        </a:moveTo>
                        <a:lnTo>
                          <a:pt x="1" y="885"/>
                        </a:lnTo>
                        <a:lnTo>
                          <a:pt x="35195" y="885"/>
                        </a:lnTo>
                        <a:lnTo>
                          <a:pt x="35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p:cNvSpPr/>
                  <p:nvPr/>
                </p:nvSpPr>
                <p:spPr>
                  <a:xfrm>
                    <a:off x="2909174" y="3379747"/>
                    <a:ext cx="1190857" cy="29944"/>
                  </a:xfrm>
                  <a:custGeom>
                    <a:avLst/>
                    <a:gdLst/>
                    <a:ahLst/>
                    <a:cxnLst/>
                    <a:rect l="l" t="t" r="r" b="b"/>
                    <a:pathLst>
                      <a:path w="35196" h="885" extrusionOk="0">
                        <a:moveTo>
                          <a:pt x="1" y="0"/>
                        </a:moveTo>
                        <a:lnTo>
                          <a:pt x="1" y="884"/>
                        </a:lnTo>
                        <a:lnTo>
                          <a:pt x="35195" y="884"/>
                        </a:lnTo>
                        <a:lnTo>
                          <a:pt x="351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p:cNvSpPr/>
                  <p:nvPr/>
                </p:nvSpPr>
                <p:spPr>
                  <a:xfrm>
                    <a:off x="2976913" y="3304090"/>
                    <a:ext cx="18000" cy="318151"/>
                  </a:xfrm>
                  <a:custGeom>
                    <a:avLst/>
                    <a:gdLst/>
                    <a:ahLst/>
                    <a:cxnLst/>
                    <a:rect l="l" t="t" r="r" b="b"/>
                    <a:pathLst>
                      <a:path w="532" h="9403" extrusionOk="0">
                        <a:moveTo>
                          <a:pt x="1" y="1"/>
                        </a:moveTo>
                        <a:lnTo>
                          <a:pt x="1" y="9402"/>
                        </a:lnTo>
                        <a:lnTo>
                          <a:pt x="531" y="9402"/>
                        </a:lnTo>
                        <a:lnTo>
                          <a:pt x="53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p:cNvSpPr/>
                  <p:nvPr/>
                </p:nvSpPr>
                <p:spPr>
                  <a:xfrm>
                    <a:off x="4013372" y="3304090"/>
                    <a:ext cx="16782" cy="318151"/>
                  </a:xfrm>
                  <a:custGeom>
                    <a:avLst/>
                    <a:gdLst/>
                    <a:ahLst/>
                    <a:cxnLst/>
                    <a:rect l="l" t="t" r="r" b="b"/>
                    <a:pathLst>
                      <a:path w="496" h="9403" extrusionOk="0">
                        <a:moveTo>
                          <a:pt x="1" y="1"/>
                        </a:moveTo>
                        <a:lnTo>
                          <a:pt x="1" y="9402"/>
                        </a:lnTo>
                        <a:lnTo>
                          <a:pt x="496" y="9402"/>
                        </a:lnTo>
                        <a:lnTo>
                          <a:pt x="4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37"/>
                <p:cNvGrpSpPr/>
                <p:nvPr/>
              </p:nvGrpSpPr>
              <p:grpSpPr>
                <a:xfrm>
                  <a:off x="2823538" y="2688399"/>
                  <a:ext cx="399059" cy="92676"/>
                  <a:chOff x="2532175" y="2448349"/>
                  <a:chExt cx="399059" cy="92676"/>
                </a:xfrm>
              </p:grpSpPr>
              <p:sp>
                <p:nvSpPr>
                  <p:cNvPr id="452" name="Google Shape;452;p37"/>
                  <p:cNvSpPr/>
                  <p:nvPr/>
                </p:nvSpPr>
                <p:spPr>
                  <a:xfrm>
                    <a:off x="2532175" y="2454338"/>
                    <a:ext cx="25884" cy="71832"/>
                  </a:xfrm>
                  <a:custGeom>
                    <a:avLst/>
                    <a:gdLst/>
                    <a:ahLst/>
                    <a:cxnLst/>
                    <a:rect l="l" t="t" r="r" b="b"/>
                    <a:pathLst>
                      <a:path w="765" h="2123" extrusionOk="0">
                        <a:moveTo>
                          <a:pt x="680" y="0"/>
                        </a:moveTo>
                        <a:cubicBezTo>
                          <a:pt x="446" y="0"/>
                          <a:pt x="234" y="206"/>
                          <a:pt x="234" y="439"/>
                        </a:cubicBezTo>
                        <a:lnTo>
                          <a:pt x="234" y="708"/>
                        </a:lnTo>
                        <a:cubicBezTo>
                          <a:pt x="234" y="793"/>
                          <a:pt x="206" y="885"/>
                          <a:pt x="149" y="941"/>
                        </a:cubicBezTo>
                        <a:lnTo>
                          <a:pt x="29" y="1062"/>
                        </a:lnTo>
                        <a:cubicBezTo>
                          <a:pt x="0" y="1062"/>
                          <a:pt x="0" y="1118"/>
                          <a:pt x="29" y="1118"/>
                        </a:cubicBezTo>
                        <a:lnTo>
                          <a:pt x="92" y="1203"/>
                        </a:lnTo>
                        <a:cubicBezTo>
                          <a:pt x="177" y="1267"/>
                          <a:pt x="206" y="1352"/>
                          <a:pt x="206" y="1444"/>
                        </a:cubicBezTo>
                        <a:lnTo>
                          <a:pt x="206" y="1677"/>
                        </a:lnTo>
                        <a:cubicBezTo>
                          <a:pt x="206" y="1911"/>
                          <a:pt x="382" y="2123"/>
                          <a:pt x="651" y="2123"/>
                        </a:cubicBezTo>
                        <a:lnTo>
                          <a:pt x="708" y="2123"/>
                        </a:lnTo>
                        <a:cubicBezTo>
                          <a:pt x="736" y="2123"/>
                          <a:pt x="764" y="2087"/>
                          <a:pt x="764" y="2059"/>
                        </a:cubicBezTo>
                        <a:cubicBezTo>
                          <a:pt x="764" y="2003"/>
                          <a:pt x="736" y="2003"/>
                          <a:pt x="708" y="2003"/>
                        </a:cubicBezTo>
                        <a:lnTo>
                          <a:pt x="651" y="2003"/>
                        </a:lnTo>
                        <a:cubicBezTo>
                          <a:pt x="474" y="2003"/>
                          <a:pt x="326" y="1854"/>
                          <a:pt x="326" y="1677"/>
                        </a:cubicBezTo>
                        <a:lnTo>
                          <a:pt x="326" y="1444"/>
                        </a:lnTo>
                        <a:cubicBezTo>
                          <a:pt x="326" y="1323"/>
                          <a:pt x="269" y="1203"/>
                          <a:pt x="177" y="1118"/>
                        </a:cubicBezTo>
                        <a:lnTo>
                          <a:pt x="149" y="1090"/>
                        </a:lnTo>
                        <a:lnTo>
                          <a:pt x="234" y="1026"/>
                        </a:lnTo>
                        <a:cubicBezTo>
                          <a:pt x="298" y="941"/>
                          <a:pt x="354" y="821"/>
                          <a:pt x="354" y="708"/>
                        </a:cubicBezTo>
                        <a:lnTo>
                          <a:pt x="354" y="439"/>
                        </a:lnTo>
                        <a:cubicBezTo>
                          <a:pt x="354" y="262"/>
                          <a:pt x="503" y="114"/>
                          <a:pt x="680" y="114"/>
                        </a:cubicBezTo>
                        <a:cubicBezTo>
                          <a:pt x="708" y="114"/>
                          <a:pt x="736" y="85"/>
                          <a:pt x="736" y="57"/>
                        </a:cubicBezTo>
                        <a:cubicBezTo>
                          <a:pt x="736" y="29"/>
                          <a:pt x="708" y="0"/>
                          <a:pt x="6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p:cNvSpPr/>
                  <p:nvPr/>
                </p:nvSpPr>
                <p:spPr>
                  <a:xfrm>
                    <a:off x="2642987" y="2454338"/>
                    <a:ext cx="25884" cy="71832"/>
                  </a:xfrm>
                  <a:custGeom>
                    <a:avLst/>
                    <a:gdLst/>
                    <a:ahLst/>
                    <a:cxnLst/>
                    <a:rect l="l" t="t" r="r" b="b"/>
                    <a:pathLst>
                      <a:path w="765" h="2123" extrusionOk="0">
                        <a:moveTo>
                          <a:pt x="86" y="0"/>
                        </a:moveTo>
                        <a:cubicBezTo>
                          <a:pt x="57" y="0"/>
                          <a:pt x="29" y="29"/>
                          <a:pt x="29" y="57"/>
                        </a:cubicBezTo>
                        <a:cubicBezTo>
                          <a:pt x="29" y="85"/>
                          <a:pt x="57" y="114"/>
                          <a:pt x="86" y="114"/>
                        </a:cubicBezTo>
                        <a:cubicBezTo>
                          <a:pt x="263" y="114"/>
                          <a:pt x="411" y="262"/>
                          <a:pt x="411" y="439"/>
                        </a:cubicBezTo>
                        <a:lnTo>
                          <a:pt x="411" y="708"/>
                        </a:lnTo>
                        <a:cubicBezTo>
                          <a:pt x="411" y="821"/>
                          <a:pt x="468" y="941"/>
                          <a:pt x="531" y="1026"/>
                        </a:cubicBezTo>
                        <a:lnTo>
                          <a:pt x="616" y="1090"/>
                        </a:lnTo>
                        <a:lnTo>
                          <a:pt x="588" y="1118"/>
                        </a:lnTo>
                        <a:cubicBezTo>
                          <a:pt x="496" y="1203"/>
                          <a:pt x="439" y="1323"/>
                          <a:pt x="439" y="1444"/>
                        </a:cubicBezTo>
                        <a:lnTo>
                          <a:pt x="439" y="1677"/>
                        </a:lnTo>
                        <a:cubicBezTo>
                          <a:pt x="439" y="1854"/>
                          <a:pt x="291" y="2003"/>
                          <a:pt x="114" y="2003"/>
                        </a:cubicBezTo>
                        <a:lnTo>
                          <a:pt x="57" y="2003"/>
                        </a:lnTo>
                        <a:cubicBezTo>
                          <a:pt x="29" y="2003"/>
                          <a:pt x="1" y="2003"/>
                          <a:pt x="1" y="2059"/>
                        </a:cubicBezTo>
                        <a:cubicBezTo>
                          <a:pt x="1" y="2087"/>
                          <a:pt x="29" y="2123"/>
                          <a:pt x="57" y="2123"/>
                        </a:cubicBezTo>
                        <a:lnTo>
                          <a:pt x="114" y="2123"/>
                        </a:lnTo>
                        <a:cubicBezTo>
                          <a:pt x="355" y="2123"/>
                          <a:pt x="560" y="1911"/>
                          <a:pt x="560" y="1677"/>
                        </a:cubicBezTo>
                        <a:lnTo>
                          <a:pt x="560" y="1444"/>
                        </a:lnTo>
                        <a:cubicBezTo>
                          <a:pt x="560" y="1352"/>
                          <a:pt x="588" y="1267"/>
                          <a:pt x="645" y="1203"/>
                        </a:cubicBezTo>
                        <a:lnTo>
                          <a:pt x="737" y="1118"/>
                        </a:lnTo>
                        <a:cubicBezTo>
                          <a:pt x="737" y="1118"/>
                          <a:pt x="765" y="1118"/>
                          <a:pt x="765" y="1090"/>
                        </a:cubicBezTo>
                        <a:cubicBezTo>
                          <a:pt x="765" y="1062"/>
                          <a:pt x="737" y="1062"/>
                          <a:pt x="737" y="1062"/>
                        </a:cubicBezTo>
                        <a:lnTo>
                          <a:pt x="616" y="941"/>
                        </a:lnTo>
                        <a:cubicBezTo>
                          <a:pt x="560" y="885"/>
                          <a:pt x="531" y="793"/>
                          <a:pt x="531" y="708"/>
                        </a:cubicBezTo>
                        <a:lnTo>
                          <a:pt x="531" y="439"/>
                        </a:lnTo>
                        <a:cubicBezTo>
                          <a:pt x="531" y="206"/>
                          <a:pt x="319" y="0"/>
                          <a:pt x="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7"/>
                  <p:cNvSpPr/>
                  <p:nvPr/>
                </p:nvSpPr>
                <p:spPr>
                  <a:xfrm>
                    <a:off x="2567127" y="2523025"/>
                    <a:ext cx="10083" cy="18000"/>
                  </a:xfrm>
                  <a:custGeom>
                    <a:avLst/>
                    <a:gdLst/>
                    <a:ahLst/>
                    <a:cxnLst/>
                    <a:rect l="l" t="t" r="r" b="b"/>
                    <a:pathLst>
                      <a:path w="298" h="532" extrusionOk="0">
                        <a:moveTo>
                          <a:pt x="234" y="1"/>
                        </a:moveTo>
                        <a:cubicBezTo>
                          <a:pt x="205" y="1"/>
                          <a:pt x="177" y="1"/>
                          <a:pt x="149" y="29"/>
                        </a:cubicBezTo>
                        <a:lnTo>
                          <a:pt x="0" y="447"/>
                        </a:lnTo>
                        <a:cubicBezTo>
                          <a:pt x="0" y="475"/>
                          <a:pt x="0" y="531"/>
                          <a:pt x="29" y="531"/>
                        </a:cubicBezTo>
                        <a:lnTo>
                          <a:pt x="57" y="531"/>
                        </a:lnTo>
                        <a:cubicBezTo>
                          <a:pt x="85" y="531"/>
                          <a:pt x="85" y="531"/>
                          <a:pt x="121" y="503"/>
                        </a:cubicBezTo>
                        <a:lnTo>
                          <a:pt x="262" y="93"/>
                        </a:lnTo>
                        <a:cubicBezTo>
                          <a:pt x="297" y="57"/>
                          <a:pt x="262" y="1"/>
                          <a:pt x="2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7"/>
                  <p:cNvSpPr/>
                  <p:nvPr/>
                </p:nvSpPr>
                <p:spPr>
                  <a:xfrm>
                    <a:off x="2829457" y="2523025"/>
                    <a:ext cx="9846" cy="18000"/>
                  </a:xfrm>
                  <a:custGeom>
                    <a:avLst/>
                    <a:gdLst/>
                    <a:ahLst/>
                    <a:cxnLst/>
                    <a:rect l="l" t="t" r="r" b="b"/>
                    <a:pathLst>
                      <a:path w="291" h="532" extrusionOk="0">
                        <a:moveTo>
                          <a:pt x="262" y="1"/>
                        </a:moveTo>
                        <a:cubicBezTo>
                          <a:pt x="234" y="1"/>
                          <a:pt x="206" y="1"/>
                          <a:pt x="178" y="29"/>
                        </a:cubicBezTo>
                        <a:lnTo>
                          <a:pt x="29" y="447"/>
                        </a:lnTo>
                        <a:cubicBezTo>
                          <a:pt x="1" y="475"/>
                          <a:pt x="29" y="531"/>
                          <a:pt x="57" y="531"/>
                        </a:cubicBezTo>
                        <a:lnTo>
                          <a:pt x="86" y="531"/>
                        </a:lnTo>
                        <a:cubicBezTo>
                          <a:pt x="86" y="531"/>
                          <a:pt x="114" y="531"/>
                          <a:pt x="149" y="503"/>
                        </a:cubicBezTo>
                        <a:lnTo>
                          <a:pt x="291" y="93"/>
                        </a:lnTo>
                        <a:cubicBezTo>
                          <a:pt x="291" y="57"/>
                          <a:pt x="291" y="1"/>
                          <a:pt x="26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7"/>
                  <p:cNvSpPr/>
                  <p:nvPr/>
                </p:nvSpPr>
                <p:spPr>
                  <a:xfrm>
                    <a:off x="2887147" y="2523025"/>
                    <a:ext cx="10083" cy="18000"/>
                  </a:xfrm>
                  <a:custGeom>
                    <a:avLst/>
                    <a:gdLst/>
                    <a:ahLst/>
                    <a:cxnLst/>
                    <a:rect l="l" t="t" r="r" b="b"/>
                    <a:pathLst>
                      <a:path w="298" h="532" extrusionOk="0">
                        <a:moveTo>
                          <a:pt x="269" y="1"/>
                        </a:moveTo>
                        <a:cubicBezTo>
                          <a:pt x="241" y="1"/>
                          <a:pt x="213" y="1"/>
                          <a:pt x="178" y="29"/>
                        </a:cubicBezTo>
                        <a:lnTo>
                          <a:pt x="36" y="447"/>
                        </a:lnTo>
                        <a:cubicBezTo>
                          <a:pt x="1" y="475"/>
                          <a:pt x="36" y="531"/>
                          <a:pt x="64" y="531"/>
                        </a:cubicBezTo>
                        <a:lnTo>
                          <a:pt x="93" y="531"/>
                        </a:lnTo>
                        <a:cubicBezTo>
                          <a:pt x="93" y="531"/>
                          <a:pt x="121" y="531"/>
                          <a:pt x="121" y="503"/>
                        </a:cubicBezTo>
                        <a:lnTo>
                          <a:pt x="298" y="93"/>
                        </a:lnTo>
                        <a:cubicBezTo>
                          <a:pt x="298" y="57"/>
                          <a:pt x="298" y="1"/>
                          <a:pt x="2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p:nvPr/>
                </p:nvSpPr>
                <p:spPr>
                  <a:xfrm>
                    <a:off x="2897196" y="2523025"/>
                    <a:ext cx="10083" cy="18000"/>
                  </a:xfrm>
                  <a:custGeom>
                    <a:avLst/>
                    <a:gdLst/>
                    <a:ahLst/>
                    <a:cxnLst/>
                    <a:rect l="l" t="t" r="r" b="b"/>
                    <a:pathLst>
                      <a:path w="298" h="532" extrusionOk="0">
                        <a:moveTo>
                          <a:pt x="270" y="1"/>
                        </a:moveTo>
                        <a:cubicBezTo>
                          <a:pt x="234" y="1"/>
                          <a:pt x="178" y="1"/>
                          <a:pt x="178" y="29"/>
                        </a:cubicBezTo>
                        <a:lnTo>
                          <a:pt x="29" y="447"/>
                        </a:lnTo>
                        <a:cubicBezTo>
                          <a:pt x="1" y="475"/>
                          <a:pt x="29" y="531"/>
                          <a:pt x="57" y="531"/>
                        </a:cubicBezTo>
                        <a:cubicBezTo>
                          <a:pt x="93" y="531"/>
                          <a:pt x="121" y="531"/>
                          <a:pt x="121" y="503"/>
                        </a:cubicBezTo>
                        <a:lnTo>
                          <a:pt x="298" y="93"/>
                        </a:lnTo>
                        <a:cubicBezTo>
                          <a:pt x="298" y="57"/>
                          <a:pt x="298" y="1"/>
                          <a:pt x="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2591049" y="2470139"/>
                    <a:ext cx="37861" cy="38098"/>
                  </a:xfrm>
                  <a:custGeom>
                    <a:avLst/>
                    <a:gdLst/>
                    <a:ahLst/>
                    <a:cxnLst/>
                    <a:rect l="l" t="t" r="r" b="b"/>
                    <a:pathLst>
                      <a:path w="1119" h="1126" extrusionOk="0">
                        <a:moveTo>
                          <a:pt x="1" y="0"/>
                        </a:moveTo>
                        <a:lnTo>
                          <a:pt x="1" y="1125"/>
                        </a:lnTo>
                        <a:lnTo>
                          <a:pt x="1118" y="1125"/>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a:off x="2693741" y="2448349"/>
                    <a:ext cx="17019" cy="87633"/>
                  </a:xfrm>
                  <a:custGeom>
                    <a:avLst/>
                    <a:gdLst/>
                    <a:ahLst/>
                    <a:cxnLst/>
                    <a:rect l="l" t="t" r="r" b="b"/>
                    <a:pathLst>
                      <a:path w="503" h="2590" extrusionOk="0">
                        <a:moveTo>
                          <a:pt x="475" y="1"/>
                        </a:moveTo>
                        <a:cubicBezTo>
                          <a:pt x="446" y="1"/>
                          <a:pt x="411" y="1"/>
                          <a:pt x="383" y="29"/>
                        </a:cubicBezTo>
                        <a:cubicBezTo>
                          <a:pt x="1" y="793"/>
                          <a:pt x="1" y="1769"/>
                          <a:pt x="383" y="2562"/>
                        </a:cubicBezTo>
                        <a:cubicBezTo>
                          <a:pt x="383" y="2590"/>
                          <a:pt x="411" y="2590"/>
                          <a:pt x="446" y="2590"/>
                        </a:cubicBezTo>
                        <a:lnTo>
                          <a:pt x="475" y="2590"/>
                        </a:lnTo>
                        <a:cubicBezTo>
                          <a:pt x="503" y="2562"/>
                          <a:pt x="503" y="2533"/>
                          <a:pt x="503" y="2505"/>
                        </a:cubicBezTo>
                        <a:cubicBezTo>
                          <a:pt x="121" y="1769"/>
                          <a:pt x="121" y="821"/>
                          <a:pt x="503" y="86"/>
                        </a:cubicBezTo>
                        <a:cubicBezTo>
                          <a:pt x="503" y="57"/>
                          <a:pt x="503" y="29"/>
                          <a:pt x="4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a:off x="2913234" y="2448349"/>
                    <a:ext cx="18000" cy="87633"/>
                  </a:xfrm>
                  <a:custGeom>
                    <a:avLst/>
                    <a:gdLst/>
                    <a:ahLst/>
                    <a:cxnLst/>
                    <a:rect l="l" t="t" r="r" b="b"/>
                    <a:pathLst>
                      <a:path w="532" h="2590" extrusionOk="0">
                        <a:moveTo>
                          <a:pt x="29" y="1"/>
                        </a:moveTo>
                        <a:cubicBezTo>
                          <a:pt x="1" y="29"/>
                          <a:pt x="1" y="57"/>
                          <a:pt x="29" y="86"/>
                        </a:cubicBezTo>
                        <a:cubicBezTo>
                          <a:pt x="411" y="821"/>
                          <a:pt x="411" y="1769"/>
                          <a:pt x="29" y="2505"/>
                        </a:cubicBezTo>
                        <a:cubicBezTo>
                          <a:pt x="29" y="2533"/>
                          <a:pt x="29" y="2562"/>
                          <a:pt x="57" y="2590"/>
                        </a:cubicBezTo>
                        <a:lnTo>
                          <a:pt x="86" y="2590"/>
                        </a:lnTo>
                        <a:cubicBezTo>
                          <a:pt x="114" y="2590"/>
                          <a:pt x="114" y="2590"/>
                          <a:pt x="149" y="2562"/>
                        </a:cubicBezTo>
                        <a:cubicBezTo>
                          <a:pt x="531" y="1769"/>
                          <a:pt x="531" y="793"/>
                          <a:pt x="114" y="29"/>
                        </a:cubicBezTo>
                        <a:cubicBezTo>
                          <a:pt x="114" y="1"/>
                          <a:pt x="57" y="1"/>
                          <a:pt x="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a:off x="2777519" y="2480188"/>
                    <a:ext cx="51023" cy="23955"/>
                  </a:xfrm>
                  <a:custGeom>
                    <a:avLst/>
                    <a:gdLst/>
                    <a:ahLst/>
                    <a:cxnLst/>
                    <a:rect l="l" t="t" r="r" b="b"/>
                    <a:pathLst>
                      <a:path w="1508" h="708" extrusionOk="0">
                        <a:moveTo>
                          <a:pt x="1" y="1"/>
                        </a:moveTo>
                        <a:lnTo>
                          <a:pt x="1" y="708"/>
                        </a:lnTo>
                        <a:lnTo>
                          <a:pt x="1507" y="708"/>
                        </a:lnTo>
                        <a:lnTo>
                          <a:pt x="15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a:off x="2850300" y="2480188"/>
                    <a:ext cx="34985" cy="23955"/>
                  </a:xfrm>
                  <a:custGeom>
                    <a:avLst/>
                    <a:gdLst/>
                    <a:ahLst/>
                    <a:cxnLst/>
                    <a:rect l="l" t="t" r="r" b="b"/>
                    <a:pathLst>
                      <a:path w="1034" h="708" extrusionOk="0">
                        <a:moveTo>
                          <a:pt x="0" y="1"/>
                        </a:moveTo>
                        <a:lnTo>
                          <a:pt x="0" y="708"/>
                        </a:lnTo>
                        <a:lnTo>
                          <a:pt x="1033" y="70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2880210" y="2479241"/>
                    <a:ext cx="34985" cy="3857"/>
                  </a:xfrm>
                  <a:custGeom>
                    <a:avLst/>
                    <a:gdLst/>
                    <a:ahLst/>
                    <a:cxnLst/>
                    <a:rect l="l" t="t" r="r" b="b"/>
                    <a:pathLst>
                      <a:path w="1034" h="114" extrusionOk="0">
                        <a:moveTo>
                          <a:pt x="64" y="0"/>
                        </a:moveTo>
                        <a:cubicBezTo>
                          <a:pt x="29" y="0"/>
                          <a:pt x="1" y="29"/>
                          <a:pt x="1" y="57"/>
                        </a:cubicBezTo>
                        <a:cubicBezTo>
                          <a:pt x="1" y="85"/>
                          <a:pt x="29" y="113"/>
                          <a:pt x="64" y="113"/>
                        </a:cubicBezTo>
                        <a:lnTo>
                          <a:pt x="977" y="113"/>
                        </a:lnTo>
                        <a:cubicBezTo>
                          <a:pt x="1033" y="113"/>
                          <a:pt x="1033" y="85"/>
                          <a:pt x="1033" y="57"/>
                        </a:cubicBezTo>
                        <a:cubicBezTo>
                          <a:pt x="1033" y="29"/>
                          <a:pt x="1033" y="0"/>
                          <a:pt x="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p:cNvSpPr/>
                  <p:nvPr/>
                </p:nvSpPr>
                <p:spPr>
                  <a:xfrm>
                    <a:off x="2894320" y="2490238"/>
                    <a:ext cx="20876" cy="3857"/>
                  </a:xfrm>
                  <a:custGeom>
                    <a:avLst/>
                    <a:gdLst/>
                    <a:ahLst/>
                    <a:cxnLst/>
                    <a:rect l="l" t="t" r="r" b="b"/>
                    <a:pathLst>
                      <a:path w="617" h="114" extrusionOk="0">
                        <a:moveTo>
                          <a:pt x="57" y="1"/>
                        </a:moveTo>
                        <a:cubicBezTo>
                          <a:pt x="29" y="1"/>
                          <a:pt x="1" y="29"/>
                          <a:pt x="1" y="57"/>
                        </a:cubicBezTo>
                        <a:cubicBezTo>
                          <a:pt x="1" y="114"/>
                          <a:pt x="29" y="114"/>
                          <a:pt x="57" y="114"/>
                        </a:cubicBezTo>
                        <a:lnTo>
                          <a:pt x="560" y="114"/>
                        </a:lnTo>
                        <a:cubicBezTo>
                          <a:pt x="616" y="114"/>
                          <a:pt x="616" y="114"/>
                          <a:pt x="616" y="57"/>
                        </a:cubicBezTo>
                        <a:cubicBezTo>
                          <a:pt x="616" y="29"/>
                          <a:pt x="616" y="1"/>
                          <a:pt x="5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2752615" y="2459109"/>
                    <a:ext cx="4128" cy="74978"/>
                  </a:xfrm>
                  <a:custGeom>
                    <a:avLst/>
                    <a:gdLst/>
                    <a:ahLst/>
                    <a:cxnLst/>
                    <a:rect l="l" t="t" r="r" b="b"/>
                    <a:pathLst>
                      <a:path w="122" h="2216" extrusionOk="0">
                        <a:moveTo>
                          <a:pt x="57" y="1"/>
                        </a:moveTo>
                        <a:cubicBezTo>
                          <a:pt x="29" y="1"/>
                          <a:pt x="1" y="36"/>
                          <a:pt x="1" y="65"/>
                        </a:cubicBezTo>
                        <a:lnTo>
                          <a:pt x="1" y="2159"/>
                        </a:lnTo>
                        <a:cubicBezTo>
                          <a:pt x="1" y="2187"/>
                          <a:pt x="29" y="2215"/>
                          <a:pt x="57" y="2215"/>
                        </a:cubicBezTo>
                        <a:cubicBezTo>
                          <a:pt x="86" y="2215"/>
                          <a:pt x="121" y="2187"/>
                          <a:pt x="121" y="2159"/>
                        </a:cubicBezTo>
                        <a:lnTo>
                          <a:pt x="121" y="65"/>
                        </a:lnTo>
                        <a:cubicBezTo>
                          <a:pt x="121" y="36"/>
                          <a:pt x="86" y="1"/>
                          <a:pt x="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37"/>
                <p:cNvGrpSpPr/>
                <p:nvPr/>
              </p:nvGrpSpPr>
              <p:grpSpPr>
                <a:xfrm>
                  <a:off x="3309241" y="2588583"/>
                  <a:ext cx="800705" cy="591511"/>
                  <a:chOff x="3187541" y="2348533"/>
                  <a:chExt cx="800705" cy="591511"/>
                </a:xfrm>
              </p:grpSpPr>
              <p:sp>
                <p:nvSpPr>
                  <p:cNvPr id="467" name="Google Shape;467;p37"/>
                  <p:cNvSpPr/>
                  <p:nvPr/>
                </p:nvSpPr>
                <p:spPr>
                  <a:xfrm>
                    <a:off x="3546607" y="2660533"/>
                    <a:ext cx="83809" cy="279511"/>
                  </a:xfrm>
                  <a:custGeom>
                    <a:avLst/>
                    <a:gdLst/>
                    <a:ahLst/>
                    <a:cxnLst/>
                    <a:rect l="l" t="t" r="r" b="b"/>
                    <a:pathLst>
                      <a:path w="2477" h="8261" extrusionOk="0">
                        <a:moveTo>
                          <a:pt x="797" y="0"/>
                        </a:moveTo>
                        <a:cubicBezTo>
                          <a:pt x="634" y="0"/>
                          <a:pt x="465" y="114"/>
                          <a:pt x="439" y="273"/>
                        </a:cubicBezTo>
                        <a:cubicBezTo>
                          <a:pt x="234" y="1094"/>
                          <a:pt x="1" y="2127"/>
                          <a:pt x="354" y="3103"/>
                        </a:cubicBezTo>
                        <a:cubicBezTo>
                          <a:pt x="467" y="3422"/>
                          <a:pt x="673" y="3719"/>
                          <a:pt x="849" y="3987"/>
                        </a:cubicBezTo>
                        <a:cubicBezTo>
                          <a:pt x="970" y="4221"/>
                          <a:pt x="1090" y="4398"/>
                          <a:pt x="1203" y="4603"/>
                        </a:cubicBezTo>
                        <a:cubicBezTo>
                          <a:pt x="1677" y="5664"/>
                          <a:pt x="1352" y="6930"/>
                          <a:pt x="411" y="7638"/>
                        </a:cubicBezTo>
                        <a:cubicBezTo>
                          <a:pt x="262" y="7758"/>
                          <a:pt x="234" y="7963"/>
                          <a:pt x="354" y="8112"/>
                        </a:cubicBezTo>
                        <a:cubicBezTo>
                          <a:pt x="411" y="8232"/>
                          <a:pt x="531" y="8260"/>
                          <a:pt x="644" y="8260"/>
                        </a:cubicBezTo>
                        <a:cubicBezTo>
                          <a:pt x="708" y="8260"/>
                          <a:pt x="793" y="8260"/>
                          <a:pt x="849" y="8197"/>
                        </a:cubicBezTo>
                        <a:cubicBezTo>
                          <a:pt x="2059" y="7312"/>
                          <a:pt x="2477" y="5664"/>
                          <a:pt x="1826" y="4306"/>
                        </a:cubicBezTo>
                        <a:cubicBezTo>
                          <a:pt x="1705" y="4072"/>
                          <a:pt x="1592" y="3839"/>
                          <a:pt x="1444" y="3634"/>
                        </a:cubicBezTo>
                        <a:cubicBezTo>
                          <a:pt x="1267" y="3365"/>
                          <a:pt x="1118" y="3103"/>
                          <a:pt x="998" y="2834"/>
                        </a:cubicBezTo>
                        <a:cubicBezTo>
                          <a:pt x="736" y="2099"/>
                          <a:pt x="941" y="1186"/>
                          <a:pt x="1118" y="450"/>
                        </a:cubicBezTo>
                        <a:cubicBezTo>
                          <a:pt x="1175" y="238"/>
                          <a:pt x="1062" y="61"/>
                          <a:pt x="849" y="5"/>
                        </a:cubicBezTo>
                        <a:cubicBezTo>
                          <a:pt x="832" y="2"/>
                          <a:pt x="814" y="0"/>
                          <a:pt x="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3454675" y="2918937"/>
                    <a:ext cx="251394" cy="20166"/>
                  </a:xfrm>
                  <a:custGeom>
                    <a:avLst/>
                    <a:gdLst/>
                    <a:ahLst/>
                    <a:cxnLst/>
                    <a:rect l="l" t="t" r="r" b="b"/>
                    <a:pathLst>
                      <a:path w="7430" h="596" extrusionOk="0">
                        <a:moveTo>
                          <a:pt x="270" y="1"/>
                        </a:moveTo>
                        <a:cubicBezTo>
                          <a:pt x="121" y="1"/>
                          <a:pt x="1" y="121"/>
                          <a:pt x="1" y="270"/>
                        </a:cubicBezTo>
                        <a:lnTo>
                          <a:pt x="1" y="326"/>
                        </a:lnTo>
                        <a:cubicBezTo>
                          <a:pt x="1" y="475"/>
                          <a:pt x="121" y="595"/>
                          <a:pt x="270" y="595"/>
                        </a:cubicBezTo>
                        <a:lnTo>
                          <a:pt x="7167" y="595"/>
                        </a:lnTo>
                        <a:cubicBezTo>
                          <a:pt x="7316" y="595"/>
                          <a:pt x="7429" y="475"/>
                          <a:pt x="7429" y="326"/>
                        </a:cubicBezTo>
                        <a:lnTo>
                          <a:pt x="7429" y="270"/>
                        </a:lnTo>
                        <a:cubicBezTo>
                          <a:pt x="7429" y="121"/>
                          <a:pt x="7316" y="1"/>
                          <a:pt x="7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3187541" y="2348533"/>
                    <a:ext cx="800705" cy="480660"/>
                  </a:xfrm>
                  <a:custGeom>
                    <a:avLst/>
                    <a:gdLst/>
                    <a:ahLst/>
                    <a:cxnLst/>
                    <a:rect l="l" t="t" r="r" b="b"/>
                    <a:pathLst>
                      <a:path w="23665" h="14206" extrusionOk="0">
                        <a:moveTo>
                          <a:pt x="468" y="1"/>
                        </a:moveTo>
                        <a:cubicBezTo>
                          <a:pt x="234" y="1"/>
                          <a:pt x="1" y="206"/>
                          <a:pt x="1" y="475"/>
                        </a:cubicBezTo>
                        <a:lnTo>
                          <a:pt x="1" y="13739"/>
                        </a:lnTo>
                        <a:cubicBezTo>
                          <a:pt x="1" y="14001"/>
                          <a:pt x="234" y="14206"/>
                          <a:pt x="468" y="14206"/>
                        </a:cubicBezTo>
                        <a:lnTo>
                          <a:pt x="23198" y="14206"/>
                        </a:lnTo>
                        <a:cubicBezTo>
                          <a:pt x="23431" y="14206"/>
                          <a:pt x="23665" y="14001"/>
                          <a:pt x="23665" y="13739"/>
                        </a:cubicBezTo>
                        <a:lnTo>
                          <a:pt x="23665" y="475"/>
                        </a:lnTo>
                        <a:cubicBezTo>
                          <a:pt x="23665" y="206"/>
                          <a:pt x="23431" y="1"/>
                          <a:pt x="231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p:nvPr/>
                </p:nvSpPr>
                <p:spPr>
                  <a:xfrm>
                    <a:off x="3191399" y="2386362"/>
                    <a:ext cx="793025" cy="405986"/>
                  </a:xfrm>
                  <a:custGeom>
                    <a:avLst/>
                    <a:gdLst/>
                    <a:ahLst/>
                    <a:cxnLst/>
                    <a:rect l="l" t="t" r="r" b="b"/>
                    <a:pathLst>
                      <a:path w="23438" h="11999" extrusionOk="0">
                        <a:moveTo>
                          <a:pt x="0" y="0"/>
                        </a:moveTo>
                        <a:lnTo>
                          <a:pt x="0" y="11999"/>
                        </a:lnTo>
                        <a:lnTo>
                          <a:pt x="23438" y="11999"/>
                        </a:lnTo>
                        <a:lnTo>
                          <a:pt x="2343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3264146" y="2426322"/>
                    <a:ext cx="87903" cy="12959"/>
                  </a:xfrm>
                  <a:custGeom>
                    <a:avLst/>
                    <a:gdLst/>
                    <a:ahLst/>
                    <a:cxnLst/>
                    <a:rect l="l" t="t" r="r" b="b"/>
                    <a:pathLst>
                      <a:path w="2598" h="383" extrusionOk="0">
                        <a:moveTo>
                          <a:pt x="1" y="1"/>
                        </a:moveTo>
                        <a:lnTo>
                          <a:pt x="1" y="383"/>
                        </a:lnTo>
                        <a:lnTo>
                          <a:pt x="2597" y="383"/>
                        </a:lnTo>
                        <a:lnTo>
                          <a:pt x="2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3368055" y="2426322"/>
                    <a:ext cx="147453" cy="12959"/>
                  </a:xfrm>
                  <a:custGeom>
                    <a:avLst/>
                    <a:gdLst/>
                    <a:ahLst/>
                    <a:cxnLst/>
                    <a:rect l="l" t="t" r="r" b="b"/>
                    <a:pathLst>
                      <a:path w="4358" h="383" extrusionOk="0">
                        <a:moveTo>
                          <a:pt x="0" y="1"/>
                        </a:moveTo>
                        <a:lnTo>
                          <a:pt x="0" y="383"/>
                        </a:lnTo>
                        <a:lnTo>
                          <a:pt x="4358" y="383"/>
                        </a:lnTo>
                        <a:lnTo>
                          <a:pt x="43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3532498" y="2426322"/>
                    <a:ext cx="172592" cy="12959"/>
                  </a:xfrm>
                  <a:custGeom>
                    <a:avLst/>
                    <a:gdLst/>
                    <a:ahLst/>
                    <a:cxnLst/>
                    <a:rect l="l" t="t" r="r" b="b"/>
                    <a:pathLst>
                      <a:path w="5101" h="383" extrusionOk="0">
                        <a:moveTo>
                          <a:pt x="0" y="1"/>
                        </a:moveTo>
                        <a:lnTo>
                          <a:pt x="0" y="383"/>
                        </a:lnTo>
                        <a:lnTo>
                          <a:pt x="5101" y="383"/>
                        </a:lnTo>
                        <a:lnTo>
                          <a:pt x="5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3723027" y="2426322"/>
                    <a:ext cx="65843" cy="12959"/>
                  </a:xfrm>
                  <a:custGeom>
                    <a:avLst/>
                    <a:gdLst/>
                    <a:ahLst/>
                    <a:cxnLst/>
                    <a:rect l="l" t="t" r="r" b="b"/>
                    <a:pathLst>
                      <a:path w="1946" h="383" extrusionOk="0">
                        <a:moveTo>
                          <a:pt x="0" y="1"/>
                        </a:moveTo>
                        <a:lnTo>
                          <a:pt x="0" y="383"/>
                        </a:lnTo>
                        <a:lnTo>
                          <a:pt x="1946" y="383"/>
                        </a:lnTo>
                        <a:lnTo>
                          <a:pt x="19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7"/>
                  <p:cNvSpPr/>
                  <p:nvPr/>
                </p:nvSpPr>
                <p:spPr>
                  <a:xfrm>
                    <a:off x="3503534" y="2458161"/>
                    <a:ext cx="20132" cy="12011"/>
                  </a:xfrm>
                  <a:custGeom>
                    <a:avLst/>
                    <a:gdLst/>
                    <a:ahLst/>
                    <a:cxnLst/>
                    <a:rect l="l" t="t" r="r" b="b"/>
                    <a:pathLst>
                      <a:path w="595" h="355" extrusionOk="0">
                        <a:moveTo>
                          <a:pt x="0" y="1"/>
                        </a:moveTo>
                        <a:lnTo>
                          <a:pt x="0" y="354"/>
                        </a:lnTo>
                        <a:lnTo>
                          <a:pt x="594" y="354"/>
                        </a:lnTo>
                        <a:lnTo>
                          <a:pt x="5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3563356" y="2458161"/>
                    <a:ext cx="9135" cy="12011"/>
                  </a:xfrm>
                  <a:custGeom>
                    <a:avLst/>
                    <a:gdLst/>
                    <a:ahLst/>
                    <a:cxnLst/>
                    <a:rect l="l" t="t" r="r" b="b"/>
                    <a:pathLst>
                      <a:path w="270" h="355" extrusionOk="0">
                        <a:moveTo>
                          <a:pt x="1" y="1"/>
                        </a:moveTo>
                        <a:lnTo>
                          <a:pt x="1" y="354"/>
                        </a:lnTo>
                        <a:lnTo>
                          <a:pt x="270" y="354"/>
                        </a:lnTo>
                        <a:lnTo>
                          <a:pt x="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p:cNvSpPr/>
                  <p:nvPr/>
                </p:nvSpPr>
                <p:spPr>
                  <a:xfrm>
                    <a:off x="3581323" y="2458161"/>
                    <a:ext cx="157773" cy="12011"/>
                  </a:xfrm>
                  <a:custGeom>
                    <a:avLst/>
                    <a:gdLst/>
                    <a:ahLst/>
                    <a:cxnLst/>
                    <a:rect l="l" t="t" r="r" b="b"/>
                    <a:pathLst>
                      <a:path w="4663" h="355" extrusionOk="0">
                        <a:moveTo>
                          <a:pt x="0" y="1"/>
                        </a:moveTo>
                        <a:lnTo>
                          <a:pt x="0" y="354"/>
                        </a:lnTo>
                        <a:lnTo>
                          <a:pt x="4662" y="354"/>
                        </a:lnTo>
                        <a:lnTo>
                          <a:pt x="46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p:cNvSpPr/>
                  <p:nvPr/>
                </p:nvSpPr>
                <p:spPr>
                  <a:xfrm>
                    <a:off x="3758927" y="2458161"/>
                    <a:ext cx="45982" cy="12011"/>
                  </a:xfrm>
                  <a:custGeom>
                    <a:avLst/>
                    <a:gdLst/>
                    <a:ahLst/>
                    <a:cxnLst/>
                    <a:rect l="l" t="t" r="r" b="b"/>
                    <a:pathLst>
                      <a:path w="1359" h="355" extrusionOk="0">
                        <a:moveTo>
                          <a:pt x="0" y="1"/>
                        </a:moveTo>
                        <a:lnTo>
                          <a:pt x="0" y="354"/>
                        </a:lnTo>
                        <a:lnTo>
                          <a:pt x="1359" y="354"/>
                        </a:lnTo>
                        <a:lnTo>
                          <a:pt x="13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p:cNvSpPr/>
                  <p:nvPr/>
                </p:nvSpPr>
                <p:spPr>
                  <a:xfrm>
                    <a:off x="3532498" y="2458161"/>
                    <a:ext cx="18914" cy="12011"/>
                  </a:xfrm>
                  <a:custGeom>
                    <a:avLst/>
                    <a:gdLst/>
                    <a:ahLst/>
                    <a:cxnLst/>
                    <a:rect l="l" t="t" r="r" b="b"/>
                    <a:pathLst>
                      <a:path w="559" h="355" extrusionOk="0">
                        <a:moveTo>
                          <a:pt x="0" y="1"/>
                        </a:moveTo>
                        <a:lnTo>
                          <a:pt x="0" y="354"/>
                        </a:lnTo>
                        <a:lnTo>
                          <a:pt x="559" y="354"/>
                        </a:lnTo>
                        <a:lnTo>
                          <a:pt x="5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7"/>
                  <p:cNvSpPr/>
                  <p:nvPr/>
                </p:nvSpPr>
                <p:spPr>
                  <a:xfrm>
                    <a:off x="3412786" y="2458161"/>
                    <a:ext cx="83809" cy="12011"/>
                  </a:xfrm>
                  <a:custGeom>
                    <a:avLst/>
                    <a:gdLst/>
                    <a:ahLst/>
                    <a:cxnLst/>
                    <a:rect l="l" t="t" r="r" b="b"/>
                    <a:pathLst>
                      <a:path w="2477" h="355" extrusionOk="0">
                        <a:moveTo>
                          <a:pt x="1" y="1"/>
                        </a:moveTo>
                        <a:lnTo>
                          <a:pt x="1" y="354"/>
                        </a:lnTo>
                        <a:lnTo>
                          <a:pt x="2477" y="354"/>
                        </a:lnTo>
                        <a:lnTo>
                          <a:pt x="2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7"/>
                  <p:cNvSpPr/>
                  <p:nvPr/>
                </p:nvSpPr>
                <p:spPr>
                  <a:xfrm>
                    <a:off x="3292162" y="2458161"/>
                    <a:ext cx="110843" cy="12011"/>
                  </a:xfrm>
                  <a:custGeom>
                    <a:avLst/>
                    <a:gdLst/>
                    <a:ahLst/>
                    <a:cxnLst/>
                    <a:rect l="l" t="t" r="r" b="b"/>
                    <a:pathLst>
                      <a:path w="3276" h="355" extrusionOk="0">
                        <a:moveTo>
                          <a:pt x="0" y="1"/>
                        </a:moveTo>
                        <a:lnTo>
                          <a:pt x="0" y="354"/>
                        </a:lnTo>
                        <a:lnTo>
                          <a:pt x="3276" y="354"/>
                        </a:lnTo>
                        <a:lnTo>
                          <a:pt x="32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7"/>
                  <p:cNvSpPr/>
                  <p:nvPr/>
                </p:nvSpPr>
                <p:spPr>
                  <a:xfrm>
                    <a:off x="3264146" y="2458161"/>
                    <a:ext cx="19184" cy="12011"/>
                  </a:xfrm>
                  <a:custGeom>
                    <a:avLst/>
                    <a:gdLst/>
                    <a:ahLst/>
                    <a:cxnLst/>
                    <a:rect l="l" t="t" r="r" b="b"/>
                    <a:pathLst>
                      <a:path w="567" h="355" extrusionOk="0">
                        <a:moveTo>
                          <a:pt x="1" y="1"/>
                        </a:moveTo>
                        <a:lnTo>
                          <a:pt x="1" y="354"/>
                        </a:lnTo>
                        <a:lnTo>
                          <a:pt x="567" y="354"/>
                        </a:lnTo>
                        <a:lnTo>
                          <a:pt x="5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p:cNvSpPr/>
                  <p:nvPr/>
                </p:nvSpPr>
                <p:spPr>
                  <a:xfrm>
                    <a:off x="3264146" y="2489053"/>
                    <a:ext cx="16072" cy="13196"/>
                  </a:xfrm>
                  <a:custGeom>
                    <a:avLst/>
                    <a:gdLst/>
                    <a:ahLst/>
                    <a:cxnLst/>
                    <a:rect l="l" t="t" r="r" b="b"/>
                    <a:pathLst>
                      <a:path w="475" h="390" extrusionOk="0">
                        <a:moveTo>
                          <a:pt x="1" y="0"/>
                        </a:moveTo>
                        <a:lnTo>
                          <a:pt x="1" y="389"/>
                        </a:lnTo>
                        <a:lnTo>
                          <a:pt x="475" y="389"/>
                        </a:lnTo>
                        <a:lnTo>
                          <a:pt x="4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3295275" y="2489053"/>
                    <a:ext cx="158483" cy="13196"/>
                  </a:xfrm>
                  <a:custGeom>
                    <a:avLst/>
                    <a:gdLst/>
                    <a:ahLst/>
                    <a:cxnLst/>
                    <a:rect l="l" t="t" r="r" b="b"/>
                    <a:pathLst>
                      <a:path w="4684" h="390" extrusionOk="0">
                        <a:moveTo>
                          <a:pt x="0" y="0"/>
                        </a:moveTo>
                        <a:lnTo>
                          <a:pt x="0" y="389"/>
                        </a:lnTo>
                        <a:lnTo>
                          <a:pt x="4684" y="389"/>
                        </a:lnTo>
                        <a:lnTo>
                          <a:pt x="4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3470713" y="2489053"/>
                    <a:ext cx="251394" cy="13196"/>
                  </a:xfrm>
                  <a:custGeom>
                    <a:avLst/>
                    <a:gdLst/>
                    <a:ahLst/>
                    <a:cxnLst/>
                    <a:rect l="l" t="t" r="r" b="b"/>
                    <a:pathLst>
                      <a:path w="7430" h="390" extrusionOk="0">
                        <a:moveTo>
                          <a:pt x="1" y="0"/>
                        </a:moveTo>
                        <a:lnTo>
                          <a:pt x="1" y="389"/>
                        </a:lnTo>
                        <a:lnTo>
                          <a:pt x="7429" y="389"/>
                        </a:lnTo>
                        <a:lnTo>
                          <a:pt x="742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3730911" y="2489053"/>
                    <a:ext cx="73997" cy="13196"/>
                  </a:xfrm>
                  <a:custGeom>
                    <a:avLst/>
                    <a:gdLst/>
                    <a:ahLst/>
                    <a:cxnLst/>
                    <a:rect l="l" t="t" r="r" b="b"/>
                    <a:pathLst>
                      <a:path w="2187" h="390" extrusionOk="0">
                        <a:moveTo>
                          <a:pt x="1" y="0"/>
                        </a:moveTo>
                        <a:lnTo>
                          <a:pt x="1" y="389"/>
                        </a:lnTo>
                        <a:lnTo>
                          <a:pt x="2187" y="389"/>
                        </a:lnTo>
                        <a:lnTo>
                          <a:pt x="218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3594485" y="2521130"/>
                    <a:ext cx="192487" cy="12959"/>
                  </a:xfrm>
                  <a:custGeom>
                    <a:avLst/>
                    <a:gdLst/>
                    <a:ahLst/>
                    <a:cxnLst/>
                    <a:rect l="l" t="t" r="r" b="b"/>
                    <a:pathLst>
                      <a:path w="5689" h="383" extrusionOk="0">
                        <a:moveTo>
                          <a:pt x="0" y="0"/>
                        </a:moveTo>
                        <a:lnTo>
                          <a:pt x="0" y="382"/>
                        </a:lnTo>
                        <a:lnTo>
                          <a:pt x="5688" y="382"/>
                        </a:lnTo>
                        <a:lnTo>
                          <a:pt x="5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3264146" y="2521130"/>
                    <a:ext cx="31162" cy="12959"/>
                  </a:xfrm>
                  <a:custGeom>
                    <a:avLst/>
                    <a:gdLst/>
                    <a:ahLst/>
                    <a:cxnLst/>
                    <a:rect l="l" t="t" r="r" b="b"/>
                    <a:pathLst>
                      <a:path w="921" h="383" extrusionOk="0">
                        <a:moveTo>
                          <a:pt x="1" y="0"/>
                        </a:moveTo>
                        <a:lnTo>
                          <a:pt x="1" y="382"/>
                        </a:lnTo>
                        <a:lnTo>
                          <a:pt x="920" y="382"/>
                        </a:lnTo>
                        <a:lnTo>
                          <a:pt x="9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3308200" y="2521130"/>
                    <a:ext cx="150600" cy="12959"/>
                  </a:xfrm>
                  <a:custGeom>
                    <a:avLst/>
                    <a:gdLst/>
                    <a:ahLst/>
                    <a:cxnLst/>
                    <a:rect l="l" t="t" r="r" b="b"/>
                    <a:pathLst>
                      <a:path w="4451" h="383" extrusionOk="0">
                        <a:moveTo>
                          <a:pt x="0" y="0"/>
                        </a:moveTo>
                        <a:lnTo>
                          <a:pt x="0" y="382"/>
                        </a:lnTo>
                        <a:lnTo>
                          <a:pt x="4450" y="382"/>
                        </a:lnTo>
                        <a:lnTo>
                          <a:pt x="44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3468819" y="2521130"/>
                    <a:ext cx="98629" cy="12959"/>
                  </a:xfrm>
                  <a:custGeom>
                    <a:avLst/>
                    <a:gdLst/>
                    <a:ahLst/>
                    <a:cxnLst/>
                    <a:rect l="l" t="t" r="r" b="b"/>
                    <a:pathLst>
                      <a:path w="2915" h="383" extrusionOk="0">
                        <a:moveTo>
                          <a:pt x="0" y="0"/>
                        </a:moveTo>
                        <a:lnTo>
                          <a:pt x="0" y="382"/>
                        </a:lnTo>
                        <a:lnTo>
                          <a:pt x="2915" y="382"/>
                        </a:lnTo>
                        <a:lnTo>
                          <a:pt x="29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3368055" y="2552969"/>
                    <a:ext cx="29944" cy="12959"/>
                  </a:xfrm>
                  <a:custGeom>
                    <a:avLst/>
                    <a:gdLst/>
                    <a:ahLst/>
                    <a:cxnLst/>
                    <a:rect l="l" t="t" r="r" b="b"/>
                    <a:pathLst>
                      <a:path w="885" h="383" extrusionOk="0">
                        <a:moveTo>
                          <a:pt x="0" y="0"/>
                        </a:moveTo>
                        <a:lnTo>
                          <a:pt x="0" y="382"/>
                        </a:lnTo>
                        <a:lnTo>
                          <a:pt x="884" y="382"/>
                        </a:lnTo>
                        <a:lnTo>
                          <a:pt x="8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3264146" y="2552969"/>
                    <a:ext cx="91016" cy="12959"/>
                  </a:xfrm>
                  <a:custGeom>
                    <a:avLst/>
                    <a:gdLst/>
                    <a:ahLst/>
                    <a:cxnLst/>
                    <a:rect l="l" t="t" r="r" b="b"/>
                    <a:pathLst>
                      <a:path w="2690" h="383" extrusionOk="0">
                        <a:moveTo>
                          <a:pt x="1" y="0"/>
                        </a:moveTo>
                        <a:lnTo>
                          <a:pt x="1" y="382"/>
                        </a:lnTo>
                        <a:lnTo>
                          <a:pt x="2689" y="382"/>
                        </a:lnTo>
                        <a:lnTo>
                          <a:pt x="26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3407779" y="2552969"/>
                    <a:ext cx="28049" cy="12959"/>
                  </a:xfrm>
                  <a:custGeom>
                    <a:avLst/>
                    <a:gdLst/>
                    <a:ahLst/>
                    <a:cxnLst/>
                    <a:rect l="l" t="t" r="r" b="b"/>
                    <a:pathLst>
                      <a:path w="829" h="383" extrusionOk="0">
                        <a:moveTo>
                          <a:pt x="0" y="0"/>
                        </a:moveTo>
                        <a:lnTo>
                          <a:pt x="0" y="382"/>
                        </a:lnTo>
                        <a:lnTo>
                          <a:pt x="828" y="382"/>
                        </a:lnTo>
                        <a:lnTo>
                          <a:pt x="8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3445844" y="2552969"/>
                    <a:ext cx="122584" cy="12959"/>
                  </a:xfrm>
                  <a:custGeom>
                    <a:avLst/>
                    <a:gdLst/>
                    <a:ahLst/>
                    <a:cxnLst/>
                    <a:rect l="l" t="t" r="r" b="b"/>
                    <a:pathLst>
                      <a:path w="3623" h="383" extrusionOk="0">
                        <a:moveTo>
                          <a:pt x="0" y="0"/>
                        </a:moveTo>
                        <a:lnTo>
                          <a:pt x="0" y="382"/>
                        </a:lnTo>
                        <a:lnTo>
                          <a:pt x="3622" y="382"/>
                        </a:lnTo>
                        <a:lnTo>
                          <a:pt x="36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3585383" y="2552969"/>
                    <a:ext cx="55794" cy="12959"/>
                  </a:xfrm>
                  <a:custGeom>
                    <a:avLst/>
                    <a:gdLst/>
                    <a:ahLst/>
                    <a:cxnLst/>
                    <a:rect l="l" t="t" r="r" b="b"/>
                    <a:pathLst>
                      <a:path w="1649" h="383" extrusionOk="0">
                        <a:moveTo>
                          <a:pt x="1" y="0"/>
                        </a:moveTo>
                        <a:lnTo>
                          <a:pt x="1" y="382"/>
                        </a:lnTo>
                        <a:lnTo>
                          <a:pt x="1649" y="382"/>
                        </a:lnTo>
                        <a:lnTo>
                          <a:pt x="16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3664153" y="2552969"/>
                    <a:ext cx="56978" cy="12959"/>
                  </a:xfrm>
                  <a:custGeom>
                    <a:avLst/>
                    <a:gdLst/>
                    <a:ahLst/>
                    <a:cxnLst/>
                    <a:rect l="l" t="t" r="r" b="b"/>
                    <a:pathLst>
                      <a:path w="1684" h="383" extrusionOk="0">
                        <a:moveTo>
                          <a:pt x="0" y="0"/>
                        </a:moveTo>
                        <a:lnTo>
                          <a:pt x="0" y="382"/>
                        </a:lnTo>
                        <a:lnTo>
                          <a:pt x="1684" y="382"/>
                        </a:lnTo>
                        <a:lnTo>
                          <a:pt x="1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3748878" y="2552969"/>
                    <a:ext cx="38098" cy="12959"/>
                  </a:xfrm>
                  <a:custGeom>
                    <a:avLst/>
                    <a:gdLst/>
                    <a:ahLst/>
                    <a:cxnLst/>
                    <a:rect l="l" t="t" r="r" b="b"/>
                    <a:pathLst>
                      <a:path w="1126" h="383" extrusionOk="0">
                        <a:moveTo>
                          <a:pt x="0" y="0"/>
                        </a:moveTo>
                        <a:lnTo>
                          <a:pt x="0" y="382"/>
                        </a:lnTo>
                        <a:lnTo>
                          <a:pt x="1125" y="382"/>
                        </a:lnTo>
                        <a:lnTo>
                          <a:pt x="1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3623211" y="2584809"/>
                    <a:ext cx="61072" cy="11978"/>
                  </a:xfrm>
                  <a:custGeom>
                    <a:avLst/>
                    <a:gdLst/>
                    <a:ahLst/>
                    <a:cxnLst/>
                    <a:rect l="l" t="t" r="r" b="b"/>
                    <a:pathLst>
                      <a:path w="1805" h="354" extrusionOk="0">
                        <a:moveTo>
                          <a:pt x="0" y="0"/>
                        </a:moveTo>
                        <a:lnTo>
                          <a:pt x="0" y="354"/>
                        </a:lnTo>
                        <a:lnTo>
                          <a:pt x="1804" y="354"/>
                        </a:lnTo>
                        <a:lnTo>
                          <a:pt x="18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3264146" y="2584809"/>
                    <a:ext cx="33091" cy="11978"/>
                  </a:xfrm>
                  <a:custGeom>
                    <a:avLst/>
                    <a:gdLst/>
                    <a:ahLst/>
                    <a:cxnLst/>
                    <a:rect l="l" t="t" r="r" b="b"/>
                    <a:pathLst>
                      <a:path w="978" h="354" extrusionOk="0">
                        <a:moveTo>
                          <a:pt x="1" y="0"/>
                        </a:moveTo>
                        <a:lnTo>
                          <a:pt x="1" y="354"/>
                        </a:lnTo>
                        <a:lnTo>
                          <a:pt x="977" y="354"/>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3320178" y="2584809"/>
                    <a:ext cx="154660" cy="11978"/>
                  </a:xfrm>
                  <a:custGeom>
                    <a:avLst/>
                    <a:gdLst/>
                    <a:ahLst/>
                    <a:cxnLst/>
                    <a:rect l="l" t="t" r="r" b="b"/>
                    <a:pathLst>
                      <a:path w="4571" h="354" extrusionOk="0">
                        <a:moveTo>
                          <a:pt x="0" y="0"/>
                        </a:moveTo>
                        <a:lnTo>
                          <a:pt x="0" y="354"/>
                        </a:lnTo>
                        <a:lnTo>
                          <a:pt x="4570" y="354"/>
                        </a:lnTo>
                        <a:lnTo>
                          <a:pt x="4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3497545" y="2584809"/>
                    <a:ext cx="32109" cy="11978"/>
                  </a:xfrm>
                  <a:custGeom>
                    <a:avLst/>
                    <a:gdLst/>
                    <a:ahLst/>
                    <a:cxnLst/>
                    <a:rect l="l" t="t" r="r" b="b"/>
                    <a:pathLst>
                      <a:path w="949" h="354" extrusionOk="0">
                        <a:moveTo>
                          <a:pt x="0" y="0"/>
                        </a:moveTo>
                        <a:lnTo>
                          <a:pt x="0" y="354"/>
                        </a:lnTo>
                        <a:lnTo>
                          <a:pt x="948" y="354"/>
                        </a:lnTo>
                        <a:lnTo>
                          <a:pt x="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3544442" y="2584809"/>
                    <a:ext cx="50076" cy="11978"/>
                  </a:xfrm>
                  <a:custGeom>
                    <a:avLst/>
                    <a:gdLst/>
                    <a:ahLst/>
                    <a:cxnLst/>
                    <a:rect l="l" t="t" r="r" b="b"/>
                    <a:pathLst>
                      <a:path w="1480" h="354" extrusionOk="0">
                        <a:moveTo>
                          <a:pt x="1" y="0"/>
                        </a:moveTo>
                        <a:lnTo>
                          <a:pt x="1" y="354"/>
                        </a:lnTo>
                        <a:lnTo>
                          <a:pt x="1479" y="354"/>
                        </a:lnTo>
                        <a:lnTo>
                          <a:pt x="1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3714162" y="2584809"/>
                    <a:ext cx="75689" cy="11978"/>
                  </a:xfrm>
                  <a:custGeom>
                    <a:avLst/>
                    <a:gdLst/>
                    <a:ahLst/>
                    <a:cxnLst/>
                    <a:rect l="l" t="t" r="r" b="b"/>
                    <a:pathLst>
                      <a:path w="2237" h="354" extrusionOk="0">
                        <a:moveTo>
                          <a:pt x="1" y="0"/>
                        </a:moveTo>
                        <a:lnTo>
                          <a:pt x="1" y="354"/>
                        </a:lnTo>
                        <a:lnTo>
                          <a:pt x="2236" y="354"/>
                        </a:lnTo>
                        <a:lnTo>
                          <a:pt x="2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3264146" y="2612791"/>
                    <a:ext cx="87903" cy="12959"/>
                  </a:xfrm>
                  <a:custGeom>
                    <a:avLst/>
                    <a:gdLst/>
                    <a:ahLst/>
                    <a:cxnLst/>
                    <a:rect l="l" t="t" r="r" b="b"/>
                    <a:pathLst>
                      <a:path w="2598" h="383" extrusionOk="0">
                        <a:moveTo>
                          <a:pt x="1" y="1"/>
                        </a:moveTo>
                        <a:lnTo>
                          <a:pt x="1" y="383"/>
                        </a:lnTo>
                        <a:lnTo>
                          <a:pt x="2597" y="383"/>
                        </a:lnTo>
                        <a:lnTo>
                          <a:pt x="25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3368055" y="2612791"/>
                    <a:ext cx="147453" cy="12959"/>
                  </a:xfrm>
                  <a:custGeom>
                    <a:avLst/>
                    <a:gdLst/>
                    <a:ahLst/>
                    <a:cxnLst/>
                    <a:rect l="l" t="t" r="r" b="b"/>
                    <a:pathLst>
                      <a:path w="4358" h="383" extrusionOk="0">
                        <a:moveTo>
                          <a:pt x="0" y="1"/>
                        </a:moveTo>
                        <a:lnTo>
                          <a:pt x="0" y="383"/>
                        </a:lnTo>
                        <a:lnTo>
                          <a:pt x="4358" y="383"/>
                        </a:lnTo>
                        <a:lnTo>
                          <a:pt x="43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3532498" y="2612791"/>
                    <a:ext cx="172592" cy="12959"/>
                  </a:xfrm>
                  <a:custGeom>
                    <a:avLst/>
                    <a:gdLst/>
                    <a:ahLst/>
                    <a:cxnLst/>
                    <a:rect l="l" t="t" r="r" b="b"/>
                    <a:pathLst>
                      <a:path w="5101" h="383" extrusionOk="0">
                        <a:moveTo>
                          <a:pt x="0" y="1"/>
                        </a:moveTo>
                        <a:lnTo>
                          <a:pt x="0" y="383"/>
                        </a:lnTo>
                        <a:lnTo>
                          <a:pt x="5101" y="383"/>
                        </a:lnTo>
                        <a:lnTo>
                          <a:pt x="5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3723027" y="2612791"/>
                    <a:ext cx="65843" cy="12959"/>
                  </a:xfrm>
                  <a:custGeom>
                    <a:avLst/>
                    <a:gdLst/>
                    <a:ahLst/>
                    <a:cxnLst/>
                    <a:rect l="l" t="t" r="r" b="b"/>
                    <a:pathLst>
                      <a:path w="1946" h="383" extrusionOk="0">
                        <a:moveTo>
                          <a:pt x="0" y="1"/>
                        </a:moveTo>
                        <a:lnTo>
                          <a:pt x="0" y="383"/>
                        </a:lnTo>
                        <a:lnTo>
                          <a:pt x="1946" y="383"/>
                        </a:lnTo>
                        <a:lnTo>
                          <a:pt x="19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3503534" y="2644630"/>
                    <a:ext cx="20132" cy="13196"/>
                  </a:xfrm>
                  <a:custGeom>
                    <a:avLst/>
                    <a:gdLst/>
                    <a:ahLst/>
                    <a:cxnLst/>
                    <a:rect l="l" t="t" r="r" b="b"/>
                    <a:pathLst>
                      <a:path w="595" h="390" extrusionOk="0">
                        <a:moveTo>
                          <a:pt x="0" y="1"/>
                        </a:moveTo>
                        <a:lnTo>
                          <a:pt x="0" y="390"/>
                        </a:lnTo>
                        <a:lnTo>
                          <a:pt x="594" y="390"/>
                        </a:lnTo>
                        <a:lnTo>
                          <a:pt x="5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3563356" y="2644630"/>
                    <a:ext cx="9135" cy="13196"/>
                  </a:xfrm>
                  <a:custGeom>
                    <a:avLst/>
                    <a:gdLst/>
                    <a:ahLst/>
                    <a:cxnLst/>
                    <a:rect l="l" t="t" r="r" b="b"/>
                    <a:pathLst>
                      <a:path w="270" h="390" extrusionOk="0">
                        <a:moveTo>
                          <a:pt x="1" y="1"/>
                        </a:moveTo>
                        <a:lnTo>
                          <a:pt x="1" y="390"/>
                        </a:lnTo>
                        <a:lnTo>
                          <a:pt x="270" y="390"/>
                        </a:lnTo>
                        <a:lnTo>
                          <a:pt x="27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3581323" y="2644630"/>
                    <a:ext cx="157773" cy="13196"/>
                  </a:xfrm>
                  <a:custGeom>
                    <a:avLst/>
                    <a:gdLst/>
                    <a:ahLst/>
                    <a:cxnLst/>
                    <a:rect l="l" t="t" r="r" b="b"/>
                    <a:pathLst>
                      <a:path w="4663" h="390" extrusionOk="0">
                        <a:moveTo>
                          <a:pt x="0" y="1"/>
                        </a:moveTo>
                        <a:lnTo>
                          <a:pt x="0" y="390"/>
                        </a:lnTo>
                        <a:lnTo>
                          <a:pt x="4662" y="390"/>
                        </a:lnTo>
                        <a:lnTo>
                          <a:pt x="46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3758927" y="2644630"/>
                    <a:ext cx="45982" cy="13196"/>
                  </a:xfrm>
                  <a:custGeom>
                    <a:avLst/>
                    <a:gdLst/>
                    <a:ahLst/>
                    <a:cxnLst/>
                    <a:rect l="l" t="t" r="r" b="b"/>
                    <a:pathLst>
                      <a:path w="1359" h="390" extrusionOk="0">
                        <a:moveTo>
                          <a:pt x="0" y="1"/>
                        </a:moveTo>
                        <a:lnTo>
                          <a:pt x="0" y="390"/>
                        </a:lnTo>
                        <a:lnTo>
                          <a:pt x="1359" y="390"/>
                        </a:lnTo>
                        <a:lnTo>
                          <a:pt x="13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3532498" y="2644630"/>
                    <a:ext cx="18914" cy="13196"/>
                  </a:xfrm>
                  <a:custGeom>
                    <a:avLst/>
                    <a:gdLst/>
                    <a:ahLst/>
                    <a:cxnLst/>
                    <a:rect l="l" t="t" r="r" b="b"/>
                    <a:pathLst>
                      <a:path w="559" h="390" extrusionOk="0">
                        <a:moveTo>
                          <a:pt x="0" y="1"/>
                        </a:moveTo>
                        <a:lnTo>
                          <a:pt x="0" y="390"/>
                        </a:lnTo>
                        <a:lnTo>
                          <a:pt x="559" y="390"/>
                        </a:lnTo>
                        <a:lnTo>
                          <a:pt x="5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3412786" y="2644630"/>
                    <a:ext cx="83809" cy="13196"/>
                  </a:xfrm>
                  <a:custGeom>
                    <a:avLst/>
                    <a:gdLst/>
                    <a:ahLst/>
                    <a:cxnLst/>
                    <a:rect l="l" t="t" r="r" b="b"/>
                    <a:pathLst>
                      <a:path w="2477" h="390" extrusionOk="0">
                        <a:moveTo>
                          <a:pt x="1" y="1"/>
                        </a:moveTo>
                        <a:lnTo>
                          <a:pt x="1" y="390"/>
                        </a:lnTo>
                        <a:lnTo>
                          <a:pt x="2477" y="390"/>
                        </a:lnTo>
                        <a:lnTo>
                          <a:pt x="24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3292162" y="2644630"/>
                    <a:ext cx="110843" cy="13196"/>
                  </a:xfrm>
                  <a:custGeom>
                    <a:avLst/>
                    <a:gdLst/>
                    <a:ahLst/>
                    <a:cxnLst/>
                    <a:rect l="l" t="t" r="r" b="b"/>
                    <a:pathLst>
                      <a:path w="3276" h="390" extrusionOk="0">
                        <a:moveTo>
                          <a:pt x="0" y="1"/>
                        </a:moveTo>
                        <a:lnTo>
                          <a:pt x="0" y="390"/>
                        </a:lnTo>
                        <a:lnTo>
                          <a:pt x="3276" y="390"/>
                        </a:lnTo>
                        <a:lnTo>
                          <a:pt x="32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3264146" y="2644630"/>
                    <a:ext cx="19184" cy="13196"/>
                  </a:xfrm>
                  <a:custGeom>
                    <a:avLst/>
                    <a:gdLst/>
                    <a:ahLst/>
                    <a:cxnLst/>
                    <a:rect l="l" t="t" r="r" b="b"/>
                    <a:pathLst>
                      <a:path w="567" h="390" extrusionOk="0">
                        <a:moveTo>
                          <a:pt x="1" y="1"/>
                        </a:moveTo>
                        <a:lnTo>
                          <a:pt x="1" y="390"/>
                        </a:lnTo>
                        <a:lnTo>
                          <a:pt x="567" y="390"/>
                        </a:lnTo>
                        <a:lnTo>
                          <a:pt x="5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3264146" y="2676707"/>
                    <a:ext cx="16072" cy="12011"/>
                  </a:xfrm>
                  <a:custGeom>
                    <a:avLst/>
                    <a:gdLst/>
                    <a:ahLst/>
                    <a:cxnLst/>
                    <a:rect l="l" t="t" r="r" b="b"/>
                    <a:pathLst>
                      <a:path w="475" h="355" extrusionOk="0">
                        <a:moveTo>
                          <a:pt x="1" y="1"/>
                        </a:moveTo>
                        <a:lnTo>
                          <a:pt x="1" y="354"/>
                        </a:lnTo>
                        <a:lnTo>
                          <a:pt x="475" y="354"/>
                        </a:lnTo>
                        <a:lnTo>
                          <a:pt x="4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p:cNvSpPr/>
                  <p:nvPr/>
                </p:nvSpPr>
                <p:spPr>
                  <a:xfrm>
                    <a:off x="3295275" y="2676707"/>
                    <a:ext cx="158483" cy="12011"/>
                  </a:xfrm>
                  <a:custGeom>
                    <a:avLst/>
                    <a:gdLst/>
                    <a:ahLst/>
                    <a:cxnLst/>
                    <a:rect l="l" t="t" r="r" b="b"/>
                    <a:pathLst>
                      <a:path w="4684" h="355" extrusionOk="0">
                        <a:moveTo>
                          <a:pt x="0" y="1"/>
                        </a:moveTo>
                        <a:lnTo>
                          <a:pt x="0" y="354"/>
                        </a:lnTo>
                        <a:lnTo>
                          <a:pt x="4684" y="354"/>
                        </a:lnTo>
                        <a:lnTo>
                          <a:pt x="46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7"/>
                  <p:cNvSpPr/>
                  <p:nvPr/>
                </p:nvSpPr>
                <p:spPr>
                  <a:xfrm>
                    <a:off x="3470713" y="2676707"/>
                    <a:ext cx="251394" cy="12011"/>
                  </a:xfrm>
                  <a:custGeom>
                    <a:avLst/>
                    <a:gdLst/>
                    <a:ahLst/>
                    <a:cxnLst/>
                    <a:rect l="l" t="t" r="r" b="b"/>
                    <a:pathLst>
                      <a:path w="7430" h="355" extrusionOk="0">
                        <a:moveTo>
                          <a:pt x="1" y="1"/>
                        </a:moveTo>
                        <a:lnTo>
                          <a:pt x="1" y="354"/>
                        </a:lnTo>
                        <a:lnTo>
                          <a:pt x="7429" y="354"/>
                        </a:lnTo>
                        <a:lnTo>
                          <a:pt x="74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p:cNvSpPr/>
                  <p:nvPr/>
                </p:nvSpPr>
                <p:spPr>
                  <a:xfrm>
                    <a:off x="3730911" y="2676707"/>
                    <a:ext cx="73997" cy="12011"/>
                  </a:xfrm>
                  <a:custGeom>
                    <a:avLst/>
                    <a:gdLst/>
                    <a:ahLst/>
                    <a:cxnLst/>
                    <a:rect l="l" t="t" r="r" b="b"/>
                    <a:pathLst>
                      <a:path w="2187" h="355" extrusionOk="0">
                        <a:moveTo>
                          <a:pt x="1" y="1"/>
                        </a:moveTo>
                        <a:lnTo>
                          <a:pt x="1" y="354"/>
                        </a:lnTo>
                        <a:lnTo>
                          <a:pt x="2187" y="354"/>
                        </a:lnTo>
                        <a:lnTo>
                          <a:pt x="218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7"/>
                  <p:cNvSpPr/>
                  <p:nvPr/>
                </p:nvSpPr>
                <p:spPr>
                  <a:xfrm>
                    <a:off x="3594485" y="2707599"/>
                    <a:ext cx="192487" cy="12959"/>
                  </a:xfrm>
                  <a:custGeom>
                    <a:avLst/>
                    <a:gdLst/>
                    <a:ahLst/>
                    <a:cxnLst/>
                    <a:rect l="l" t="t" r="r" b="b"/>
                    <a:pathLst>
                      <a:path w="5689" h="383" extrusionOk="0">
                        <a:moveTo>
                          <a:pt x="0" y="0"/>
                        </a:moveTo>
                        <a:lnTo>
                          <a:pt x="0" y="382"/>
                        </a:lnTo>
                        <a:lnTo>
                          <a:pt x="5688" y="382"/>
                        </a:lnTo>
                        <a:lnTo>
                          <a:pt x="5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7"/>
                  <p:cNvSpPr/>
                  <p:nvPr/>
                </p:nvSpPr>
                <p:spPr>
                  <a:xfrm>
                    <a:off x="3264146" y="2707599"/>
                    <a:ext cx="31162" cy="12959"/>
                  </a:xfrm>
                  <a:custGeom>
                    <a:avLst/>
                    <a:gdLst/>
                    <a:ahLst/>
                    <a:cxnLst/>
                    <a:rect l="l" t="t" r="r" b="b"/>
                    <a:pathLst>
                      <a:path w="921" h="383" extrusionOk="0">
                        <a:moveTo>
                          <a:pt x="1" y="0"/>
                        </a:moveTo>
                        <a:lnTo>
                          <a:pt x="1" y="382"/>
                        </a:lnTo>
                        <a:lnTo>
                          <a:pt x="920" y="382"/>
                        </a:lnTo>
                        <a:lnTo>
                          <a:pt x="9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7"/>
                  <p:cNvSpPr/>
                  <p:nvPr/>
                </p:nvSpPr>
                <p:spPr>
                  <a:xfrm>
                    <a:off x="3308200" y="2707599"/>
                    <a:ext cx="150600" cy="12959"/>
                  </a:xfrm>
                  <a:custGeom>
                    <a:avLst/>
                    <a:gdLst/>
                    <a:ahLst/>
                    <a:cxnLst/>
                    <a:rect l="l" t="t" r="r" b="b"/>
                    <a:pathLst>
                      <a:path w="4451" h="383" extrusionOk="0">
                        <a:moveTo>
                          <a:pt x="0" y="0"/>
                        </a:moveTo>
                        <a:lnTo>
                          <a:pt x="0" y="382"/>
                        </a:lnTo>
                        <a:lnTo>
                          <a:pt x="4450" y="382"/>
                        </a:lnTo>
                        <a:lnTo>
                          <a:pt x="445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7"/>
                  <p:cNvSpPr/>
                  <p:nvPr/>
                </p:nvSpPr>
                <p:spPr>
                  <a:xfrm>
                    <a:off x="3468819" y="2707599"/>
                    <a:ext cx="98629" cy="12959"/>
                  </a:xfrm>
                  <a:custGeom>
                    <a:avLst/>
                    <a:gdLst/>
                    <a:ahLst/>
                    <a:cxnLst/>
                    <a:rect l="l" t="t" r="r" b="b"/>
                    <a:pathLst>
                      <a:path w="2915" h="383" extrusionOk="0">
                        <a:moveTo>
                          <a:pt x="0" y="0"/>
                        </a:moveTo>
                        <a:lnTo>
                          <a:pt x="0" y="382"/>
                        </a:lnTo>
                        <a:lnTo>
                          <a:pt x="2915" y="382"/>
                        </a:lnTo>
                        <a:lnTo>
                          <a:pt x="29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7"/>
                  <p:cNvSpPr/>
                  <p:nvPr/>
                </p:nvSpPr>
                <p:spPr>
                  <a:xfrm>
                    <a:off x="3368055" y="2739438"/>
                    <a:ext cx="29944" cy="12959"/>
                  </a:xfrm>
                  <a:custGeom>
                    <a:avLst/>
                    <a:gdLst/>
                    <a:ahLst/>
                    <a:cxnLst/>
                    <a:rect l="l" t="t" r="r" b="b"/>
                    <a:pathLst>
                      <a:path w="885" h="383" extrusionOk="0">
                        <a:moveTo>
                          <a:pt x="0" y="0"/>
                        </a:moveTo>
                        <a:lnTo>
                          <a:pt x="0" y="382"/>
                        </a:lnTo>
                        <a:lnTo>
                          <a:pt x="884" y="382"/>
                        </a:lnTo>
                        <a:lnTo>
                          <a:pt x="8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7"/>
                  <p:cNvSpPr/>
                  <p:nvPr/>
                </p:nvSpPr>
                <p:spPr>
                  <a:xfrm>
                    <a:off x="3264146" y="2739438"/>
                    <a:ext cx="91016" cy="12959"/>
                  </a:xfrm>
                  <a:custGeom>
                    <a:avLst/>
                    <a:gdLst/>
                    <a:ahLst/>
                    <a:cxnLst/>
                    <a:rect l="l" t="t" r="r" b="b"/>
                    <a:pathLst>
                      <a:path w="2690" h="383" extrusionOk="0">
                        <a:moveTo>
                          <a:pt x="1" y="0"/>
                        </a:moveTo>
                        <a:lnTo>
                          <a:pt x="1" y="382"/>
                        </a:lnTo>
                        <a:lnTo>
                          <a:pt x="2689" y="382"/>
                        </a:lnTo>
                        <a:lnTo>
                          <a:pt x="26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7"/>
                  <p:cNvSpPr/>
                  <p:nvPr/>
                </p:nvSpPr>
                <p:spPr>
                  <a:xfrm>
                    <a:off x="3407779" y="2739438"/>
                    <a:ext cx="28049" cy="12959"/>
                  </a:xfrm>
                  <a:custGeom>
                    <a:avLst/>
                    <a:gdLst/>
                    <a:ahLst/>
                    <a:cxnLst/>
                    <a:rect l="l" t="t" r="r" b="b"/>
                    <a:pathLst>
                      <a:path w="829" h="383" extrusionOk="0">
                        <a:moveTo>
                          <a:pt x="0" y="0"/>
                        </a:moveTo>
                        <a:lnTo>
                          <a:pt x="0" y="382"/>
                        </a:lnTo>
                        <a:lnTo>
                          <a:pt x="828" y="382"/>
                        </a:lnTo>
                        <a:lnTo>
                          <a:pt x="82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7"/>
                  <p:cNvSpPr/>
                  <p:nvPr/>
                </p:nvSpPr>
                <p:spPr>
                  <a:xfrm>
                    <a:off x="3445844" y="2739438"/>
                    <a:ext cx="122584" cy="12959"/>
                  </a:xfrm>
                  <a:custGeom>
                    <a:avLst/>
                    <a:gdLst/>
                    <a:ahLst/>
                    <a:cxnLst/>
                    <a:rect l="l" t="t" r="r" b="b"/>
                    <a:pathLst>
                      <a:path w="3623" h="383" extrusionOk="0">
                        <a:moveTo>
                          <a:pt x="0" y="0"/>
                        </a:moveTo>
                        <a:lnTo>
                          <a:pt x="0" y="382"/>
                        </a:lnTo>
                        <a:lnTo>
                          <a:pt x="3622" y="382"/>
                        </a:lnTo>
                        <a:lnTo>
                          <a:pt x="36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7"/>
                  <p:cNvSpPr/>
                  <p:nvPr/>
                </p:nvSpPr>
                <p:spPr>
                  <a:xfrm>
                    <a:off x="3585383" y="2739438"/>
                    <a:ext cx="55794" cy="12959"/>
                  </a:xfrm>
                  <a:custGeom>
                    <a:avLst/>
                    <a:gdLst/>
                    <a:ahLst/>
                    <a:cxnLst/>
                    <a:rect l="l" t="t" r="r" b="b"/>
                    <a:pathLst>
                      <a:path w="1649" h="383" extrusionOk="0">
                        <a:moveTo>
                          <a:pt x="1" y="0"/>
                        </a:moveTo>
                        <a:lnTo>
                          <a:pt x="1" y="382"/>
                        </a:lnTo>
                        <a:lnTo>
                          <a:pt x="1649" y="382"/>
                        </a:lnTo>
                        <a:lnTo>
                          <a:pt x="164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7"/>
                  <p:cNvSpPr/>
                  <p:nvPr/>
                </p:nvSpPr>
                <p:spPr>
                  <a:xfrm>
                    <a:off x="3664153" y="2739438"/>
                    <a:ext cx="56978" cy="12959"/>
                  </a:xfrm>
                  <a:custGeom>
                    <a:avLst/>
                    <a:gdLst/>
                    <a:ahLst/>
                    <a:cxnLst/>
                    <a:rect l="l" t="t" r="r" b="b"/>
                    <a:pathLst>
                      <a:path w="1684" h="383" extrusionOk="0">
                        <a:moveTo>
                          <a:pt x="0" y="0"/>
                        </a:moveTo>
                        <a:lnTo>
                          <a:pt x="0" y="382"/>
                        </a:lnTo>
                        <a:lnTo>
                          <a:pt x="1684" y="382"/>
                        </a:lnTo>
                        <a:lnTo>
                          <a:pt x="16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7"/>
                  <p:cNvSpPr/>
                  <p:nvPr/>
                </p:nvSpPr>
                <p:spPr>
                  <a:xfrm>
                    <a:off x="3748878" y="2739438"/>
                    <a:ext cx="38098" cy="12959"/>
                  </a:xfrm>
                  <a:custGeom>
                    <a:avLst/>
                    <a:gdLst/>
                    <a:ahLst/>
                    <a:cxnLst/>
                    <a:rect l="l" t="t" r="r" b="b"/>
                    <a:pathLst>
                      <a:path w="1126" h="383" extrusionOk="0">
                        <a:moveTo>
                          <a:pt x="0" y="0"/>
                        </a:moveTo>
                        <a:lnTo>
                          <a:pt x="0" y="382"/>
                        </a:lnTo>
                        <a:lnTo>
                          <a:pt x="1125" y="382"/>
                        </a:lnTo>
                        <a:lnTo>
                          <a:pt x="112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7"/>
                  <p:cNvSpPr/>
                  <p:nvPr/>
                </p:nvSpPr>
                <p:spPr>
                  <a:xfrm>
                    <a:off x="3623211" y="2771515"/>
                    <a:ext cx="61072" cy="12959"/>
                  </a:xfrm>
                  <a:custGeom>
                    <a:avLst/>
                    <a:gdLst/>
                    <a:ahLst/>
                    <a:cxnLst/>
                    <a:rect l="l" t="t" r="r" b="b"/>
                    <a:pathLst>
                      <a:path w="1805" h="383" extrusionOk="0">
                        <a:moveTo>
                          <a:pt x="0" y="0"/>
                        </a:moveTo>
                        <a:lnTo>
                          <a:pt x="0" y="382"/>
                        </a:lnTo>
                        <a:lnTo>
                          <a:pt x="1804" y="382"/>
                        </a:lnTo>
                        <a:lnTo>
                          <a:pt x="18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7"/>
                  <p:cNvSpPr/>
                  <p:nvPr/>
                </p:nvSpPr>
                <p:spPr>
                  <a:xfrm>
                    <a:off x="3264146" y="2771515"/>
                    <a:ext cx="33091" cy="12959"/>
                  </a:xfrm>
                  <a:custGeom>
                    <a:avLst/>
                    <a:gdLst/>
                    <a:ahLst/>
                    <a:cxnLst/>
                    <a:rect l="l" t="t" r="r" b="b"/>
                    <a:pathLst>
                      <a:path w="978" h="383" extrusionOk="0">
                        <a:moveTo>
                          <a:pt x="1" y="0"/>
                        </a:moveTo>
                        <a:lnTo>
                          <a:pt x="1" y="382"/>
                        </a:lnTo>
                        <a:lnTo>
                          <a:pt x="977" y="382"/>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7"/>
                  <p:cNvSpPr/>
                  <p:nvPr/>
                </p:nvSpPr>
                <p:spPr>
                  <a:xfrm>
                    <a:off x="3320178" y="2771515"/>
                    <a:ext cx="154660" cy="12959"/>
                  </a:xfrm>
                  <a:custGeom>
                    <a:avLst/>
                    <a:gdLst/>
                    <a:ahLst/>
                    <a:cxnLst/>
                    <a:rect l="l" t="t" r="r" b="b"/>
                    <a:pathLst>
                      <a:path w="4571" h="383" extrusionOk="0">
                        <a:moveTo>
                          <a:pt x="0" y="0"/>
                        </a:moveTo>
                        <a:lnTo>
                          <a:pt x="0" y="382"/>
                        </a:lnTo>
                        <a:lnTo>
                          <a:pt x="4570" y="382"/>
                        </a:lnTo>
                        <a:lnTo>
                          <a:pt x="45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7"/>
                  <p:cNvSpPr/>
                  <p:nvPr/>
                </p:nvSpPr>
                <p:spPr>
                  <a:xfrm>
                    <a:off x="3497545" y="2771515"/>
                    <a:ext cx="32109" cy="12959"/>
                  </a:xfrm>
                  <a:custGeom>
                    <a:avLst/>
                    <a:gdLst/>
                    <a:ahLst/>
                    <a:cxnLst/>
                    <a:rect l="l" t="t" r="r" b="b"/>
                    <a:pathLst>
                      <a:path w="949" h="383" extrusionOk="0">
                        <a:moveTo>
                          <a:pt x="0" y="0"/>
                        </a:moveTo>
                        <a:lnTo>
                          <a:pt x="0" y="382"/>
                        </a:lnTo>
                        <a:lnTo>
                          <a:pt x="948" y="382"/>
                        </a:lnTo>
                        <a:lnTo>
                          <a:pt x="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7"/>
                  <p:cNvSpPr/>
                  <p:nvPr/>
                </p:nvSpPr>
                <p:spPr>
                  <a:xfrm>
                    <a:off x="3544442" y="2771515"/>
                    <a:ext cx="50076" cy="12959"/>
                  </a:xfrm>
                  <a:custGeom>
                    <a:avLst/>
                    <a:gdLst/>
                    <a:ahLst/>
                    <a:cxnLst/>
                    <a:rect l="l" t="t" r="r" b="b"/>
                    <a:pathLst>
                      <a:path w="1480" h="383" extrusionOk="0">
                        <a:moveTo>
                          <a:pt x="1" y="0"/>
                        </a:moveTo>
                        <a:lnTo>
                          <a:pt x="1" y="382"/>
                        </a:lnTo>
                        <a:lnTo>
                          <a:pt x="1479" y="382"/>
                        </a:lnTo>
                        <a:lnTo>
                          <a:pt x="14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7"/>
                  <p:cNvSpPr/>
                  <p:nvPr/>
                </p:nvSpPr>
                <p:spPr>
                  <a:xfrm>
                    <a:off x="3714162" y="2771515"/>
                    <a:ext cx="75689" cy="12959"/>
                  </a:xfrm>
                  <a:custGeom>
                    <a:avLst/>
                    <a:gdLst/>
                    <a:ahLst/>
                    <a:cxnLst/>
                    <a:rect l="l" t="t" r="r" b="b"/>
                    <a:pathLst>
                      <a:path w="2237" h="383" extrusionOk="0">
                        <a:moveTo>
                          <a:pt x="1" y="0"/>
                        </a:moveTo>
                        <a:lnTo>
                          <a:pt x="1" y="382"/>
                        </a:lnTo>
                        <a:lnTo>
                          <a:pt x="2236" y="382"/>
                        </a:lnTo>
                        <a:lnTo>
                          <a:pt x="22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37"/>
                <p:cNvGrpSpPr/>
                <p:nvPr/>
              </p:nvGrpSpPr>
              <p:grpSpPr>
                <a:xfrm>
                  <a:off x="3023938" y="2911749"/>
                  <a:ext cx="215463" cy="293253"/>
                  <a:chOff x="2902238" y="2671699"/>
                  <a:chExt cx="215463" cy="293253"/>
                </a:xfrm>
              </p:grpSpPr>
              <p:sp>
                <p:nvSpPr>
                  <p:cNvPr id="538" name="Google Shape;538;p37"/>
                  <p:cNvSpPr/>
                  <p:nvPr/>
                </p:nvSpPr>
                <p:spPr>
                  <a:xfrm>
                    <a:off x="2935024" y="2671699"/>
                    <a:ext cx="84994" cy="134799"/>
                  </a:xfrm>
                  <a:custGeom>
                    <a:avLst/>
                    <a:gdLst/>
                    <a:ahLst/>
                    <a:cxnLst/>
                    <a:rect l="l" t="t" r="r" b="b"/>
                    <a:pathLst>
                      <a:path w="2512" h="3984" extrusionOk="0">
                        <a:moveTo>
                          <a:pt x="1" y="0"/>
                        </a:moveTo>
                        <a:cubicBezTo>
                          <a:pt x="36" y="57"/>
                          <a:pt x="1" y="382"/>
                          <a:pt x="1" y="474"/>
                        </a:cubicBezTo>
                        <a:cubicBezTo>
                          <a:pt x="36" y="651"/>
                          <a:pt x="36" y="828"/>
                          <a:pt x="93" y="969"/>
                        </a:cubicBezTo>
                        <a:cubicBezTo>
                          <a:pt x="149" y="1323"/>
                          <a:pt x="269" y="1648"/>
                          <a:pt x="418" y="1945"/>
                        </a:cubicBezTo>
                        <a:cubicBezTo>
                          <a:pt x="743" y="2561"/>
                          <a:pt x="1210" y="3127"/>
                          <a:pt x="1713" y="3566"/>
                        </a:cubicBezTo>
                        <a:cubicBezTo>
                          <a:pt x="1861" y="3714"/>
                          <a:pt x="2010" y="3834"/>
                          <a:pt x="2187" y="3919"/>
                        </a:cubicBezTo>
                        <a:cubicBezTo>
                          <a:pt x="2210" y="3919"/>
                          <a:pt x="2299" y="3984"/>
                          <a:pt x="2360" y="3984"/>
                        </a:cubicBezTo>
                        <a:cubicBezTo>
                          <a:pt x="2372" y="3984"/>
                          <a:pt x="2383" y="3982"/>
                          <a:pt x="2392" y="3976"/>
                        </a:cubicBezTo>
                        <a:cubicBezTo>
                          <a:pt x="2512" y="3863"/>
                          <a:pt x="2420" y="3332"/>
                          <a:pt x="2420" y="3212"/>
                        </a:cubicBezTo>
                        <a:cubicBezTo>
                          <a:pt x="2363" y="2886"/>
                          <a:pt x="2271" y="2596"/>
                          <a:pt x="2123" y="2327"/>
                        </a:cubicBezTo>
                        <a:cubicBezTo>
                          <a:pt x="1889" y="1854"/>
                          <a:pt x="1564" y="1358"/>
                          <a:pt x="1210" y="969"/>
                        </a:cubicBezTo>
                        <a:cubicBezTo>
                          <a:pt x="828" y="615"/>
                          <a:pt x="326" y="410"/>
                          <a:pt x="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7"/>
                  <p:cNvSpPr/>
                  <p:nvPr/>
                </p:nvSpPr>
                <p:spPr>
                  <a:xfrm>
                    <a:off x="2961112" y="2712606"/>
                    <a:ext cx="77821" cy="203484"/>
                  </a:xfrm>
                  <a:custGeom>
                    <a:avLst/>
                    <a:gdLst/>
                    <a:ahLst/>
                    <a:cxnLst/>
                    <a:rect l="l" t="t" r="r" b="b"/>
                    <a:pathLst>
                      <a:path w="2300" h="6014" extrusionOk="0">
                        <a:moveTo>
                          <a:pt x="29" y="1"/>
                        </a:moveTo>
                        <a:cubicBezTo>
                          <a:pt x="1" y="29"/>
                          <a:pt x="1" y="29"/>
                          <a:pt x="29" y="57"/>
                        </a:cubicBezTo>
                        <a:cubicBezTo>
                          <a:pt x="1387" y="1706"/>
                          <a:pt x="2180" y="3828"/>
                          <a:pt x="2236" y="5986"/>
                        </a:cubicBezTo>
                        <a:lnTo>
                          <a:pt x="2272" y="6014"/>
                        </a:lnTo>
                        <a:cubicBezTo>
                          <a:pt x="2300" y="6014"/>
                          <a:pt x="2300" y="5986"/>
                          <a:pt x="2300" y="5986"/>
                        </a:cubicBezTo>
                        <a:cubicBezTo>
                          <a:pt x="2236" y="3800"/>
                          <a:pt x="1444" y="1677"/>
                          <a:pt x="57" y="29"/>
                        </a:cubicBezTo>
                        <a:cubicBezTo>
                          <a:pt x="57" y="1"/>
                          <a:pt x="29"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7"/>
                  <p:cNvSpPr/>
                  <p:nvPr/>
                </p:nvSpPr>
                <p:spPr>
                  <a:xfrm>
                    <a:off x="2902238" y="2798786"/>
                    <a:ext cx="124750" cy="41448"/>
                  </a:xfrm>
                  <a:custGeom>
                    <a:avLst/>
                    <a:gdLst/>
                    <a:ahLst/>
                    <a:cxnLst/>
                    <a:rect l="l" t="t" r="r" b="b"/>
                    <a:pathLst>
                      <a:path w="3687" h="1225" extrusionOk="0">
                        <a:moveTo>
                          <a:pt x="1741" y="1"/>
                        </a:moveTo>
                        <a:cubicBezTo>
                          <a:pt x="1564" y="1"/>
                          <a:pt x="1387" y="15"/>
                          <a:pt x="1210" y="43"/>
                        </a:cubicBezTo>
                        <a:cubicBezTo>
                          <a:pt x="793" y="107"/>
                          <a:pt x="411" y="192"/>
                          <a:pt x="0" y="312"/>
                        </a:cubicBezTo>
                        <a:cubicBezTo>
                          <a:pt x="206" y="666"/>
                          <a:pt x="559" y="899"/>
                          <a:pt x="941" y="1048"/>
                        </a:cubicBezTo>
                        <a:cubicBezTo>
                          <a:pt x="1267" y="1168"/>
                          <a:pt x="1620" y="1224"/>
                          <a:pt x="1946" y="1224"/>
                        </a:cubicBezTo>
                        <a:cubicBezTo>
                          <a:pt x="2384" y="1224"/>
                          <a:pt x="2822" y="1133"/>
                          <a:pt x="3255" y="1133"/>
                        </a:cubicBezTo>
                        <a:cubicBezTo>
                          <a:pt x="3318" y="1133"/>
                          <a:pt x="3382" y="1135"/>
                          <a:pt x="3446" y="1139"/>
                        </a:cubicBezTo>
                        <a:cubicBezTo>
                          <a:pt x="3538" y="1139"/>
                          <a:pt x="3622" y="1139"/>
                          <a:pt x="3686" y="1196"/>
                        </a:cubicBezTo>
                        <a:cubicBezTo>
                          <a:pt x="3594" y="927"/>
                          <a:pt x="3417" y="666"/>
                          <a:pt x="3212" y="460"/>
                        </a:cubicBezTo>
                        <a:cubicBezTo>
                          <a:pt x="2950" y="220"/>
                          <a:pt x="2625" y="107"/>
                          <a:pt x="2271" y="43"/>
                        </a:cubicBezTo>
                        <a:cubicBezTo>
                          <a:pt x="2094" y="15"/>
                          <a:pt x="1917" y="1"/>
                          <a:pt x="17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7"/>
                  <p:cNvSpPr/>
                  <p:nvPr/>
                </p:nvSpPr>
                <p:spPr>
                  <a:xfrm>
                    <a:off x="2943179" y="2817362"/>
                    <a:ext cx="83809" cy="21925"/>
                  </a:xfrm>
                  <a:custGeom>
                    <a:avLst/>
                    <a:gdLst/>
                    <a:ahLst/>
                    <a:cxnLst/>
                    <a:rect l="l" t="t" r="r" b="b"/>
                    <a:pathLst>
                      <a:path w="2477" h="648" extrusionOk="0">
                        <a:moveTo>
                          <a:pt x="938" y="1"/>
                        </a:moveTo>
                        <a:cubicBezTo>
                          <a:pt x="641" y="1"/>
                          <a:pt x="333" y="35"/>
                          <a:pt x="28" y="60"/>
                        </a:cubicBezTo>
                        <a:cubicBezTo>
                          <a:pt x="28" y="60"/>
                          <a:pt x="0" y="60"/>
                          <a:pt x="0" y="88"/>
                        </a:cubicBezTo>
                        <a:lnTo>
                          <a:pt x="28" y="117"/>
                        </a:lnTo>
                        <a:cubicBezTo>
                          <a:pt x="330" y="97"/>
                          <a:pt x="635" y="61"/>
                          <a:pt x="929" y="61"/>
                        </a:cubicBezTo>
                        <a:cubicBezTo>
                          <a:pt x="1063" y="61"/>
                          <a:pt x="1195" y="68"/>
                          <a:pt x="1323" y="88"/>
                        </a:cubicBezTo>
                        <a:cubicBezTo>
                          <a:pt x="1769" y="145"/>
                          <a:pt x="2151" y="322"/>
                          <a:pt x="2412" y="619"/>
                        </a:cubicBezTo>
                        <a:lnTo>
                          <a:pt x="2448" y="647"/>
                        </a:lnTo>
                        <a:cubicBezTo>
                          <a:pt x="2448" y="647"/>
                          <a:pt x="2476" y="647"/>
                          <a:pt x="2476" y="619"/>
                        </a:cubicBezTo>
                        <a:lnTo>
                          <a:pt x="2476" y="590"/>
                        </a:lnTo>
                        <a:cubicBezTo>
                          <a:pt x="2179" y="293"/>
                          <a:pt x="1797" y="88"/>
                          <a:pt x="1323" y="25"/>
                        </a:cubicBezTo>
                        <a:cubicBezTo>
                          <a:pt x="1198" y="7"/>
                          <a:pt x="1069" y="1"/>
                          <a:pt x="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7"/>
                  <p:cNvSpPr/>
                  <p:nvPr/>
                </p:nvSpPr>
                <p:spPr>
                  <a:xfrm>
                    <a:off x="3041777" y="2741570"/>
                    <a:ext cx="60835" cy="126678"/>
                  </a:xfrm>
                  <a:custGeom>
                    <a:avLst/>
                    <a:gdLst/>
                    <a:ahLst/>
                    <a:cxnLst/>
                    <a:rect l="l" t="t" r="r" b="b"/>
                    <a:pathLst>
                      <a:path w="1798" h="3744" extrusionOk="0">
                        <a:moveTo>
                          <a:pt x="1387" y="1"/>
                        </a:moveTo>
                        <a:cubicBezTo>
                          <a:pt x="1267" y="319"/>
                          <a:pt x="1062" y="616"/>
                          <a:pt x="828" y="885"/>
                        </a:cubicBezTo>
                        <a:cubicBezTo>
                          <a:pt x="652" y="1062"/>
                          <a:pt x="531" y="1203"/>
                          <a:pt x="383" y="1416"/>
                        </a:cubicBezTo>
                        <a:cubicBezTo>
                          <a:pt x="270" y="1621"/>
                          <a:pt x="206" y="1883"/>
                          <a:pt x="149" y="2151"/>
                        </a:cubicBezTo>
                        <a:cubicBezTo>
                          <a:pt x="93" y="2413"/>
                          <a:pt x="64" y="2710"/>
                          <a:pt x="64" y="2972"/>
                        </a:cubicBezTo>
                        <a:cubicBezTo>
                          <a:pt x="29" y="3213"/>
                          <a:pt x="1" y="3474"/>
                          <a:pt x="149" y="3679"/>
                        </a:cubicBezTo>
                        <a:cubicBezTo>
                          <a:pt x="178" y="3715"/>
                          <a:pt x="206" y="3743"/>
                          <a:pt x="241" y="3743"/>
                        </a:cubicBezTo>
                        <a:cubicBezTo>
                          <a:pt x="270" y="3743"/>
                          <a:pt x="298" y="3715"/>
                          <a:pt x="326" y="3679"/>
                        </a:cubicBezTo>
                        <a:cubicBezTo>
                          <a:pt x="503" y="3503"/>
                          <a:pt x="623" y="3297"/>
                          <a:pt x="736" y="3064"/>
                        </a:cubicBezTo>
                        <a:cubicBezTo>
                          <a:pt x="857" y="2887"/>
                          <a:pt x="913" y="2710"/>
                          <a:pt x="1005" y="2533"/>
                        </a:cubicBezTo>
                        <a:cubicBezTo>
                          <a:pt x="1182" y="2300"/>
                          <a:pt x="1416" y="2059"/>
                          <a:pt x="1592" y="1826"/>
                        </a:cubicBezTo>
                        <a:cubicBezTo>
                          <a:pt x="1656" y="1734"/>
                          <a:pt x="1684" y="1649"/>
                          <a:pt x="1713" y="1557"/>
                        </a:cubicBezTo>
                        <a:cubicBezTo>
                          <a:pt x="1798" y="1295"/>
                          <a:pt x="1798" y="1027"/>
                          <a:pt x="1713" y="765"/>
                        </a:cubicBezTo>
                        <a:cubicBezTo>
                          <a:pt x="1656" y="496"/>
                          <a:pt x="1536" y="234"/>
                          <a:pt x="138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7"/>
                  <p:cNvSpPr/>
                  <p:nvPr/>
                </p:nvSpPr>
                <p:spPr>
                  <a:xfrm>
                    <a:off x="3041777" y="2793508"/>
                    <a:ext cx="28049" cy="111588"/>
                  </a:xfrm>
                  <a:custGeom>
                    <a:avLst/>
                    <a:gdLst/>
                    <a:ahLst/>
                    <a:cxnLst/>
                    <a:rect l="l" t="t" r="r" b="b"/>
                    <a:pathLst>
                      <a:path w="829" h="3298" extrusionOk="0">
                        <a:moveTo>
                          <a:pt x="800" y="1"/>
                        </a:moveTo>
                        <a:cubicBezTo>
                          <a:pt x="793" y="1"/>
                          <a:pt x="786" y="8"/>
                          <a:pt x="772" y="22"/>
                        </a:cubicBezTo>
                        <a:cubicBezTo>
                          <a:pt x="475" y="496"/>
                          <a:pt x="298" y="1083"/>
                          <a:pt x="241" y="1649"/>
                        </a:cubicBezTo>
                        <a:cubicBezTo>
                          <a:pt x="206" y="1826"/>
                          <a:pt x="178" y="2003"/>
                          <a:pt x="149" y="2180"/>
                        </a:cubicBezTo>
                        <a:cubicBezTo>
                          <a:pt x="93" y="2534"/>
                          <a:pt x="1" y="2887"/>
                          <a:pt x="64" y="3269"/>
                        </a:cubicBezTo>
                        <a:cubicBezTo>
                          <a:pt x="64" y="3269"/>
                          <a:pt x="64" y="3298"/>
                          <a:pt x="93" y="3298"/>
                        </a:cubicBezTo>
                        <a:cubicBezTo>
                          <a:pt x="121" y="3298"/>
                          <a:pt x="121" y="3269"/>
                          <a:pt x="121" y="3269"/>
                        </a:cubicBezTo>
                        <a:cubicBezTo>
                          <a:pt x="64" y="2887"/>
                          <a:pt x="149" y="2534"/>
                          <a:pt x="206" y="2180"/>
                        </a:cubicBezTo>
                        <a:cubicBezTo>
                          <a:pt x="241" y="2003"/>
                          <a:pt x="270" y="1826"/>
                          <a:pt x="298" y="1649"/>
                        </a:cubicBezTo>
                        <a:cubicBezTo>
                          <a:pt x="354" y="1083"/>
                          <a:pt x="531" y="524"/>
                          <a:pt x="828" y="57"/>
                        </a:cubicBezTo>
                        <a:lnTo>
                          <a:pt x="828" y="22"/>
                        </a:lnTo>
                        <a:cubicBezTo>
                          <a:pt x="814" y="8"/>
                          <a:pt x="807" y="1"/>
                          <a:pt x="8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7"/>
                  <p:cNvSpPr/>
                  <p:nvPr/>
                </p:nvSpPr>
                <p:spPr>
                  <a:xfrm>
                    <a:off x="2957052" y="2889974"/>
                    <a:ext cx="160649" cy="74978"/>
                  </a:xfrm>
                  <a:custGeom>
                    <a:avLst/>
                    <a:gdLst/>
                    <a:ahLst/>
                    <a:cxnLst/>
                    <a:rect l="l" t="t" r="r" b="b"/>
                    <a:pathLst>
                      <a:path w="4748" h="2216" extrusionOk="0">
                        <a:moveTo>
                          <a:pt x="0" y="1"/>
                        </a:moveTo>
                        <a:cubicBezTo>
                          <a:pt x="149" y="857"/>
                          <a:pt x="680" y="1741"/>
                          <a:pt x="1387" y="2187"/>
                        </a:cubicBezTo>
                        <a:cubicBezTo>
                          <a:pt x="1444" y="2215"/>
                          <a:pt x="1507" y="2215"/>
                          <a:pt x="1564" y="2215"/>
                        </a:cubicBezTo>
                        <a:lnTo>
                          <a:pt x="3184" y="2215"/>
                        </a:lnTo>
                        <a:cubicBezTo>
                          <a:pt x="3240" y="2215"/>
                          <a:pt x="3304" y="2215"/>
                          <a:pt x="3361" y="2187"/>
                        </a:cubicBezTo>
                        <a:cubicBezTo>
                          <a:pt x="4068" y="1741"/>
                          <a:pt x="4599" y="857"/>
                          <a:pt x="4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5" name="Google Shape;545;p37"/>
                <p:cNvGrpSpPr/>
                <p:nvPr/>
              </p:nvGrpSpPr>
              <p:grpSpPr>
                <a:xfrm>
                  <a:off x="4137001" y="3078323"/>
                  <a:ext cx="232450" cy="127628"/>
                  <a:chOff x="4015301" y="2838273"/>
                  <a:chExt cx="232450" cy="127628"/>
                </a:xfrm>
              </p:grpSpPr>
              <p:sp>
                <p:nvSpPr>
                  <p:cNvPr id="546" name="Google Shape;546;p37"/>
                  <p:cNvSpPr/>
                  <p:nvPr/>
                </p:nvSpPr>
                <p:spPr>
                  <a:xfrm>
                    <a:off x="4015301" y="2948882"/>
                    <a:ext cx="213533" cy="17019"/>
                  </a:xfrm>
                  <a:custGeom>
                    <a:avLst/>
                    <a:gdLst/>
                    <a:ahLst/>
                    <a:cxnLst/>
                    <a:rect l="l" t="t" r="r" b="b"/>
                    <a:pathLst>
                      <a:path w="6311" h="503" extrusionOk="0">
                        <a:moveTo>
                          <a:pt x="0" y="0"/>
                        </a:moveTo>
                        <a:lnTo>
                          <a:pt x="0" y="502"/>
                        </a:lnTo>
                        <a:lnTo>
                          <a:pt x="6310" y="502"/>
                        </a:lnTo>
                        <a:lnTo>
                          <a:pt x="6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7"/>
                  <p:cNvSpPr/>
                  <p:nvPr/>
                </p:nvSpPr>
                <p:spPr>
                  <a:xfrm>
                    <a:off x="4130918" y="2838273"/>
                    <a:ext cx="101742" cy="111588"/>
                  </a:xfrm>
                  <a:custGeom>
                    <a:avLst/>
                    <a:gdLst/>
                    <a:ahLst/>
                    <a:cxnLst/>
                    <a:rect l="l" t="t" r="r" b="b"/>
                    <a:pathLst>
                      <a:path w="3007" h="3298" extrusionOk="0">
                        <a:moveTo>
                          <a:pt x="0" y="1"/>
                        </a:moveTo>
                        <a:lnTo>
                          <a:pt x="594" y="3297"/>
                        </a:lnTo>
                        <a:lnTo>
                          <a:pt x="2363" y="3297"/>
                        </a:lnTo>
                        <a:lnTo>
                          <a:pt x="30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7"/>
                  <p:cNvSpPr/>
                  <p:nvPr/>
                </p:nvSpPr>
                <p:spPr>
                  <a:xfrm>
                    <a:off x="4166818" y="2861856"/>
                    <a:ext cx="80933" cy="62155"/>
                  </a:xfrm>
                  <a:custGeom>
                    <a:avLst/>
                    <a:gdLst/>
                    <a:ahLst/>
                    <a:cxnLst/>
                    <a:rect l="l" t="t" r="r" b="b"/>
                    <a:pathLst>
                      <a:path w="2392" h="1837" extrusionOk="0">
                        <a:moveTo>
                          <a:pt x="1978" y="0"/>
                        </a:moveTo>
                        <a:cubicBezTo>
                          <a:pt x="1951" y="0"/>
                          <a:pt x="1921" y="4"/>
                          <a:pt x="1889" y="11"/>
                        </a:cubicBezTo>
                        <a:cubicBezTo>
                          <a:pt x="1564" y="40"/>
                          <a:pt x="1238" y="124"/>
                          <a:pt x="948" y="273"/>
                        </a:cubicBezTo>
                        <a:cubicBezTo>
                          <a:pt x="913" y="273"/>
                          <a:pt x="884" y="337"/>
                          <a:pt x="913" y="365"/>
                        </a:cubicBezTo>
                        <a:cubicBezTo>
                          <a:pt x="913" y="393"/>
                          <a:pt x="948" y="393"/>
                          <a:pt x="976" y="393"/>
                        </a:cubicBezTo>
                        <a:cubicBezTo>
                          <a:pt x="1266" y="245"/>
                          <a:pt x="1592" y="160"/>
                          <a:pt x="1917" y="124"/>
                        </a:cubicBezTo>
                        <a:cubicBezTo>
                          <a:pt x="1933" y="116"/>
                          <a:pt x="1950" y="113"/>
                          <a:pt x="1967" y="113"/>
                        </a:cubicBezTo>
                        <a:cubicBezTo>
                          <a:pt x="2010" y="113"/>
                          <a:pt x="2054" y="135"/>
                          <a:pt x="2094" y="160"/>
                        </a:cubicBezTo>
                        <a:cubicBezTo>
                          <a:pt x="2214" y="245"/>
                          <a:pt x="2214" y="365"/>
                          <a:pt x="2151" y="542"/>
                        </a:cubicBezTo>
                        <a:lnTo>
                          <a:pt x="1832" y="1511"/>
                        </a:lnTo>
                        <a:cubicBezTo>
                          <a:pt x="1797" y="1603"/>
                          <a:pt x="1712" y="1660"/>
                          <a:pt x="1620" y="1660"/>
                        </a:cubicBezTo>
                        <a:cubicBezTo>
                          <a:pt x="1426" y="1649"/>
                          <a:pt x="1237" y="1643"/>
                          <a:pt x="1048" y="1643"/>
                        </a:cubicBezTo>
                        <a:cubicBezTo>
                          <a:pt x="722" y="1643"/>
                          <a:pt x="400" y="1662"/>
                          <a:pt x="64" y="1716"/>
                        </a:cubicBezTo>
                        <a:cubicBezTo>
                          <a:pt x="28" y="1716"/>
                          <a:pt x="0" y="1752"/>
                          <a:pt x="0" y="1780"/>
                        </a:cubicBezTo>
                        <a:cubicBezTo>
                          <a:pt x="28" y="1808"/>
                          <a:pt x="28" y="1836"/>
                          <a:pt x="64" y="1836"/>
                        </a:cubicBezTo>
                        <a:lnTo>
                          <a:pt x="92" y="1836"/>
                        </a:lnTo>
                        <a:cubicBezTo>
                          <a:pt x="411" y="1783"/>
                          <a:pt x="726" y="1763"/>
                          <a:pt x="1050" y="1763"/>
                        </a:cubicBezTo>
                        <a:cubicBezTo>
                          <a:pt x="1237" y="1763"/>
                          <a:pt x="1426" y="1769"/>
                          <a:pt x="1620" y="1780"/>
                        </a:cubicBezTo>
                        <a:cubicBezTo>
                          <a:pt x="1769" y="1780"/>
                          <a:pt x="1889" y="1688"/>
                          <a:pt x="1946" y="1539"/>
                        </a:cubicBezTo>
                        <a:lnTo>
                          <a:pt x="2271" y="570"/>
                        </a:lnTo>
                        <a:cubicBezTo>
                          <a:pt x="2299" y="450"/>
                          <a:pt x="2391" y="188"/>
                          <a:pt x="2151" y="68"/>
                        </a:cubicBezTo>
                        <a:cubicBezTo>
                          <a:pt x="2109" y="26"/>
                          <a:pt x="2053" y="0"/>
                          <a:pt x="19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9" name="Google Shape;549;p37"/>
                <p:cNvGrpSpPr/>
                <p:nvPr/>
              </p:nvGrpSpPr>
              <p:grpSpPr>
                <a:xfrm>
                  <a:off x="3705154" y="2353574"/>
                  <a:ext cx="430899" cy="135173"/>
                  <a:chOff x="3583454" y="2026924"/>
                  <a:chExt cx="430899" cy="135173"/>
                </a:xfrm>
              </p:grpSpPr>
              <p:sp>
                <p:nvSpPr>
                  <p:cNvPr id="550" name="Google Shape;550;p37"/>
                  <p:cNvSpPr/>
                  <p:nvPr/>
                </p:nvSpPr>
                <p:spPr>
                  <a:xfrm>
                    <a:off x="3754867" y="2128093"/>
                    <a:ext cx="32109" cy="30891"/>
                  </a:xfrm>
                  <a:custGeom>
                    <a:avLst/>
                    <a:gdLst/>
                    <a:ahLst/>
                    <a:cxnLst/>
                    <a:rect l="l" t="t" r="r" b="b"/>
                    <a:pathLst>
                      <a:path w="949"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7"/>
                  <p:cNvSpPr/>
                  <p:nvPr/>
                </p:nvSpPr>
                <p:spPr>
                  <a:xfrm>
                    <a:off x="3801763" y="2125217"/>
                    <a:ext cx="58941" cy="33767"/>
                  </a:xfrm>
                  <a:custGeom>
                    <a:avLst/>
                    <a:gdLst/>
                    <a:ahLst/>
                    <a:cxnLst/>
                    <a:rect l="l" t="t" r="r" b="b"/>
                    <a:pathLst>
                      <a:path w="1742" h="998" extrusionOk="0">
                        <a:moveTo>
                          <a:pt x="913" y="205"/>
                        </a:moveTo>
                        <a:lnTo>
                          <a:pt x="1444" y="885"/>
                        </a:lnTo>
                        <a:lnTo>
                          <a:pt x="326" y="885"/>
                        </a:lnTo>
                        <a:lnTo>
                          <a:pt x="913" y="205"/>
                        </a:lnTo>
                        <a:close/>
                        <a:moveTo>
                          <a:pt x="913" y="0"/>
                        </a:moveTo>
                        <a:lnTo>
                          <a:pt x="1" y="998"/>
                        </a:lnTo>
                        <a:lnTo>
                          <a:pt x="1741" y="998"/>
                        </a:lnTo>
                        <a:lnTo>
                          <a:pt x="91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7"/>
                  <p:cNvSpPr/>
                  <p:nvPr/>
                </p:nvSpPr>
                <p:spPr>
                  <a:xfrm>
                    <a:off x="3871668" y="2125217"/>
                    <a:ext cx="34985" cy="35933"/>
                  </a:xfrm>
                  <a:custGeom>
                    <a:avLst/>
                    <a:gdLst/>
                    <a:ahLst/>
                    <a:cxnLst/>
                    <a:rect l="l" t="t" r="r" b="b"/>
                    <a:pathLst>
                      <a:path w="1034" h="1062" extrusionOk="0">
                        <a:moveTo>
                          <a:pt x="941" y="0"/>
                        </a:moveTo>
                        <a:lnTo>
                          <a:pt x="0" y="969"/>
                        </a:lnTo>
                        <a:lnTo>
                          <a:pt x="85" y="1061"/>
                        </a:lnTo>
                        <a:lnTo>
                          <a:pt x="1033"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7"/>
                  <p:cNvSpPr/>
                  <p:nvPr/>
                </p:nvSpPr>
                <p:spPr>
                  <a:xfrm>
                    <a:off x="3889635" y="2125217"/>
                    <a:ext cx="35933" cy="35933"/>
                  </a:xfrm>
                  <a:custGeom>
                    <a:avLst/>
                    <a:gdLst/>
                    <a:ahLst/>
                    <a:cxnLst/>
                    <a:rect l="l" t="t" r="r" b="b"/>
                    <a:pathLst>
                      <a:path w="1062" h="1062" extrusionOk="0">
                        <a:moveTo>
                          <a:pt x="941" y="0"/>
                        </a:moveTo>
                        <a:lnTo>
                          <a:pt x="0" y="969"/>
                        </a:lnTo>
                        <a:lnTo>
                          <a:pt x="120" y="1061"/>
                        </a:lnTo>
                        <a:lnTo>
                          <a:pt x="1061" y="85"/>
                        </a:lnTo>
                        <a:lnTo>
                          <a:pt x="9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7"/>
                  <p:cNvSpPr/>
                  <p:nvPr/>
                </p:nvSpPr>
                <p:spPr>
                  <a:xfrm>
                    <a:off x="3937479" y="2123052"/>
                    <a:ext cx="10117" cy="34985"/>
                  </a:xfrm>
                  <a:custGeom>
                    <a:avLst/>
                    <a:gdLst/>
                    <a:ahLst/>
                    <a:cxnLst/>
                    <a:rect l="l" t="t" r="r" b="b"/>
                    <a:pathLst>
                      <a:path w="299" h="1034" extrusionOk="0">
                        <a:moveTo>
                          <a:pt x="1" y="1"/>
                        </a:moveTo>
                        <a:lnTo>
                          <a:pt x="1" y="93"/>
                        </a:lnTo>
                        <a:lnTo>
                          <a:pt x="29" y="93"/>
                        </a:lnTo>
                        <a:cubicBezTo>
                          <a:pt x="86" y="93"/>
                          <a:pt x="121" y="121"/>
                          <a:pt x="121" y="177"/>
                        </a:cubicBezTo>
                        <a:lnTo>
                          <a:pt x="121" y="418"/>
                        </a:lnTo>
                        <a:cubicBezTo>
                          <a:pt x="121" y="503"/>
                          <a:pt x="149" y="503"/>
                          <a:pt x="178" y="531"/>
                        </a:cubicBezTo>
                        <a:cubicBezTo>
                          <a:pt x="149" y="531"/>
                          <a:pt x="121" y="559"/>
                          <a:pt x="121" y="623"/>
                        </a:cubicBezTo>
                        <a:lnTo>
                          <a:pt x="121" y="857"/>
                        </a:lnTo>
                        <a:cubicBezTo>
                          <a:pt x="121" y="913"/>
                          <a:pt x="86" y="949"/>
                          <a:pt x="29" y="949"/>
                        </a:cubicBezTo>
                        <a:lnTo>
                          <a:pt x="1" y="949"/>
                        </a:lnTo>
                        <a:lnTo>
                          <a:pt x="1" y="1033"/>
                        </a:lnTo>
                        <a:lnTo>
                          <a:pt x="58" y="1033"/>
                        </a:lnTo>
                        <a:cubicBezTo>
                          <a:pt x="178" y="1033"/>
                          <a:pt x="234" y="977"/>
                          <a:pt x="234" y="885"/>
                        </a:cubicBezTo>
                        <a:lnTo>
                          <a:pt x="234" y="623"/>
                        </a:lnTo>
                        <a:cubicBezTo>
                          <a:pt x="234" y="595"/>
                          <a:pt x="234" y="559"/>
                          <a:pt x="263" y="559"/>
                        </a:cubicBezTo>
                        <a:lnTo>
                          <a:pt x="298" y="559"/>
                        </a:lnTo>
                        <a:lnTo>
                          <a:pt x="298" y="475"/>
                        </a:lnTo>
                        <a:lnTo>
                          <a:pt x="263" y="475"/>
                        </a:lnTo>
                        <a:cubicBezTo>
                          <a:pt x="234" y="475"/>
                          <a:pt x="234" y="475"/>
                          <a:pt x="234" y="418"/>
                        </a:cubicBezTo>
                        <a:lnTo>
                          <a:pt x="234" y="177"/>
                        </a:lnTo>
                        <a:cubicBezTo>
                          <a:pt x="234" y="64"/>
                          <a:pt x="178" y="1"/>
                          <a:pt x="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7"/>
                  <p:cNvSpPr/>
                  <p:nvPr/>
                </p:nvSpPr>
                <p:spPr>
                  <a:xfrm>
                    <a:off x="3959506" y="2123052"/>
                    <a:ext cx="24936" cy="39046"/>
                  </a:xfrm>
                  <a:custGeom>
                    <a:avLst/>
                    <a:gdLst/>
                    <a:ahLst/>
                    <a:cxnLst/>
                    <a:rect l="l" t="t" r="r" b="b"/>
                    <a:pathLst>
                      <a:path w="737" h="1154" extrusionOk="0">
                        <a:moveTo>
                          <a:pt x="354" y="149"/>
                        </a:moveTo>
                        <a:cubicBezTo>
                          <a:pt x="468" y="149"/>
                          <a:pt x="588" y="326"/>
                          <a:pt x="588" y="559"/>
                        </a:cubicBezTo>
                        <a:cubicBezTo>
                          <a:pt x="588" y="828"/>
                          <a:pt x="468" y="1005"/>
                          <a:pt x="354" y="1005"/>
                        </a:cubicBezTo>
                        <a:cubicBezTo>
                          <a:pt x="263" y="1005"/>
                          <a:pt x="142" y="828"/>
                          <a:pt x="142" y="559"/>
                        </a:cubicBezTo>
                        <a:cubicBezTo>
                          <a:pt x="142" y="326"/>
                          <a:pt x="263" y="149"/>
                          <a:pt x="354" y="149"/>
                        </a:cubicBezTo>
                        <a:close/>
                        <a:moveTo>
                          <a:pt x="354" y="1"/>
                        </a:moveTo>
                        <a:cubicBezTo>
                          <a:pt x="142" y="1"/>
                          <a:pt x="1" y="269"/>
                          <a:pt x="1" y="559"/>
                        </a:cubicBezTo>
                        <a:cubicBezTo>
                          <a:pt x="1" y="885"/>
                          <a:pt x="142" y="1154"/>
                          <a:pt x="354" y="1154"/>
                        </a:cubicBezTo>
                        <a:cubicBezTo>
                          <a:pt x="560" y="1154"/>
                          <a:pt x="737" y="885"/>
                          <a:pt x="737" y="559"/>
                        </a:cubicBezTo>
                        <a:cubicBezTo>
                          <a:pt x="737" y="269"/>
                          <a:pt x="560" y="1"/>
                          <a:pt x="3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7"/>
                  <p:cNvSpPr/>
                  <p:nvPr/>
                </p:nvSpPr>
                <p:spPr>
                  <a:xfrm>
                    <a:off x="3989451" y="2123052"/>
                    <a:ext cx="24903" cy="39046"/>
                  </a:xfrm>
                  <a:custGeom>
                    <a:avLst/>
                    <a:gdLst/>
                    <a:ahLst/>
                    <a:cxnLst/>
                    <a:rect l="l" t="t" r="r" b="b"/>
                    <a:pathLst>
                      <a:path w="736" h="1154" extrusionOk="0">
                        <a:moveTo>
                          <a:pt x="354" y="149"/>
                        </a:moveTo>
                        <a:cubicBezTo>
                          <a:pt x="467" y="149"/>
                          <a:pt x="587" y="326"/>
                          <a:pt x="587" y="559"/>
                        </a:cubicBezTo>
                        <a:cubicBezTo>
                          <a:pt x="587" y="828"/>
                          <a:pt x="467" y="1005"/>
                          <a:pt x="354" y="1005"/>
                        </a:cubicBezTo>
                        <a:cubicBezTo>
                          <a:pt x="262" y="1005"/>
                          <a:pt x="142" y="828"/>
                          <a:pt x="142" y="559"/>
                        </a:cubicBezTo>
                        <a:cubicBezTo>
                          <a:pt x="142" y="326"/>
                          <a:pt x="262" y="149"/>
                          <a:pt x="354" y="149"/>
                        </a:cubicBezTo>
                        <a:close/>
                        <a:moveTo>
                          <a:pt x="354" y="1"/>
                        </a:moveTo>
                        <a:cubicBezTo>
                          <a:pt x="142" y="1"/>
                          <a:pt x="0" y="269"/>
                          <a:pt x="0" y="559"/>
                        </a:cubicBezTo>
                        <a:cubicBezTo>
                          <a:pt x="0" y="885"/>
                          <a:pt x="142" y="1154"/>
                          <a:pt x="354" y="1154"/>
                        </a:cubicBezTo>
                        <a:cubicBezTo>
                          <a:pt x="559" y="1154"/>
                          <a:pt x="736" y="885"/>
                          <a:pt x="736" y="559"/>
                        </a:cubicBezTo>
                        <a:cubicBezTo>
                          <a:pt x="736" y="269"/>
                          <a:pt x="559" y="1"/>
                          <a:pt x="35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7"/>
                  <p:cNvSpPr/>
                  <p:nvPr/>
                </p:nvSpPr>
                <p:spPr>
                  <a:xfrm>
                    <a:off x="3656235"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5" y="1202"/>
                          <a:pt x="85" y="1202"/>
                          <a:pt x="85" y="1173"/>
                        </a:cubicBezTo>
                        <a:lnTo>
                          <a:pt x="708" y="763"/>
                        </a:lnTo>
                        <a:cubicBezTo>
                          <a:pt x="708" y="735"/>
                          <a:pt x="736" y="735"/>
                          <a:pt x="736" y="699"/>
                        </a:cubicBezTo>
                        <a:cubicBezTo>
                          <a:pt x="736" y="699"/>
                          <a:pt x="736" y="671"/>
                          <a:pt x="708" y="671"/>
                        </a:cubicBezTo>
                        <a:lnTo>
                          <a:pt x="121" y="27"/>
                        </a:lnTo>
                        <a:cubicBezTo>
                          <a:pt x="103" y="10"/>
                          <a:pt x="87"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7"/>
                  <p:cNvSpPr/>
                  <p:nvPr/>
                </p:nvSpPr>
                <p:spPr>
                  <a:xfrm>
                    <a:off x="3673221" y="2034537"/>
                    <a:ext cx="24936" cy="40670"/>
                  </a:xfrm>
                  <a:custGeom>
                    <a:avLst/>
                    <a:gdLst/>
                    <a:ahLst/>
                    <a:cxnLst/>
                    <a:rect l="l" t="t" r="r" b="b"/>
                    <a:pathLst>
                      <a:path w="737" h="1202" extrusionOk="0">
                        <a:moveTo>
                          <a:pt x="72" y="1"/>
                        </a:moveTo>
                        <a:cubicBezTo>
                          <a:pt x="57" y="1"/>
                          <a:pt x="43" y="10"/>
                          <a:pt x="29" y="27"/>
                        </a:cubicBezTo>
                        <a:cubicBezTo>
                          <a:pt x="1" y="56"/>
                          <a:pt x="1" y="84"/>
                          <a:pt x="29" y="112"/>
                        </a:cubicBezTo>
                        <a:lnTo>
                          <a:pt x="588" y="699"/>
                        </a:lnTo>
                        <a:lnTo>
                          <a:pt x="29" y="1088"/>
                        </a:lnTo>
                        <a:cubicBezTo>
                          <a:pt x="1" y="1117"/>
                          <a:pt x="1" y="1145"/>
                          <a:pt x="29" y="1173"/>
                        </a:cubicBezTo>
                        <a:lnTo>
                          <a:pt x="57" y="1202"/>
                        </a:lnTo>
                        <a:cubicBezTo>
                          <a:pt x="86" y="1202"/>
                          <a:pt x="86" y="1202"/>
                          <a:pt x="86" y="1173"/>
                        </a:cubicBezTo>
                        <a:lnTo>
                          <a:pt x="708" y="763"/>
                        </a:lnTo>
                        <a:cubicBezTo>
                          <a:pt x="708" y="735"/>
                          <a:pt x="737" y="735"/>
                          <a:pt x="737" y="699"/>
                        </a:cubicBezTo>
                        <a:cubicBezTo>
                          <a:pt x="737" y="699"/>
                          <a:pt x="737" y="671"/>
                          <a:pt x="708" y="671"/>
                        </a:cubicBezTo>
                        <a:lnTo>
                          <a:pt x="114" y="27"/>
                        </a:lnTo>
                        <a:cubicBezTo>
                          <a:pt x="100" y="10"/>
                          <a:pt x="86" y="1"/>
                          <a:pt x="7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7"/>
                  <p:cNvSpPr/>
                  <p:nvPr/>
                </p:nvSpPr>
                <p:spPr>
                  <a:xfrm>
                    <a:off x="3706989" y="2034233"/>
                    <a:ext cx="26121" cy="38098"/>
                  </a:xfrm>
                  <a:custGeom>
                    <a:avLst/>
                    <a:gdLst/>
                    <a:ahLst/>
                    <a:cxnLst/>
                    <a:rect l="l" t="t" r="r" b="b"/>
                    <a:pathLst>
                      <a:path w="772" h="1126" extrusionOk="0">
                        <a:moveTo>
                          <a:pt x="389" y="121"/>
                        </a:moveTo>
                        <a:cubicBezTo>
                          <a:pt x="531" y="121"/>
                          <a:pt x="651" y="326"/>
                          <a:pt x="651" y="567"/>
                        </a:cubicBezTo>
                        <a:cubicBezTo>
                          <a:pt x="651" y="800"/>
                          <a:pt x="531" y="1006"/>
                          <a:pt x="389" y="1006"/>
                        </a:cubicBezTo>
                        <a:cubicBezTo>
                          <a:pt x="241" y="1006"/>
                          <a:pt x="121" y="800"/>
                          <a:pt x="121" y="567"/>
                        </a:cubicBezTo>
                        <a:cubicBezTo>
                          <a:pt x="121" y="326"/>
                          <a:pt x="241" y="121"/>
                          <a:pt x="389" y="121"/>
                        </a:cubicBezTo>
                        <a:close/>
                        <a:moveTo>
                          <a:pt x="389" y="1"/>
                        </a:moveTo>
                        <a:cubicBezTo>
                          <a:pt x="177" y="1"/>
                          <a:pt x="0" y="270"/>
                          <a:pt x="0" y="567"/>
                        </a:cubicBezTo>
                        <a:cubicBezTo>
                          <a:pt x="0" y="885"/>
                          <a:pt x="177" y="1126"/>
                          <a:pt x="389" y="1126"/>
                        </a:cubicBezTo>
                        <a:cubicBezTo>
                          <a:pt x="595" y="1126"/>
                          <a:pt x="771" y="885"/>
                          <a:pt x="771" y="567"/>
                        </a:cubicBezTo>
                        <a:cubicBezTo>
                          <a:pt x="771" y="270"/>
                          <a:pt x="595" y="1"/>
                          <a:pt x="3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7"/>
                  <p:cNvSpPr/>
                  <p:nvPr/>
                </p:nvSpPr>
                <p:spPr>
                  <a:xfrm>
                    <a:off x="3753885" y="2037346"/>
                    <a:ext cx="4128" cy="37861"/>
                  </a:xfrm>
                  <a:custGeom>
                    <a:avLst/>
                    <a:gdLst/>
                    <a:ahLst/>
                    <a:cxnLst/>
                    <a:rect l="l" t="t" r="r" b="b"/>
                    <a:pathLst>
                      <a:path w="122" h="1119" extrusionOk="0">
                        <a:moveTo>
                          <a:pt x="65" y="1"/>
                        </a:moveTo>
                        <a:cubicBezTo>
                          <a:pt x="29" y="1"/>
                          <a:pt x="1" y="29"/>
                          <a:pt x="1" y="58"/>
                        </a:cubicBezTo>
                        <a:lnTo>
                          <a:pt x="1" y="1062"/>
                        </a:lnTo>
                        <a:cubicBezTo>
                          <a:pt x="1" y="1090"/>
                          <a:pt x="29" y="1119"/>
                          <a:pt x="65" y="1119"/>
                        </a:cubicBezTo>
                        <a:cubicBezTo>
                          <a:pt x="93" y="1119"/>
                          <a:pt x="121" y="1090"/>
                          <a:pt x="121" y="1062"/>
                        </a:cubicBezTo>
                        <a:lnTo>
                          <a:pt x="121" y="58"/>
                        </a:lnTo>
                        <a:cubicBezTo>
                          <a:pt x="121" y="29"/>
                          <a:pt x="93" y="1"/>
                          <a:pt x="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7"/>
                  <p:cNvSpPr/>
                  <p:nvPr/>
                </p:nvSpPr>
                <p:spPr>
                  <a:xfrm>
                    <a:off x="3771852" y="2041440"/>
                    <a:ext cx="20132" cy="31873"/>
                  </a:xfrm>
                  <a:custGeom>
                    <a:avLst/>
                    <a:gdLst/>
                    <a:ahLst/>
                    <a:cxnLst/>
                    <a:rect l="l" t="t" r="r" b="b"/>
                    <a:pathLst>
                      <a:path w="595" h="942" extrusionOk="0">
                        <a:moveTo>
                          <a:pt x="0" y="0"/>
                        </a:moveTo>
                        <a:lnTo>
                          <a:pt x="0" y="941"/>
                        </a:lnTo>
                        <a:lnTo>
                          <a:pt x="595" y="941"/>
                        </a:lnTo>
                        <a:lnTo>
                          <a:pt x="5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7"/>
                  <p:cNvSpPr/>
                  <p:nvPr/>
                </p:nvSpPr>
                <p:spPr>
                  <a:xfrm>
                    <a:off x="3803929" y="2039274"/>
                    <a:ext cx="32820" cy="35933"/>
                  </a:xfrm>
                  <a:custGeom>
                    <a:avLst/>
                    <a:gdLst/>
                    <a:ahLst/>
                    <a:cxnLst/>
                    <a:rect l="l" t="t" r="r" b="b"/>
                    <a:pathLst>
                      <a:path w="970" h="1062" extrusionOk="0">
                        <a:moveTo>
                          <a:pt x="849" y="121"/>
                        </a:moveTo>
                        <a:lnTo>
                          <a:pt x="849" y="948"/>
                        </a:lnTo>
                        <a:lnTo>
                          <a:pt x="114" y="948"/>
                        </a:lnTo>
                        <a:lnTo>
                          <a:pt x="114" y="121"/>
                        </a:lnTo>
                        <a:close/>
                        <a:moveTo>
                          <a:pt x="57" y="1"/>
                        </a:moveTo>
                        <a:cubicBezTo>
                          <a:pt x="29" y="1"/>
                          <a:pt x="0" y="29"/>
                          <a:pt x="0" y="64"/>
                        </a:cubicBezTo>
                        <a:lnTo>
                          <a:pt x="0" y="1005"/>
                        </a:lnTo>
                        <a:cubicBezTo>
                          <a:pt x="0" y="1033"/>
                          <a:pt x="29" y="1062"/>
                          <a:pt x="57" y="1062"/>
                        </a:cubicBezTo>
                        <a:lnTo>
                          <a:pt x="913" y="1062"/>
                        </a:lnTo>
                        <a:cubicBezTo>
                          <a:pt x="941" y="1062"/>
                          <a:pt x="970" y="1033"/>
                          <a:pt x="970" y="1005"/>
                        </a:cubicBezTo>
                        <a:lnTo>
                          <a:pt x="970" y="64"/>
                        </a:lnTo>
                        <a:cubicBezTo>
                          <a:pt x="970" y="29"/>
                          <a:pt x="941" y="1"/>
                          <a:pt x="9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7"/>
                  <p:cNvSpPr/>
                  <p:nvPr/>
                </p:nvSpPr>
                <p:spPr>
                  <a:xfrm>
                    <a:off x="3847746" y="2041440"/>
                    <a:ext cx="32820" cy="31873"/>
                  </a:xfrm>
                  <a:custGeom>
                    <a:avLst/>
                    <a:gdLst/>
                    <a:ahLst/>
                    <a:cxnLst/>
                    <a:rect l="l" t="t" r="r" b="b"/>
                    <a:pathLst>
                      <a:path w="970" h="942" extrusionOk="0">
                        <a:moveTo>
                          <a:pt x="0" y="0"/>
                        </a:moveTo>
                        <a:lnTo>
                          <a:pt x="0" y="941"/>
                        </a:lnTo>
                        <a:lnTo>
                          <a:pt x="969" y="941"/>
                        </a:lnTo>
                        <a:lnTo>
                          <a:pt x="9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7"/>
                  <p:cNvSpPr/>
                  <p:nvPr/>
                </p:nvSpPr>
                <p:spPr>
                  <a:xfrm>
                    <a:off x="3892477" y="2026924"/>
                    <a:ext cx="25173" cy="64320"/>
                  </a:xfrm>
                  <a:custGeom>
                    <a:avLst/>
                    <a:gdLst/>
                    <a:ahLst/>
                    <a:cxnLst/>
                    <a:rect l="l" t="t" r="r" b="b"/>
                    <a:pathLst>
                      <a:path w="744" h="1901" extrusionOk="0">
                        <a:moveTo>
                          <a:pt x="349" y="0"/>
                        </a:moveTo>
                        <a:cubicBezTo>
                          <a:pt x="332" y="0"/>
                          <a:pt x="315" y="4"/>
                          <a:pt x="298" y="12"/>
                        </a:cubicBezTo>
                        <a:cubicBezTo>
                          <a:pt x="270" y="12"/>
                          <a:pt x="241" y="40"/>
                          <a:pt x="241" y="75"/>
                        </a:cubicBezTo>
                        <a:cubicBezTo>
                          <a:pt x="270" y="104"/>
                          <a:pt x="298" y="132"/>
                          <a:pt x="326" y="132"/>
                        </a:cubicBezTo>
                        <a:cubicBezTo>
                          <a:pt x="336" y="123"/>
                          <a:pt x="346" y="120"/>
                          <a:pt x="357" y="120"/>
                        </a:cubicBezTo>
                        <a:cubicBezTo>
                          <a:pt x="377" y="120"/>
                          <a:pt x="399" y="132"/>
                          <a:pt x="418" y="132"/>
                        </a:cubicBezTo>
                        <a:cubicBezTo>
                          <a:pt x="447" y="160"/>
                          <a:pt x="475" y="252"/>
                          <a:pt x="503" y="309"/>
                        </a:cubicBezTo>
                        <a:cubicBezTo>
                          <a:pt x="503" y="366"/>
                          <a:pt x="475" y="429"/>
                          <a:pt x="475" y="514"/>
                        </a:cubicBezTo>
                        <a:cubicBezTo>
                          <a:pt x="475" y="542"/>
                          <a:pt x="447" y="606"/>
                          <a:pt x="447" y="663"/>
                        </a:cubicBezTo>
                        <a:cubicBezTo>
                          <a:pt x="447" y="783"/>
                          <a:pt x="475" y="868"/>
                          <a:pt x="532" y="960"/>
                        </a:cubicBezTo>
                        <a:cubicBezTo>
                          <a:pt x="503" y="988"/>
                          <a:pt x="475" y="1016"/>
                          <a:pt x="447" y="1045"/>
                        </a:cubicBezTo>
                        <a:lnTo>
                          <a:pt x="447" y="1278"/>
                        </a:lnTo>
                        <a:lnTo>
                          <a:pt x="447" y="1313"/>
                        </a:lnTo>
                        <a:cubicBezTo>
                          <a:pt x="475" y="1455"/>
                          <a:pt x="447" y="1575"/>
                          <a:pt x="390" y="1667"/>
                        </a:cubicBezTo>
                        <a:cubicBezTo>
                          <a:pt x="344" y="1728"/>
                          <a:pt x="273" y="1775"/>
                          <a:pt x="202" y="1775"/>
                        </a:cubicBezTo>
                        <a:cubicBezTo>
                          <a:pt x="174" y="1775"/>
                          <a:pt x="147" y="1768"/>
                          <a:pt x="121" y="1752"/>
                        </a:cubicBezTo>
                        <a:cubicBezTo>
                          <a:pt x="107" y="1738"/>
                          <a:pt x="93" y="1731"/>
                          <a:pt x="79" y="1731"/>
                        </a:cubicBezTo>
                        <a:cubicBezTo>
                          <a:pt x="65" y="1731"/>
                          <a:pt x="50" y="1738"/>
                          <a:pt x="36" y="1752"/>
                        </a:cubicBezTo>
                        <a:cubicBezTo>
                          <a:pt x="1" y="1780"/>
                          <a:pt x="36" y="1809"/>
                          <a:pt x="65" y="1844"/>
                        </a:cubicBezTo>
                        <a:cubicBezTo>
                          <a:pt x="93" y="1872"/>
                          <a:pt x="150" y="1901"/>
                          <a:pt x="213" y="1901"/>
                        </a:cubicBezTo>
                        <a:cubicBezTo>
                          <a:pt x="326" y="1901"/>
                          <a:pt x="447" y="1809"/>
                          <a:pt x="503" y="1724"/>
                        </a:cubicBezTo>
                        <a:cubicBezTo>
                          <a:pt x="567" y="1604"/>
                          <a:pt x="595" y="1455"/>
                          <a:pt x="567" y="1278"/>
                        </a:cubicBezTo>
                        <a:lnTo>
                          <a:pt x="567" y="1250"/>
                        </a:lnTo>
                        <a:lnTo>
                          <a:pt x="567" y="1101"/>
                        </a:lnTo>
                        <a:cubicBezTo>
                          <a:pt x="567" y="1073"/>
                          <a:pt x="595" y="1045"/>
                          <a:pt x="623" y="1045"/>
                        </a:cubicBezTo>
                        <a:cubicBezTo>
                          <a:pt x="623" y="1016"/>
                          <a:pt x="652" y="1016"/>
                          <a:pt x="652" y="1016"/>
                        </a:cubicBezTo>
                        <a:cubicBezTo>
                          <a:pt x="660" y="1025"/>
                          <a:pt x="668" y="1028"/>
                          <a:pt x="677" y="1028"/>
                        </a:cubicBezTo>
                        <a:cubicBezTo>
                          <a:pt x="697" y="1028"/>
                          <a:pt x="719" y="1008"/>
                          <a:pt x="744" y="988"/>
                        </a:cubicBezTo>
                        <a:cubicBezTo>
                          <a:pt x="744" y="960"/>
                          <a:pt x="744" y="924"/>
                          <a:pt x="708" y="924"/>
                        </a:cubicBezTo>
                        <a:cubicBezTo>
                          <a:pt x="680" y="924"/>
                          <a:pt x="680" y="896"/>
                          <a:pt x="680" y="896"/>
                        </a:cubicBezTo>
                        <a:cubicBezTo>
                          <a:pt x="595" y="896"/>
                          <a:pt x="567" y="783"/>
                          <a:pt x="567" y="663"/>
                        </a:cubicBezTo>
                        <a:cubicBezTo>
                          <a:pt x="567" y="634"/>
                          <a:pt x="567" y="571"/>
                          <a:pt x="595" y="514"/>
                        </a:cubicBezTo>
                        <a:cubicBezTo>
                          <a:pt x="595" y="458"/>
                          <a:pt x="623" y="366"/>
                          <a:pt x="623" y="281"/>
                        </a:cubicBezTo>
                        <a:cubicBezTo>
                          <a:pt x="595" y="189"/>
                          <a:pt x="532" y="104"/>
                          <a:pt x="475" y="40"/>
                        </a:cubicBezTo>
                        <a:cubicBezTo>
                          <a:pt x="435" y="20"/>
                          <a:pt x="391" y="0"/>
                          <a:pt x="3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7"/>
                  <p:cNvSpPr/>
                  <p:nvPr/>
                </p:nvSpPr>
                <p:spPr>
                  <a:xfrm>
                    <a:off x="3928411" y="2028278"/>
                    <a:ext cx="11030" cy="59854"/>
                  </a:xfrm>
                  <a:custGeom>
                    <a:avLst/>
                    <a:gdLst/>
                    <a:ahLst/>
                    <a:cxnLst/>
                    <a:rect l="l" t="t" r="r" b="b"/>
                    <a:pathLst>
                      <a:path w="326" h="1769" extrusionOk="0">
                        <a:moveTo>
                          <a:pt x="35" y="0"/>
                        </a:moveTo>
                        <a:cubicBezTo>
                          <a:pt x="0" y="35"/>
                          <a:pt x="0" y="64"/>
                          <a:pt x="0" y="92"/>
                        </a:cubicBezTo>
                        <a:cubicBezTo>
                          <a:pt x="212" y="594"/>
                          <a:pt x="212" y="1182"/>
                          <a:pt x="0" y="1684"/>
                        </a:cubicBezTo>
                        <a:cubicBezTo>
                          <a:pt x="0" y="1712"/>
                          <a:pt x="0" y="1769"/>
                          <a:pt x="35" y="1769"/>
                        </a:cubicBezTo>
                        <a:lnTo>
                          <a:pt x="64" y="1769"/>
                        </a:lnTo>
                        <a:cubicBezTo>
                          <a:pt x="92" y="1769"/>
                          <a:pt x="120" y="1769"/>
                          <a:pt x="120" y="1740"/>
                        </a:cubicBezTo>
                        <a:cubicBezTo>
                          <a:pt x="326" y="1210"/>
                          <a:pt x="326" y="594"/>
                          <a:pt x="120" y="64"/>
                        </a:cubicBezTo>
                        <a:cubicBezTo>
                          <a:pt x="92" y="35"/>
                          <a:pt x="64" y="0"/>
                          <a:pt x="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7"/>
                  <p:cNvSpPr/>
                  <p:nvPr/>
                </p:nvSpPr>
                <p:spPr>
                  <a:xfrm>
                    <a:off x="3941573" y="2027296"/>
                    <a:ext cx="14854" cy="68990"/>
                  </a:xfrm>
                  <a:custGeom>
                    <a:avLst/>
                    <a:gdLst/>
                    <a:ahLst/>
                    <a:cxnLst/>
                    <a:rect l="l" t="t" r="r" b="b"/>
                    <a:pathLst>
                      <a:path w="439" h="2039" extrusionOk="0">
                        <a:moveTo>
                          <a:pt x="85" y="1"/>
                        </a:moveTo>
                        <a:cubicBezTo>
                          <a:pt x="57" y="29"/>
                          <a:pt x="28" y="64"/>
                          <a:pt x="57" y="93"/>
                        </a:cubicBezTo>
                        <a:cubicBezTo>
                          <a:pt x="319" y="680"/>
                          <a:pt x="290" y="1387"/>
                          <a:pt x="0" y="1946"/>
                        </a:cubicBezTo>
                        <a:cubicBezTo>
                          <a:pt x="0" y="1975"/>
                          <a:pt x="0" y="2038"/>
                          <a:pt x="28" y="2038"/>
                        </a:cubicBezTo>
                        <a:lnTo>
                          <a:pt x="57" y="2038"/>
                        </a:lnTo>
                        <a:cubicBezTo>
                          <a:pt x="85" y="2038"/>
                          <a:pt x="85" y="2038"/>
                          <a:pt x="113" y="2010"/>
                        </a:cubicBezTo>
                        <a:cubicBezTo>
                          <a:pt x="439" y="1416"/>
                          <a:pt x="439" y="652"/>
                          <a:pt x="142" y="29"/>
                        </a:cubicBezTo>
                        <a:cubicBezTo>
                          <a:pt x="142" y="1"/>
                          <a:pt x="113" y="1"/>
                          <a:pt x="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7"/>
                  <p:cNvSpPr/>
                  <p:nvPr/>
                </p:nvSpPr>
                <p:spPr>
                  <a:xfrm>
                    <a:off x="3622264" y="2026924"/>
                    <a:ext cx="24903" cy="64320"/>
                  </a:xfrm>
                  <a:custGeom>
                    <a:avLst/>
                    <a:gdLst/>
                    <a:ahLst/>
                    <a:cxnLst/>
                    <a:rect l="l" t="t" r="r" b="b"/>
                    <a:pathLst>
                      <a:path w="736" h="1901" extrusionOk="0">
                        <a:moveTo>
                          <a:pt x="417" y="0"/>
                        </a:moveTo>
                        <a:cubicBezTo>
                          <a:pt x="367" y="0"/>
                          <a:pt x="309" y="20"/>
                          <a:pt x="269" y="40"/>
                        </a:cubicBezTo>
                        <a:cubicBezTo>
                          <a:pt x="205" y="104"/>
                          <a:pt x="149" y="189"/>
                          <a:pt x="149" y="281"/>
                        </a:cubicBezTo>
                        <a:cubicBezTo>
                          <a:pt x="120" y="366"/>
                          <a:pt x="149" y="458"/>
                          <a:pt x="149" y="514"/>
                        </a:cubicBezTo>
                        <a:cubicBezTo>
                          <a:pt x="177" y="571"/>
                          <a:pt x="177" y="634"/>
                          <a:pt x="177" y="663"/>
                        </a:cubicBezTo>
                        <a:cubicBezTo>
                          <a:pt x="177" y="783"/>
                          <a:pt x="149" y="896"/>
                          <a:pt x="64" y="896"/>
                        </a:cubicBezTo>
                        <a:lnTo>
                          <a:pt x="64" y="924"/>
                        </a:lnTo>
                        <a:cubicBezTo>
                          <a:pt x="28" y="924"/>
                          <a:pt x="0" y="960"/>
                          <a:pt x="0" y="988"/>
                        </a:cubicBezTo>
                        <a:cubicBezTo>
                          <a:pt x="20" y="1008"/>
                          <a:pt x="44" y="1028"/>
                          <a:pt x="66" y="1028"/>
                        </a:cubicBezTo>
                        <a:cubicBezTo>
                          <a:pt x="75" y="1028"/>
                          <a:pt x="84" y="1025"/>
                          <a:pt x="92" y="1016"/>
                        </a:cubicBezTo>
                        <a:cubicBezTo>
                          <a:pt x="120" y="1016"/>
                          <a:pt x="120" y="1016"/>
                          <a:pt x="120" y="1045"/>
                        </a:cubicBezTo>
                        <a:cubicBezTo>
                          <a:pt x="149" y="1045"/>
                          <a:pt x="177" y="1073"/>
                          <a:pt x="177" y="1101"/>
                        </a:cubicBezTo>
                        <a:cubicBezTo>
                          <a:pt x="205" y="1137"/>
                          <a:pt x="177" y="1193"/>
                          <a:pt x="177" y="1250"/>
                        </a:cubicBezTo>
                        <a:lnTo>
                          <a:pt x="177" y="1278"/>
                        </a:lnTo>
                        <a:cubicBezTo>
                          <a:pt x="149" y="1455"/>
                          <a:pt x="177" y="1604"/>
                          <a:pt x="269" y="1724"/>
                        </a:cubicBezTo>
                        <a:cubicBezTo>
                          <a:pt x="325" y="1809"/>
                          <a:pt x="446" y="1901"/>
                          <a:pt x="559" y="1901"/>
                        </a:cubicBezTo>
                        <a:cubicBezTo>
                          <a:pt x="594" y="1901"/>
                          <a:pt x="651" y="1872"/>
                          <a:pt x="707" y="1844"/>
                        </a:cubicBezTo>
                        <a:cubicBezTo>
                          <a:pt x="736" y="1809"/>
                          <a:pt x="736" y="1780"/>
                          <a:pt x="707" y="1752"/>
                        </a:cubicBezTo>
                        <a:cubicBezTo>
                          <a:pt x="707" y="1738"/>
                          <a:pt x="693" y="1731"/>
                          <a:pt x="676" y="1731"/>
                        </a:cubicBezTo>
                        <a:cubicBezTo>
                          <a:pt x="658" y="1731"/>
                          <a:pt x="637" y="1738"/>
                          <a:pt x="623" y="1752"/>
                        </a:cubicBezTo>
                        <a:cubicBezTo>
                          <a:pt x="597" y="1768"/>
                          <a:pt x="570" y="1775"/>
                          <a:pt x="542" y="1775"/>
                        </a:cubicBezTo>
                        <a:cubicBezTo>
                          <a:pt x="471" y="1775"/>
                          <a:pt x="400" y="1728"/>
                          <a:pt x="354" y="1667"/>
                        </a:cubicBezTo>
                        <a:cubicBezTo>
                          <a:pt x="297" y="1575"/>
                          <a:pt x="269" y="1455"/>
                          <a:pt x="297" y="1313"/>
                        </a:cubicBezTo>
                        <a:lnTo>
                          <a:pt x="297" y="1278"/>
                        </a:lnTo>
                        <a:cubicBezTo>
                          <a:pt x="297" y="1193"/>
                          <a:pt x="325" y="1137"/>
                          <a:pt x="297" y="1045"/>
                        </a:cubicBezTo>
                        <a:cubicBezTo>
                          <a:pt x="269" y="1016"/>
                          <a:pt x="241" y="988"/>
                          <a:pt x="205" y="960"/>
                        </a:cubicBezTo>
                        <a:cubicBezTo>
                          <a:pt x="269" y="868"/>
                          <a:pt x="297" y="783"/>
                          <a:pt x="297" y="663"/>
                        </a:cubicBezTo>
                        <a:cubicBezTo>
                          <a:pt x="297" y="606"/>
                          <a:pt x="297" y="542"/>
                          <a:pt x="269" y="514"/>
                        </a:cubicBezTo>
                        <a:cubicBezTo>
                          <a:pt x="269" y="429"/>
                          <a:pt x="241" y="366"/>
                          <a:pt x="269" y="309"/>
                        </a:cubicBezTo>
                        <a:cubicBezTo>
                          <a:pt x="269" y="252"/>
                          <a:pt x="297" y="160"/>
                          <a:pt x="354" y="132"/>
                        </a:cubicBezTo>
                        <a:cubicBezTo>
                          <a:pt x="373" y="132"/>
                          <a:pt x="395" y="120"/>
                          <a:pt x="416" y="120"/>
                        </a:cubicBezTo>
                        <a:cubicBezTo>
                          <a:pt x="426" y="120"/>
                          <a:pt x="436" y="123"/>
                          <a:pt x="446" y="132"/>
                        </a:cubicBezTo>
                        <a:cubicBezTo>
                          <a:pt x="474" y="132"/>
                          <a:pt x="502" y="104"/>
                          <a:pt x="502" y="75"/>
                        </a:cubicBezTo>
                        <a:cubicBezTo>
                          <a:pt x="502" y="40"/>
                          <a:pt x="502" y="12"/>
                          <a:pt x="474" y="12"/>
                        </a:cubicBezTo>
                        <a:cubicBezTo>
                          <a:pt x="457" y="4"/>
                          <a:pt x="438" y="0"/>
                          <a:pt x="41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7"/>
                  <p:cNvSpPr/>
                  <p:nvPr/>
                </p:nvSpPr>
                <p:spPr>
                  <a:xfrm>
                    <a:off x="3600474" y="2028278"/>
                    <a:ext cx="11978" cy="59854"/>
                  </a:xfrm>
                  <a:custGeom>
                    <a:avLst/>
                    <a:gdLst/>
                    <a:ahLst/>
                    <a:cxnLst/>
                    <a:rect l="l" t="t" r="r" b="b"/>
                    <a:pathLst>
                      <a:path w="354" h="1769" extrusionOk="0">
                        <a:moveTo>
                          <a:pt x="290" y="0"/>
                        </a:moveTo>
                        <a:cubicBezTo>
                          <a:pt x="262" y="0"/>
                          <a:pt x="234" y="35"/>
                          <a:pt x="234" y="64"/>
                        </a:cubicBezTo>
                        <a:cubicBezTo>
                          <a:pt x="0" y="594"/>
                          <a:pt x="0" y="1210"/>
                          <a:pt x="205" y="1740"/>
                        </a:cubicBezTo>
                        <a:cubicBezTo>
                          <a:pt x="234" y="1769"/>
                          <a:pt x="234" y="1769"/>
                          <a:pt x="262" y="1769"/>
                        </a:cubicBezTo>
                        <a:lnTo>
                          <a:pt x="290" y="1769"/>
                        </a:lnTo>
                        <a:cubicBezTo>
                          <a:pt x="319" y="1769"/>
                          <a:pt x="319" y="1712"/>
                          <a:pt x="319" y="1684"/>
                        </a:cubicBezTo>
                        <a:cubicBezTo>
                          <a:pt x="113" y="1182"/>
                          <a:pt x="113" y="594"/>
                          <a:pt x="319" y="92"/>
                        </a:cubicBezTo>
                        <a:cubicBezTo>
                          <a:pt x="354" y="64"/>
                          <a:pt x="319" y="35"/>
                          <a:pt x="29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7"/>
                  <p:cNvSpPr/>
                  <p:nvPr/>
                </p:nvSpPr>
                <p:spPr>
                  <a:xfrm>
                    <a:off x="3583454" y="2027296"/>
                    <a:ext cx="14887" cy="68990"/>
                  </a:xfrm>
                  <a:custGeom>
                    <a:avLst/>
                    <a:gdLst/>
                    <a:ahLst/>
                    <a:cxnLst/>
                    <a:rect l="l" t="t" r="r" b="b"/>
                    <a:pathLst>
                      <a:path w="440" h="2039" extrusionOk="0">
                        <a:moveTo>
                          <a:pt x="355" y="1"/>
                        </a:moveTo>
                        <a:cubicBezTo>
                          <a:pt x="326" y="1"/>
                          <a:pt x="291" y="1"/>
                          <a:pt x="291" y="29"/>
                        </a:cubicBezTo>
                        <a:cubicBezTo>
                          <a:pt x="1" y="652"/>
                          <a:pt x="29" y="1416"/>
                          <a:pt x="326" y="2010"/>
                        </a:cubicBezTo>
                        <a:cubicBezTo>
                          <a:pt x="355" y="2038"/>
                          <a:pt x="355" y="2038"/>
                          <a:pt x="383" y="2038"/>
                        </a:cubicBezTo>
                        <a:lnTo>
                          <a:pt x="411" y="2038"/>
                        </a:lnTo>
                        <a:cubicBezTo>
                          <a:pt x="440" y="2038"/>
                          <a:pt x="440" y="1975"/>
                          <a:pt x="440" y="1946"/>
                        </a:cubicBezTo>
                        <a:cubicBezTo>
                          <a:pt x="150" y="1387"/>
                          <a:pt x="114" y="680"/>
                          <a:pt x="383" y="93"/>
                        </a:cubicBezTo>
                        <a:cubicBezTo>
                          <a:pt x="411" y="64"/>
                          <a:pt x="383" y="29"/>
                          <a:pt x="3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37"/>
                <p:cNvGrpSpPr/>
                <p:nvPr/>
              </p:nvGrpSpPr>
              <p:grpSpPr>
                <a:xfrm>
                  <a:off x="4013356" y="2847427"/>
                  <a:ext cx="312169" cy="63373"/>
                  <a:chOff x="4157006" y="2607377"/>
                  <a:chExt cx="312169" cy="63373"/>
                </a:xfrm>
              </p:grpSpPr>
              <p:sp>
                <p:nvSpPr>
                  <p:cNvPr id="571" name="Google Shape;571;p37"/>
                  <p:cNvSpPr/>
                  <p:nvPr/>
                </p:nvSpPr>
                <p:spPr>
                  <a:xfrm>
                    <a:off x="4411214" y="2619017"/>
                    <a:ext cx="24903" cy="39790"/>
                  </a:xfrm>
                  <a:custGeom>
                    <a:avLst/>
                    <a:gdLst/>
                    <a:ahLst/>
                    <a:cxnLst/>
                    <a:rect l="l" t="t" r="r" b="b"/>
                    <a:pathLst>
                      <a:path w="736" h="1176" extrusionOk="0">
                        <a:moveTo>
                          <a:pt x="665" y="1"/>
                        </a:moveTo>
                        <a:cubicBezTo>
                          <a:pt x="651" y="1"/>
                          <a:pt x="637" y="8"/>
                          <a:pt x="623" y="22"/>
                        </a:cubicBezTo>
                        <a:lnTo>
                          <a:pt x="28" y="673"/>
                        </a:lnTo>
                        <a:cubicBezTo>
                          <a:pt x="28" y="673"/>
                          <a:pt x="0" y="673"/>
                          <a:pt x="28" y="701"/>
                        </a:cubicBezTo>
                        <a:lnTo>
                          <a:pt x="28" y="758"/>
                        </a:lnTo>
                        <a:lnTo>
                          <a:pt x="651" y="1175"/>
                        </a:lnTo>
                        <a:lnTo>
                          <a:pt x="679" y="1175"/>
                        </a:lnTo>
                        <a:cubicBezTo>
                          <a:pt x="679" y="1175"/>
                          <a:pt x="708" y="1175"/>
                          <a:pt x="708" y="1147"/>
                        </a:cubicBezTo>
                        <a:cubicBezTo>
                          <a:pt x="736" y="1111"/>
                          <a:pt x="736" y="1083"/>
                          <a:pt x="708" y="1083"/>
                        </a:cubicBezTo>
                        <a:lnTo>
                          <a:pt x="177" y="701"/>
                        </a:lnTo>
                        <a:lnTo>
                          <a:pt x="708" y="114"/>
                        </a:lnTo>
                        <a:cubicBezTo>
                          <a:pt x="736" y="86"/>
                          <a:pt x="736" y="50"/>
                          <a:pt x="708" y="22"/>
                        </a:cubicBezTo>
                        <a:cubicBezTo>
                          <a:pt x="693" y="8"/>
                          <a:pt x="679" y="1"/>
                          <a:pt x="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7"/>
                  <p:cNvSpPr/>
                  <p:nvPr/>
                </p:nvSpPr>
                <p:spPr>
                  <a:xfrm>
                    <a:off x="4395176" y="2619017"/>
                    <a:ext cx="23955" cy="39790"/>
                  </a:xfrm>
                  <a:custGeom>
                    <a:avLst/>
                    <a:gdLst/>
                    <a:ahLst/>
                    <a:cxnLst/>
                    <a:rect l="l" t="t" r="r" b="b"/>
                    <a:pathLst>
                      <a:path w="708" h="1176" extrusionOk="0">
                        <a:moveTo>
                          <a:pt x="651" y="1"/>
                        </a:moveTo>
                        <a:cubicBezTo>
                          <a:pt x="637" y="1"/>
                          <a:pt x="623" y="8"/>
                          <a:pt x="623" y="22"/>
                        </a:cubicBezTo>
                        <a:lnTo>
                          <a:pt x="0" y="673"/>
                        </a:lnTo>
                        <a:lnTo>
                          <a:pt x="0" y="701"/>
                        </a:lnTo>
                        <a:cubicBezTo>
                          <a:pt x="0" y="729"/>
                          <a:pt x="0" y="729"/>
                          <a:pt x="35" y="758"/>
                        </a:cubicBezTo>
                        <a:lnTo>
                          <a:pt x="623" y="1175"/>
                        </a:lnTo>
                        <a:lnTo>
                          <a:pt x="651" y="1175"/>
                        </a:lnTo>
                        <a:cubicBezTo>
                          <a:pt x="679" y="1175"/>
                          <a:pt x="679" y="1175"/>
                          <a:pt x="708" y="1147"/>
                        </a:cubicBezTo>
                        <a:cubicBezTo>
                          <a:pt x="708" y="1111"/>
                          <a:pt x="708" y="1083"/>
                          <a:pt x="679" y="1083"/>
                        </a:cubicBezTo>
                        <a:lnTo>
                          <a:pt x="149" y="701"/>
                        </a:lnTo>
                        <a:lnTo>
                          <a:pt x="708" y="114"/>
                        </a:lnTo>
                        <a:cubicBezTo>
                          <a:pt x="708" y="86"/>
                          <a:pt x="708" y="50"/>
                          <a:pt x="679" y="22"/>
                        </a:cubicBezTo>
                        <a:cubicBezTo>
                          <a:pt x="679" y="8"/>
                          <a:pt x="665" y="1"/>
                          <a:pt x="65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7"/>
                  <p:cNvSpPr/>
                  <p:nvPr/>
                </p:nvSpPr>
                <p:spPr>
                  <a:xfrm>
                    <a:off x="4360460" y="2620708"/>
                    <a:ext cx="25884" cy="37117"/>
                  </a:xfrm>
                  <a:custGeom>
                    <a:avLst/>
                    <a:gdLst/>
                    <a:ahLst/>
                    <a:cxnLst/>
                    <a:rect l="l" t="t" r="r" b="b"/>
                    <a:pathLst>
                      <a:path w="765" h="1097" extrusionOk="0">
                        <a:moveTo>
                          <a:pt x="382" y="120"/>
                        </a:moveTo>
                        <a:cubicBezTo>
                          <a:pt x="531" y="120"/>
                          <a:pt x="644" y="297"/>
                          <a:pt x="644" y="531"/>
                        </a:cubicBezTo>
                        <a:cubicBezTo>
                          <a:pt x="644" y="771"/>
                          <a:pt x="531" y="976"/>
                          <a:pt x="382" y="976"/>
                        </a:cubicBezTo>
                        <a:cubicBezTo>
                          <a:pt x="234" y="976"/>
                          <a:pt x="114" y="771"/>
                          <a:pt x="114" y="531"/>
                        </a:cubicBezTo>
                        <a:cubicBezTo>
                          <a:pt x="114" y="297"/>
                          <a:pt x="234" y="120"/>
                          <a:pt x="382" y="120"/>
                        </a:cubicBezTo>
                        <a:close/>
                        <a:moveTo>
                          <a:pt x="382" y="0"/>
                        </a:moveTo>
                        <a:cubicBezTo>
                          <a:pt x="177" y="0"/>
                          <a:pt x="0" y="241"/>
                          <a:pt x="0" y="531"/>
                        </a:cubicBezTo>
                        <a:cubicBezTo>
                          <a:pt x="0" y="856"/>
                          <a:pt x="177" y="1097"/>
                          <a:pt x="382" y="1097"/>
                        </a:cubicBezTo>
                        <a:cubicBezTo>
                          <a:pt x="587" y="1097"/>
                          <a:pt x="764" y="856"/>
                          <a:pt x="764" y="531"/>
                        </a:cubicBezTo>
                        <a:cubicBezTo>
                          <a:pt x="764" y="241"/>
                          <a:pt x="587" y="0"/>
                          <a:pt x="3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7"/>
                  <p:cNvSpPr/>
                  <p:nvPr/>
                </p:nvSpPr>
                <p:spPr>
                  <a:xfrm>
                    <a:off x="4335320" y="2620708"/>
                    <a:ext cx="4094" cy="37117"/>
                  </a:xfrm>
                  <a:custGeom>
                    <a:avLst/>
                    <a:gdLst/>
                    <a:ahLst/>
                    <a:cxnLst/>
                    <a:rect l="l" t="t" r="r" b="b"/>
                    <a:pathLst>
                      <a:path w="121" h="1097" extrusionOk="0">
                        <a:moveTo>
                          <a:pt x="64" y="0"/>
                        </a:moveTo>
                        <a:cubicBezTo>
                          <a:pt x="36" y="0"/>
                          <a:pt x="1" y="0"/>
                          <a:pt x="1" y="64"/>
                        </a:cubicBezTo>
                        <a:lnTo>
                          <a:pt x="1" y="1033"/>
                        </a:lnTo>
                        <a:cubicBezTo>
                          <a:pt x="1" y="1061"/>
                          <a:pt x="36" y="1097"/>
                          <a:pt x="64" y="1097"/>
                        </a:cubicBezTo>
                        <a:cubicBezTo>
                          <a:pt x="92" y="1097"/>
                          <a:pt x="121" y="1061"/>
                          <a:pt x="121" y="1033"/>
                        </a:cubicBezTo>
                        <a:lnTo>
                          <a:pt x="121" y="64"/>
                        </a:lnTo>
                        <a:cubicBezTo>
                          <a:pt x="121" y="0"/>
                          <a:pt x="92" y="0"/>
                          <a:pt x="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7"/>
                  <p:cNvSpPr/>
                  <p:nvPr/>
                </p:nvSpPr>
                <p:spPr>
                  <a:xfrm>
                    <a:off x="4302534" y="2623821"/>
                    <a:ext cx="19895" cy="30891"/>
                  </a:xfrm>
                  <a:custGeom>
                    <a:avLst/>
                    <a:gdLst/>
                    <a:ahLst/>
                    <a:cxnLst/>
                    <a:rect l="l" t="t" r="r" b="b"/>
                    <a:pathLst>
                      <a:path w="588" h="913" extrusionOk="0">
                        <a:moveTo>
                          <a:pt x="0" y="0"/>
                        </a:moveTo>
                        <a:lnTo>
                          <a:pt x="0" y="913"/>
                        </a:lnTo>
                        <a:lnTo>
                          <a:pt x="587" y="913"/>
                        </a:lnTo>
                        <a:lnTo>
                          <a:pt x="5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7"/>
                  <p:cNvSpPr/>
                  <p:nvPr/>
                </p:nvSpPr>
                <p:spPr>
                  <a:xfrm>
                    <a:off x="4257532" y="2621893"/>
                    <a:ext cx="33057" cy="34749"/>
                  </a:xfrm>
                  <a:custGeom>
                    <a:avLst/>
                    <a:gdLst/>
                    <a:ahLst/>
                    <a:cxnLst/>
                    <a:rect l="l" t="t" r="r" b="b"/>
                    <a:pathLst>
                      <a:path w="977" h="1027" extrusionOk="0">
                        <a:moveTo>
                          <a:pt x="856" y="114"/>
                        </a:moveTo>
                        <a:lnTo>
                          <a:pt x="856" y="913"/>
                        </a:lnTo>
                        <a:lnTo>
                          <a:pt x="121" y="913"/>
                        </a:lnTo>
                        <a:lnTo>
                          <a:pt x="121" y="114"/>
                        </a:lnTo>
                        <a:close/>
                        <a:moveTo>
                          <a:pt x="64" y="1"/>
                        </a:moveTo>
                        <a:cubicBezTo>
                          <a:pt x="36" y="1"/>
                          <a:pt x="0" y="29"/>
                          <a:pt x="0" y="57"/>
                        </a:cubicBezTo>
                        <a:lnTo>
                          <a:pt x="0" y="970"/>
                        </a:lnTo>
                        <a:cubicBezTo>
                          <a:pt x="0" y="998"/>
                          <a:pt x="36" y="1026"/>
                          <a:pt x="64" y="1026"/>
                        </a:cubicBezTo>
                        <a:lnTo>
                          <a:pt x="920" y="1026"/>
                        </a:lnTo>
                        <a:cubicBezTo>
                          <a:pt x="948" y="1026"/>
                          <a:pt x="977" y="998"/>
                          <a:pt x="977" y="970"/>
                        </a:cubicBezTo>
                        <a:lnTo>
                          <a:pt x="977" y="57"/>
                        </a:lnTo>
                        <a:cubicBezTo>
                          <a:pt x="977" y="29"/>
                          <a:pt x="948" y="1"/>
                          <a:pt x="9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7"/>
                  <p:cNvSpPr/>
                  <p:nvPr/>
                </p:nvSpPr>
                <p:spPr>
                  <a:xfrm>
                    <a:off x="4214696" y="2623821"/>
                    <a:ext cx="32076" cy="30891"/>
                  </a:xfrm>
                  <a:custGeom>
                    <a:avLst/>
                    <a:gdLst/>
                    <a:ahLst/>
                    <a:cxnLst/>
                    <a:rect l="l" t="t" r="r" b="b"/>
                    <a:pathLst>
                      <a:path w="948" h="913" extrusionOk="0">
                        <a:moveTo>
                          <a:pt x="0" y="0"/>
                        </a:moveTo>
                        <a:lnTo>
                          <a:pt x="0" y="913"/>
                        </a:lnTo>
                        <a:lnTo>
                          <a:pt x="948" y="913"/>
                        </a:lnTo>
                        <a:lnTo>
                          <a:pt x="9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7"/>
                  <p:cNvSpPr/>
                  <p:nvPr/>
                </p:nvSpPr>
                <p:spPr>
                  <a:xfrm>
                    <a:off x="4178762" y="2607377"/>
                    <a:ext cx="23989" cy="63373"/>
                  </a:xfrm>
                  <a:custGeom>
                    <a:avLst/>
                    <a:gdLst/>
                    <a:ahLst/>
                    <a:cxnLst/>
                    <a:rect l="l" t="t" r="r" b="b"/>
                    <a:pathLst>
                      <a:path w="709" h="1873" extrusionOk="0">
                        <a:moveTo>
                          <a:pt x="392" y="0"/>
                        </a:moveTo>
                        <a:cubicBezTo>
                          <a:pt x="350" y="0"/>
                          <a:pt x="310" y="20"/>
                          <a:pt x="270" y="40"/>
                        </a:cubicBezTo>
                        <a:cubicBezTo>
                          <a:pt x="178" y="104"/>
                          <a:pt x="149" y="189"/>
                          <a:pt x="121" y="281"/>
                        </a:cubicBezTo>
                        <a:cubicBezTo>
                          <a:pt x="121" y="366"/>
                          <a:pt x="121" y="458"/>
                          <a:pt x="149" y="514"/>
                        </a:cubicBezTo>
                        <a:cubicBezTo>
                          <a:pt x="149" y="571"/>
                          <a:pt x="178" y="635"/>
                          <a:pt x="178" y="663"/>
                        </a:cubicBezTo>
                        <a:cubicBezTo>
                          <a:pt x="178" y="748"/>
                          <a:pt x="149" y="868"/>
                          <a:pt x="65" y="896"/>
                        </a:cubicBezTo>
                        <a:lnTo>
                          <a:pt x="29" y="896"/>
                        </a:lnTo>
                        <a:cubicBezTo>
                          <a:pt x="1" y="925"/>
                          <a:pt x="1" y="960"/>
                          <a:pt x="1" y="988"/>
                        </a:cubicBezTo>
                        <a:cubicBezTo>
                          <a:pt x="1" y="1017"/>
                          <a:pt x="29" y="1017"/>
                          <a:pt x="65" y="1017"/>
                        </a:cubicBezTo>
                        <a:lnTo>
                          <a:pt x="121" y="1017"/>
                        </a:lnTo>
                        <a:lnTo>
                          <a:pt x="178" y="1073"/>
                        </a:lnTo>
                        <a:lnTo>
                          <a:pt x="178" y="1250"/>
                        </a:lnTo>
                        <a:lnTo>
                          <a:pt x="149" y="1278"/>
                        </a:lnTo>
                        <a:cubicBezTo>
                          <a:pt x="149" y="1455"/>
                          <a:pt x="178" y="1604"/>
                          <a:pt x="241" y="1696"/>
                        </a:cubicBezTo>
                        <a:cubicBezTo>
                          <a:pt x="298" y="1809"/>
                          <a:pt x="418" y="1873"/>
                          <a:pt x="531" y="1873"/>
                        </a:cubicBezTo>
                        <a:cubicBezTo>
                          <a:pt x="595" y="1873"/>
                          <a:pt x="623" y="1844"/>
                          <a:pt x="680" y="1809"/>
                        </a:cubicBezTo>
                        <a:cubicBezTo>
                          <a:pt x="708" y="1809"/>
                          <a:pt x="708" y="1752"/>
                          <a:pt x="708" y="1752"/>
                        </a:cubicBezTo>
                        <a:cubicBezTo>
                          <a:pt x="688" y="1732"/>
                          <a:pt x="668" y="1712"/>
                          <a:pt x="648" y="1712"/>
                        </a:cubicBezTo>
                        <a:cubicBezTo>
                          <a:pt x="640" y="1712"/>
                          <a:pt x="632" y="1716"/>
                          <a:pt x="623" y="1724"/>
                        </a:cubicBezTo>
                        <a:cubicBezTo>
                          <a:pt x="598" y="1740"/>
                          <a:pt x="568" y="1747"/>
                          <a:pt x="537" y="1747"/>
                        </a:cubicBezTo>
                        <a:cubicBezTo>
                          <a:pt x="456" y="1747"/>
                          <a:pt x="367" y="1699"/>
                          <a:pt x="326" y="1632"/>
                        </a:cubicBezTo>
                        <a:cubicBezTo>
                          <a:pt x="270" y="1547"/>
                          <a:pt x="270" y="1427"/>
                          <a:pt x="270" y="1278"/>
                        </a:cubicBezTo>
                        <a:lnTo>
                          <a:pt x="298" y="1250"/>
                        </a:lnTo>
                        <a:cubicBezTo>
                          <a:pt x="298" y="1194"/>
                          <a:pt x="298" y="1102"/>
                          <a:pt x="270" y="1045"/>
                        </a:cubicBezTo>
                        <a:cubicBezTo>
                          <a:pt x="270" y="1017"/>
                          <a:pt x="241" y="960"/>
                          <a:pt x="206" y="925"/>
                        </a:cubicBezTo>
                        <a:cubicBezTo>
                          <a:pt x="270" y="868"/>
                          <a:pt x="298" y="748"/>
                          <a:pt x="298" y="663"/>
                        </a:cubicBezTo>
                        <a:cubicBezTo>
                          <a:pt x="298" y="606"/>
                          <a:pt x="270" y="543"/>
                          <a:pt x="270" y="514"/>
                        </a:cubicBezTo>
                        <a:cubicBezTo>
                          <a:pt x="241" y="430"/>
                          <a:pt x="241" y="366"/>
                          <a:pt x="241" y="309"/>
                        </a:cubicBezTo>
                        <a:cubicBezTo>
                          <a:pt x="241" y="253"/>
                          <a:pt x="298" y="161"/>
                          <a:pt x="326" y="132"/>
                        </a:cubicBezTo>
                        <a:lnTo>
                          <a:pt x="418" y="132"/>
                        </a:lnTo>
                        <a:cubicBezTo>
                          <a:pt x="447" y="132"/>
                          <a:pt x="475" y="132"/>
                          <a:pt x="475" y="104"/>
                        </a:cubicBezTo>
                        <a:cubicBezTo>
                          <a:pt x="503" y="40"/>
                          <a:pt x="475" y="12"/>
                          <a:pt x="447" y="12"/>
                        </a:cubicBezTo>
                        <a:cubicBezTo>
                          <a:pt x="428" y="4"/>
                          <a:pt x="410" y="0"/>
                          <a:pt x="3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7"/>
                  <p:cNvSpPr/>
                  <p:nvPr/>
                </p:nvSpPr>
                <p:spPr>
                  <a:xfrm>
                    <a:off x="4157006" y="2609915"/>
                    <a:ext cx="10793" cy="58704"/>
                  </a:xfrm>
                  <a:custGeom>
                    <a:avLst/>
                    <a:gdLst/>
                    <a:ahLst/>
                    <a:cxnLst/>
                    <a:rect l="l" t="t" r="r" b="b"/>
                    <a:pathLst>
                      <a:path w="319" h="1735" extrusionOk="0">
                        <a:moveTo>
                          <a:pt x="290" y="1"/>
                        </a:moveTo>
                        <a:cubicBezTo>
                          <a:pt x="262" y="1"/>
                          <a:pt x="234" y="1"/>
                          <a:pt x="205" y="29"/>
                        </a:cubicBezTo>
                        <a:cubicBezTo>
                          <a:pt x="0" y="560"/>
                          <a:pt x="0" y="1175"/>
                          <a:pt x="205" y="1706"/>
                        </a:cubicBezTo>
                        <a:cubicBezTo>
                          <a:pt x="205" y="1706"/>
                          <a:pt x="234" y="1734"/>
                          <a:pt x="262" y="1734"/>
                        </a:cubicBezTo>
                        <a:lnTo>
                          <a:pt x="290" y="1734"/>
                        </a:lnTo>
                        <a:cubicBezTo>
                          <a:pt x="318" y="1706"/>
                          <a:pt x="318" y="1677"/>
                          <a:pt x="318" y="1649"/>
                        </a:cubicBezTo>
                        <a:cubicBezTo>
                          <a:pt x="113" y="1147"/>
                          <a:pt x="113" y="588"/>
                          <a:pt x="318" y="86"/>
                        </a:cubicBezTo>
                        <a:cubicBezTo>
                          <a:pt x="318" y="57"/>
                          <a:pt x="318" y="1"/>
                          <a:pt x="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7"/>
                  <p:cNvSpPr/>
                  <p:nvPr/>
                </p:nvSpPr>
                <p:spPr>
                  <a:xfrm>
                    <a:off x="4445185" y="2607377"/>
                    <a:ext cx="23989" cy="63373"/>
                  </a:xfrm>
                  <a:custGeom>
                    <a:avLst/>
                    <a:gdLst/>
                    <a:ahLst/>
                    <a:cxnLst/>
                    <a:rect l="l" t="t" r="r" b="b"/>
                    <a:pathLst>
                      <a:path w="709" h="1873" extrusionOk="0">
                        <a:moveTo>
                          <a:pt x="317" y="0"/>
                        </a:moveTo>
                        <a:cubicBezTo>
                          <a:pt x="299" y="0"/>
                          <a:pt x="281" y="4"/>
                          <a:pt x="262" y="12"/>
                        </a:cubicBezTo>
                        <a:cubicBezTo>
                          <a:pt x="234" y="12"/>
                          <a:pt x="206" y="40"/>
                          <a:pt x="234" y="104"/>
                        </a:cubicBezTo>
                        <a:cubicBezTo>
                          <a:pt x="234" y="132"/>
                          <a:pt x="262" y="132"/>
                          <a:pt x="291" y="132"/>
                        </a:cubicBezTo>
                        <a:lnTo>
                          <a:pt x="383" y="132"/>
                        </a:lnTo>
                        <a:cubicBezTo>
                          <a:pt x="411" y="161"/>
                          <a:pt x="468" y="253"/>
                          <a:pt x="468" y="309"/>
                        </a:cubicBezTo>
                        <a:cubicBezTo>
                          <a:pt x="468" y="366"/>
                          <a:pt x="468" y="430"/>
                          <a:pt x="439" y="514"/>
                        </a:cubicBezTo>
                        <a:cubicBezTo>
                          <a:pt x="439" y="543"/>
                          <a:pt x="439" y="606"/>
                          <a:pt x="411" y="663"/>
                        </a:cubicBezTo>
                        <a:cubicBezTo>
                          <a:pt x="411" y="748"/>
                          <a:pt x="439" y="868"/>
                          <a:pt x="503" y="925"/>
                        </a:cubicBezTo>
                        <a:cubicBezTo>
                          <a:pt x="468" y="960"/>
                          <a:pt x="439" y="1017"/>
                          <a:pt x="439" y="1045"/>
                        </a:cubicBezTo>
                        <a:cubicBezTo>
                          <a:pt x="411" y="1102"/>
                          <a:pt x="411" y="1194"/>
                          <a:pt x="439" y="1250"/>
                        </a:cubicBezTo>
                        <a:lnTo>
                          <a:pt x="439" y="1278"/>
                        </a:lnTo>
                        <a:cubicBezTo>
                          <a:pt x="439" y="1427"/>
                          <a:pt x="439" y="1547"/>
                          <a:pt x="383" y="1632"/>
                        </a:cubicBezTo>
                        <a:cubicBezTo>
                          <a:pt x="342" y="1699"/>
                          <a:pt x="253" y="1747"/>
                          <a:pt x="172" y="1747"/>
                        </a:cubicBezTo>
                        <a:cubicBezTo>
                          <a:pt x="141" y="1747"/>
                          <a:pt x="111" y="1740"/>
                          <a:pt x="86" y="1724"/>
                        </a:cubicBezTo>
                        <a:cubicBezTo>
                          <a:pt x="77" y="1716"/>
                          <a:pt x="69" y="1712"/>
                          <a:pt x="61" y="1712"/>
                        </a:cubicBezTo>
                        <a:cubicBezTo>
                          <a:pt x="43" y="1712"/>
                          <a:pt x="29" y="1732"/>
                          <a:pt x="29" y="1752"/>
                        </a:cubicBezTo>
                        <a:cubicBezTo>
                          <a:pt x="1" y="1752"/>
                          <a:pt x="1" y="1809"/>
                          <a:pt x="29" y="1809"/>
                        </a:cubicBezTo>
                        <a:cubicBezTo>
                          <a:pt x="86" y="1844"/>
                          <a:pt x="114" y="1873"/>
                          <a:pt x="178" y="1873"/>
                        </a:cubicBezTo>
                        <a:cubicBezTo>
                          <a:pt x="291" y="1873"/>
                          <a:pt x="411" y="1809"/>
                          <a:pt x="468" y="1696"/>
                        </a:cubicBezTo>
                        <a:cubicBezTo>
                          <a:pt x="560" y="1604"/>
                          <a:pt x="560" y="1455"/>
                          <a:pt x="560" y="1278"/>
                        </a:cubicBezTo>
                        <a:lnTo>
                          <a:pt x="560" y="1250"/>
                        </a:lnTo>
                        <a:cubicBezTo>
                          <a:pt x="531" y="1194"/>
                          <a:pt x="531" y="1137"/>
                          <a:pt x="560" y="1073"/>
                        </a:cubicBezTo>
                        <a:cubicBezTo>
                          <a:pt x="560" y="1045"/>
                          <a:pt x="588" y="1045"/>
                          <a:pt x="588" y="1017"/>
                        </a:cubicBezTo>
                        <a:lnTo>
                          <a:pt x="644" y="1017"/>
                        </a:lnTo>
                        <a:cubicBezTo>
                          <a:pt x="680" y="1017"/>
                          <a:pt x="708" y="1017"/>
                          <a:pt x="708" y="988"/>
                        </a:cubicBezTo>
                        <a:cubicBezTo>
                          <a:pt x="708" y="960"/>
                          <a:pt x="708" y="925"/>
                          <a:pt x="680" y="896"/>
                        </a:cubicBezTo>
                        <a:lnTo>
                          <a:pt x="644" y="896"/>
                        </a:lnTo>
                        <a:cubicBezTo>
                          <a:pt x="588" y="868"/>
                          <a:pt x="531" y="748"/>
                          <a:pt x="531" y="663"/>
                        </a:cubicBezTo>
                        <a:cubicBezTo>
                          <a:pt x="560" y="635"/>
                          <a:pt x="560" y="571"/>
                          <a:pt x="560" y="514"/>
                        </a:cubicBezTo>
                        <a:cubicBezTo>
                          <a:pt x="588" y="458"/>
                          <a:pt x="588" y="366"/>
                          <a:pt x="588" y="281"/>
                        </a:cubicBezTo>
                        <a:cubicBezTo>
                          <a:pt x="588" y="189"/>
                          <a:pt x="531" y="104"/>
                          <a:pt x="439" y="40"/>
                        </a:cubicBezTo>
                        <a:cubicBezTo>
                          <a:pt x="399" y="20"/>
                          <a:pt x="359" y="0"/>
                          <a:pt x="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 name="Google Shape;581;p37"/>
                <p:cNvGrpSpPr/>
                <p:nvPr/>
              </p:nvGrpSpPr>
              <p:grpSpPr>
                <a:xfrm>
                  <a:off x="3007131" y="2353586"/>
                  <a:ext cx="269330" cy="224564"/>
                  <a:chOff x="2715768" y="1997386"/>
                  <a:chExt cx="269330" cy="224564"/>
                </a:xfrm>
              </p:grpSpPr>
              <p:sp>
                <p:nvSpPr>
                  <p:cNvPr id="582" name="Google Shape;582;p37"/>
                  <p:cNvSpPr/>
                  <p:nvPr/>
                </p:nvSpPr>
                <p:spPr>
                  <a:xfrm>
                    <a:off x="2868233" y="1997386"/>
                    <a:ext cx="116866" cy="116832"/>
                  </a:xfrm>
                  <a:custGeom>
                    <a:avLst/>
                    <a:gdLst/>
                    <a:ahLst/>
                    <a:cxnLst/>
                    <a:rect l="l" t="t" r="r" b="b"/>
                    <a:pathLst>
                      <a:path w="3454" h="3453" extrusionOk="0">
                        <a:moveTo>
                          <a:pt x="1729" y="947"/>
                        </a:moveTo>
                        <a:cubicBezTo>
                          <a:pt x="1938" y="947"/>
                          <a:pt x="2145" y="1036"/>
                          <a:pt x="2300" y="1210"/>
                        </a:cubicBezTo>
                        <a:cubicBezTo>
                          <a:pt x="2597" y="1536"/>
                          <a:pt x="2597" y="2038"/>
                          <a:pt x="2272" y="2328"/>
                        </a:cubicBezTo>
                        <a:cubicBezTo>
                          <a:pt x="2120" y="2466"/>
                          <a:pt x="1930" y="2534"/>
                          <a:pt x="1741" y="2534"/>
                        </a:cubicBezTo>
                        <a:cubicBezTo>
                          <a:pt x="1524" y="2534"/>
                          <a:pt x="1309" y="2445"/>
                          <a:pt x="1154" y="2271"/>
                        </a:cubicBezTo>
                        <a:cubicBezTo>
                          <a:pt x="857" y="1946"/>
                          <a:pt x="885" y="1444"/>
                          <a:pt x="1211" y="1154"/>
                        </a:cubicBezTo>
                        <a:cubicBezTo>
                          <a:pt x="1362" y="1015"/>
                          <a:pt x="1546" y="947"/>
                          <a:pt x="1729" y="947"/>
                        </a:cubicBezTo>
                        <a:close/>
                        <a:moveTo>
                          <a:pt x="1621" y="1"/>
                        </a:moveTo>
                        <a:cubicBezTo>
                          <a:pt x="1656" y="1"/>
                          <a:pt x="1656" y="29"/>
                          <a:pt x="1656" y="29"/>
                        </a:cubicBezTo>
                        <a:cubicBezTo>
                          <a:pt x="1684" y="177"/>
                          <a:pt x="1593" y="354"/>
                          <a:pt x="1444" y="383"/>
                        </a:cubicBezTo>
                        <a:cubicBezTo>
                          <a:pt x="1423" y="387"/>
                          <a:pt x="1402" y="389"/>
                          <a:pt x="1382" y="389"/>
                        </a:cubicBezTo>
                        <a:cubicBezTo>
                          <a:pt x="1235" y="389"/>
                          <a:pt x="1121" y="280"/>
                          <a:pt x="1090" y="149"/>
                        </a:cubicBezTo>
                        <a:lnTo>
                          <a:pt x="1090" y="121"/>
                        </a:lnTo>
                        <a:cubicBezTo>
                          <a:pt x="977" y="149"/>
                          <a:pt x="885" y="206"/>
                          <a:pt x="800" y="269"/>
                        </a:cubicBezTo>
                        <a:cubicBezTo>
                          <a:pt x="800" y="269"/>
                          <a:pt x="800" y="298"/>
                          <a:pt x="828" y="298"/>
                        </a:cubicBezTo>
                        <a:cubicBezTo>
                          <a:pt x="913" y="418"/>
                          <a:pt x="913" y="595"/>
                          <a:pt x="800" y="708"/>
                        </a:cubicBezTo>
                        <a:cubicBezTo>
                          <a:pt x="744" y="751"/>
                          <a:pt x="676" y="774"/>
                          <a:pt x="610" y="774"/>
                        </a:cubicBezTo>
                        <a:cubicBezTo>
                          <a:pt x="535" y="774"/>
                          <a:pt x="463" y="744"/>
                          <a:pt x="418" y="680"/>
                        </a:cubicBezTo>
                        <a:cubicBezTo>
                          <a:pt x="383" y="680"/>
                          <a:pt x="383" y="651"/>
                          <a:pt x="383" y="651"/>
                        </a:cubicBezTo>
                        <a:cubicBezTo>
                          <a:pt x="326" y="736"/>
                          <a:pt x="270" y="828"/>
                          <a:pt x="206" y="913"/>
                        </a:cubicBezTo>
                        <a:cubicBezTo>
                          <a:pt x="206" y="913"/>
                          <a:pt x="241" y="913"/>
                          <a:pt x="241" y="948"/>
                        </a:cubicBezTo>
                        <a:cubicBezTo>
                          <a:pt x="383" y="977"/>
                          <a:pt x="475" y="1154"/>
                          <a:pt x="418" y="1302"/>
                        </a:cubicBezTo>
                        <a:cubicBezTo>
                          <a:pt x="390" y="1415"/>
                          <a:pt x="272" y="1496"/>
                          <a:pt x="154" y="1496"/>
                        </a:cubicBezTo>
                        <a:cubicBezTo>
                          <a:pt x="124" y="1496"/>
                          <a:pt x="93" y="1491"/>
                          <a:pt x="64" y="1479"/>
                        </a:cubicBezTo>
                        <a:lnTo>
                          <a:pt x="29" y="1479"/>
                        </a:lnTo>
                        <a:cubicBezTo>
                          <a:pt x="29" y="1564"/>
                          <a:pt x="1" y="1684"/>
                          <a:pt x="29" y="1797"/>
                        </a:cubicBezTo>
                        <a:lnTo>
                          <a:pt x="64" y="1797"/>
                        </a:lnTo>
                        <a:cubicBezTo>
                          <a:pt x="89" y="1788"/>
                          <a:pt x="113" y="1783"/>
                          <a:pt x="138" y="1783"/>
                        </a:cubicBezTo>
                        <a:cubicBezTo>
                          <a:pt x="254" y="1783"/>
                          <a:pt x="359" y="1887"/>
                          <a:pt x="383" y="2010"/>
                        </a:cubicBezTo>
                        <a:cubicBezTo>
                          <a:pt x="418" y="2151"/>
                          <a:pt x="326" y="2300"/>
                          <a:pt x="178" y="2328"/>
                        </a:cubicBezTo>
                        <a:lnTo>
                          <a:pt x="149" y="2363"/>
                        </a:lnTo>
                        <a:cubicBezTo>
                          <a:pt x="178" y="2448"/>
                          <a:pt x="241" y="2569"/>
                          <a:pt x="298" y="2653"/>
                        </a:cubicBezTo>
                        <a:cubicBezTo>
                          <a:pt x="298" y="2653"/>
                          <a:pt x="298" y="2625"/>
                          <a:pt x="326" y="2625"/>
                        </a:cubicBezTo>
                        <a:cubicBezTo>
                          <a:pt x="378" y="2573"/>
                          <a:pt x="441" y="2550"/>
                          <a:pt x="502" y="2550"/>
                        </a:cubicBezTo>
                        <a:cubicBezTo>
                          <a:pt x="582" y="2550"/>
                          <a:pt x="660" y="2589"/>
                          <a:pt x="708" y="2653"/>
                        </a:cubicBezTo>
                        <a:cubicBezTo>
                          <a:pt x="828" y="2774"/>
                          <a:pt x="828" y="2951"/>
                          <a:pt x="708" y="3035"/>
                        </a:cubicBezTo>
                        <a:lnTo>
                          <a:pt x="680" y="3071"/>
                        </a:lnTo>
                        <a:cubicBezTo>
                          <a:pt x="772" y="3156"/>
                          <a:pt x="857" y="3212"/>
                          <a:pt x="949" y="3276"/>
                        </a:cubicBezTo>
                        <a:cubicBezTo>
                          <a:pt x="949" y="3248"/>
                          <a:pt x="949" y="3248"/>
                          <a:pt x="977" y="3212"/>
                        </a:cubicBezTo>
                        <a:cubicBezTo>
                          <a:pt x="1000" y="3100"/>
                          <a:pt x="1116" y="3018"/>
                          <a:pt x="1238" y="3018"/>
                        </a:cubicBezTo>
                        <a:cubicBezTo>
                          <a:pt x="1269" y="3018"/>
                          <a:pt x="1300" y="3024"/>
                          <a:pt x="1331" y="3035"/>
                        </a:cubicBezTo>
                        <a:cubicBezTo>
                          <a:pt x="1479" y="3099"/>
                          <a:pt x="1536" y="3248"/>
                          <a:pt x="1508" y="3389"/>
                        </a:cubicBezTo>
                        <a:cubicBezTo>
                          <a:pt x="1508" y="3425"/>
                          <a:pt x="1508" y="3425"/>
                          <a:pt x="1479" y="3453"/>
                        </a:cubicBezTo>
                        <a:lnTo>
                          <a:pt x="1833" y="3453"/>
                        </a:lnTo>
                        <a:cubicBezTo>
                          <a:pt x="1833" y="3453"/>
                          <a:pt x="1833" y="3425"/>
                          <a:pt x="1798" y="3425"/>
                        </a:cubicBezTo>
                        <a:cubicBezTo>
                          <a:pt x="1769" y="3276"/>
                          <a:pt x="1890" y="3127"/>
                          <a:pt x="2038" y="3071"/>
                        </a:cubicBezTo>
                        <a:cubicBezTo>
                          <a:pt x="2056" y="3067"/>
                          <a:pt x="2074" y="3065"/>
                          <a:pt x="2091" y="3065"/>
                        </a:cubicBezTo>
                        <a:cubicBezTo>
                          <a:pt x="2219" y="3065"/>
                          <a:pt x="2332" y="3173"/>
                          <a:pt x="2364" y="3304"/>
                        </a:cubicBezTo>
                        <a:lnTo>
                          <a:pt x="2364" y="3333"/>
                        </a:lnTo>
                        <a:cubicBezTo>
                          <a:pt x="2477" y="3304"/>
                          <a:pt x="2569" y="3248"/>
                          <a:pt x="2682" y="3184"/>
                        </a:cubicBezTo>
                        <a:cubicBezTo>
                          <a:pt x="2654" y="3184"/>
                          <a:pt x="2654" y="3184"/>
                          <a:pt x="2654" y="3156"/>
                        </a:cubicBezTo>
                        <a:cubicBezTo>
                          <a:pt x="2540" y="3035"/>
                          <a:pt x="2540" y="2859"/>
                          <a:pt x="2654" y="2774"/>
                        </a:cubicBezTo>
                        <a:cubicBezTo>
                          <a:pt x="2714" y="2714"/>
                          <a:pt x="2788" y="2683"/>
                          <a:pt x="2862" y="2683"/>
                        </a:cubicBezTo>
                        <a:cubicBezTo>
                          <a:pt x="2937" y="2683"/>
                          <a:pt x="3011" y="2714"/>
                          <a:pt x="3071" y="2774"/>
                        </a:cubicBezTo>
                        <a:cubicBezTo>
                          <a:pt x="3071" y="2802"/>
                          <a:pt x="3071" y="2802"/>
                          <a:pt x="3099" y="2830"/>
                        </a:cubicBezTo>
                        <a:cubicBezTo>
                          <a:pt x="3156" y="2717"/>
                          <a:pt x="3213" y="2625"/>
                          <a:pt x="3276" y="2540"/>
                        </a:cubicBezTo>
                        <a:cubicBezTo>
                          <a:pt x="3248" y="2540"/>
                          <a:pt x="3248" y="2540"/>
                          <a:pt x="3213" y="2505"/>
                        </a:cubicBezTo>
                        <a:cubicBezTo>
                          <a:pt x="3071" y="2477"/>
                          <a:pt x="2979" y="2300"/>
                          <a:pt x="3036" y="2151"/>
                        </a:cubicBezTo>
                        <a:cubicBezTo>
                          <a:pt x="3086" y="2039"/>
                          <a:pt x="3191" y="1957"/>
                          <a:pt x="3303" y="1957"/>
                        </a:cubicBezTo>
                        <a:cubicBezTo>
                          <a:pt x="3331" y="1957"/>
                          <a:pt x="3360" y="1963"/>
                          <a:pt x="3389" y="1974"/>
                        </a:cubicBezTo>
                        <a:cubicBezTo>
                          <a:pt x="3425" y="1974"/>
                          <a:pt x="3425" y="1974"/>
                          <a:pt x="3453" y="2010"/>
                        </a:cubicBezTo>
                        <a:lnTo>
                          <a:pt x="3453" y="1656"/>
                        </a:lnTo>
                        <a:cubicBezTo>
                          <a:pt x="3453" y="1656"/>
                          <a:pt x="3425" y="1656"/>
                          <a:pt x="3425" y="1684"/>
                        </a:cubicBezTo>
                        <a:cubicBezTo>
                          <a:pt x="3407" y="1687"/>
                          <a:pt x="3390" y="1688"/>
                          <a:pt x="3373" y="1688"/>
                        </a:cubicBezTo>
                        <a:cubicBezTo>
                          <a:pt x="3220" y="1688"/>
                          <a:pt x="3097" y="1578"/>
                          <a:pt x="3071" y="1444"/>
                        </a:cubicBezTo>
                        <a:cubicBezTo>
                          <a:pt x="3036" y="1302"/>
                          <a:pt x="3128" y="1154"/>
                          <a:pt x="3276" y="1125"/>
                        </a:cubicBezTo>
                        <a:cubicBezTo>
                          <a:pt x="3305" y="1090"/>
                          <a:pt x="3305" y="1090"/>
                          <a:pt x="3333" y="1090"/>
                        </a:cubicBezTo>
                        <a:cubicBezTo>
                          <a:pt x="3276" y="1005"/>
                          <a:pt x="3248" y="885"/>
                          <a:pt x="3156" y="800"/>
                        </a:cubicBezTo>
                        <a:lnTo>
                          <a:pt x="3156" y="828"/>
                        </a:lnTo>
                        <a:cubicBezTo>
                          <a:pt x="3104" y="880"/>
                          <a:pt x="3041" y="903"/>
                          <a:pt x="2978" y="903"/>
                        </a:cubicBezTo>
                        <a:cubicBezTo>
                          <a:pt x="2894" y="903"/>
                          <a:pt x="2810" y="864"/>
                          <a:pt x="2746" y="800"/>
                        </a:cubicBezTo>
                        <a:cubicBezTo>
                          <a:pt x="2625" y="680"/>
                          <a:pt x="2654" y="503"/>
                          <a:pt x="2774" y="418"/>
                        </a:cubicBezTo>
                        <a:cubicBezTo>
                          <a:pt x="2774" y="383"/>
                          <a:pt x="2774" y="383"/>
                          <a:pt x="2802" y="383"/>
                        </a:cubicBezTo>
                        <a:cubicBezTo>
                          <a:pt x="2717" y="326"/>
                          <a:pt x="2597" y="241"/>
                          <a:pt x="2505" y="206"/>
                        </a:cubicBezTo>
                        <a:lnTo>
                          <a:pt x="2505" y="241"/>
                        </a:lnTo>
                        <a:cubicBezTo>
                          <a:pt x="2460" y="354"/>
                          <a:pt x="2357" y="435"/>
                          <a:pt x="2242" y="435"/>
                        </a:cubicBezTo>
                        <a:cubicBezTo>
                          <a:pt x="2212" y="435"/>
                          <a:pt x="2182" y="429"/>
                          <a:pt x="2151" y="418"/>
                        </a:cubicBezTo>
                        <a:cubicBezTo>
                          <a:pt x="2010" y="354"/>
                          <a:pt x="1918" y="206"/>
                          <a:pt x="1946" y="64"/>
                        </a:cubicBezTo>
                        <a:cubicBezTo>
                          <a:pt x="1946" y="29"/>
                          <a:pt x="1975" y="29"/>
                          <a:pt x="1975" y="29"/>
                        </a:cubicBezTo>
                        <a:cubicBezTo>
                          <a:pt x="1861" y="1"/>
                          <a:pt x="1741" y="1"/>
                          <a:pt x="16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7"/>
                  <p:cNvSpPr/>
                  <p:nvPr/>
                </p:nvSpPr>
                <p:spPr>
                  <a:xfrm>
                    <a:off x="2888365" y="2020360"/>
                    <a:ext cx="77821" cy="70884"/>
                  </a:xfrm>
                  <a:custGeom>
                    <a:avLst/>
                    <a:gdLst/>
                    <a:ahLst/>
                    <a:cxnLst/>
                    <a:rect l="l" t="t" r="r" b="b"/>
                    <a:pathLst>
                      <a:path w="2300" h="2095" extrusionOk="0">
                        <a:moveTo>
                          <a:pt x="1118" y="57"/>
                        </a:moveTo>
                        <a:cubicBezTo>
                          <a:pt x="1415" y="57"/>
                          <a:pt x="1677" y="178"/>
                          <a:pt x="1854" y="383"/>
                        </a:cubicBezTo>
                        <a:cubicBezTo>
                          <a:pt x="2236" y="800"/>
                          <a:pt x="2207" y="1416"/>
                          <a:pt x="1797" y="1798"/>
                        </a:cubicBezTo>
                        <a:cubicBezTo>
                          <a:pt x="1620" y="1946"/>
                          <a:pt x="1380" y="2038"/>
                          <a:pt x="1146" y="2038"/>
                        </a:cubicBezTo>
                        <a:cubicBezTo>
                          <a:pt x="884" y="2038"/>
                          <a:pt x="616" y="1918"/>
                          <a:pt x="410" y="1713"/>
                        </a:cubicBezTo>
                        <a:cubicBezTo>
                          <a:pt x="57" y="1295"/>
                          <a:pt x="85" y="680"/>
                          <a:pt x="467" y="326"/>
                        </a:cubicBezTo>
                        <a:cubicBezTo>
                          <a:pt x="644" y="149"/>
                          <a:pt x="884" y="57"/>
                          <a:pt x="1118" y="57"/>
                        </a:cubicBezTo>
                        <a:close/>
                        <a:moveTo>
                          <a:pt x="1118" y="1"/>
                        </a:moveTo>
                        <a:cubicBezTo>
                          <a:pt x="884" y="1"/>
                          <a:pt x="616" y="93"/>
                          <a:pt x="439" y="269"/>
                        </a:cubicBezTo>
                        <a:cubicBezTo>
                          <a:pt x="0" y="652"/>
                          <a:pt x="0" y="1331"/>
                          <a:pt x="382" y="1741"/>
                        </a:cubicBezTo>
                        <a:cubicBezTo>
                          <a:pt x="587" y="1974"/>
                          <a:pt x="849" y="2095"/>
                          <a:pt x="1146" y="2095"/>
                        </a:cubicBezTo>
                        <a:cubicBezTo>
                          <a:pt x="1415" y="2095"/>
                          <a:pt x="1648" y="2003"/>
                          <a:pt x="1854" y="1826"/>
                        </a:cubicBezTo>
                        <a:cubicBezTo>
                          <a:pt x="2264" y="1444"/>
                          <a:pt x="2299" y="800"/>
                          <a:pt x="1910" y="354"/>
                        </a:cubicBezTo>
                        <a:cubicBezTo>
                          <a:pt x="1705" y="149"/>
                          <a:pt x="1415" y="1"/>
                          <a:pt x="11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7"/>
                  <p:cNvSpPr/>
                  <p:nvPr/>
                </p:nvSpPr>
                <p:spPr>
                  <a:xfrm>
                    <a:off x="2715768" y="2042387"/>
                    <a:ext cx="179562" cy="179562"/>
                  </a:xfrm>
                  <a:custGeom>
                    <a:avLst/>
                    <a:gdLst/>
                    <a:ahLst/>
                    <a:cxnLst/>
                    <a:rect l="l" t="t" r="r" b="b"/>
                    <a:pathLst>
                      <a:path w="5307" h="5307" extrusionOk="0">
                        <a:moveTo>
                          <a:pt x="2625" y="861"/>
                        </a:moveTo>
                        <a:cubicBezTo>
                          <a:pt x="3132" y="861"/>
                          <a:pt x="3636" y="1078"/>
                          <a:pt x="3976" y="1500"/>
                        </a:cubicBezTo>
                        <a:cubicBezTo>
                          <a:pt x="4627" y="2271"/>
                          <a:pt x="4535" y="3389"/>
                          <a:pt x="3799" y="4040"/>
                        </a:cubicBezTo>
                        <a:cubicBezTo>
                          <a:pt x="3475" y="4312"/>
                          <a:pt x="3075" y="4447"/>
                          <a:pt x="2675" y="4447"/>
                        </a:cubicBezTo>
                        <a:cubicBezTo>
                          <a:pt x="2168" y="4447"/>
                          <a:pt x="1659" y="4230"/>
                          <a:pt x="1295" y="3799"/>
                        </a:cubicBezTo>
                        <a:cubicBezTo>
                          <a:pt x="644" y="3064"/>
                          <a:pt x="736" y="1918"/>
                          <a:pt x="1472" y="1295"/>
                        </a:cubicBezTo>
                        <a:cubicBezTo>
                          <a:pt x="1801" y="1004"/>
                          <a:pt x="2214" y="861"/>
                          <a:pt x="2625" y="861"/>
                        </a:cubicBezTo>
                        <a:close/>
                        <a:moveTo>
                          <a:pt x="2590" y="1"/>
                        </a:moveTo>
                        <a:lnTo>
                          <a:pt x="2590" y="29"/>
                        </a:lnTo>
                        <a:cubicBezTo>
                          <a:pt x="2653" y="262"/>
                          <a:pt x="2476" y="503"/>
                          <a:pt x="2236" y="559"/>
                        </a:cubicBezTo>
                        <a:cubicBezTo>
                          <a:pt x="2217" y="562"/>
                          <a:pt x="2198" y="563"/>
                          <a:pt x="2179" y="563"/>
                        </a:cubicBezTo>
                        <a:cubicBezTo>
                          <a:pt x="1966" y="563"/>
                          <a:pt x="1767" y="420"/>
                          <a:pt x="1741" y="206"/>
                        </a:cubicBezTo>
                        <a:lnTo>
                          <a:pt x="1741" y="149"/>
                        </a:lnTo>
                        <a:cubicBezTo>
                          <a:pt x="1564" y="206"/>
                          <a:pt x="1415" y="262"/>
                          <a:pt x="1267" y="354"/>
                        </a:cubicBezTo>
                        <a:cubicBezTo>
                          <a:pt x="1267" y="383"/>
                          <a:pt x="1295" y="383"/>
                          <a:pt x="1295" y="383"/>
                        </a:cubicBezTo>
                        <a:cubicBezTo>
                          <a:pt x="1472" y="588"/>
                          <a:pt x="1444" y="856"/>
                          <a:pt x="1267" y="998"/>
                        </a:cubicBezTo>
                        <a:cubicBezTo>
                          <a:pt x="1188" y="1077"/>
                          <a:pt x="1086" y="1115"/>
                          <a:pt x="983" y="1115"/>
                        </a:cubicBezTo>
                        <a:cubicBezTo>
                          <a:pt x="855" y="1115"/>
                          <a:pt x="727" y="1055"/>
                          <a:pt x="644" y="941"/>
                        </a:cubicBezTo>
                        <a:cubicBezTo>
                          <a:pt x="616" y="941"/>
                          <a:pt x="616" y="941"/>
                          <a:pt x="616" y="913"/>
                        </a:cubicBezTo>
                        <a:cubicBezTo>
                          <a:pt x="503" y="1062"/>
                          <a:pt x="411" y="1175"/>
                          <a:pt x="326" y="1323"/>
                        </a:cubicBezTo>
                        <a:cubicBezTo>
                          <a:pt x="354" y="1323"/>
                          <a:pt x="354" y="1352"/>
                          <a:pt x="382" y="1352"/>
                        </a:cubicBezTo>
                        <a:cubicBezTo>
                          <a:pt x="588" y="1444"/>
                          <a:pt x="708" y="1677"/>
                          <a:pt x="644" y="1918"/>
                        </a:cubicBezTo>
                        <a:cubicBezTo>
                          <a:pt x="579" y="2098"/>
                          <a:pt x="425" y="2210"/>
                          <a:pt x="248" y="2210"/>
                        </a:cubicBezTo>
                        <a:cubicBezTo>
                          <a:pt x="195" y="2210"/>
                          <a:pt x="140" y="2200"/>
                          <a:pt x="85" y="2179"/>
                        </a:cubicBezTo>
                        <a:cubicBezTo>
                          <a:pt x="57" y="2179"/>
                          <a:pt x="57" y="2151"/>
                          <a:pt x="29" y="2151"/>
                        </a:cubicBezTo>
                        <a:cubicBezTo>
                          <a:pt x="0" y="2328"/>
                          <a:pt x="0" y="2505"/>
                          <a:pt x="0" y="2653"/>
                        </a:cubicBezTo>
                        <a:lnTo>
                          <a:pt x="57" y="2653"/>
                        </a:lnTo>
                        <a:cubicBezTo>
                          <a:pt x="77" y="2651"/>
                          <a:pt x="96" y="2650"/>
                          <a:pt x="116" y="2650"/>
                        </a:cubicBezTo>
                        <a:cubicBezTo>
                          <a:pt x="325" y="2650"/>
                          <a:pt x="508" y="2787"/>
                          <a:pt x="559" y="3007"/>
                        </a:cubicBezTo>
                        <a:cubicBezTo>
                          <a:pt x="588" y="3241"/>
                          <a:pt x="439" y="3474"/>
                          <a:pt x="206" y="3509"/>
                        </a:cubicBezTo>
                        <a:lnTo>
                          <a:pt x="149" y="3509"/>
                        </a:lnTo>
                        <a:cubicBezTo>
                          <a:pt x="206" y="3686"/>
                          <a:pt x="290" y="3828"/>
                          <a:pt x="382" y="4005"/>
                        </a:cubicBezTo>
                        <a:cubicBezTo>
                          <a:pt x="382" y="3976"/>
                          <a:pt x="411" y="3976"/>
                          <a:pt x="411" y="3948"/>
                        </a:cubicBezTo>
                        <a:cubicBezTo>
                          <a:pt x="488" y="3883"/>
                          <a:pt x="587" y="3852"/>
                          <a:pt x="688" y="3852"/>
                        </a:cubicBezTo>
                        <a:cubicBezTo>
                          <a:pt x="818" y="3852"/>
                          <a:pt x="949" y="3905"/>
                          <a:pt x="1033" y="4005"/>
                        </a:cubicBezTo>
                        <a:cubicBezTo>
                          <a:pt x="1175" y="4181"/>
                          <a:pt x="1175" y="4479"/>
                          <a:pt x="970" y="4627"/>
                        </a:cubicBezTo>
                        <a:lnTo>
                          <a:pt x="941" y="4655"/>
                        </a:lnTo>
                        <a:cubicBezTo>
                          <a:pt x="1062" y="4776"/>
                          <a:pt x="1210" y="4889"/>
                          <a:pt x="1352" y="4981"/>
                        </a:cubicBezTo>
                        <a:cubicBezTo>
                          <a:pt x="1352" y="4953"/>
                          <a:pt x="1387" y="4924"/>
                          <a:pt x="1387" y="4889"/>
                        </a:cubicBezTo>
                        <a:cubicBezTo>
                          <a:pt x="1431" y="4731"/>
                          <a:pt x="1597" y="4627"/>
                          <a:pt x="1781" y="4627"/>
                        </a:cubicBezTo>
                        <a:cubicBezTo>
                          <a:pt x="1835" y="4627"/>
                          <a:pt x="1891" y="4636"/>
                          <a:pt x="1946" y="4655"/>
                        </a:cubicBezTo>
                        <a:cubicBezTo>
                          <a:pt x="2151" y="4712"/>
                          <a:pt x="2271" y="4981"/>
                          <a:pt x="2208" y="5214"/>
                        </a:cubicBezTo>
                        <a:cubicBezTo>
                          <a:pt x="2208" y="5214"/>
                          <a:pt x="2179" y="5243"/>
                          <a:pt x="2179" y="5278"/>
                        </a:cubicBezTo>
                        <a:cubicBezTo>
                          <a:pt x="2356" y="5306"/>
                          <a:pt x="2533" y="5306"/>
                          <a:pt x="2710" y="5306"/>
                        </a:cubicBezTo>
                        <a:cubicBezTo>
                          <a:pt x="2682" y="5306"/>
                          <a:pt x="2682" y="5278"/>
                          <a:pt x="2682" y="5243"/>
                        </a:cubicBezTo>
                        <a:cubicBezTo>
                          <a:pt x="2625" y="5009"/>
                          <a:pt x="2802" y="4776"/>
                          <a:pt x="3035" y="4747"/>
                        </a:cubicBezTo>
                        <a:cubicBezTo>
                          <a:pt x="3058" y="4744"/>
                          <a:pt x="3081" y="4742"/>
                          <a:pt x="3104" y="4742"/>
                        </a:cubicBezTo>
                        <a:cubicBezTo>
                          <a:pt x="3314" y="4742"/>
                          <a:pt x="3512" y="4884"/>
                          <a:pt x="3538" y="5101"/>
                        </a:cubicBezTo>
                        <a:lnTo>
                          <a:pt x="3538" y="5158"/>
                        </a:lnTo>
                        <a:cubicBezTo>
                          <a:pt x="3714" y="5129"/>
                          <a:pt x="3863" y="5037"/>
                          <a:pt x="4005" y="4953"/>
                        </a:cubicBezTo>
                        <a:cubicBezTo>
                          <a:pt x="4005" y="4924"/>
                          <a:pt x="3976" y="4924"/>
                          <a:pt x="3976" y="4889"/>
                        </a:cubicBezTo>
                        <a:cubicBezTo>
                          <a:pt x="3799" y="4712"/>
                          <a:pt x="3828" y="4450"/>
                          <a:pt x="4005" y="4273"/>
                        </a:cubicBezTo>
                        <a:cubicBezTo>
                          <a:pt x="4081" y="4209"/>
                          <a:pt x="4181" y="4178"/>
                          <a:pt x="4282" y="4178"/>
                        </a:cubicBezTo>
                        <a:cubicBezTo>
                          <a:pt x="4412" y="4178"/>
                          <a:pt x="4543" y="4230"/>
                          <a:pt x="4627" y="4330"/>
                        </a:cubicBezTo>
                        <a:cubicBezTo>
                          <a:pt x="4655" y="4358"/>
                          <a:pt x="4655" y="4358"/>
                          <a:pt x="4684" y="4394"/>
                        </a:cubicBezTo>
                        <a:cubicBezTo>
                          <a:pt x="4776" y="4273"/>
                          <a:pt x="4889" y="4125"/>
                          <a:pt x="4981" y="3948"/>
                        </a:cubicBezTo>
                        <a:lnTo>
                          <a:pt x="4889" y="3948"/>
                        </a:lnTo>
                        <a:cubicBezTo>
                          <a:pt x="4684" y="3863"/>
                          <a:pt x="4570" y="3594"/>
                          <a:pt x="4627" y="3389"/>
                        </a:cubicBezTo>
                        <a:cubicBezTo>
                          <a:pt x="4693" y="3206"/>
                          <a:pt x="4855" y="3093"/>
                          <a:pt x="5034" y="3093"/>
                        </a:cubicBezTo>
                        <a:cubicBezTo>
                          <a:pt x="5084" y="3093"/>
                          <a:pt x="5135" y="3102"/>
                          <a:pt x="5186" y="3120"/>
                        </a:cubicBezTo>
                        <a:cubicBezTo>
                          <a:pt x="5214" y="3120"/>
                          <a:pt x="5243" y="3120"/>
                          <a:pt x="5243" y="3156"/>
                        </a:cubicBezTo>
                        <a:cubicBezTo>
                          <a:pt x="5278" y="2979"/>
                          <a:pt x="5306" y="2802"/>
                          <a:pt x="5306" y="2625"/>
                        </a:cubicBezTo>
                        <a:cubicBezTo>
                          <a:pt x="5278" y="2625"/>
                          <a:pt x="5243" y="2625"/>
                          <a:pt x="5214" y="2653"/>
                        </a:cubicBezTo>
                        <a:cubicBezTo>
                          <a:pt x="5195" y="2656"/>
                          <a:pt x="5177" y="2657"/>
                          <a:pt x="5158" y="2657"/>
                        </a:cubicBezTo>
                        <a:cubicBezTo>
                          <a:pt x="4948" y="2657"/>
                          <a:pt x="4770" y="2512"/>
                          <a:pt x="4712" y="2271"/>
                        </a:cubicBezTo>
                        <a:cubicBezTo>
                          <a:pt x="4684" y="2031"/>
                          <a:pt x="4832" y="1826"/>
                          <a:pt x="5066" y="1769"/>
                        </a:cubicBezTo>
                        <a:lnTo>
                          <a:pt x="5129" y="1769"/>
                        </a:lnTo>
                        <a:cubicBezTo>
                          <a:pt x="5066" y="1592"/>
                          <a:pt x="4981" y="1444"/>
                          <a:pt x="4889" y="1295"/>
                        </a:cubicBezTo>
                        <a:lnTo>
                          <a:pt x="4861" y="1323"/>
                        </a:lnTo>
                        <a:cubicBezTo>
                          <a:pt x="4779" y="1405"/>
                          <a:pt x="4674" y="1443"/>
                          <a:pt x="4569" y="1443"/>
                        </a:cubicBezTo>
                        <a:cubicBezTo>
                          <a:pt x="4447" y="1443"/>
                          <a:pt x="4325" y="1391"/>
                          <a:pt x="4245" y="1295"/>
                        </a:cubicBezTo>
                        <a:cubicBezTo>
                          <a:pt x="4096" y="1090"/>
                          <a:pt x="4096" y="821"/>
                          <a:pt x="4302" y="680"/>
                        </a:cubicBezTo>
                        <a:cubicBezTo>
                          <a:pt x="4302" y="644"/>
                          <a:pt x="4330" y="644"/>
                          <a:pt x="4330" y="616"/>
                        </a:cubicBezTo>
                        <a:cubicBezTo>
                          <a:pt x="4217" y="531"/>
                          <a:pt x="4068" y="411"/>
                          <a:pt x="3920" y="326"/>
                        </a:cubicBezTo>
                        <a:cubicBezTo>
                          <a:pt x="3891" y="354"/>
                          <a:pt x="3891" y="354"/>
                          <a:pt x="3891" y="383"/>
                        </a:cubicBezTo>
                        <a:cubicBezTo>
                          <a:pt x="3842" y="563"/>
                          <a:pt x="3675" y="675"/>
                          <a:pt x="3494" y="675"/>
                        </a:cubicBezTo>
                        <a:cubicBezTo>
                          <a:pt x="3441" y="675"/>
                          <a:pt x="3386" y="665"/>
                          <a:pt x="3332" y="644"/>
                        </a:cubicBezTo>
                        <a:cubicBezTo>
                          <a:pt x="3120" y="559"/>
                          <a:pt x="2979" y="326"/>
                          <a:pt x="3064" y="85"/>
                        </a:cubicBezTo>
                        <a:cubicBezTo>
                          <a:pt x="3064" y="57"/>
                          <a:pt x="3092" y="57"/>
                          <a:pt x="3092" y="29"/>
                        </a:cubicBezTo>
                        <a:cubicBezTo>
                          <a:pt x="2915" y="1"/>
                          <a:pt x="2738" y="1"/>
                          <a:pt x="2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7"/>
                  <p:cNvSpPr/>
                  <p:nvPr/>
                </p:nvSpPr>
                <p:spPr>
                  <a:xfrm>
                    <a:off x="2726765" y="2063061"/>
                    <a:ext cx="156588" cy="138148"/>
                  </a:xfrm>
                  <a:custGeom>
                    <a:avLst/>
                    <a:gdLst/>
                    <a:ahLst/>
                    <a:cxnLst/>
                    <a:rect l="l" t="t" r="r" b="b"/>
                    <a:pathLst>
                      <a:path w="4628" h="4083" extrusionOk="0">
                        <a:moveTo>
                          <a:pt x="2326" y="675"/>
                        </a:moveTo>
                        <a:cubicBezTo>
                          <a:pt x="2813" y="675"/>
                          <a:pt x="3291" y="946"/>
                          <a:pt x="3538" y="1420"/>
                        </a:cubicBezTo>
                        <a:cubicBezTo>
                          <a:pt x="3856" y="2099"/>
                          <a:pt x="3623" y="2927"/>
                          <a:pt x="2944" y="3280"/>
                        </a:cubicBezTo>
                        <a:cubicBezTo>
                          <a:pt x="2749" y="3374"/>
                          <a:pt x="2545" y="3418"/>
                          <a:pt x="2345" y="3418"/>
                        </a:cubicBezTo>
                        <a:cubicBezTo>
                          <a:pt x="1847" y="3418"/>
                          <a:pt x="1371" y="3142"/>
                          <a:pt x="1119" y="2658"/>
                        </a:cubicBezTo>
                        <a:cubicBezTo>
                          <a:pt x="765" y="1979"/>
                          <a:pt x="1027" y="1158"/>
                          <a:pt x="1706" y="833"/>
                        </a:cubicBezTo>
                        <a:cubicBezTo>
                          <a:pt x="1902" y="726"/>
                          <a:pt x="2115" y="675"/>
                          <a:pt x="2326" y="675"/>
                        </a:cubicBezTo>
                        <a:close/>
                        <a:moveTo>
                          <a:pt x="2277" y="0"/>
                        </a:moveTo>
                        <a:cubicBezTo>
                          <a:pt x="1975" y="0"/>
                          <a:pt x="1669" y="68"/>
                          <a:pt x="1380" y="210"/>
                        </a:cubicBezTo>
                        <a:cubicBezTo>
                          <a:pt x="411" y="712"/>
                          <a:pt x="1" y="1950"/>
                          <a:pt x="531" y="2955"/>
                        </a:cubicBezTo>
                        <a:cubicBezTo>
                          <a:pt x="883" y="3668"/>
                          <a:pt x="1609" y="4082"/>
                          <a:pt x="2350" y="4082"/>
                        </a:cubicBezTo>
                        <a:cubicBezTo>
                          <a:pt x="2653" y="4082"/>
                          <a:pt x="2958" y="4013"/>
                          <a:pt x="3241" y="3868"/>
                        </a:cubicBezTo>
                        <a:cubicBezTo>
                          <a:pt x="4245" y="3365"/>
                          <a:pt x="4627" y="2127"/>
                          <a:pt x="4125" y="1130"/>
                        </a:cubicBezTo>
                        <a:cubicBezTo>
                          <a:pt x="3747" y="414"/>
                          <a:pt x="3025" y="0"/>
                          <a:pt x="22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7"/>
                  <p:cNvSpPr/>
                  <p:nvPr/>
                </p:nvSpPr>
                <p:spPr>
                  <a:xfrm>
                    <a:off x="2748555" y="2076121"/>
                    <a:ext cx="113719" cy="111825"/>
                  </a:xfrm>
                  <a:custGeom>
                    <a:avLst/>
                    <a:gdLst/>
                    <a:ahLst/>
                    <a:cxnLst/>
                    <a:rect l="l" t="t" r="r" b="b"/>
                    <a:pathLst>
                      <a:path w="3361" h="3305" extrusionOk="0">
                        <a:moveTo>
                          <a:pt x="1656" y="65"/>
                        </a:moveTo>
                        <a:cubicBezTo>
                          <a:pt x="2243" y="65"/>
                          <a:pt x="2802" y="418"/>
                          <a:pt x="3071" y="949"/>
                        </a:cubicBezTo>
                        <a:cubicBezTo>
                          <a:pt x="3276" y="1331"/>
                          <a:pt x="3304" y="1770"/>
                          <a:pt x="3156" y="2159"/>
                        </a:cubicBezTo>
                        <a:cubicBezTo>
                          <a:pt x="3036" y="2569"/>
                          <a:pt x="2774" y="2894"/>
                          <a:pt x="2392" y="3071"/>
                        </a:cubicBezTo>
                        <a:cubicBezTo>
                          <a:pt x="2187" y="3184"/>
                          <a:pt x="1946" y="3248"/>
                          <a:pt x="1713" y="3248"/>
                        </a:cubicBezTo>
                        <a:cubicBezTo>
                          <a:pt x="1090" y="3248"/>
                          <a:pt x="559" y="2894"/>
                          <a:pt x="269" y="2364"/>
                        </a:cubicBezTo>
                        <a:cubicBezTo>
                          <a:pt x="93" y="1982"/>
                          <a:pt x="64" y="1536"/>
                          <a:pt x="177" y="1154"/>
                        </a:cubicBezTo>
                        <a:cubicBezTo>
                          <a:pt x="298" y="744"/>
                          <a:pt x="595" y="418"/>
                          <a:pt x="949" y="242"/>
                        </a:cubicBezTo>
                        <a:cubicBezTo>
                          <a:pt x="1182" y="121"/>
                          <a:pt x="1415" y="65"/>
                          <a:pt x="1656" y="65"/>
                        </a:cubicBezTo>
                        <a:close/>
                        <a:moveTo>
                          <a:pt x="1656" y="1"/>
                        </a:moveTo>
                        <a:cubicBezTo>
                          <a:pt x="1387" y="1"/>
                          <a:pt x="1154" y="65"/>
                          <a:pt x="913" y="178"/>
                        </a:cubicBezTo>
                        <a:cubicBezTo>
                          <a:pt x="531" y="390"/>
                          <a:pt x="269" y="708"/>
                          <a:pt x="121" y="1126"/>
                        </a:cubicBezTo>
                        <a:cubicBezTo>
                          <a:pt x="1" y="1536"/>
                          <a:pt x="29" y="2010"/>
                          <a:pt x="241" y="2392"/>
                        </a:cubicBezTo>
                        <a:cubicBezTo>
                          <a:pt x="503" y="2951"/>
                          <a:pt x="1062" y="3305"/>
                          <a:pt x="1713" y="3305"/>
                        </a:cubicBezTo>
                        <a:cubicBezTo>
                          <a:pt x="1946" y="3305"/>
                          <a:pt x="2187" y="3248"/>
                          <a:pt x="2420" y="3128"/>
                        </a:cubicBezTo>
                        <a:cubicBezTo>
                          <a:pt x="2802" y="2923"/>
                          <a:pt x="3099" y="2597"/>
                          <a:pt x="3212" y="2187"/>
                        </a:cubicBezTo>
                        <a:cubicBezTo>
                          <a:pt x="3361" y="1770"/>
                          <a:pt x="3333" y="1331"/>
                          <a:pt x="3127" y="921"/>
                        </a:cubicBezTo>
                        <a:cubicBezTo>
                          <a:pt x="2830" y="355"/>
                          <a:pt x="2271" y="1"/>
                          <a:pt x="1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7" name="Google Shape;587;p37"/>
                <p:cNvSpPr/>
                <p:nvPr/>
              </p:nvSpPr>
              <p:spPr>
                <a:xfrm>
                  <a:off x="4145832" y="2621269"/>
                  <a:ext cx="174792" cy="149923"/>
                </a:xfrm>
                <a:custGeom>
                  <a:avLst/>
                  <a:gdLst/>
                  <a:ahLst/>
                  <a:cxnLst/>
                  <a:rect l="l" t="t" r="r" b="b"/>
                  <a:pathLst>
                    <a:path w="5166" h="4431" extrusionOk="0">
                      <a:moveTo>
                        <a:pt x="3247" y="0"/>
                      </a:moveTo>
                      <a:cubicBezTo>
                        <a:pt x="2927" y="0"/>
                        <a:pt x="2637" y="146"/>
                        <a:pt x="2449" y="393"/>
                      </a:cubicBezTo>
                      <a:cubicBezTo>
                        <a:pt x="2300" y="301"/>
                        <a:pt x="2123" y="244"/>
                        <a:pt x="1946" y="216"/>
                      </a:cubicBezTo>
                      <a:cubicBezTo>
                        <a:pt x="1926" y="215"/>
                        <a:pt x="1907" y="214"/>
                        <a:pt x="1887" y="214"/>
                      </a:cubicBezTo>
                      <a:cubicBezTo>
                        <a:pt x="1382" y="214"/>
                        <a:pt x="950" y="646"/>
                        <a:pt x="977" y="1157"/>
                      </a:cubicBezTo>
                      <a:cubicBezTo>
                        <a:pt x="447" y="1157"/>
                        <a:pt x="1" y="1688"/>
                        <a:pt x="241" y="2246"/>
                      </a:cubicBezTo>
                      <a:cubicBezTo>
                        <a:pt x="298" y="2423"/>
                        <a:pt x="418" y="2572"/>
                        <a:pt x="567" y="2628"/>
                      </a:cubicBezTo>
                      <a:cubicBezTo>
                        <a:pt x="704" y="2699"/>
                        <a:pt x="837" y="2729"/>
                        <a:pt x="963" y="2729"/>
                      </a:cubicBezTo>
                      <a:cubicBezTo>
                        <a:pt x="1104" y="2729"/>
                        <a:pt x="1236" y="2692"/>
                        <a:pt x="1359" y="2628"/>
                      </a:cubicBezTo>
                      <a:cubicBezTo>
                        <a:pt x="1387" y="3010"/>
                        <a:pt x="1685" y="3308"/>
                        <a:pt x="2095" y="3336"/>
                      </a:cubicBezTo>
                      <a:cubicBezTo>
                        <a:pt x="2243" y="3336"/>
                        <a:pt x="2364" y="3308"/>
                        <a:pt x="2477" y="3251"/>
                      </a:cubicBezTo>
                      <a:cubicBezTo>
                        <a:pt x="2505" y="3573"/>
                        <a:pt x="2747" y="3809"/>
                        <a:pt x="3062" y="3809"/>
                      </a:cubicBezTo>
                      <a:cubicBezTo>
                        <a:pt x="3148" y="3809"/>
                        <a:pt x="3239" y="3791"/>
                        <a:pt x="3333" y="3753"/>
                      </a:cubicBezTo>
                      <a:lnTo>
                        <a:pt x="3807" y="4397"/>
                      </a:lnTo>
                      <a:cubicBezTo>
                        <a:pt x="3818" y="4421"/>
                        <a:pt x="3832" y="4431"/>
                        <a:pt x="3846" y="4431"/>
                      </a:cubicBezTo>
                      <a:cubicBezTo>
                        <a:pt x="3870" y="4431"/>
                        <a:pt x="3892" y="4404"/>
                        <a:pt x="3892" y="4369"/>
                      </a:cubicBezTo>
                      <a:lnTo>
                        <a:pt x="3892" y="3484"/>
                      </a:lnTo>
                      <a:cubicBezTo>
                        <a:pt x="3971" y="3510"/>
                        <a:pt x="4051" y="3524"/>
                        <a:pt x="4130" y="3524"/>
                      </a:cubicBezTo>
                      <a:cubicBezTo>
                        <a:pt x="4228" y="3524"/>
                        <a:pt x="4325" y="3503"/>
                        <a:pt x="4422" y="3456"/>
                      </a:cubicBezTo>
                      <a:cubicBezTo>
                        <a:pt x="4543" y="3428"/>
                        <a:pt x="4635" y="3336"/>
                        <a:pt x="4691" y="3223"/>
                      </a:cubicBezTo>
                      <a:cubicBezTo>
                        <a:pt x="4776" y="3046"/>
                        <a:pt x="4811" y="2834"/>
                        <a:pt x="4748" y="2692"/>
                      </a:cubicBezTo>
                      <a:cubicBezTo>
                        <a:pt x="4953" y="2480"/>
                        <a:pt x="5101" y="2218"/>
                        <a:pt x="5130" y="1893"/>
                      </a:cubicBezTo>
                      <a:cubicBezTo>
                        <a:pt x="5165" y="1390"/>
                        <a:pt x="4811" y="952"/>
                        <a:pt x="4337" y="803"/>
                      </a:cubicBezTo>
                      <a:cubicBezTo>
                        <a:pt x="4281" y="358"/>
                        <a:pt x="3807" y="39"/>
                        <a:pt x="3333" y="4"/>
                      </a:cubicBezTo>
                      <a:cubicBezTo>
                        <a:pt x="3304" y="2"/>
                        <a:pt x="3276" y="0"/>
                        <a:pt x="32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7"/>
                <p:cNvSpPr/>
                <p:nvPr/>
              </p:nvSpPr>
              <p:spPr>
                <a:xfrm>
                  <a:off x="4285642" y="2696317"/>
                  <a:ext cx="20842" cy="16072"/>
                </a:xfrm>
                <a:custGeom>
                  <a:avLst/>
                  <a:gdLst/>
                  <a:ahLst/>
                  <a:cxnLst/>
                  <a:rect l="l" t="t" r="r" b="b"/>
                  <a:pathLst>
                    <a:path w="616" h="475" extrusionOk="0">
                      <a:moveTo>
                        <a:pt x="29" y="0"/>
                      </a:moveTo>
                      <a:lnTo>
                        <a:pt x="0" y="28"/>
                      </a:lnTo>
                      <a:cubicBezTo>
                        <a:pt x="0" y="57"/>
                        <a:pt x="29" y="57"/>
                        <a:pt x="29" y="57"/>
                      </a:cubicBezTo>
                      <a:cubicBezTo>
                        <a:pt x="262" y="85"/>
                        <a:pt x="467" y="234"/>
                        <a:pt x="559" y="439"/>
                      </a:cubicBezTo>
                      <a:lnTo>
                        <a:pt x="587" y="474"/>
                      </a:lnTo>
                      <a:lnTo>
                        <a:pt x="616" y="474"/>
                      </a:lnTo>
                      <a:lnTo>
                        <a:pt x="616" y="410"/>
                      </a:lnTo>
                      <a:cubicBezTo>
                        <a:pt x="531" y="177"/>
                        <a:pt x="290" y="28"/>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7"/>
                <p:cNvSpPr/>
                <p:nvPr/>
              </p:nvSpPr>
              <p:spPr>
                <a:xfrm>
                  <a:off x="4190834" y="2681226"/>
                  <a:ext cx="29978" cy="27068"/>
                </a:xfrm>
                <a:custGeom>
                  <a:avLst/>
                  <a:gdLst/>
                  <a:ahLst/>
                  <a:cxnLst/>
                  <a:rect l="l" t="t" r="r" b="b"/>
                  <a:pathLst>
                    <a:path w="886" h="800" extrusionOk="0">
                      <a:moveTo>
                        <a:pt x="857" y="0"/>
                      </a:moveTo>
                      <a:cubicBezTo>
                        <a:pt x="411" y="0"/>
                        <a:pt x="29" y="326"/>
                        <a:pt x="1" y="772"/>
                      </a:cubicBezTo>
                      <a:cubicBezTo>
                        <a:pt x="1" y="800"/>
                        <a:pt x="1" y="800"/>
                        <a:pt x="29" y="800"/>
                      </a:cubicBezTo>
                      <a:lnTo>
                        <a:pt x="57" y="800"/>
                      </a:lnTo>
                      <a:cubicBezTo>
                        <a:pt x="86" y="354"/>
                        <a:pt x="439" y="64"/>
                        <a:pt x="857" y="64"/>
                      </a:cubicBezTo>
                      <a:cubicBezTo>
                        <a:pt x="857" y="64"/>
                        <a:pt x="885" y="64"/>
                        <a:pt x="885" y="36"/>
                      </a:cubicBezTo>
                      <a:lnTo>
                        <a:pt x="8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7"/>
                <p:cNvSpPr/>
                <p:nvPr/>
              </p:nvSpPr>
              <p:spPr>
                <a:xfrm>
                  <a:off x="4174796" y="2659436"/>
                  <a:ext cx="18000" cy="6023"/>
                </a:xfrm>
                <a:custGeom>
                  <a:avLst/>
                  <a:gdLst/>
                  <a:ahLst/>
                  <a:cxnLst/>
                  <a:rect l="l" t="t" r="r" b="b"/>
                  <a:pathLst>
                    <a:path w="532" h="178" extrusionOk="0">
                      <a:moveTo>
                        <a:pt x="29" y="1"/>
                      </a:moveTo>
                      <a:cubicBezTo>
                        <a:pt x="29" y="29"/>
                        <a:pt x="1" y="29"/>
                        <a:pt x="1" y="57"/>
                      </a:cubicBezTo>
                      <a:lnTo>
                        <a:pt x="65" y="57"/>
                      </a:lnTo>
                      <a:cubicBezTo>
                        <a:pt x="206" y="57"/>
                        <a:pt x="355" y="86"/>
                        <a:pt x="475" y="177"/>
                      </a:cubicBezTo>
                      <a:lnTo>
                        <a:pt x="503" y="177"/>
                      </a:lnTo>
                      <a:cubicBezTo>
                        <a:pt x="531" y="149"/>
                        <a:pt x="531" y="114"/>
                        <a:pt x="503" y="114"/>
                      </a:cubicBezTo>
                      <a:cubicBezTo>
                        <a:pt x="355" y="29"/>
                        <a:pt x="20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7"/>
                <p:cNvSpPr/>
                <p:nvPr/>
              </p:nvSpPr>
              <p:spPr>
                <a:xfrm>
                  <a:off x="4205688" y="2639337"/>
                  <a:ext cx="22060" cy="23955"/>
                </a:xfrm>
                <a:custGeom>
                  <a:avLst/>
                  <a:gdLst/>
                  <a:ahLst/>
                  <a:cxnLst/>
                  <a:rect l="l" t="t" r="r" b="b"/>
                  <a:pathLst>
                    <a:path w="652" h="708" extrusionOk="0">
                      <a:moveTo>
                        <a:pt x="36" y="0"/>
                      </a:moveTo>
                      <a:cubicBezTo>
                        <a:pt x="0" y="0"/>
                        <a:pt x="0" y="36"/>
                        <a:pt x="0" y="36"/>
                      </a:cubicBezTo>
                      <a:lnTo>
                        <a:pt x="0" y="64"/>
                      </a:lnTo>
                      <a:cubicBezTo>
                        <a:pt x="354" y="92"/>
                        <a:pt x="595" y="354"/>
                        <a:pt x="595" y="680"/>
                      </a:cubicBezTo>
                      <a:cubicBezTo>
                        <a:pt x="595" y="708"/>
                        <a:pt x="595" y="708"/>
                        <a:pt x="623" y="708"/>
                      </a:cubicBezTo>
                      <a:cubicBezTo>
                        <a:pt x="623" y="708"/>
                        <a:pt x="651" y="708"/>
                        <a:pt x="651" y="680"/>
                      </a:cubicBezTo>
                      <a:cubicBezTo>
                        <a:pt x="651" y="326"/>
                        <a:pt x="390" y="36"/>
                        <a:pt x="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7"/>
                <p:cNvSpPr/>
                <p:nvPr/>
              </p:nvSpPr>
              <p:spPr>
                <a:xfrm>
                  <a:off x="4203759" y="2703253"/>
                  <a:ext cx="22060" cy="18948"/>
                </a:xfrm>
                <a:custGeom>
                  <a:avLst/>
                  <a:gdLst/>
                  <a:ahLst/>
                  <a:cxnLst/>
                  <a:rect l="l" t="t" r="r" b="b"/>
                  <a:pathLst>
                    <a:path w="652" h="560" extrusionOk="0">
                      <a:moveTo>
                        <a:pt x="29" y="0"/>
                      </a:moveTo>
                      <a:cubicBezTo>
                        <a:pt x="1" y="0"/>
                        <a:pt x="1" y="29"/>
                        <a:pt x="1" y="29"/>
                      </a:cubicBezTo>
                      <a:cubicBezTo>
                        <a:pt x="1" y="177"/>
                        <a:pt x="93" y="326"/>
                        <a:pt x="206" y="446"/>
                      </a:cubicBezTo>
                      <a:cubicBezTo>
                        <a:pt x="298" y="531"/>
                        <a:pt x="447" y="559"/>
                        <a:pt x="560" y="559"/>
                      </a:cubicBezTo>
                      <a:lnTo>
                        <a:pt x="623" y="559"/>
                      </a:lnTo>
                      <a:cubicBezTo>
                        <a:pt x="652" y="559"/>
                        <a:pt x="652" y="559"/>
                        <a:pt x="652" y="531"/>
                      </a:cubicBezTo>
                      <a:cubicBezTo>
                        <a:pt x="652" y="503"/>
                        <a:pt x="652" y="503"/>
                        <a:pt x="623" y="503"/>
                      </a:cubicBezTo>
                      <a:cubicBezTo>
                        <a:pt x="597" y="508"/>
                        <a:pt x="572" y="510"/>
                        <a:pt x="548" y="510"/>
                      </a:cubicBezTo>
                      <a:cubicBezTo>
                        <a:pt x="433" y="510"/>
                        <a:pt x="333" y="458"/>
                        <a:pt x="234" y="382"/>
                      </a:cubicBezTo>
                      <a:cubicBezTo>
                        <a:pt x="121" y="297"/>
                        <a:pt x="57" y="177"/>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7"/>
                <p:cNvSpPr/>
                <p:nvPr/>
              </p:nvSpPr>
              <p:spPr>
                <a:xfrm>
                  <a:off x="4161870" y="2671413"/>
                  <a:ext cx="15124" cy="23955"/>
                </a:xfrm>
                <a:custGeom>
                  <a:avLst/>
                  <a:gdLst/>
                  <a:ahLst/>
                  <a:cxnLst/>
                  <a:rect l="l" t="t" r="r" b="b"/>
                  <a:pathLst>
                    <a:path w="447" h="708" extrusionOk="0">
                      <a:moveTo>
                        <a:pt x="411" y="0"/>
                      </a:moveTo>
                      <a:cubicBezTo>
                        <a:pt x="149" y="85"/>
                        <a:pt x="1" y="382"/>
                        <a:pt x="93" y="679"/>
                      </a:cubicBezTo>
                      <a:cubicBezTo>
                        <a:pt x="93" y="679"/>
                        <a:pt x="93" y="708"/>
                        <a:pt x="121" y="708"/>
                      </a:cubicBezTo>
                      <a:lnTo>
                        <a:pt x="121" y="679"/>
                      </a:lnTo>
                      <a:cubicBezTo>
                        <a:pt x="149" y="679"/>
                        <a:pt x="149" y="679"/>
                        <a:pt x="149" y="644"/>
                      </a:cubicBezTo>
                      <a:cubicBezTo>
                        <a:pt x="57" y="411"/>
                        <a:pt x="178" y="149"/>
                        <a:pt x="447" y="57"/>
                      </a:cubicBezTo>
                      <a:lnTo>
                        <a:pt x="447" y="29"/>
                      </a:lnTo>
                      <a:cubicBezTo>
                        <a:pt x="447" y="0"/>
                        <a:pt x="447" y="0"/>
                        <a:pt x="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7"/>
                <p:cNvSpPr/>
                <p:nvPr/>
              </p:nvSpPr>
              <p:spPr>
                <a:xfrm>
                  <a:off x="4277488" y="2717126"/>
                  <a:ext cx="18000" cy="11030"/>
                </a:xfrm>
                <a:custGeom>
                  <a:avLst/>
                  <a:gdLst/>
                  <a:ahLst/>
                  <a:cxnLst/>
                  <a:rect l="l" t="t" r="r" b="b"/>
                  <a:pathLst>
                    <a:path w="532" h="326" extrusionOk="0">
                      <a:moveTo>
                        <a:pt x="531" y="1"/>
                      </a:moveTo>
                      <a:cubicBezTo>
                        <a:pt x="503" y="1"/>
                        <a:pt x="503" y="36"/>
                        <a:pt x="475" y="36"/>
                      </a:cubicBezTo>
                      <a:cubicBezTo>
                        <a:pt x="428" y="182"/>
                        <a:pt x="300" y="284"/>
                        <a:pt x="142" y="284"/>
                      </a:cubicBezTo>
                      <a:cubicBezTo>
                        <a:pt x="108" y="284"/>
                        <a:pt x="72" y="279"/>
                        <a:pt x="36" y="269"/>
                      </a:cubicBezTo>
                      <a:lnTo>
                        <a:pt x="1" y="269"/>
                      </a:lnTo>
                      <a:cubicBezTo>
                        <a:pt x="1" y="298"/>
                        <a:pt x="1" y="298"/>
                        <a:pt x="36" y="326"/>
                      </a:cubicBezTo>
                      <a:lnTo>
                        <a:pt x="149" y="326"/>
                      </a:lnTo>
                      <a:cubicBezTo>
                        <a:pt x="326" y="326"/>
                        <a:pt x="475" y="241"/>
                        <a:pt x="531" y="64"/>
                      </a:cubicBezTo>
                      <a:lnTo>
                        <a:pt x="5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7"/>
                <p:cNvSpPr/>
                <p:nvPr/>
              </p:nvSpPr>
              <p:spPr>
                <a:xfrm>
                  <a:off x="4262667" y="2646646"/>
                  <a:ext cx="29944" cy="7816"/>
                </a:xfrm>
                <a:custGeom>
                  <a:avLst/>
                  <a:gdLst/>
                  <a:ahLst/>
                  <a:cxnLst/>
                  <a:rect l="l" t="t" r="r" b="b"/>
                  <a:pathLst>
                    <a:path w="885" h="231" extrusionOk="0">
                      <a:moveTo>
                        <a:pt x="631" y="1"/>
                      </a:moveTo>
                      <a:cubicBezTo>
                        <a:pt x="412" y="1"/>
                        <a:pt x="203" y="70"/>
                        <a:pt x="28" y="202"/>
                      </a:cubicBezTo>
                      <a:cubicBezTo>
                        <a:pt x="0" y="202"/>
                        <a:pt x="0" y="202"/>
                        <a:pt x="28" y="230"/>
                      </a:cubicBezTo>
                      <a:lnTo>
                        <a:pt x="57" y="230"/>
                      </a:lnTo>
                      <a:cubicBezTo>
                        <a:pt x="236" y="120"/>
                        <a:pt x="426" y="60"/>
                        <a:pt x="635" y="60"/>
                      </a:cubicBezTo>
                      <a:cubicBezTo>
                        <a:pt x="706" y="60"/>
                        <a:pt x="780" y="67"/>
                        <a:pt x="856" y="82"/>
                      </a:cubicBezTo>
                      <a:cubicBezTo>
                        <a:pt x="856" y="82"/>
                        <a:pt x="884" y="82"/>
                        <a:pt x="884" y="53"/>
                      </a:cubicBezTo>
                      <a:cubicBezTo>
                        <a:pt x="884" y="53"/>
                        <a:pt x="884" y="25"/>
                        <a:pt x="856" y="25"/>
                      </a:cubicBezTo>
                      <a:cubicBezTo>
                        <a:pt x="781" y="9"/>
                        <a:pt x="705" y="1"/>
                        <a:pt x="6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7"/>
                <p:cNvSpPr/>
                <p:nvPr/>
              </p:nvSpPr>
              <p:spPr>
                <a:xfrm>
                  <a:off x="4296639" y="2663563"/>
                  <a:ext cx="10827" cy="18880"/>
                </a:xfrm>
                <a:custGeom>
                  <a:avLst/>
                  <a:gdLst/>
                  <a:ahLst/>
                  <a:cxnLst/>
                  <a:rect l="l" t="t" r="r" b="b"/>
                  <a:pathLst>
                    <a:path w="320" h="558" extrusionOk="0">
                      <a:moveTo>
                        <a:pt x="29" y="1"/>
                      </a:moveTo>
                      <a:cubicBezTo>
                        <a:pt x="22" y="1"/>
                        <a:pt x="15" y="10"/>
                        <a:pt x="1" y="27"/>
                      </a:cubicBezTo>
                      <a:cubicBezTo>
                        <a:pt x="1" y="27"/>
                        <a:pt x="1" y="55"/>
                        <a:pt x="29" y="55"/>
                      </a:cubicBezTo>
                      <a:cubicBezTo>
                        <a:pt x="178" y="169"/>
                        <a:pt x="262" y="346"/>
                        <a:pt x="262" y="558"/>
                      </a:cubicBezTo>
                      <a:lnTo>
                        <a:pt x="291" y="558"/>
                      </a:lnTo>
                      <a:cubicBezTo>
                        <a:pt x="291" y="558"/>
                        <a:pt x="319" y="558"/>
                        <a:pt x="319" y="522"/>
                      </a:cubicBezTo>
                      <a:cubicBezTo>
                        <a:pt x="319" y="317"/>
                        <a:pt x="206" y="140"/>
                        <a:pt x="57" y="27"/>
                      </a:cubicBezTo>
                      <a:cubicBezTo>
                        <a:pt x="43" y="10"/>
                        <a:pt x="36"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7"/>
                <p:cNvSpPr/>
                <p:nvPr/>
              </p:nvSpPr>
              <p:spPr>
                <a:xfrm>
                  <a:off x="4239659" y="2671853"/>
                  <a:ext cx="23042" cy="28557"/>
                </a:xfrm>
                <a:custGeom>
                  <a:avLst/>
                  <a:gdLst/>
                  <a:ahLst/>
                  <a:cxnLst/>
                  <a:rect l="l" t="t" r="r" b="b"/>
                  <a:pathLst>
                    <a:path w="681" h="844" extrusionOk="0">
                      <a:moveTo>
                        <a:pt x="142" y="1"/>
                      </a:moveTo>
                      <a:cubicBezTo>
                        <a:pt x="104" y="1"/>
                        <a:pt x="66" y="6"/>
                        <a:pt x="29" y="16"/>
                      </a:cubicBezTo>
                      <a:cubicBezTo>
                        <a:pt x="1" y="16"/>
                        <a:pt x="1" y="16"/>
                        <a:pt x="1" y="44"/>
                      </a:cubicBezTo>
                      <a:lnTo>
                        <a:pt x="29" y="72"/>
                      </a:lnTo>
                      <a:cubicBezTo>
                        <a:pt x="72" y="61"/>
                        <a:pt x="113" y="55"/>
                        <a:pt x="153" y="55"/>
                      </a:cubicBezTo>
                      <a:cubicBezTo>
                        <a:pt x="305" y="55"/>
                        <a:pt x="436" y="137"/>
                        <a:pt x="532" y="277"/>
                      </a:cubicBezTo>
                      <a:cubicBezTo>
                        <a:pt x="624" y="426"/>
                        <a:pt x="624" y="631"/>
                        <a:pt x="503" y="780"/>
                      </a:cubicBezTo>
                      <a:cubicBezTo>
                        <a:pt x="475" y="808"/>
                        <a:pt x="475" y="808"/>
                        <a:pt x="503" y="843"/>
                      </a:cubicBezTo>
                      <a:lnTo>
                        <a:pt x="532" y="843"/>
                      </a:lnTo>
                      <a:lnTo>
                        <a:pt x="532" y="808"/>
                      </a:lnTo>
                      <a:cubicBezTo>
                        <a:pt x="680" y="666"/>
                        <a:pt x="680" y="398"/>
                        <a:pt x="560" y="221"/>
                      </a:cubicBezTo>
                      <a:cubicBezTo>
                        <a:pt x="490" y="99"/>
                        <a:pt x="316" y="1"/>
                        <a:pt x="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7"/>
                <p:cNvSpPr/>
                <p:nvPr/>
              </p:nvSpPr>
              <p:spPr>
                <a:xfrm>
                  <a:off x="4234651" y="2704200"/>
                  <a:ext cx="6970" cy="17019"/>
                </a:xfrm>
                <a:custGeom>
                  <a:avLst/>
                  <a:gdLst/>
                  <a:ahLst/>
                  <a:cxnLst/>
                  <a:rect l="l" t="t" r="r" b="b"/>
                  <a:pathLst>
                    <a:path w="206" h="503" extrusionOk="0">
                      <a:moveTo>
                        <a:pt x="92" y="1"/>
                      </a:moveTo>
                      <a:cubicBezTo>
                        <a:pt x="29" y="64"/>
                        <a:pt x="0" y="177"/>
                        <a:pt x="0" y="269"/>
                      </a:cubicBezTo>
                      <a:cubicBezTo>
                        <a:pt x="29" y="383"/>
                        <a:pt x="92" y="475"/>
                        <a:pt x="177" y="503"/>
                      </a:cubicBezTo>
                      <a:lnTo>
                        <a:pt x="206" y="503"/>
                      </a:lnTo>
                      <a:lnTo>
                        <a:pt x="206" y="446"/>
                      </a:lnTo>
                      <a:cubicBezTo>
                        <a:pt x="121" y="418"/>
                        <a:pt x="64" y="354"/>
                        <a:pt x="64" y="269"/>
                      </a:cubicBezTo>
                      <a:cubicBezTo>
                        <a:pt x="64" y="177"/>
                        <a:pt x="92" y="93"/>
                        <a:pt x="149" y="29"/>
                      </a:cubicBez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9" name="Google Shape;599;p37"/>
                <p:cNvGrpSpPr/>
                <p:nvPr/>
              </p:nvGrpSpPr>
              <p:grpSpPr>
                <a:xfrm>
                  <a:off x="3427734" y="2323833"/>
                  <a:ext cx="175743" cy="194657"/>
                  <a:chOff x="3306034" y="1949508"/>
                  <a:chExt cx="175743" cy="194657"/>
                </a:xfrm>
              </p:grpSpPr>
              <p:sp>
                <p:nvSpPr>
                  <p:cNvPr id="600" name="Google Shape;600;p37"/>
                  <p:cNvSpPr/>
                  <p:nvPr/>
                </p:nvSpPr>
                <p:spPr>
                  <a:xfrm>
                    <a:off x="3335979" y="1979047"/>
                    <a:ext cx="113719" cy="156961"/>
                  </a:xfrm>
                  <a:custGeom>
                    <a:avLst/>
                    <a:gdLst/>
                    <a:ahLst/>
                    <a:cxnLst/>
                    <a:rect l="l" t="t" r="r" b="b"/>
                    <a:pathLst>
                      <a:path w="3361" h="4639" extrusionOk="0">
                        <a:moveTo>
                          <a:pt x="1704" y="1"/>
                        </a:moveTo>
                        <a:cubicBezTo>
                          <a:pt x="1639" y="1"/>
                          <a:pt x="1573" y="4"/>
                          <a:pt x="1507" y="12"/>
                        </a:cubicBezTo>
                        <a:cubicBezTo>
                          <a:pt x="708" y="104"/>
                          <a:pt x="92" y="748"/>
                          <a:pt x="35" y="1575"/>
                        </a:cubicBezTo>
                        <a:cubicBezTo>
                          <a:pt x="0" y="2134"/>
                          <a:pt x="269" y="2608"/>
                          <a:pt x="651" y="2934"/>
                        </a:cubicBezTo>
                        <a:cubicBezTo>
                          <a:pt x="884" y="3139"/>
                          <a:pt x="1061" y="3436"/>
                          <a:pt x="1097" y="3754"/>
                        </a:cubicBezTo>
                        <a:lnTo>
                          <a:pt x="1181" y="4405"/>
                        </a:lnTo>
                        <a:cubicBezTo>
                          <a:pt x="1181" y="4525"/>
                          <a:pt x="1302" y="4639"/>
                          <a:pt x="1450" y="4639"/>
                        </a:cubicBezTo>
                        <a:lnTo>
                          <a:pt x="1981" y="4639"/>
                        </a:lnTo>
                        <a:cubicBezTo>
                          <a:pt x="2122" y="4639"/>
                          <a:pt x="2243" y="4525"/>
                          <a:pt x="2243" y="4377"/>
                        </a:cubicBezTo>
                        <a:lnTo>
                          <a:pt x="2335" y="3754"/>
                        </a:lnTo>
                        <a:cubicBezTo>
                          <a:pt x="2363" y="3436"/>
                          <a:pt x="2511" y="3139"/>
                          <a:pt x="2745" y="2934"/>
                        </a:cubicBezTo>
                        <a:cubicBezTo>
                          <a:pt x="3127" y="2637"/>
                          <a:pt x="3360" y="2163"/>
                          <a:pt x="3360" y="1667"/>
                        </a:cubicBezTo>
                        <a:cubicBezTo>
                          <a:pt x="3334" y="729"/>
                          <a:pt x="2617" y="1"/>
                          <a:pt x="1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7"/>
                  <p:cNvSpPr/>
                  <p:nvPr/>
                </p:nvSpPr>
                <p:spPr>
                  <a:xfrm>
                    <a:off x="3371879" y="2112055"/>
                    <a:ext cx="44053" cy="32109"/>
                  </a:xfrm>
                  <a:custGeom>
                    <a:avLst/>
                    <a:gdLst/>
                    <a:ahLst/>
                    <a:cxnLst/>
                    <a:rect l="l" t="t" r="r" b="b"/>
                    <a:pathLst>
                      <a:path w="1302" h="949" extrusionOk="0">
                        <a:moveTo>
                          <a:pt x="0" y="0"/>
                        </a:moveTo>
                        <a:lnTo>
                          <a:pt x="0" y="297"/>
                        </a:lnTo>
                        <a:cubicBezTo>
                          <a:pt x="0" y="651"/>
                          <a:pt x="297" y="948"/>
                          <a:pt x="651" y="948"/>
                        </a:cubicBezTo>
                        <a:cubicBezTo>
                          <a:pt x="1005" y="920"/>
                          <a:pt x="1302" y="651"/>
                          <a:pt x="1302" y="269"/>
                        </a:cubicBezTo>
                        <a:lnTo>
                          <a:pt x="1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7"/>
                  <p:cNvSpPr/>
                  <p:nvPr/>
                </p:nvSpPr>
                <p:spPr>
                  <a:xfrm>
                    <a:off x="3363014" y="2022762"/>
                    <a:ext cx="58907" cy="95279"/>
                  </a:xfrm>
                  <a:custGeom>
                    <a:avLst/>
                    <a:gdLst/>
                    <a:ahLst/>
                    <a:cxnLst/>
                    <a:rect l="l" t="t" r="r" b="b"/>
                    <a:pathLst>
                      <a:path w="1741" h="2816" extrusionOk="0">
                        <a:moveTo>
                          <a:pt x="1210" y="163"/>
                        </a:moveTo>
                        <a:cubicBezTo>
                          <a:pt x="1238" y="198"/>
                          <a:pt x="1267" y="255"/>
                          <a:pt x="1267" y="283"/>
                        </a:cubicBezTo>
                        <a:cubicBezTo>
                          <a:pt x="1295" y="375"/>
                          <a:pt x="1295" y="432"/>
                          <a:pt x="1295" y="489"/>
                        </a:cubicBezTo>
                        <a:cubicBezTo>
                          <a:pt x="1267" y="552"/>
                          <a:pt x="1238" y="581"/>
                          <a:pt x="1182" y="581"/>
                        </a:cubicBezTo>
                        <a:cubicBezTo>
                          <a:pt x="1118" y="581"/>
                          <a:pt x="1090" y="552"/>
                          <a:pt x="1090" y="489"/>
                        </a:cubicBezTo>
                        <a:cubicBezTo>
                          <a:pt x="1062" y="460"/>
                          <a:pt x="1062" y="404"/>
                          <a:pt x="1090" y="340"/>
                        </a:cubicBezTo>
                        <a:cubicBezTo>
                          <a:pt x="1118" y="283"/>
                          <a:pt x="1147" y="227"/>
                          <a:pt x="1210" y="163"/>
                        </a:cubicBezTo>
                        <a:close/>
                        <a:moveTo>
                          <a:pt x="616" y="227"/>
                        </a:moveTo>
                        <a:cubicBezTo>
                          <a:pt x="680" y="255"/>
                          <a:pt x="708" y="340"/>
                          <a:pt x="736" y="404"/>
                        </a:cubicBezTo>
                        <a:cubicBezTo>
                          <a:pt x="736" y="489"/>
                          <a:pt x="736" y="552"/>
                          <a:pt x="680" y="609"/>
                        </a:cubicBezTo>
                        <a:cubicBezTo>
                          <a:pt x="663" y="642"/>
                          <a:pt x="625" y="656"/>
                          <a:pt x="584" y="656"/>
                        </a:cubicBezTo>
                        <a:cubicBezTo>
                          <a:pt x="556" y="656"/>
                          <a:pt x="526" y="649"/>
                          <a:pt x="503" y="637"/>
                        </a:cubicBezTo>
                        <a:cubicBezTo>
                          <a:pt x="474" y="609"/>
                          <a:pt x="474" y="581"/>
                          <a:pt x="439" y="517"/>
                        </a:cubicBezTo>
                        <a:cubicBezTo>
                          <a:pt x="439" y="432"/>
                          <a:pt x="503" y="283"/>
                          <a:pt x="616" y="227"/>
                        </a:cubicBezTo>
                        <a:close/>
                        <a:moveTo>
                          <a:pt x="995" y="0"/>
                        </a:moveTo>
                        <a:cubicBezTo>
                          <a:pt x="861" y="0"/>
                          <a:pt x="730" y="70"/>
                          <a:pt x="616" y="135"/>
                        </a:cubicBezTo>
                        <a:cubicBezTo>
                          <a:pt x="559" y="107"/>
                          <a:pt x="531" y="107"/>
                          <a:pt x="474" y="78"/>
                        </a:cubicBezTo>
                        <a:cubicBezTo>
                          <a:pt x="326" y="78"/>
                          <a:pt x="206" y="107"/>
                          <a:pt x="149" y="163"/>
                        </a:cubicBezTo>
                        <a:cubicBezTo>
                          <a:pt x="0" y="340"/>
                          <a:pt x="121" y="729"/>
                          <a:pt x="206" y="991"/>
                        </a:cubicBezTo>
                        <a:cubicBezTo>
                          <a:pt x="234" y="1047"/>
                          <a:pt x="262" y="1111"/>
                          <a:pt x="262" y="1168"/>
                        </a:cubicBezTo>
                        <a:cubicBezTo>
                          <a:pt x="382" y="1642"/>
                          <a:pt x="503" y="2109"/>
                          <a:pt x="588" y="2583"/>
                        </a:cubicBezTo>
                        <a:lnTo>
                          <a:pt x="616" y="2788"/>
                        </a:lnTo>
                        <a:cubicBezTo>
                          <a:pt x="651" y="2788"/>
                          <a:pt x="651" y="2816"/>
                          <a:pt x="651" y="2816"/>
                        </a:cubicBezTo>
                        <a:lnTo>
                          <a:pt x="680" y="2816"/>
                        </a:lnTo>
                        <a:cubicBezTo>
                          <a:pt x="680" y="2788"/>
                          <a:pt x="708" y="2788"/>
                          <a:pt x="680" y="2759"/>
                        </a:cubicBezTo>
                        <a:lnTo>
                          <a:pt x="651" y="2583"/>
                        </a:lnTo>
                        <a:cubicBezTo>
                          <a:pt x="559" y="2109"/>
                          <a:pt x="439" y="1613"/>
                          <a:pt x="326" y="1139"/>
                        </a:cubicBezTo>
                        <a:cubicBezTo>
                          <a:pt x="326" y="1111"/>
                          <a:pt x="298" y="1047"/>
                          <a:pt x="262" y="963"/>
                        </a:cubicBezTo>
                        <a:cubicBezTo>
                          <a:pt x="177" y="729"/>
                          <a:pt x="57" y="340"/>
                          <a:pt x="177" y="198"/>
                        </a:cubicBezTo>
                        <a:cubicBezTo>
                          <a:pt x="234" y="135"/>
                          <a:pt x="326" y="135"/>
                          <a:pt x="474" y="135"/>
                        </a:cubicBezTo>
                        <a:cubicBezTo>
                          <a:pt x="503" y="163"/>
                          <a:pt x="531" y="163"/>
                          <a:pt x="559" y="198"/>
                        </a:cubicBezTo>
                        <a:cubicBezTo>
                          <a:pt x="439" y="283"/>
                          <a:pt x="382" y="404"/>
                          <a:pt x="382" y="552"/>
                        </a:cubicBezTo>
                        <a:cubicBezTo>
                          <a:pt x="411" y="609"/>
                          <a:pt x="439" y="665"/>
                          <a:pt x="474" y="694"/>
                        </a:cubicBezTo>
                        <a:cubicBezTo>
                          <a:pt x="507" y="707"/>
                          <a:pt x="545" y="716"/>
                          <a:pt x="582" y="716"/>
                        </a:cubicBezTo>
                        <a:cubicBezTo>
                          <a:pt x="642" y="716"/>
                          <a:pt x="701" y="694"/>
                          <a:pt x="736" y="637"/>
                        </a:cubicBezTo>
                        <a:cubicBezTo>
                          <a:pt x="793" y="581"/>
                          <a:pt x="793" y="489"/>
                          <a:pt x="793" y="404"/>
                        </a:cubicBezTo>
                        <a:cubicBezTo>
                          <a:pt x="765" y="312"/>
                          <a:pt x="736" y="255"/>
                          <a:pt x="651" y="198"/>
                        </a:cubicBezTo>
                        <a:cubicBezTo>
                          <a:pt x="761" y="127"/>
                          <a:pt x="875" y="60"/>
                          <a:pt x="990" y="60"/>
                        </a:cubicBezTo>
                        <a:cubicBezTo>
                          <a:pt x="1023" y="60"/>
                          <a:pt x="1057" y="66"/>
                          <a:pt x="1090" y="78"/>
                        </a:cubicBezTo>
                        <a:cubicBezTo>
                          <a:pt x="1118" y="78"/>
                          <a:pt x="1147" y="107"/>
                          <a:pt x="1147" y="135"/>
                        </a:cubicBezTo>
                        <a:cubicBezTo>
                          <a:pt x="1090" y="163"/>
                          <a:pt x="1062" y="255"/>
                          <a:pt x="1033" y="312"/>
                        </a:cubicBezTo>
                        <a:cubicBezTo>
                          <a:pt x="1005" y="404"/>
                          <a:pt x="1005" y="460"/>
                          <a:pt x="1033" y="517"/>
                        </a:cubicBezTo>
                        <a:cubicBezTo>
                          <a:pt x="1033" y="581"/>
                          <a:pt x="1090" y="637"/>
                          <a:pt x="1147" y="637"/>
                        </a:cubicBezTo>
                        <a:cubicBezTo>
                          <a:pt x="1159" y="641"/>
                          <a:pt x="1171" y="643"/>
                          <a:pt x="1183" y="643"/>
                        </a:cubicBezTo>
                        <a:cubicBezTo>
                          <a:pt x="1260" y="643"/>
                          <a:pt x="1328" y="568"/>
                          <a:pt x="1359" y="489"/>
                        </a:cubicBezTo>
                        <a:cubicBezTo>
                          <a:pt x="1387" y="432"/>
                          <a:pt x="1359" y="375"/>
                          <a:pt x="1323" y="283"/>
                        </a:cubicBezTo>
                        <a:cubicBezTo>
                          <a:pt x="1295" y="227"/>
                          <a:pt x="1267" y="163"/>
                          <a:pt x="1238" y="135"/>
                        </a:cubicBezTo>
                        <a:cubicBezTo>
                          <a:pt x="1267" y="107"/>
                          <a:pt x="1295" y="78"/>
                          <a:pt x="1323" y="78"/>
                        </a:cubicBezTo>
                        <a:cubicBezTo>
                          <a:pt x="1351" y="72"/>
                          <a:pt x="1381" y="68"/>
                          <a:pt x="1410" y="68"/>
                        </a:cubicBezTo>
                        <a:cubicBezTo>
                          <a:pt x="1506" y="68"/>
                          <a:pt x="1599" y="106"/>
                          <a:pt x="1621" y="198"/>
                        </a:cubicBezTo>
                        <a:cubicBezTo>
                          <a:pt x="1677" y="255"/>
                          <a:pt x="1649" y="340"/>
                          <a:pt x="1649" y="432"/>
                        </a:cubicBezTo>
                        <a:cubicBezTo>
                          <a:pt x="1621" y="665"/>
                          <a:pt x="1564" y="906"/>
                          <a:pt x="1500" y="1111"/>
                        </a:cubicBezTo>
                        <a:cubicBezTo>
                          <a:pt x="1472" y="1288"/>
                          <a:pt x="1415" y="1465"/>
                          <a:pt x="1387" y="1613"/>
                        </a:cubicBezTo>
                        <a:lnTo>
                          <a:pt x="1182" y="2731"/>
                        </a:lnTo>
                        <a:cubicBezTo>
                          <a:pt x="1182" y="2759"/>
                          <a:pt x="1210" y="2759"/>
                          <a:pt x="1210" y="2759"/>
                        </a:cubicBezTo>
                        <a:lnTo>
                          <a:pt x="1238" y="2759"/>
                        </a:lnTo>
                        <a:lnTo>
                          <a:pt x="1444" y="1642"/>
                        </a:lnTo>
                        <a:cubicBezTo>
                          <a:pt x="1472" y="1465"/>
                          <a:pt x="1536" y="1288"/>
                          <a:pt x="1564" y="1139"/>
                        </a:cubicBezTo>
                        <a:cubicBezTo>
                          <a:pt x="1621" y="906"/>
                          <a:pt x="1677" y="665"/>
                          <a:pt x="1712" y="432"/>
                        </a:cubicBezTo>
                        <a:cubicBezTo>
                          <a:pt x="1712" y="340"/>
                          <a:pt x="1741" y="255"/>
                          <a:pt x="1677" y="163"/>
                        </a:cubicBezTo>
                        <a:cubicBezTo>
                          <a:pt x="1631" y="71"/>
                          <a:pt x="1506" y="12"/>
                          <a:pt x="1396" y="12"/>
                        </a:cubicBezTo>
                        <a:cubicBezTo>
                          <a:pt x="1370" y="12"/>
                          <a:pt x="1346" y="15"/>
                          <a:pt x="1323" y="22"/>
                        </a:cubicBezTo>
                        <a:cubicBezTo>
                          <a:pt x="1267" y="50"/>
                          <a:pt x="1238" y="50"/>
                          <a:pt x="1210" y="78"/>
                        </a:cubicBezTo>
                        <a:cubicBezTo>
                          <a:pt x="1182" y="50"/>
                          <a:pt x="1147" y="50"/>
                          <a:pt x="1118" y="22"/>
                        </a:cubicBezTo>
                        <a:cubicBezTo>
                          <a:pt x="1077" y="7"/>
                          <a:pt x="1036" y="0"/>
                          <a:pt x="9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7"/>
                  <p:cNvSpPr/>
                  <p:nvPr/>
                </p:nvSpPr>
                <p:spPr>
                  <a:xfrm>
                    <a:off x="3306034" y="2019413"/>
                    <a:ext cx="19184" cy="5041"/>
                  </a:xfrm>
                  <a:custGeom>
                    <a:avLst/>
                    <a:gdLst/>
                    <a:ahLst/>
                    <a:cxnLst/>
                    <a:rect l="l" t="t" r="r" b="b"/>
                    <a:pathLst>
                      <a:path w="567" h="149" extrusionOk="0">
                        <a:moveTo>
                          <a:pt x="36" y="0"/>
                        </a:moveTo>
                        <a:lnTo>
                          <a:pt x="1" y="29"/>
                        </a:lnTo>
                        <a:cubicBezTo>
                          <a:pt x="1" y="57"/>
                          <a:pt x="1" y="57"/>
                          <a:pt x="36" y="57"/>
                        </a:cubicBezTo>
                        <a:lnTo>
                          <a:pt x="531" y="149"/>
                        </a:lnTo>
                        <a:cubicBezTo>
                          <a:pt x="567" y="149"/>
                          <a:pt x="567" y="121"/>
                          <a:pt x="567" y="121"/>
                        </a:cubicBezTo>
                        <a:cubicBezTo>
                          <a:pt x="567" y="85"/>
                          <a:pt x="567" y="85"/>
                          <a:pt x="531" y="85"/>
                        </a:cubicBezTo>
                        <a:lnTo>
                          <a:pt x="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7"/>
                  <p:cNvSpPr/>
                  <p:nvPr/>
                </p:nvSpPr>
                <p:spPr>
                  <a:xfrm>
                    <a:off x="3321125" y="1977761"/>
                    <a:ext cx="14887" cy="14617"/>
                  </a:xfrm>
                  <a:custGeom>
                    <a:avLst/>
                    <a:gdLst/>
                    <a:ahLst/>
                    <a:cxnLst/>
                    <a:rect l="l" t="t" r="r" b="b"/>
                    <a:pathLst>
                      <a:path w="440" h="432" extrusionOk="0">
                        <a:moveTo>
                          <a:pt x="29" y="0"/>
                        </a:moveTo>
                        <a:cubicBezTo>
                          <a:pt x="22" y="0"/>
                          <a:pt x="15" y="7"/>
                          <a:pt x="0" y="22"/>
                        </a:cubicBezTo>
                        <a:lnTo>
                          <a:pt x="0" y="50"/>
                        </a:lnTo>
                        <a:lnTo>
                          <a:pt x="411" y="404"/>
                        </a:lnTo>
                        <a:lnTo>
                          <a:pt x="411" y="432"/>
                        </a:lnTo>
                        <a:cubicBezTo>
                          <a:pt x="439" y="432"/>
                          <a:pt x="439" y="404"/>
                          <a:pt x="439" y="404"/>
                        </a:cubicBezTo>
                        <a:lnTo>
                          <a:pt x="439" y="375"/>
                        </a:lnTo>
                        <a:lnTo>
                          <a:pt x="57" y="22"/>
                        </a:lnTo>
                        <a:cubicBezTo>
                          <a:pt x="43" y="7"/>
                          <a:pt x="36"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7"/>
                  <p:cNvSpPr/>
                  <p:nvPr/>
                </p:nvSpPr>
                <p:spPr>
                  <a:xfrm>
                    <a:off x="3374992" y="1950455"/>
                    <a:ext cx="5041" cy="19184"/>
                  </a:xfrm>
                  <a:custGeom>
                    <a:avLst/>
                    <a:gdLst/>
                    <a:ahLst/>
                    <a:cxnLst/>
                    <a:rect l="l" t="t" r="r" b="b"/>
                    <a:pathLst>
                      <a:path w="149" h="567" extrusionOk="0">
                        <a:moveTo>
                          <a:pt x="28" y="1"/>
                        </a:moveTo>
                        <a:cubicBezTo>
                          <a:pt x="28" y="36"/>
                          <a:pt x="0" y="36"/>
                          <a:pt x="0" y="65"/>
                        </a:cubicBezTo>
                        <a:cubicBezTo>
                          <a:pt x="28" y="121"/>
                          <a:pt x="28" y="213"/>
                          <a:pt x="57" y="298"/>
                        </a:cubicBezTo>
                        <a:cubicBezTo>
                          <a:pt x="57" y="390"/>
                          <a:pt x="85" y="447"/>
                          <a:pt x="85" y="532"/>
                        </a:cubicBezTo>
                        <a:lnTo>
                          <a:pt x="120" y="567"/>
                        </a:lnTo>
                        <a:cubicBezTo>
                          <a:pt x="149" y="532"/>
                          <a:pt x="149" y="532"/>
                          <a:pt x="149" y="503"/>
                        </a:cubicBezTo>
                        <a:cubicBezTo>
                          <a:pt x="149" y="447"/>
                          <a:pt x="120" y="355"/>
                          <a:pt x="120" y="270"/>
                        </a:cubicBezTo>
                        <a:cubicBezTo>
                          <a:pt x="85" y="178"/>
                          <a:pt x="85" y="93"/>
                          <a:pt x="57" y="36"/>
                        </a:cubicBezTo>
                        <a:cubicBezTo>
                          <a:pt x="57" y="36"/>
                          <a:pt x="57"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7"/>
                  <p:cNvSpPr/>
                  <p:nvPr/>
                </p:nvSpPr>
                <p:spPr>
                  <a:xfrm>
                    <a:off x="3409944" y="1949508"/>
                    <a:ext cx="3857" cy="22060"/>
                  </a:xfrm>
                  <a:custGeom>
                    <a:avLst/>
                    <a:gdLst/>
                    <a:ahLst/>
                    <a:cxnLst/>
                    <a:rect l="l" t="t" r="r" b="b"/>
                    <a:pathLst>
                      <a:path w="114" h="652" extrusionOk="0">
                        <a:moveTo>
                          <a:pt x="85" y="1"/>
                        </a:moveTo>
                        <a:cubicBezTo>
                          <a:pt x="85" y="1"/>
                          <a:pt x="57" y="1"/>
                          <a:pt x="57" y="29"/>
                        </a:cubicBezTo>
                        <a:lnTo>
                          <a:pt x="0" y="623"/>
                        </a:lnTo>
                        <a:cubicBezTo>
                          <a:pt x="0" y="623"/>
                          <a:pt x="0" y="651"/>
                          <a:pt x="28" y="651"/>
                        </a:cubicBezTo>
                        <a:lnTo>
                          <a:pt x="57" y="623"/>
                        </a:lnTo>
                        <a:lnTo>
                          <a:pt x="113" y="29"/>
                        </a:lnTo>
                        <a:cubicBezTo>
                          <a:pt x="113" y="1"/>
                          <a:pt x="113" y="1"/>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7"/>
                  <p:cNvSpPr/>
                  <p:nvPr/>
                </p:nvSpPr>
                <p:spPr>
                  <a:xfrm>
                    <a:off x="3447739" y="1987573"/>
                    <a:ext cx="19895" cy="13906"/>
                  </a:xfrm>
                  <a:custGeom>
                    <a:avLst/>
                    <a:gdLst/>
                    <a:ahLst/>
                    <a:cxnLst/>
                    <a:rect l="l" t="t" r="r" b="b"/>
                    <a:pathLst>
                      <a:path w="588" h="411" extrusionOk="0">
                        <a:moveTo>
                          <a:pt x="531" y="0"/>
                        </a:moveTo>
                        <a:lnTo>
                          <a:pt x="29" y="354"/>
                        </a:lnTo>
                        <a:cubicBezTo>
                          <a:pt x="1" y="354"/>
                          <a:pt x="1" y="382"/>
                          <a:pt x="29" y="382"/>
                        </a:cubicBezTo>
                        <a:lnTo>
                          <a:pt x="29" y="411"/>
                        </a:lnTo>
                        <a:lnTo>
                          <a:pt x="57" y="411"/>
                        </a:lnTo>
                        <a:lnTo>
                          <a:pt x="560" y="57"/>
                        </a:lnTo>
                        <a:cubicBezTo>
                          <a:pt x="560" y="29"/>
                          <a:pt x="588" y="29"/>
                          <a:pt x="5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7"/>
                  <p:cNvSpPr/>
                  <p:nvPr/>
                </p:nvSpPr>
                <p:spPr>
                  <a:xfrm>
                    <a:off x="3461645" y="2026349"/>
                    <a:ext cx="20132" cy="3147"/>
                  </a:xfrm>
                  <a:custGeom>
                    <a:avLst/>
                    <a:gdLst/>
                    <a:ahLst/>
                    <a:cxnLst/>
                    <a:rect l="l" t="t" r="r" b="b"/>
                    <a:pathLst>
                      <a:path w="595" h="93" extrusionOk="0">
                        <a:moveTo>
                          <a:pt x="35" y="1"/>
                        </a:moveTo>
                        <a:cubicBezTo>
                          <a:pt x="0" y="1"/>
                          <a:pt x="0" y="1"/>
                          <a:pt x="0" y="29"/>
                        </a:cubicBezTo>
                        <a:cubicBezTo>
                          <a:pt x="0" y="29"/>
                          <a:pt x="0" y="57"/>
                          <a:pt x="35" y="57"/>
                        </a:cubicBezTo>
                        <a:lnTo>
                          <a:pt x="566" y="92"/>
                        </a:lnTo>
                        <a:cubicBezTo>
                          <a:pt x="594" y="92"/>
                          <a:pt x="594" y="57"/>
                          <a:pt x="594" y="57"/>
                        </a:cubicBezTo>
                        <a:cubicBezTo>
                          <a:pt x="594" y="29"/>
                          <a:pt x="594" y="29"/>
                          <a:pt x="566" y="29"/>
                        </a:cubicBezTo>
                        <a:lnTo>
                          <a:pt x="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7"/>
                  <p:cNvSpPr/>
                  <p:nvPr/>
                </p:nvSpPr>
                <p:spPr>
                  <a:xfrm>
                    <a:off x="3346028" y="1991397"/>
                    <a:ext cx="36880" cy="56065"/>
                  </a:xfrm>
                  <a:custGeom>
                    <a:avLst/>
                    <a:gdLst/>
                    <a:ahLst/>
                    <a:cxnLst/>
                    <a:rect l="l" t="t" r="r" b="b"/>
                    <a:pathLst>
                      <a:path w="1090" h="1657" extrusionOk="0">
                        <a:moveTo>
                          <a:pt x="1033" y="1"/>
                        </a:moveTo>
                        <a:cubicBezTo>
                          <a:pt x="708" y="64"/>
                          <a:pt x="411" y="298"/>
                          <a:pt x="234" y="623"/>
                        </a:cubicBezTo>
                        <a:cubicBezTo>
                          <a:pt x="57" y="913"/>
                          <a:pt x="0" y="1302"/>
                          <a:pt x="120" y="1621"/>
                        </a:cubicBezTo>
                        <a:cubicBezTo>
                          <a:pt x="120" y="1621"/>
                          <a:pt x="120" y="1656"/>
                          <a:pt x="149" y="1656"/>
                        </a:cubicBezTo>
                        <a:cubicBezTo>
                          <a:pt x="149" y="1656"/>
                          <a:pt x="177" y="1621"/>
                          <a:pt x="149" y="1592"/>
                        </a:cubicBezTo>
                        <a:cubicBezTo>
                          <a:pt x="57" y="1302"/>
                          <a:pt x="120" y="913"/>
                          <a:pt x="269" y="652"/>
                        </a:cubicBezTo>
                        <a:cubicBezTo>
                          <a:pt x="446" y="354"/>
                          <a:pt x="736" y="121"/>
                          <a:pt x="1061" y="64"/>
                        </a:cubicBezTo>
                        <a:cubicBezTo>
                          <a:pt x="1061" y="29"/>
                          <a:pt x="1090" y="29"/>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0" name="Google Shape;610;p37"/>
              <p:cNvGrpSpPr/>
              <p:nvPr/>
            </p:nvGrpSpPr>
            <p:grpSpPr>
              <a:xfrm>
                <a:off x="6350423" y="1987207"/>
                <a:ext cx="2348409" cy="2480360"/>
                <a:chOff x="2970924" y="3808142"/>
                <a:chExt cx="996524" cy="1052516"/>
              </a:xfrm>
            </p:grpSpPr>
            <p:sp>
              <p:nvSpPr>
                <p:cNvPr id="611" name="Google Shape;611;p37"/>
                <p:cNvSpPr/>
                <p:nvPr/>
              </p:nvSpPr>
              <p:spPr>
                <a:xfrm>
                  <a:off x="3598308" y="4002867"/>
                  <a:ext cx="137675" cy="167957"/>
                </a:xfrm>
                <a:custGeom>
                  <a:avLst/>
                  <a:gdLst/>
                  <a:ahLst/>
                  <a:cxnLst/>
                  <a:rect l="l" t="t" r="r" b="b"/>
                  <a:pathLst>
                    <a:path w="4069" h="4964" extrusionOk="0">
                      <a:moveTo>
                        <a:pt x="3189" y="1"/>
                      </a:moveTo>
                      <a:cubicBezTo>
                        <a:pt x="2810" y="1"/>
                        <a:pt x="2319" y="494"/>
                        <a:pt x="2095" y="713"/>
                      </a:cubicBezTo>
                      <a:cubicBezTo>
                        <a:pt x="1918" y="925"/>
                        <a:pt x="1713" y="1159"/>
                        <a:pt x="1479" y="1364"/>
                      </a:cubicBezTo>
                      <a:cubicBezTo>
                        <a:pt x="1239" y="1569"/>
                        <a:pt x="977" y="1689"/>
                        <a:pt x="708" y="1866"/>
                      </a:cubicBezTo>
                      <a:cubicBezTo>
                        <a:pt x="503" y="2043"/>
                        <a:pt x="298" y="2220"/>
                        <a:pt x="177" y="2453"/>
                      </a:cubicBezTo>
                      <a:cubicBezTo>
                        <a:pt x="64" y="2659"/>
                        <a:pt x="29" y="2871"/>
                        <a:pt x="29" y="3104"/>
                      </a:cubicBezTo>
                      <a:cubicBezTo>
                        <a:pt x="1" y="3635"/>
                        <a:pt x="149" y="4222"/>
                        <a:pt x="595" y="4547"/>
                      </a:cubicBezTo>
                      <a:cubicBezTo>
                        <a:pt x="736" y="4668"/>
                        <a:pt x="913" y="4753"/>
                        <a:pt x="1090" y="4816"/>
                      </a:cubicBezTo>
                      <a:cubicBezTo>
                        <a:pt x="1361" y="4912"/>
                        <a:pt x="1659" y="4964"/>
                        <a:pt x="1949" y="4964"/>
                      </a:cubicBezTo>
                      <a:cubicBezTo>
                        <a:pt x="2197" y="4964"/>
                        <a:pt x="2439" y="4926"/>
                        <a:pt x="2653" y="4845"/>
                      </a:cubicBezTo>
                      <a:cubicBezTo>
                        <a:pt x="2894" y="4781"/>
                        <a:pt x="3099" y="4547"/>
                        <a:pt x="3276" y="4371"/>
                      </a:cubicBezTo>
                      <a:cubicBezTo>
                        <a:pt x="3453" y="4194"/>
                        <a:pt x="3630" y="3989"/>
                        <a:pt x="3743" y="3755"/>
                      </a:cubicBezTo>
                      <a:cubicBezTo>
                        <a:pt x="3891" y="3515"/>
                        <a:pt x="3983" y="3225"/>
                        <a:pt x="4040" y="2927"/>
                      </a:cubicBezTo>
                      <a:cubicBezTo>
                        <a:pt x="4068" y="2574"/>
                        <a:pt x="4068" y="2220"/>
                        <a:pt x="4068" y="1866"/>
                      </a:cubicBezTo>
                      <a:cubicBezTo>
                        <a:pt x="4040" y="1244"/>
                        <a:pt x="3835" y="685"/>
                        <a:pt x="3509" y="183"/>
                      </a:cubicBezTo>
                      <a:cubicBezTo>
                        <a:pt x="3423" y="53"/>
                        <a:pt x="3312" y="1"/>
                        <a:pt x="31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7"/>
                <p:cNvSpPr/>
                <p:nvPr/>
              </p:nvSpPr>
              <p:spPr>
                <a:xfrm>
                  <a:off x="2972142" y="4023405"/>
                  <a:ext cx="272169" cy="460562"/>
                </a:xfrm>
                <a:custGeom>
                  <a:avLst/>
                  <a:gdLst/>
                  <a:ahLst/>
                  <a:cxnLst/>
                  <a:rect l="l" t="t" r="r" b="b"/>
                  <a:pathLst>
                    <a:path w="8044" h="13612" extrusionOk="0">
                      <a:moveTo>
                        <a:pt x="532" y="1"/>
                      </a:moveTo>
                      <a:cubicBezTo>
                        <a:pt x="504" y="1"/>
                        <a:pt x="473" y="15"/>
                        <a:pt x="439" y="50"/>
                      </a:cubicBezTo>
                      <a:cubicBezTo>
                        <a:pt x="382" y="78"/>
                        <a:pt x="382" y="142"/>
                        <a:pt x="382" y="198"/>
                      </a:cubicBezTo>
                      <a:cubicBezTo>
                        <a:pt x="354" y="347"/>
                        <a:pt x="354" y="495"/>
                        <a:pt x="382" y="672"/>
                      </a:cubicBezTo>
                      <a:cubicBezTo>
                        <a:pt x="363" y="653"/>
                        <a:pt x="345" y="646"/>
                        <a:pt x="328" y="646"/>
                      </a:cubicBezTo>
                      <a:cubicBezTo>
                        <a:pt x="287" y="646"/>
                        <a:pt x="253" y="689"/>
                        <a:pt x="234" y="729"/>
                      </a:cubicBezTo>
                      <a:cubicBezTo>
                        <a:pt x="177" y="877"/>
                        <a:pt x="205" y="990"/>
                        <a:pt x="113" y="1111"/>
                      </a:cubicBezTo>
                      <a:cubicBezTo>
                        <a:pt x="28" y="1259"/>
                        <a:pt x="0" y="1408"/>
                        <a:pt x="28" y="1556"/>
                      </a:cubicBezTo>
                      <a:cubicBezTo>
                        <a:pt x="28" y="1670"/>
                        <a:pt x="85" y="1790"/>
                        <a:pt x="142" y="1910"/>
                      </a:cubicBezTo>
                      <a:cubicBezTo>
                        <a:pt x="318" y="2292"/>
                        <a:pt x="587" y="2794"/>
                        <a:pt x="941" y="3028"/>
                      </a:cubicBezTo>
                      <a:cubicBezTo>
                        <a:pt x="1323" y="3233"/>
                        <a:pt x="1769" y="3410"/>
                        <a:pt x="2087" y="3735"/>
                      </a:cubicBezTo>
                      <a:cubicBezTo>
                        <a:pt x="2179" y="3820"/>
                        <a:pt x="2207" y="3969"/>
                        <a:pt x="2264" y="4089"/>
                      </a:cubicBezTo>
                      <a:cubicBezTo>
                        <a:pt x="2858" y="5829"/>
                        <a:pt x="3148" y="7654"/>
                        <a:pt x="3594" y="9451"/>
                      </a:cubicBezTo>
                      <a:cubicBezTo>
                        <a:pt x="3827" y="10364"/>
                        <a:pt x="4096" y="11340"/>
                        <a:pt x="4478" y="12225"/>
                      </a:cubicBezTo>
                      <a:cubicBezTo>
                        <a:pt x="4627" y="12578"/>
                        <a:pt x="5037" y="13314"/>
                        <a:pt x="5391" y="13519"/>
                      </a:cubicBezTo>
                      <a:cubicBezTo>
                        <a:pt x="5481" y="13586"/>
                        <a:pt x="5552" y="13611"/>
                        <a:pt x="5618" y="13611"/>
                      </a:cubicBezTo>
                      <a:cubicBezTo>
                        <a:pt x="5789" y="13611"/>
                        <a:pt x="5916" y="13437"/>
                        <a:pt x="6218" y="13371"/>
                      </a:cubicBezTo>
                      <a:cubicBezTo>
                        <a:pt x="6600" y="13314"/>
                        <a:pt x="6862" y="13052"/>
                        <a:pt x="7131" y="12783"/>
                      </a:cubicBezTo>
                      <a:cubicBezTo>
                        <a:pt x="7513" y="12373"/>
                        <a:pt x="8015" y="11814"/>
                        <a:pt x="8015" y="11192"/>
                      </a:cubicBezTo>
                      <a:cubicBezTo>
                        <a:pt x="8044" y="10718"/>
                        <a:pt x="7867" y="10102"/>
                        <a:pt x="7633" y="9692"/>
                      </a:cubicBezTo>
                      <a:cubicBezTo>
                        <a:pt x="7605" y="9572"/>
                        <a:pt x="7541" y="9480"/>
                        <a:pt x="7485" y="9366"/>
                      </a:cubicBezTo>
                      <a:cubicBezTo>
                        <a:pt x="6898" y="8334"/>
                        <a:pt x="6042" y="7421"/>
                        <a:pt x="5511" y="6360"/>
                      </a:cubicBezTo>
                      <a:cubicBezTo>
                        <a:pt x="5391" y="6119"/>
                        <a:pt x="5270" y="5858"/>
                        <a:pt x="5157" y="5624"/>
                      </a:cubicBezTo>
                      <a:cubicBezTo>
                        <a:pt x="4832" y="4881"/>
                        <a:pt x="4506" y="4174"/>
                        <a:pt x="4153" y="3466"/>
                      </a:cubicBezTo>
                      <a:cubicBezTo>
                        <a:pt x="4068" y="3290"/>
                        <a:pt x="4004" y="3113"/>
                        <a:pt x="3919" y="2936"/>
                      </a:cubicBezTo>
                      <a:cubicBezTo>
                        <a:pt x="3856" y="2851"/>
                        <a:pt x="3827" y="2759"/>
                        <a:pt x="3799" y="2674"/>
                      </a:cubicBezTo>
                      <a:cubicBezTo>
                        <a:pt x="3771" y="2618"/>
                        <a:pt x="3771" y="2554"/>
                        <a:pt x="3742" y="2497"/>
                      </a:cubicBezTo>
                      <a:cubicBezTo>
                        <a:pt x="3622" y="2200"/>
                        <a:pt x="3389" y="1910"/>
                        <a:pt x="3148" y="1733"/>
                      </a:cubicBezTo>
                      <a:cubicBezTo>
                        <a:pt x="2971" y="1585"/>
                        <a:pt x="2766" y="1464"/>
                        <a:pt x="2589" y="1344"/>
                      </a:cubicBezTo>
                      <a:cubicBezTo>
                        <a:pt x="2384" y="1167"/>
                        <a:pt x="2151" y="1054"/>
                        <a:pt x="1946" y="877"/>
                      </a:cubicBezTo>
                      <a:cubicBezTo>
                        <a:pt x="1677" y="672"/>
                        <a:pt x="1443" y="495"/>
                        <a:pt x="1203" y="283"/>
                      </a:cubicBezTo>
                      <a:cubicBezTo>
                        <a:pt x="1157" y="260"/>
                        <a:pt x="1093" y="219"/>
                        <a:pt x="1036" y="219"/>
                      </a:cubicBezTo>
                      <a:cubicBezTo>
                        <a:pt x="1023" y="219"/>
                        <a:pt x="1010" y="221"/>
                        <a:pt x="998" y="226"/>
                      </a:cubicBezTo>
                      <a:cubicBezTo>
                        <a:pt x="941" y="255"/>
                        <a:pt x="913" y="318"/>
                        <a:pt x="913" y="375"/>
                      </a:cubicBezTo>
                      <a:cubicBezTo>
                        <a:pt x="849" y="608"/>
                        <a:pt x="998" y="785"/>
                        <a:pt x="1174" y="934"/>
                      </a:cubicBezTo>
                      <a:cubicBezTo>
                        <a:pt x="1380" y="1139"/>
                        <a:pt x="1620" y="1288"/>
                        <a:pt x="1769" y="1521"/>
                      </a:cubicBezTo>
                      <a:cubicBezTo>
                        <a:pt x="1928" y="1758"/>
                        <a:pt x="1846" y="1846"/>
                        <a:pt x="1695" y="1846"/>
                      </a:cubicBezTo>
                      <a:cubicBezTo>
                        <a:pt x="1544" y="1846"/>
                        <a:pt x="1323" y="1758"/>
                        <a:pt x="1203" y="1641"/>
                      </a:cubicBezTo>
                      <a:cubicBezTo>
                        <a:pt x="1090" y="1521"/>
                        <a:pt x="1026" y="1344"/>
                        <a:pt x="969" y="1203"/>
                      </a:cubicBezTo>
                      <a:cubicBezTo>
                        <a:pt x="849" y="962"/>
                        <a:pt x="821" y="700"/>
                        <a:pt x="764" y="432"/>
                      </a:cubicBezTo>
                      <a:cubicBezTo>
                        <a:pt x="741" y="361"/>
                        <a:pt x="673" y="1"/>
                        <a:pt x="532"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7"/>
                <p:cNvSpPr/>
                <p:nvPr/>
              </p:nvSpPr>
              <p:spPr>
                <a:xfrm>
                  <a:off x="2970924" y="4022187"/>
                  <a:ext cx="274334" cy="462727"/>
                </a:xfrm>
                <a:custGeom>
                  <a:avLst/>
                  <a:gdLst/>
                  <a:ahLst/>
                  <a:cxnLst/>
                  <a:rect l="l" t="t" r="r" b="b"/>
                  <a:pathLst>
                    <a:path w="8108" h="13676" extrusionOk="0">
                      <a:moveTo>
                        <a:pt x="567" y="57"/>
                      </a:moveTo>
                      <a:cubicBezTo>
                        <a:pt x="652" y="57"/>
                        <a:pt x="708" y="319"/>
                        <a:pt x="743" y="439"/>
                      </a:cubicBezTo>
                      <a:cubicBezTo>
                        <a:pt x="743" y="439"/>
                        <a:pt x="743" y="468"/>
                        <a:pt x="772" y="468"/>
                      </a:cubicBezTo>
                      <a:cubicBezTo>
                        <a:pt x="772" y="560"/>
                        <a:pt x="800" y="644"/>
                        <a:pt x="828" y="736"/>
                      </a:cubicBezTo>
                      <a:cubicBezTo>
                        <a:pt x="857" y="913"/>
                        <a:pt x="885" y="1090"/>
                        <a:pt x="977" y="1267"/>
                      </a:cubicBezTo>
                      <a:cubicBezTo>
                        <a:pt x="1034" y="1416"/>
                        <a:pt x="1126" y="1557"/>
                        <a:pt x="1210" y="1706"/>
                      </a:cubicBezTo>
                      <a:cubicBezTo>
                        <a:pt x="1331" y="1826"/>
                        <a:pt x="1564" y="1911"/>
                        <a:pt x="1741" y="1911"/>
                      </a:cubicBezTo>
                      <a:cubicBezTo>
                        <a:pt x="1833" y="1911"/>
                        <a:pt x="1890" y="1882"/>
                        <a:pt x="1890" y="1854"/>
                      </a:cubicBezTo>
                      <a:cubicBezTo>
                        <a:pt x="1946" y="1769"/>
                        <a:pt x="1918" y="1677"/>
                        <a:pt x="1833" y="1557"/>
                      </a:cubicBezTo>
                      <a:cubicBezTo>
                        <a:pt x="1713" y="1380"/>
                        <a:pt x="1536" y="1239"/>
                        <a:pt x="1387" y="1090"/>
                      </a:cubicBezTo>
                      <a:cubicBezTo>
                        <a:pt x="1331" y="1062"/>
                        <a:pt x="1274" y="998"/>
                        <a:pt x="1210" y="942"/>
                      </a:cubicBezTo>
                      <a:cubicBezTo>
                        <a:pt x="1034" y="765"/>
                        <a:pt x="949" y="588"/>
                        <a:pt x="977" y="411"/>
                      </a:cubicBezTo>
                      <a:cubicBezTo>
                        <a:pt x="977" y="383"/>
                        <a:pt x="1005" y="319"/>
                        <a:pt x="1034" y="291"/>
                      </a:cubicBezTo>
                      <a:cubicBezTo>
                        <a:pt x="1097" y="291"/>
                        <a:pt x="1154" y="319"/>
                        <a:pt x="1210" y="354"/>
                      </a:cubicBezTo>
                      <a:lnTo>
                        <a:pt x="1946" y="942"/>
                      </a:lnTo>
                      <a:cubicBezTo>
                        <a:pt x="2066" y="1026"/>
                        <a:pt x="2187" y="1090"/>
                        <a:pt x="2300" y="1175"/>
                      </a:cubicBezTo>
                      <a:cubicBezTo>
                        <a:pt x="2392" y="1239"/>
                        <a:pt x="2512" y="1324"/>
                        <a:pt x="2625" y="1380"/>
                      </a:cubicBezTo>
                      <a:cubicBezTo>
                        <a:pt x="2717" y="1472"/>
                        <a:pt x="2802" y="1529"/>
                        <a:pt x="2866" y="1557"/>
                      </a:cubicBezTo>
                      <a:cubicBezTo>
                        <a:pt x="2979" y="1649"/>
                        <a:pt x="3071" y="1706"/>
                        <a:pt x="3156" y="1769"/>
                      </a:cubicBezTo>
                      <a:cubicBezTo>
                        <a:pt x="3425" y="1974"/>
                        <a:pt x="3630" y="2236"/>
                        <a:pt x="3750" y="2533"/>
                      </a:cubicBezTo>
                      <a:cubicBezTo>
                        <a:pt x="3778" y="2590"/>
                        <a:pt x="3807" y="2654"/>
                        <a:pt x="3807" y="2710"/>
                      </a:cubicBezTo>
                      <a:cubicBezTo>
                        <a:pt x="3835" y="2795"/>
                        <a:pt x="3863" y="2887"/>
                        <a:pt x="3927" y="2972"/>
                      </a:cubicBezTo>
                      <a:cubicBezTo>
                        <a:pt x="4012" y="3149"/>
                        <a:pt x="4104" y="3326"/>
                        <a:pt x="4160" y="3502"/>
                      </a:cubicBezTo>
                      <a:cubicBezTo>
                        <a:pt x="4366" y="3920"/>
                        <a:pt x="4542" y="4302"/>
                        <a:pt x="4719" y="4712"/>
                      </a:cubicBezTo>
                      <a:cubicBezTo>
                        <a:pt x="4868" y="5038"/>
                        <a:pt x="5016" y="5335"/>
                        <a:pt x="5165" y="5660"/>
                      </a:cubicBezTo>
                      <a:cubicBezTo>
                        <a:pt x="5306" y="5950"/>
                        <a:pt x="5427" y="6191"/>
                        <a:pt x="5519" y="6396"/>
                      </a:cubicBezTo>
                      <a:cubicBezTo>
                        <a:pt x="5809" y="7011"/>
                        <a:pt x="6226" y="7542"/>
                        <a:pt x="6608" y="8101"/>
                      </a:cubicBezTo>
                      <a:cubicBezTo>
                        <a:pt x="6898" y="8518"/>
                        <a:pt x="7224" y="8957"/>
                        <a:pt x="7492" y="9431"/>
                      </a:cubicBezTo>
                      <a:cubicBezTo>
                        <a:pt x="7549" y="9551"/>
                        <a:pt x="7606" y="9636"/>
                        <a:pt x="7669" y="9756"/>
                      </a:cubicBezTo>
                      <a:cubicBezTo>
                        <a:pt x="7846" y="10110"/>
                        <a:pt x="8051" y="10725"/>
                        <a:pt x="8023" y="11228"/>
                      </a:cubicBezTo>
                      <a:cubicBezTo>
                        <a:pt x="8023" y="11815"/>
                        <a:pt x="7549" y="12381"/>
                        <a:pt x="7139" y="12791"/>
                      </a:cubicBezTo>
                      <a:cubicBezTo>
                        <a:pt x="6898" y="13053"/>
                        <a:pt x="6608" y="13322"/>
                        <a:pt x="6254" y="13378"/>
                      </a:cubicBezTo>
                      <a:cubicBezTo>
                        <a:pt x="6106" y="13407"/>
                        <a:pt x="5986" y="13499"/>
                        <a:pt x="5901" y="13527"/>
                      </a:cubicBezTo>
                      <a:cubicBezTo>
                        <a:pt x="5809" y="13583"/>
                        <a:pt x="5724" y="13619"/>
                        <a:pt x="5660" y="13619"/>
                      </a:cubicBezTo>
                      <a:cubicBezTo>
                        <a:pt x="5575" y="13619"/>
                        <a:pt x="5519" y="13583"/>
                        <a:pt x="5427" y="13527"/>
                      </a:cubicBezTo>
                      <a:cubicBezTo>
                        <a:pt x="5101" y="13322"/>
                        <a:pt x="4691" y="12586"/>
                        <a:pt x="4542" y="12232"/>
                      </a:cubicBezTo>
                      <a:cubicBezTo>
                        <a:pt x="4160" y="11320"/>
                        <a:pt x="3892" y="10372"/>
                        <a:pt x="3658" y="9459"/>
                      </a:cubicBezTo>
                      <a:cubicBezTo>
                        <a:pt x="3481" y="8844"/>
                        <a:pt x="3361" y="8193"/>
                        <a:pt x="3220" y="7542"/>
                      </a:cubicBezTo>
                      <a:cubicBezTo>
                        <a:pt x="2951" y="6396"/>
                        <a:pt x="2717" y="5243"/>
                        <a:pt x="2335" y="4125"/>
                      </a:cubicBezTo>
                      <a:cubicBezTo>
                        <a:pt x="2272" y="4005"/>
                        <a:pt x="2243" y="3856"/>
                        <a:pt x="2123" y="3743"/>
                      </a:cubicBezTo>
                      <a:cubicBezTo>
                        <a:pt x="1918" y="3502"/>
                        <a:pt x="1628" y="3361"/>
                        <a:pt x="1359" y="3212"/>
                      </a:cubicBezTo>
                      <a:cubicBezTo>
                        <a:pt x="1239" y="3149"/>
                        <a:pt x="1126" y="3092"/>
                        <a:pt x="1005" y="3036"/>
                      </a:cubicBezTo>
                      <a:cubicBezTo>
                        <a:pt x="623" y="2795"/>
                        <a:pt x="326" y="2208"/>
                        <a:pt x="213" y="1946"/>
                      </a:cubicBezTo>
                      <a:cubicBezTo>
                        <a:pt x="149" y="1826"/>
                        <a:pt x="93" y="1706"/>
                        <a:pt x="93" y="1592"/>
                      </a:cubicBezTo>
                      <a:cubicBezTo>
                        <a:pt x="64" y="1444"/>
                        <a:pt x="93" y="1295"/>
                        <a:pt x="178" y="1175"/>
                      </a:cubicBezTo>
                      <a:cubicBezTo>
                        <a:pt x="241" y="1090"/>
                        <a:pt x="241" y="1026"/>
                        <a:pt x="241" y="970"/>
                      </a:cubicBezTo>
                      <a:cubicBezTo>
                        <a:pt x="270" y="913"/>
                        <a:pt x="270" y="850"/>
                        <a:pt x="298" y="793"/>
                      </a:cubicBezTo>
                      <a:cubicBezTo>
                        <a:pt x="326" y="736"/>
                        <a:pt x="354" y="708"/>
                        <a:pt x="390" y="708"/>
                      </a:cubicBezTo>
                      <a:cubicBezTo>
                        <a:pt x="404" y="722"/>
                        <a:pt x="411" y="729"/>
                        <a:pt x="415" y="729"/>
                      </a:cubicBezTo>
                      <a:cubicBezTo>
                        <a:pt x="418" y="729"/>
                        <a:pt x="418" y="722"/>
                        <a:pt x="418" y="708"/>
                      </a:cubicBezTo>
                      <a:cubicBezTo>
                        <a:pt x="446" y="708"/>
                        <a:pt x="446" y="708"/>
                        <a:pt x="446" y="673"/>
                      </a:cubicBezTo>
                      <a:cubicBezTo>
                        <a:pt x="418" y="531"/>
                        <a:pt x="418" y="383"/>
                        <a:pt x="446" y="234"/>
                      </a:cubicBezTo>
                      <a:cubicBezTo>
                        <a:pt x="446" y="178"/>
                        <a:pt x="446" y="142"/>
                        <a:pt x="475" y="114"/>
                      </a:cubicBezTo>
                      <a:cubicBezTo>
                        <a:pt x="503" y="86"/>
                        <a:pt x="531" y="57"/>
                        <a:pt x="567" y="57"/>
                      </a:cubicBezTo>
                      <a:close/>
                      <a:moveTo>
                        <a:pt x="567" y="1"/>
                      </a:moveTo>
                      <a:cubicBezTo>
                        <a:pt x="531" y="1"/>
                        <a:pt x="475" y="29"/>
                        <a:pt x="446" y="57"/>
                      </a:cubicBezTo>
                      <a:cubicBezTo>
                        <a:pt x="418" y="114"/>
                        <a:pt x="390" y="178"/>
                        <a:pt x="390" y="234"/>
                      </a:cubicBezTo>
                      <a:cubicBezTo>
                        <a:pt x="354" y="383"/>
                        <a:pt x="354" y="496"/>
                        <a:pt x="390" y="644"/>
                      </a:cubicBezTo>
                      <a:cubicBezTo>
                        <a:pt x="326" y="644"/>
                        <a:pt x="270" y="708"/>
                        <a:pt x="241" y="765"/>
                      </a:cubicBezTo>
                      <a:cubicBezTo>
                        <a:pt x="213" y="821"/>
                        <a:pt x="213" y="885"/>
                        <a:pt x="178" y="942"/>
                      </a:cubicBezTo>
                      <a:cubicBezTo>
                        <a:pt x="178" y="1026"/>
                        <a:pt x="178" y="1090"/>
                        <a:pt x="121" y="1147"/>
                      </a:cubicBezTo>
                      <a:cubicBezTo>
                        <a:pt x="36" y="1267"/>
                        <a:pt x="1" y="1444"/>
                        <a:pt x="36" y="1592"/>
                      </a:cubicBezTo>
                      <a:cubicBezTo>
                        <a:pt x="36" y="1706"/>
                        <a:pt x="93" y="1854"/>
                        <a:pt x="149" y="1974"/>
                      </a:cubicBezTo>
                      <a:cubicBezTo>
                        <a:pt x="298" y="2264"/>
                        <a:pt x="595" y="2859"/>
                        <a:pt x="977" y="3064"/>
                      </a:cubicBezTo>
                      <a:cubicBezTo>
                        <a:pt x="1097" y="3149"/>
                        <a:pt x="1210" y="3212"/>
                        <a:pt x="1331" y="3269"/>
                      </a:cubicBezTo>
                      <a:cubicBezTo>
                        <a:pt x="1592" y="3418"/>
                        <a:pt x="1890" y="3566"/>
                        <a:pt x="2095" y="3771"/>
                      </a:cubicBezTo>
                      <a:cubicBezTo>
                        <a:pt x="2187" y="3892"/>
                        <a:pt x="2215" y="4005"/>
                        <a:pt x="2272" y="4125"/>
                      </a:cubicBezTo>
                      <a:cubicBezTo>
                        <a:pt x="2654" y="5243"/>
                        <a:pt x="2894" y="6424"/>
                        <a:pt x="3156" y="7542"/>
                      </a:cubicBezTo>
                      <a:cubicBezTo>
                        <a:pt x="3304" y="8193"/>
                        <a:pt x="3425" y="8844"/>
                        <a:pt x="3602" y="9487"/>
                      </a:cubicBezTo>
                      <a:cubicBezTo>
                        <a:pt x="3835" y="10400"/>
                        <a:pt x="4104" y="11348"/>
                        <a:pt x="4486" y="12261"/>
                      </a:cubicBezTo>
                      <a:cubicBezTo>
                        <a:pt x="4634" y="12586"/>
                        <a:pt x="5045" y="13350"/>
                        <a:pt x="5398" y="13583"/>
                      </a:cubicBezTo>
                      <a:cubicBezTo>
                        <a:pt x="5483" y="13647"/>
                        <a:pt x="5575" y="13675"/>
                        <a:pt x="5660" y="13675"/>
                      </a:cubicBezTo>
                      <a:cubicBezTo>
                        <a:pt x="5752" y="13675"/>
                        <a:pt x="5837" y="13647"/>
                        <a:pt x="5929" y="13583"/>
                      </a:cubicBezTo>
                      <a:cubicBezTo>
                        <a:pt x="6014" y="13527"/>
                        <a:pt x="6106" y="13470"/>
                        <a:pt x="6283" y="13442"/>
                      </a:cubicBezTo>
                      <a:cubicBezTo>
                        <a:pt x="6636" y="13378"/>
                        <a:pt x="6934" y="13117"/>
                        <a:pt x="7195" y="12819"/>
                      </a:cubicBezTo>
                      <a:cubicBezTo>
                        <a:pt x="7606" y="12409"/>
                        <a:pt x="8080" y="11850"/>
                        <a:pt x="8080" y="11228"/>
                      </a:cubicBezTo>
                      <a:cubicBezTo>
                        <a:pt x="8108" y="10697"/>
                        <a:pt x="7903" y="10082"/>
                        <a:pt x="7698" y="9728"/>
                      </a:cubicBezTo>
                      <a:cubicBezTo>
                        <a:pt x="7669" y="9608"/>
                        <a:pt x="7606" y="9516"/>
                        <a:pt x="7549" y="9402"/>
                      </a:cubicBezTo>
                      <a:cubicBezTo>
                        <a:pt x="7287" y="8928"/>
                        <a:pt x="6962" y="8490"/>
                        <a:pt x="6636" y="8044"/>
                      </a:cubicBezTo>
                      <a:cubicBezTo>
                        <a:pt x="6254" y="7514"/>
                        <a:pt x="5872" y="6983"/>
                        <a:pt x="5575" y="6396"/>
                      </a:cubicBezTo>
                      <a:cubicBezTo>
                        <a:pt x="5455" y="6155"/>
                        <a:pt x="5342" y="5922"/>
                        <a:pt x="5222" y="5625"/>
                      </a:cubicBezTo>
                      <a:cubicBezTo>
                        <a:pt x="5073" y="5335"/>
                        <a:pt x="4924" y="5009"/>
                        <a:pt x="4776" y="4684"/>
                      </a:cubicBezTo>
                      <a:cubicBezTo>
                        <a:pt x="4599" y="4302"/>
                        <a:pt x="4422" y="3892"/>
                        <a:pt x="4217" y="3474"/>
                      </a:cubicBezTo>
                      <a:cubicBezTo>
                        <a:pt x="4132" y="3297"/>
                        <a:pt x="4068" y="3120"/>
                        <a:pt x="3984" y="2944"/>
                      </a:cubicBezTo>
                      <a:cubicBezTo>
                        <a:pt x="3927" y="2887"/>
                        <a:pt x="3892" y="2795"/>
                        <a:pt x="3863" y="2710"/>
                      </a:cubicBezTo>
                      <a:cubicBezTo>
                        <a:pt x="3835" y="2654"/>
                        <a:pt x="3835" y="2562"/>
                        <a:pt x="3807" y="2505"/>
                      </a:cubicBezTo>
                      <a:cubicBezTo>
                        <a:pt x="3686" y="2208"/>
                        <a:pt x="3453" y="1946"/>
                        <a:pt x="3184" y="1734"/>
                      </a:cubicBezTo>
                      <a:cubicBezTo>
                        <a:pt x="3099" y="1649"/>
                        <a:pt x="3007" y="1592"/>
                        <a:pt x="2894" y="1529"/>
                      </a:cubicBezTo>
                      <a:cubicBezTo>
                        <a:pt x="2830" y="1472"/>
                        <a:pt x="2746" y="1416"/>
                        <a:pt x="2654" y="1352"/>
                      </a:cubicBezTo>
                      <a:cubicBezTo>
                        <a:pt x="2540" y="1267"/>
                        <a:pt x="2448" y="1203"/>
                        <a:pt x="2335" y="1118"/>
                      </a:cubicBezTo>
                      <a:cubicBezTo>
                        <a:pt x="2215" y="1062"/>
                        <a:pt x="2095" y="970"/>
                        <a:pt x="1982" y="885"/>
                      </a:cubicBezTo>
                      <a:lnTo>
                        <a:pt x="1239" y="319"/>
                      </a:lnTo>
                      <a:cubicBezTo>
                        <a:pt x="1182" y="262"/>
                        <a:pt x="1154" y="234"/>
                        <a:pt x="1062" y="234"/>
                      </a:cubicBezTo>
                      <a:lnTo>
                        <a:pt x="1034" y="234"/>
                      </a:lnTo>
                      <a:cubicBezTo>
                        <a:pt x="977" y="262"/>
                        <a:pt x="949" y="319"/>
                        <a:pt x="920" y="411"/>
                      </a:cubicBezTo>
                      <a:cubicBezTo>
                        <a:pt x="885" y="588"/>
                        <a:pt x="977" y="793"/>
                        <a:pt x="1182" y="998"/>
                      </a:cubicBezTo>
                      <a:cubicBezTo>
                        <a:pt x="1239" y="1062"/>
                        <a:pt x="1302" y="1090"/>
                        <a:pt x="1359" y="1147"/>
                      </a:cubicBezTo>
                      <a:cubicBezTo>
                        <a:pt x="1508" y="1267"/>
                        <a:pt x="1684" y="1416"/>
                        <a:pt x="1769" y="1592"/>
                      </a:cubicBezTo>
                      <a:cubicBezTo>
                        <a:pt x="1861" y="1677"/>
                        <a:pt x="1861" y="1769"/>
                        <a:pt x="1861" y="1826"/>
                      </a:cubicBezTo>
                      <a:cubicBezTo>
                        <a:pt x="1833" y="1854"/>
                        <a:pt x="1769" y="1854"/>
                        <a:pt x="1741" y="1854"/>
                      </a:cubicBezTo>
                      <a:cubicBezTo>
                        <a:pt x="1592" y="1854"/>
                        <a:pt x="1359" y="1769"/>
                        <a:pt x="1274" y="1649"/>
                      </a:cubicBezTo>
                      <a:cubicBezTo>
                        <a:pt x="1154" y="1529"/>
                        <a:pt x="1097" y="1380"/>
                        <a:pt x="1034" y="1239"/>
                      </a:cubicBezTo>
                      <a:cubicBezTo>
                        <a:pt x="949" y="1062"/>
                        <a:pt x="920" y="885"/>
                        <a:pt x="885" y="736"/>
                      </a:cubicBezTo>
                      <a:cubicBezTo>
                        <a:pt x="857" y="644"/>
                        <a:pt x="828" y="560"/>
                        <a:pt x="828" y="468"/>
                      </a:cubicBezTo>
                      <a:cubicBezTo>
                        <a:pt x="800" y="439"/>
                        <a:pt x="800" y="439"/>
                        <a:pt x="800" y="411"/>
                      </a:cubicBezTo>
                      <a:cubicBezTo>
                        <a:pt x="772" y="262"/>
                        <a:pt x="708" y="1"/>
                        <a:pt x="5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7"/>
                <p:cNvSpPr/>
                <p:nvPr/>
              </p:nvSpPr>
              <p:spPr>
                <a:xfrm>
                  <a:off x="2984086" y="4043030"/>
                  <a:ext cx="21824" cy="48858"/>
                </a:xfrm>
                <a:custGeom>
                  <a:avLst/>
                  <a:gdLst/>
                  <a:ahLst/>
                  <a:cxnLst/>
                  <a:rect l="l" t="t" r="r" b="b"/>
                  <a:pathLst>
                    <a:path w="645" h="1444" extrusionOk="0">
                      <a:moveTo>
                        <a:pt x="29" y="0"/>
                      </a:moveTo>
                      <a:cubicBezTo>
                        <a:pt x="1" y="0"/>
                        <a:pt x="1" y="28"/>
                        <a:pt x="1" y="57"/>
                      </a:cubicBezTo>
                      <a:lnTo>
                        <a:pt x="114" y="531"/>
                      </a:lnTo>
                      <a:cubicBezTo>
                        <a:pt x="234" y="884"/>
                        <a:pt x="354" y="1210"/>
                        <a:pt x="616" y="1415"/>
                      </a:cubicBezTo>
                      <a:lnTo>
                        <a:pt x="616" y="1443"/>
                      </a:lnTo>
                      <a:lnTo>
                        <a:pt x="645" y="1415"/>
                      </a:lnTo>
                      <a:lnTo>
                        <a:pt x="645" y="1387"/>
                      </a:lnTo>
                      <a:cubicBezTo>
                        <a:pt x="383" y="1182"/>
                        <a:pt x="291" y="856"/>
                        <a:pt x="178" y="502"/>
                      </a:cubicBezTo>
                      <a:lnTo>
                        <a:pt x="57" y="28"/>
                      </a:ln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7"/>
                <p:cNvSpPr/>
                <p:nvPr/>
              </p:nvSpPr>
              <p:spPr>
                <a:xfrm>
                  <a:off x="2975966" y="4060015"/>
                  <a:ext cx="22060" cy="44798"/>
                </a:xfrm>
                <a:custGeom>
                  <a:avLst/>
                  <a:gdLst/>
                  <a:ahLst/>
                  <a:cxnLst/>
                  <a:rect l="l" t="t" r="r" b="b"/>
                  <a:pathLst>
                    <a:path w="652" h="1324" extrusionOk="0">
                      <a:moveTo>
                        <a:pt x="29" y="0"/>
                      </a:moveTo>
                      <a:cubicBezTo>
                        <a:pt x="0" y="0"/>
                        <a:pt x="0" y="0"/>
                        <a:pt x="0" y="29"/>
                      </a:cubicBezTo>
                      <a:cubicBezTo>
                        <a:pt x="92" y="439"/>
                        <a:pt x="269" y="856"/>
                        <a:pt x="531" y="1210"/>
                      </a:cubicBezTo>
                      <a:cubicBezTo>
                        <a:pt x="559" y="1267"/>
                        <a:pt x="594" y="1295"/>
                        <a:pt x="623" y="1323"/>
                      </a:cubicBezTo>
                      <a:cubicBezTo>
                        <a:pt x="651" y="1323"/>
                        <a:pt x="651" y="1323"/>
                        <a:pt x="651" y="1295"/>
                      </a:cubicBezTo>
                      <a:lnTo>
                        <a:pt x="651" y="1267"/>
                      </a:lnTo>
                      <a:cubicBezTo>
                        <a:pt x="623" y="1238"/>
                        <a:pt x="594" y="1210"/>
                        <a:pt x="594" y="1182"/>
                      </a:cubicBezTo>
                      <a:cubicBezTo>
                        <a:pt x="326" y="856"/>
                        <a:pt x="149" y="439"/>
                        <a:pt x="64" y="29"/>
                      </a:cubicBezTo>
                      <a:cubicBezTo>
                        <a:pt x="64"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7"/>
                <p:cNvSpPr/>
                <p:nvPr/>
              </p:nvSpPr>
              <p:spPr>
                <a:xfrm>
                  <a:off x="3098756" y="4110769"/>
                  <a:ext cx="1929" cy="13196"/>
                </a:xfrm>
                <a:custGeom>
                  <a:avLst/>
                  <a:gdLst/>
                  <a:ahLst/>
                  <a:cxnLst/>
                  <a:rect l="l" t="t" r="r" b="b"/>
                  <a:pathLst>
                    <a:path w="57" h="390" extrusionOk="0">
                      <a:moveTo>
                        <a:pt x="57" y="0"/>
                      </a:moveTo>
                      <a:lnTo>
                        <a:pt x="0" y="389"/>
                      </a:lnTo>
                      <a:cubicBezTo>
                        <a:pt x="29" y="269"/>
                        <a:pt x="57" y="149"/>
                        <a:pt x="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7"/>
                <p:cNvSpPr/>
                <p:nvPr/>
              </p:nvSpPr>
              <p:spPr>
                <a:xfrm>
                  <a:off x="3097809" y="4109788"/>
                  <a:ext cx="3857" cy="15124"/>
                </a:xfrm>
                <a:custGeom>
                  <a:avLst/>
                  <a:gdLst/>
                  <a:ahLst/>
                  <a:cxnLst/>
                  <a:rect l="l" t="t" r="r" b="b"/>
                  <a:pathLst>
                    <a:path w="114" h="447" extrusionOk="0">
                      <a:moveTo>
                        <a:pt x="85" y="1"/>
                      </a:moveTo>
                      <a:cubicBezTo>
                        <a:pt x="57" y="1"/>
                        <a:pt x="57" y="29"/>
                        <a:pt x="57" y="29"/>
                      </a:cubicBezTo>
                      <a:cubicBezTo>
                        <a:pt x="57" y="149"/>
                        <a:pt x="28" y="298"/>
                        <a:pt x="0" y="418"/>
                      </a:cubicBezTo>
                      <a:cubicBezTo>
                        <a:pt x="0" y="418"/>
                        <a:pt x="0" y="447"/>
                        <a:pt x="28" y="447"/>
                      </a:cubicBezTo>
                      <a:cubicBezTo>
                        <a:pt x="28" y="447"/>
                        <a:pt x="57" y="447"/>
                        <a:pt x="57" y="418"/>
                      </a:cubicBezTo>
                      <a:cubicBezTo>
                        <a:pt x="85" y="298"/>
                        <a:pt x="113" y="178"/>
                        <a:pt x="113" y="29"/>
                      </a:cubicBezTo>
                      <a:lnTo>
                        <a:pt x="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7"/>
                <p:cNvSpPr/>
                <p:nvPr/>
              </p:nvSpPr>
              <p:spPr>
                <a:xfrm>
                  <a:off x="3508542" y="4013085"/>
                  <a:ext cx="133851" cy="156318"/>
                </a:xfrm>
                <a:custGeom>
                  <a:avLst/>
                  <a:gdLst/>
                  <a:ahLst/>
                  <a:cxnLst/>
                  <a:rect l="l" t="t" r="r" b="b"/>
                  <a:pathLst>
                    <a:path w="3956" h="4620" extrusionOk="0">
                      <a:moveTo>
                        <a:pt x="298" y="1"/>
                      </a:moveTo>
                      <a:lnTo>
                        <a:pt x="298" y="1"/>
                      </a:lnTo>
                      <a:cubicBezTo>
                        <a:pt x="326" y="1005"/>
                        <a:pt x="270" y="1946"/>
                        <a:pt x="206" y="2802"/>
                      </a:cubicBezTo>
                      <a:cubicBezTo>
                        <a:pt x="178" y="3213"/>
                        <a:pt x="149" y="3510"/>
                        <a:pt x="1" y="3863"/>
                      </a:cubicBezTo>
                      <a:cubicBezTo>
                        <a:pt x="680" y="4161"/>
                        <a:pt x="1154" y="4514"/>
                        <a:pt x="1861" y="4571"/>
                      </a:cubicBezTo>
                      <a:cubicBezTo>
                        <a:pt x="2087" y="4601"/>
                        <a:pt x="2339" y="4620"/>
                        <a:pt x="2597" y="4620"/>
                      </a:cubicBezTo>
                      <a:cubicBezTo>
                        <a:pt x="3074" y="4620"/>
                        <a:pt x="3570" y="4554"/>
                        <a:pt x="3955" y="4366"/>
                      </a:cubicBezTo>
                      <a:cubicBezTo>
                        <a:pt x="3481" y="3099"/>
                        <a:pt x="3602" y="1798"/>
                        <a:pt x="3566" y="531"/>
                      </a:cubicBezTo>
                      <a:cubicBezTo>
                        <a:pt x="3566" y="355"/>
                        <a:pt x="3566" y="178"/>
                        <a:pt x="3538" y="29"/>
                      </a:cubicBezTo>
                      <a:lnTo>
                        <a:pt x="298" y="1"/>
                      </a:lnTo>
                      <a:close/>
                    </a:path>
                  </a:pathLst>
                </a:custGeom>
                <a:solidFill>
                  <a:srgbClr val="FF44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7"/>
                <p:cNvSpPr/>
                <p:nvPr/>
              </p:nvSpPr>
              <p:spPr>
                <a:xfrm>
                  <a:off x="3314189" y="4099874"/>
                  <a:ext cx="514664" cy="610519"/>
                </a:xfrm>
                <a:custGeom>
                  <a:avLst/>
                  <a:gdLst/>
                  <a:ahLst/>
                  <a:cxnLst/>
                  <a:rect l="l" t="t" r="r" b="b"/>
                  <a:pathLst>
                    <a:path w="15211" h="18044" extrusionOk="0">
                      <a:moveTo>
                        <a:pt x="7102" y="0"/>
                      </a:moveTo>
                      <a:cubicBezTo>
                        <a:pt x="6984" y="0"/>
                        <a:pt x="6867" y="1"/>
                        <a:pt x="6749" y="4"/>
                      </a:cubicBezTo>
                      <a:cubicBezTo>
                        <a:pt x="5306" y="32"/>
                        <a:pt x="2059" y="824"/>
                        <a:pt x="1146" y="1978"/>
                      </a:cubicBezTo>
                      <a:cubicBezTo>
                        <a:pt x="0" y="3506"/>
                        <a:pt x="616" y="5748"/>
                        <a:pt x="1825" y="7043"/>
                      </a:cubicBezTo>
                      <a:cubicBezTo>
                        <a:pt x="1592" y="8281"/>
                        <a:pt x="1387" y="9491"/>
                        <a:pt x="1267" y="10729"/>
                      </a:cubicBezTo>
                      <a:cubicBezTo>
                        <a:pt x="1146" y="11818"/>
                        <a:pt x="1295" y="12971"/>
                        <a:pt x="913" y="14004"/>
                      </a:cubicBezTo>
                      <a:cubicBezTo>
                        <a:pt x="821" y="14181"/>
                        <a:pt x="736" y="14358"/>
                        <a:pt x="708" y="14563"/>
                      </a:cubicBezTo>
                      <a:cubicBezTo>
                        <a:pt x="679" y="14768"/>
                        <a:pt x="679" y="14945"/>
                        <a:pt x="708" y="15150"/>
                      </a:cubicBezTo>
                      <a:cubicBezTo>
                        <a:pt x="856" y="16155"/>
                        <a:pt x="1323" y="17187"/>
                        <a:pt x="2208" y="17654"/>
                      </a:cubicBezTo>
                      <a:cubicBezTo>
                        <a:pt x="2858" y="18043"/>
                        <a:pt x="3622" y="18043"/>
                        <a:pt x="4358" y="18043"/>
                      </a:cubicBezTo>
                      <a:cubicBezTo>
                        <a:pt x="7280" y="18008"/>
                        <a:pt x="10194" y="17718"/>
                        <a:pt x="13088" y="17393"/>
                      </a:cubicBezTo>
                      <a:cubicBezTo>
                        <a:pt x="13265" y="17393"/>
                        <a:pt x="13442" y="17364"/>
                        <a:pt x="13590" y="17336"/>
                      </a:cubicBezTo>
                      <a:cubicBezTo>
                        <a:pt x="13767" y="17301"/>
                        <a:pt x="13944" y="17272"/>
                        <a:pt x="14085" y="17187"/>
                      </a:cubicBezTo>
                      <a:cubicBezTo>
                        <a:pt x="14616" y="16982"/>
                        <a:pt x="15033" y="16452"/>
                        <a:pt x="15090" y="15886"/>
                      </a:cubicBezTo>
                      <a:cubicBezTo>
                        <a:pt x="15210" y="15037"/>
                        <a:pt x="14736" y="14266"/>
                        <a:pt x="14588" y="13445"/>
                      </a:cubicBezTo>
                      <a:cubicBezTo>
                        <a:pt x="14503" y="13056"/>
                        <a:pt x="14503" y="12646"/>
                        <a:pt x="14326" y="12292"/>
                      </a:cubicBezTo>
                      <a:cubicBezTo>
                        <a:pt x="14234" y="12115"/>
                        <a:pt x="14121" y="11967"/>
                        <a:pt x="14029" y="11818"/>
                      </a:cubicBezTo>
                      <a:cubicBezTo>
                        <a:pt x="13732" y="11231"/>
                        <a:pt x="13972" y="10700"/>
                        <a:pt x="13944" y="10113"/>
                      </a:cubicBezTo>
                      <a:cubicBezTo>
                        <a:pt x="13944" y="9554"/>
                        <a:pt x="13880" y="8988"/>
                        <a:pt x="13880" y="8401"/>
                      </a:cubicBezTo>
                      <a:cubicBezTo>
                        <a:pt x="13880" y="8047"/>
                        <a:pt x="13880" y="7665"/>
                        <a:pt x="13944" y="7283"/>
                      </a:cubicBezTo>
                      <a:cubicBezTo>
                        <a:pt x="14000" y="6901"/>
                        <a:pt x="14149" y="6512"/>
                        <a:pt x="14206" y="6130"/>
                      </a:cubicBezTo>
                      <a:cubicBezTo>
                        <a:pt x="14588" y="4213"/>
                        <a:pt x="13526" y="1829"/>
                        <a:pt x="11730" y="945"/>
                      </a:cubicBezTo>
                      <a:cubicBezTo>
                        <a:pt x="10333" y="233"/>
                        <a:pt x="8702" y="0"/>
                        <a:pt x="71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7"/>
                <p:cNvSpPr/>
                <p:nvPr/>
              </p:nvSpPr>
              <p:spPr>
                <a:xfrm>
                  <a:off x="3063804" y="4101904"/>
                  <a:ext cx="450750" cy="394009"/>
                </a:xfrm>
                <a:custGeom>
                  <a:avLst/>
                  <a:gdLst/>
                  <a:ahLst/>
                  <a:cxnLst/>
                  <a:rect l="l" t="t" r="r" b="b"/>
                  <a:pathLst>
                    <a:path w="13322" h="11645" extrusionOk="0">
                      <a:moveTo>
                        <a:pt x="13322" y="0"/>
                      </a:moveTo>
                      <a:lnTo>
                        <a:pt x="13322" y="0"/>
                      </a:lnTo>
                      <a:cubicBezTo>
                        <a:pt x="13088" y="29"/>
                        <a:pt x="12855" y="57"/>
                        <a:pt x="12614" y="85"/>
                      </a:cubicBezTo>
                      <a:cubicBezTo>
                        <a:pt x="11114" y="326"/>
                        <a:pt x="9699" y="941"/>
                        <a:pt x="8490" y="1889"/>
                      </a:cubicBezTo>
                      <a:cubicBezTo>
                        <a:pt x="7690" y="2505"/>
                        <a:pt x="6983" y="3240"/>
                        <a:pt x="6339" y="4012"/>
                      </a:cubicBezTo>
                      <a:cubicBezTo>
                        <a:pt x="5717" y="4747"/>
                        <a:pt x="5158" y="5745"/>
                        <a:pt x="4422" y="6339"/>
                      </a:cubicBezTo>
                      <a:cubicBezTo>
                        <a:pt x="4040" y="5780"/>
                        <a:pt x="3715" y="5186"/>
                        <a:pt x="3417" y="4599"/>
                      </a:cubicBezTo>
                      <a:cubicBezTo>
                        <a:pt x="3361" y="4450"/>
                        <a:pt x="3269" y="4273"/>
                        <a:pt x="3156" y="4153"/>
                      </a:cubicBezTo>
                      <a:cubicBezTo>
                        <a:pt x="3092" y="4040"/>
                        <a:pt x="2979" y="3976"/>
                        <a:pt x="2915" y="3863"/>
                      </a:cubicBezTo>
                      <a:cubicBezTo>
                        <a:pt x="2802" y="3714"/>
                        <a:pt x="2802" y="3509"/>
                        <a:pt x="2710" y="3332"/>
                      </a:cubicBezTo>
                      <a:cubicBezTo>
                        <a:pt x="2653" y="3156"/>
                        <a:pt x="2533" y="2979"/>
                        <a:pt x="2328" y="2979"/>
                      </a:cubicBezTo>
                      <a:cubicBezTo>
                        <a:pt x="1741" y="3538"/>
                        <a:pt x="765" y="3594"/>
                        <a:pt x="121" y="4096"/>
                      </a:cubicBezTo>
                      <a:cubicBezTo>
                        <a:pt x="57" y="4125"/>
                        <a:pt x="29" y="4153"/>
                        <a:pt x="29" y="4217"/>
                      </a:cubicBezTo>
                      <a:cubicBezTo>
                        <a:pt x="1" y="4245"/>
                        <a:pt x="1" y="4273"/>
                        <a:pt x="29" y="4330"/>
                      </a:cubicBezTo>
                      <a:cubicBezTo>
                        <a:pt x="149" y="4981"/>
                        <a:pt x="234" y="5660"/>
                        <a:pt x="354" y="6339"/>
                      </a:cubicBezTo>
                      <a:cubicBezTo>
                        <a:pt x="503" y="6983"/>
                        <a:pt x="531" y="7690"/>
                        <a:pt x="736" y="8313"/>
                      </a:cubicBezTo>
                      <a:cubicBezTo>
                        <a:pt x="941" y="9225"/>
                        <a:pt x="1267" y="10138"/>
                        <a:pt x="1918" y="10789"/>
                      </a:cubicBezTo>
                      <a:cubicBezTo>
                        <a:pt x="2179" y="11051"/>
                        <a:pt x="2682" y="11291"/>
                        <a:pt x="3035" y="11440"/>
                      </a:cubicBezTo>
                      <a:cubicBezTo>
                        <a:pt x="3509" y="11617"/>
                        <a:pt x="4040" y="11645"/>
                        <a:pt x="4542" y="11645"/>
                      </a:cubicBezTo>
                      <a:cubicBezTo>
                        <a:pt x="5603" y="11617"/>
                        <a:pt x="6629" y="11263"/>
                        <a:pt x="7429" y="10584"/>
                      </a:cubicBezTo>
                      <a:cubicBezTo>
                        <a:pt x="7754" y="10315"/>
                        <a:pt x="8044" y="9989"/>
                        <a:pt x="8341" y="9699"/>
                      </a:cubicBezTo>
                      <a:cubicBezTo>
                        <a:pt x="8872" y="9105"/>
                        <a:pt x="9402" y="8610"/>
                        <a:pt x="9756" y="7902"/>
                      </a:cubicBezTo>
                      <a:cubicBezTo>
                        <a:pt x="9990" y="7457"/>
                        <a:pt x="10258" y="6983"/>
                        <a:pt x="10520" y="6544"/>
                      </a:cubicBezTo>
                      <a:cubicBezTo>
                        <a:pt x="10665" y="6254"/>
                        <a:pt x="11513" y="4390"/>
                        <a:pt x="11967" y="4390"/>
                      </a:cubicBezTo>
                      <a:cubicBezTo>
                        <a:pt x="11978" y="4390"/>
                        <a:pt x="11988" y="4391"/>
                        <a:pt x="11999" y="4394"/>
                      </a:cubicBezTo>
                      <a:cubicBezTo>
                        <a:pt x="12204" y="4422"/>
                        <a:pt x="12409" y="4450"/>
                        <a:pt x="12642" y="4478"/>
                      </a:cubicBezTo>
                      <a:cubicBezTo>
                        <a:pt x="12642" y="3920"/>
                        <a:pt x="12678" y="3361"/>
                        <a:pt x="12706" y="2802"/>
                      </a:cubicBezTo>
                      <a:cubicBezTo>
                        <a:pt x="12734" y="2505"/>
                        <a:pt x="12734" y="2208"/>
                        <a:pt x="12734" y="1918"/>
                      </a:cubicBezTo>
                      <a:cubicBezTo>
                        <a:pt x="12734" y="1712"/>
                        <a:pt x="12642" y="1415"/>
                        <a:pt x="12678" y="1210"/>
                      </a:cubicBezTo>
                      <a:cubicBezTo>
                        <a:pt x="12791" y="764"/>
                        <a:pt x="13031" y="354"/>
                        <a:pt x="133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7"/>
                <p:cNvSpPr/>
                <p:nvPr/>
              </p:nvSpPr>
              <p:spPr>
                <a:xfrm>
                  <a:off x="3615294" y="4107893"/>
                  <a:ext cx="352155" cy="391031"/>
                </a:xfrm>
                <a:custGeom>
                  <a:avLst/>
                  <a:gdLst/>
                  <a:ahLst/>
                  <a:cxnLst/>
                  <a:rect l="l" t="t" r="r" b="b"/>
                  <a:pathLst>
                    <a:path w="10408" h="11557" extrusionOk="0">
                      <a:moveTo>
                        <a:pt x="1" y="0"/>
                      </a:moveTo>
                      <a:lnTo>
                        <a:pt x="1" y="4301"/>
                      </a:lnTo>
                      <a:cubicBezTo>
                        <a:pt x="206" y="4273"/>
                        <a:pt x="447" y="4245"/>
                        <a:pt x="652" y="4217"/>
                      </a:cubicBezTo>
                      <a:cubicBezTo>
                        <a:pt x="652" y="4216"/>
                        <a:pt x="652" y="4216"/>
                        <a:pt x="653" y="4216"/>
                      </a:cubicBezTo>
                      <a:cubicBezTo>
                        <a:pt x="781" y="4216"/>
                        <a:pt x="3242" y="8463"/>
                        <a:pt x="3538" y="8872"/>
                      </a:cubicBezTo>
                      <a:cubicBezTo>
                        <a:pt x="4422" y="10025"/>
                        <a:pt x="5483" y="11227"/>
                        <a:pt x="7019" y="11496"/>
                      </a:cubicBezTo>
                      <a:cubicBezTo>
                        <a:pt x="7216" y="11535"/>
                        <a:pt x="7428" y="11556"/>
                        <a:pt x="7646" y="11556"/>
                      </a:cubicBezTo>
                      <a:cubicBezTo>
                        <a:pt x="8572" y="11556"/>
                        <a:pt x="9590" y="11180"/>
                        <a:pt x="9877" y="10230"/>
                      </a:cubicBezTo>
                      <a:cubicBezTo>
                        <a:pt x="10407" y="8341"/>
                        <a:pt x="8370" y="5957"/>
                        <a:pt x="7280" y="4627"/>
                      </a:cubicBezTo>
                      <a:cubicBezTo>
                        <a:pt x="5894" y="2915"/>
                        <a:pt x="3715" y="439"/>
                        <a:pt x="1387" y="177"/>
                      </a:cubicBezTo>
                      <a:cubicBezTo>
                        <a:pt x="708" y="85"/>
                        <a:pt x="680" y="85"/>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7"/>
                <p:cNvSpPr/>
                <p:nvPr/>
              </p:nvSpPr>
              <p:spPr>
                <a:xfrm>
                  <a:off x="3438908" y="3866644"/>
                  <a:ext cx="165419" cy="192860"/>
                </a:xfrm>
                <a:custGeom>
                  <a:avLst/>
                  <a:gdLst/>
                  <a:ahLst/>
                  <a:cxnLst/>
                  <a:rect l="l" t="t" r="r" b="b"/>
                  <a:pathLst>
                    <a:path w="4889" h="5700" extrusionOk="0">
                      <a:moveTo>
                        <a:pt x="2467" y="1"/>
                      </a:moveTo>
                      <a:cubicBezTo>
                        <a:pt x="2339" y="1"/>
                        <a:pt x="2212" y="17"/>
                        <a:pt x="2087" y="56"/>
                      </a:cubicBezTo>
                      <a:cubicBezTo>
                        <a:pt x="1910" y="84"/>
                        <a:pt x="1733" y="176"/>
                        <a:pt x="1556" y="289"/>
                      </a:cubicBezTo>
                      <a:cubicBezTo>
                        <a:pt x="1443" y="353"/>
                        <a:pt x="1295" y="410"/>
                        <a:pt x="1174" y="530"/>
                      </a:cubicBezTo>
                      <a:cubicBezTo>
                        <a:pt x="884" y="792"/>
                        <a:pt x="672" y="1237"/>
                        <a:pt x="616" y="1619"/>
                      </a:cubicBezTo>
                      <a:cubicBezTo>
                        <a:pt x="531" y="1909"/>
                        <a:pt x="467" y="2235"/>
                        <a:pt x="439" y="2560"/>
                      </a:cubicBezTo>
                      <a:cubicBezTo>
                        <a:pt x="354" y="2794"/>
                        <a:pt x="234" y="3034"/>
                        <a:pt x="57" y="3239"/>
                      </a:cubicBezTo>
                      <a:cubicBezTo>
                        <a:pt x="0" y="3324"/>
                        <a:pt x="0" y="3445"/>
                        <a:pt x="85" y="3473"/>
                      </a:cubicBezTo>
                      <a:cubicBezTo>
                        <a:pt x="177" y="3501"/>
                        <a:pt x="262" y="3536"/>
                        <a:pt x="382" y="3536"/>
                      </a:cubicBezTo>
                      <a:cubicBezTo>
                        <a:pt x="354" y="3742"/>
                        <a:pt x="354" y="3947"/>
                        <a:pt x="382" y="4152"/>
                      </a:cubicBezTo>
                      <a:cubicBezTo>
                        <a:pt x="382" y="4626"/>
                        <a:pt x="467" y="5185"/>
                        <a:pt x="884" y="5482"/>
                      </a:cubicBezTo>
                      <a:cubicBezTo>
                        <a:pt x="1104" y="5635"/>
                        <a:pt x="1402" y="5699"/>
                        <a:pt x="1727" y="5699"/>
                      </a:cubicBezTo>
                      <a:cubicBezTo>
                        <a:pt x="2452" y="5699"/>
                        <a:pt x="3313" y="5383"/>
                        <a:pt x="3742" y="5036"/>
                      </a:cubicBezTo>
                      <a:cubicBezTo>
                        <a:pt x="4273" y="4598"/>
                        <a:pt x="4627" y="3947"/>
                        <a:pt x="4775" y="3268"/>
                      </a:cubicBezTo>
                      <a:cubicBezTo>
                        <a:pt x="4888" y="2652"/>
                        <a:pt x="4860" y="1973"/>
                        <a:pt x="4598" y="1414"/>
                      </a:cubicBezTo>
                      <a:cubicBezTo>
                        <a:pt x="4301" y="820"/>
                        <a:pt x="3856" y="438"/>
                        <a:pt x="3268" y="176"/>
                      </a:cubicBezTo>
                      <a:cubicBezTo>
                        <a:pt x="3009" y="75"/>
                        <a:pt x="2737" y="1"/>
                        <a:pt x="2467" y="1"/>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7"/>
                <p:cNvSpPr/>
                <p:nvPr/>
              </p:nvSpPr>
              <p:spPr>
                <a:xfrm>
                  <a:off x="3437690" y="3865392"/>
                  <a:ext cx="167585" cy="194653"/>
                </a:xfrm>
                <a:custGeom>
                  <a:avLst/>
                  <a:gdLst/>
                  <a:ahLst/>
                  <a:cxnLst/>
                  <a:rect l="l" t="t" r="r" b="b"/>
                  <a:pathLst>
                    <a:path w="4953" h="5753" extrusionOk="0">
                      <a:moveTo>
                        <a:pt x="2512" y="65"/>
                      </a:moveTo>
                      <a:cubicBezTo>
                        <a:pt x="2746" y="65"/>
                        <a:pt x="3043" y="121"/>
                        <a:pt x="3304" y="241"/>
                      </a:cubicBezTo>
                      <a:cubicBezTo>
                        <a:pt x="3927" y="532"/>
                        <a:pt x="4337" y="921"/>
                        <a:pt x="4599" y="1451"/>
                      </a:cubicBezTo>
                      <a:cubicBezTo>
                        <a:pt x="4840" y="1982"/>
                        <a:pt x="4896" y="2626"/>
                        <a:pt x="4776" y="3276"/>
                      </a:cubicBezTo>
                      <a:cubicBezTo>
                        <a:pt x="4634" y="4012"/>
                        <a:pt x="4245" y="4635"/>
                        <a:pt x="3750" y="5073"/>
                      </a:cubicBezTo>
                      <a:cubicBezTo>
                        <a:pt x="3361" y="5370"/>
                        <a:pt x="2512" y="5696"/>
                        <a:pt x="1769" y="5696"/>
                      </a:cubicBezTo>
                      <a:cubicBezTo>
                        <a:pt x="1416" y="5696"/>
                        <a:pt x="1126" y="5632"/>
                        <a:pt x="949" y="5484"/>
                      </a:cubicBezTo>
                      <a:cubicBezTo>
                        <a:pt x="531" y="5194"/>
                        <a:pt x="446" y="4599"/>
                        <a:pt x="446" y="4189"/>
                      </a:cubicBezTo>
                      <a:cubicBezTo>
                        <a:pt x="446" y="3984"/>
                        <a:pt x="418" y="3779"/>
                        <a:pt x="446" y="3573"/>
                      </a:cubicBezTo>
                      <a:lnTo>
                        <a:pt x="418" y="3538"/>
                      </a:lnTo>
                      <a:cubicBezTo>
                        <a:pt x="326" y="3538"/>
                        <a:pt x="241" y="3510"/>
                        <a:pt x="149" y="3482"/>
                      </a:cubicBezTo>
                      <a:cubicBezTo>
                        <a:pt x="121" y="3453"/>
                        <a:pt x="93" y="3453"/>
                        <a:pt x="93" y="3397"/>
                      </a:cubicBezTo>
                      <a:cubicBezTo>
                        <a:pt x="64" y="3361"/>
                        <a:pt x="93" y="3333"/>
                        <a:pt x="121" y="3305"/>
                      </a:cubicBezTo>
                      <a:cubicBezTo>
                        <a:pt x="270" y="3128"/>
                        <a:pt x="390" y="2923"/>
                        <a:pt x="503" y="2597"/>
                      </a:cubicBezTo>
                      <a:cubicBezTo>
                        <a:pt x="531" y="2272"/>
                        <a:pt x="595" y="1982"/>
                        <a:pt x="680" y="1656"/>
                      </a:cubicBezTo>
                      <a:cubicBezTo>
                        <a:pt x="743" y="1303"/>
                        <a:pt x="949" y="857"/>
                        <a:pt x="1239" y="595"/>
                      </a:cubicBezTo>
                      <a:cubicBezTo>
                        <a:pt x="1331" y="475"/>
                        <a:pt x="1479" y="418"/>
                        <a:pt x="1628" y="326"/>
                      </a:cubicBezTo>
                      <a:cubicBezTo>
                        <a:pt x="1769" y="241"/>
                        <a:pt x="1946" y="149"/>
                        <a:pt x="2123" y="121"/>
                      </a:cubicBezTo>
                      <a:cubicBezTo>
                        <a:pt x="2243" y="65"/>
                        <a:pt x="2364" y="65"/>
                        <a:pt x="2512" y="65"/>
                      </a:cubicBezTo>
                      <a:close/>
                      <a:moveTo>
                        <a:pt x="2527" y="1"/>
                      </a:moveTo>
                      <a:cubicBezTo>
                        <a:pt x="2387" y="1"/>
                        <a:pt x="2251" y="21"/>
                        <a:pt x="2123" y="65"/>
                      </a:cubicBezTo>
                      <a:cubicBezTo>
                        <a:pt x="1918" y="93"/>
                        <a:pt x="1741" y="213"/>
                        <a:pt x="1592" y="298"/>
                      </a:cubicBezTo>
                      <a:cubicBezTo>
                        <a:pt x="1451" y="355"/>
                        <a:pt x="1302" y="447"/>
                        <a:pt x="1182" y="532"/>
                      </a:cubicBezTo>
                      <a:cubicBezTo>
                        <a:pt x="885" y="800"/>
                        <a:pt x="680" y="1303"/>
                        <a:pt x="623" y="1656"/>
                      </a:cubicBezTo>
                      <a:cubicBezTo>
                        <a:pt x="531" y="1946"/>
                        <a:pt x="475" y="2272"/>
                        <a:pt x="446" y="2569"/>
                      </a:cubicBezTo>
                      <a:cubicBezTo>
                        <a:pt x="326" y="2894"/>
                        <a:pt x="213" y="3100"/>
                        <a:pt x="64" y="3248"/>
                      </a:cubicBezTo>
                      <a:cubicBezTo>
                        <a:pt x="36" y="3305"/>
                        <a:pt x="1" y="3361"/>
                        <a:pt x="36" y="3425"/>
                      </a:cubicBezTo>
                      <a:cubicBezTo>
                        <a:pt x="36" y="3482"/>
                        <a:pt x="64" y="3510"/>
                        <a:pt x="121" y="3538"/>
                      </a:cubicBezTo>
                      <a:cubicBezTo>
                        <a:pt x="213" y="3573"/>
                        <a:pt x="298" y="3602"/>
                        <a:pt x="390" y="3602"/>
                      </a:cubicBezTo>
                      <a:cubicBezTo>
                        <a:pt x="354" y="3807"/>
                        <a:pt x="390" y="3984"/>
                        <a:pt x="390" y="4189"/>
                      </a:cubicBezTo>
                      <a:cubicBezTo>
                        <a:pt x="390" y="4599"/>
                        <a:pt x="475" y="5222"/>
                        <a:pt x="885" y="5519"/>
                      </a:cubicBezTo>
                      <a:cubicBezTo>
                        <a:pt x="1126" y="5696"/>
                        <a:pt x="1387" y="5752"/>
                        <a:pt x="1769" y="5752"/>
                      </a:cubicBezTo>
                      <a:cubicBezTo>
                        <a:pt x="2512" y="5752"/>
                        <a:pt x="3396" y="5427"/>
                        <a:pt x="3778" y="5102"/>
                      </a:cubicBezTo>
                      <a:cubicBezTo>
                        <a:pt x="4309" y="4691"/>
                        <a:pt x="4691" y="4040"/>
                        <a:pt x="4840" y="3305"/>
                      </a:cubicBezTo>
                      <a:cubicBezTo>
                        <a:pt x="4953" y="2626"/>
                        <a:pt x="4896" y="1982"/>
                        <a:pt x="4663" y="1451"/>
                      </a:cubicBezTo>
                      <a:cubicBezTo>
                        <a:pt x="4394" y="885"/>
                        <a:pt x="3955" y="475"/>
                        <a:pt x="3304" y="178"/>
                      </a:cubicBezTo>
                      <a:cubicBezTo>
                        <a:pt x="3042" y="65"/>
                        <a:pt x="2777" y="1"/>
                        <a:pt x="2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7"/>
                <p:cNvSpPr/>
                <p:nvPr/>
              </p:nvSpPr>
              <p:spPr>
                <a:xfrm>
                  <a:off x="3451833" y="3999212"/>
                  <a:ext cx="8865" cy="1624"/>
                </a:xfrm>
                <a:custGeom>
                  <a:avLst/>
                  <a:gdLst/>
                  <a:ahLst/>
                  <a:cxnLst/>
                  <a:rect l="l" t="t" r="r" b="b"/>
                  <a:pathLst>
                    <a:path w="262" h="48" extrusionOk="0">
                      <a:moveTo>
                        <a:pt x="0" y="1"/>
                      </a:moveTo>
                      <a:lnTo>
                        <a:pt x="0" y="1"/>
                      </a:lnTo>
                      <a:cubicBezTo>
                        <a:pt x="33" y="34"/>
                        <a:pt x="88" y="47"/>
                        <a:pt x="145" y="47"/>
                      </a:cubicBezTo>
                      <a:cubicBezTo>
                        <a:pt x="185" y="47"/>
                        <a:pt x="227" y="41"/>
                        <a:pt x="262" y="29"/>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7"/>
                <p:cNvSpPr/>
                <p:nvPr/>
              </p:nvSpPr>
              <p:spPr>
                <a:xfrm>
                  <a:off x="3449667" y="3998265"/>
                  <a:ext cx="13196" cy="3857"/>
                </a:xfrm>
                <a:custGeom>
                  <a:avLst/>
                  <a:gdLst/>
                  <a:ahLst/>
                  <a:cxnLst/>
                  <a:rect l="l" t="t" r="r" b="b"/>
                  <a:pathLst>
                    <a:path w="390" h="114" extrusionOk="0">
                      <a:moveTo>
                        <a:pt x="36" y="0"/>
                      </a:moveTo>
                      <a:cubicBezTo>
                        <a:pt x="0" y="29"/>
                        <a:pt x="36" y="29"/>
                        <a:pt x="36" y="57"/>
                      </a:cubicBezTo>
                      <a:cubicBezTo>
                        <a:pt x="92" y="85"/>
                        <a:pt x="177" y="113"/>
                        <a:pt x="269" y="113"/>
                      </a:cubicBezTo>
                      <a:cubicBezTo>
                        <a:pt x="298" y="113"/>
                        <a:pt x="326" y="113"/>
                        <a:pt x="354" y="85"/>
                      </a:cubicBezTo>
                      <a:cubicBezTo>
                        <a:pt x="354" y="85"/>
                        <a:pt x="389" y="85"/>
                        <a:pt x="354" y="57"/>
                      </a:cubicBezTo>
                      <a:cubicBezTo>
                        <a:pt x="354" y="57"/>
                        <a:pt x="354" y="44"/>
                        <a:pt x="346" y="44"/>
                      </a:cubicBezTo>
                      <a:cubicBezTo>
                        <a:pt x="342" y="44"/>
                        <a:pt x="335" y="47"/>
                        <a:pt x="326" y="57"/>
                      </a:cubicBezTo>
                      <a:cubicBezTo>
                        <a:pt x="241" y="57"/>
                        <a:pt x="149" y="57"/>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7"/>
                <p:cNvSpPr/>
                <p:nvPr/>
              </p:nvSpPr>
              <p:spPr>
                <a:xfrm>
                  <a:off x="3451833" y="3852196"/>
                  <a:ext cx="279105" cy="301842"/>
                </a:xfrm>
                <a:custGeom>
                  <a:avLst/>
                  <a:gdLst/>
                  <a:ahLst/>
                  <a:cxnLst/>
                  <a:rect l="l" t="t" r="r" b="b"/>
                  <a:pathLst>
                    <a:path w="8249" h="8921" extrusionOk="0">
                      <a:moveTo>
                        <a:pt x="3292" y="1"/>
                      </a:moveTo>
                      <a:cubicBezTo>
                        <a:pt x="2650" y="1"/>
                        <a:pt x="1995" y="68"/>
                        <a:pt x="1415" y="334"/>
                      </a:cubicBezTo>
                      <a:cubicBezTo>
                        <a:pt x="736" y="603"/>
                        <a:pt x="177" y="1190"/>
                        <a:pt x="0" y="1869"/>
                      </a:cubicBezTo>
                      <a:cubicBezTo>
                        <a:pt x="0" y="1926"/>
                        <a:pt x="28" y="1983"/>
                        <a:pt x="85" y="1983"/>
                      </a:cubicBezTo>
                      <a:cubicBezTo>
                        <a:pt x="205" y="2018"/>
                        <a:pt x="382" y="2103"/>
                        <a:pt x="410" y="2103"/>
                      </a:cubicBezTo>
                      <a:cubicBezTo>
                        <a:pt x="587" y="2280"/>
                        <a:pt x="502" y="2372"/>
                        <a:pt x="559" y="2549"/>
                      </a:cubicBezTo>
                      <a:cubicBezTo>
                        <a:pt x="559" y="2605"/>
                        <a:pt x="587" y="2662"/>
                        <a:pt x="616" y="2725"/>
                      </a:cubicBezTo>
                      <a:cubicBezTo>
                        <a:pt x="764" y="2987"/>
                        <a:pt x="941" y="3164"/>
                        <a:pt x="969" y="3461"/>
                      </a:cubicBezTo>
                      <a:cubicBezTo>
                        <a:pt x="998" y="3815"/>
                        <a:pt x="821" y="4048"/>
                        <a:pt x="644" y="4346"/>
                      </a:cubicBezTo>
                      <a:cubicBezTo>
                        <a:pt x="439" y="4756"/>
                        <a:pt x="439" y="5230"/>
                        <a:pt x="736" y="5612"/>
                      </a:cubicBezTo>
                      <a:cubicBezTo>
                        <a:pt x="884" y="5845"/>
                        <a:pt x="1090" y="6022"/>
                        <a:pt x="1295" y="6227"/>
                      </a:cubicBezTo>
                      <a:cubicBezTo>
                        <a:pt x="1472" y="6440"/>
                        <a:pt x="1620" y="6673"/>
                        <a:pt x="1620" y="6970"/>
                      </a:cubicBezTo>
                      <a:cubicBezTo>
                        <a:pt x="1648" y="7112"/>
                        <a:pt x="1592" y="7288"/>
                        <a:pt x="1592" y="7465"/>
                      </a:cubicBezTo>
                      <a:cubicBezTo>
                        <a:pt x="1592" y="7883"/>
                        <a:pt x="1946" y="8236"/>
                        <a:pt x="2328" y="8442"/>
                      </a:cubicBezTo>
                      <a:cubicBezTo>
                        <a:pt x="2829" y="8745"/>
                        <a:pt x="3408" y="8920"/>
                        <a:pt x="3986" y="8920"/>
                      </a:cubicBezTo>
                      <a:cubicBezTo>
                        <a:pt x="4192" y="8920"/>
                        <a:pt x="4397" y="8898"/>
                        <a:pt x="4598" y="8852"/>
                      </a:cubicBezTo>
                      <a:cubicBezTo>
                        <a:pt x="5334" y="8675"/>
                        <a:pt x="5950" y="8173"/>
                        <a:pt x="6657" y="7854"/>
                      </a:cubicBezTo>
                      <a:cubicBezTo>
                        <a:pt x="7103" y="7642"/>
                        <a:pt x="7633" y="7437"/>
                        <a:pt x="7930" y="7027"/>
                      </a:cubicBezTo>
                      <a:cubicBezTo>
                        <a:pt x="8192" y="6645"/>
                        <a:pt x="8249" y="6050"/>
                        <a:pt x="8192" y="5584"/>
                      </a:cubicBezTo>
                      <a:cubicBezTo>
                        <a:pt x="8072" y="4933"/>
                        <a:pt x="7754" y="4346"/>
                        <a:pt x="7336" y="3843"/>
                      </a:cubicBezTo>
                      <a:cubicBezTo>
                        <a:pt x="6926" y="3313"/>
                        <a:pt x="6395" y="2839"/>
                        <a:pt x="6162" y="2223"/>
                      </a:cubicBezTo>
                      <a:cubicBezTo>
                        <a:pt x="5893" y="1629"/>
                        <a:pt x="5836" y="922"/>
                        <a:pt x="5362" y="483"/>
                      </a:cubicBezTo>
                      <a:cubicBezTo>
                        <a:pt x="4952" y="73"/>
                        <a:pt x="4301" y="9"/>
                        <a:pt x="3714" y="9"/>
                      </a:cubicBezTo>
                      <a:cubicBezTo>
                        <a:pt x="3575" y="4"/>
                        <a:pt x="3434" y="1"/>
                        <a:pt x="32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7"/>
                <p:cNvSpPr/>
                <p:nvPr/>
              </p:nvSpPr>
              <p:spPr>
                <a:xfrm>
                  <a:off x="3558585" y="3808142"/>
                  <a:ext cx="77990" cy="56572"/>
                </a:xfrm>
                <a:custGeom>
                  <a:avLst/>
                  <a:gdLst/>
                  <a:ahLst/>
                  <a:cxnLst/>
                  <a:rect l="l" t="t" r="r" b="b"/>
                  <a:pathLst>
                    <a:path w="2305" h="1672" extrusionOk="0">
                      <a:moveTo>
                        <a:pt x="1029" y="1"/>
                      </a:moveTo>
                      <a:cubicBezTo>
                        <a:pt x="874" y="1"/>
                        <a:pt x="724" y="26"/>
                        <a:pt x="587" y="101"/>
                      </a:cubicBezTo>
                      <a:cubicBezTo>
                        <a:pt x="29" y="490"/>
                        <a:pt x="0" y="1516"/>
                        <a:pt x="736" y="1665"/>
                      </a:cubicBezTo>
                      <a:cubicBezTo>
                        <a:pt x="769" y="1669"/>
                        <a:pt x="803" y="1672"/>
                        <a:pt x="838" y="1672"/>
                      </a:cubicBezTo>
                      <a:cubicBezTo>
                        <a:pt x="1474" y="1672"/>
                        <a:pt x="2305" y="897"/>
                        <a:pt x="1882" y="313"/>
                      </a:cubicBezTo>
                      <a:cubicBezTo>
                        <a:pt x="1733" y="101"/>
                        <a:pt x="1500" y="45"/>
                        <a:pt x="1267" y="16"/>
                      </a:cubicBezTo>
                      <a:cubicBezTo>
                        <a:pt x="1186" y="7"/>
                        <a:pt x="1107" y="1"/>
                        <a:pt x="1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7"/>
                <p:cNvSpPr/>
                <p:nvPr/>
              </p:nvSpPr>
              <p:spPr>
                <a:xfrm>
                  <a:off x="3363014" y="4317336"/>
                  <a:ext cx="32820" cy="96734"/>
                </a:xfrm>
                <a:custGeom>
                  <a:avLst/>
                  <a:gdLst/>
                  <a:ahLst/>
                  <a:cxnLst/>
                  <a:rect l="l" t="t" r="r" b="b"/>
                  <a:pathLst>
                    <a:path w="970" h="2859" extrusionOk="0">
                      <a:moveTo>
                        <a:pt x="941" y="0"/>
                      </a:moveTo>
                      <a:cubicBezTo>
                        <a:pt x="941" y="0"/>
                        <a:pt x="913" y="0"/>
                        <a:pt x="913" y="29"/>
                      </a:cubicBezTo>
                      <a:cubicBezTo>
                        <a:pt x="885" y="121"/>
                        <a:pt x="828" y="177"/>
                        <a:pt x="793" y="262"/>
                      </a:cubicBezTo>
                      <a:cubicBezTo>
                        <a:pt x="651" y="559"/>
                        <a:pt x="531" y="828"/>
                        <a:pt x="439" y="1182"/>
                      </a:cubicBezTo>
                      <a:cubicBezTo>
                        <a:pt x="382" y="1564"/>
                        <a:pt x="298" y="1769"/>
                        <a:pt x="234" y="1974"/>
                      </a:cubicBezTo>
                      <a:cubicBezTo>
                        <a:pt x="149" y="2208"/>
                        <a:pt x="85" y="2420"/>
                        <a:pt x="0" y="2830"/>
                      </a:cubicBezTo>
                      <a:cubicBezTo>
                        <a:pt x="0" y="2830"/>
                        <a:pt x="0" y="2858"/>
                        <a:pt x="29" y="2858"/>
                      </a:cubicBezTo>
                      <a:lnTo>
                        <a:pt x="57" y="2830"/>
                      </a:lnTo>
                      <a:cubicBezTo>
                        <a:pt x="149" y="2448"/>
                        <a:pt x="206" y="2208"/>
                        <a:pt x="298" y="2002"/>
                      </a:cubicBezTo>
                      <a:cubicBezTo>
                        <a:pt x="354" y="1797"/>
                        <a:pt x="439" y="1564"/>
                        <a:pt x="503" y="1182"/>
                      </a:cubicBezTo>
                      <a:cubicBezTo>
                        <a:pt x="588" y="856"/>
                        <a:pt x="708" y="588"/>
                        <a:pt x="856" y="297"/>
                      </a:cubicBezTo>
                      <a:cubicBezTo>
                        <a:pt x="885" y="205"/>
                        <a:pt x="913" y="121"/>
                        <a:pt x="970" y="57"/>
                      </a:cubicBezTo>
                      <a:cubicBezTo>
                        <a:pt x="970" y="29"/>
                        <a:pt x="970" y="29"/>
                        <a:pt x="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7"/>
                <p:cNvSpPr/>
                <p:nvPr/>
              </p:nvSpPr>
              <p:spPr>
                <a:xfrm>
                  <a:off x="3758927" y="4344134"/>
                  <a:ext cx="27068" cy="119708"/>
                </a:xfrm>
                <a:custGeom>
                  <a:avLst/>
                  <a:gdLst/>
                  <a:ahLst/>
                  <a:cxnLst/>
                  <a:rect l="l" t="t" r="r" b="b"/>
                  <a:pathLst>
                    <a:path w="800" h="3538" extrusionOk="0">
                      <a:moveTo>
                        <a:pt x="29" y="1"/>
                      </a:moveTo>
                      <a:cubicBezTo>
                        <a:pt x="0" y="36"/>
                        <a:pt x="0" y="36"/>
                        <a:pt x="0" y="64"/>
                      </a:cubicBezTo>
                      <a:cubicBezTo>
                        <a:pt x="57" y="326"/>
                        <a:pt x="149" y="595"/>
                        <a:pt x="206" y="857"/>
                      </a:cubicBezTo>
                      <a:cubicBezTo>
                        <a:pt x="446" y="1741"/>
                        <a:pt x="680" y="2654"/>
                        <a:pt x="736" y="3510"/>
                      </a:cubicBezTo>
                      <a:cubicBezTo>
                        <a:pt x="736" y="3538"/>
                        <a:pt x="736" y="3538"/>
                        <a:pt x="764" y="3538"/>
                      </a:cubicBezTo>
                      <a:lnTo>
                        <a:pt x="800" y="3510"/>
                      </a:lnTo>
                      <a:cubicBezTo>
                        <a:pt x="736" y="2625"/>
                        <a:pt x="503" y="1713"/>
                        <a:pt x="269" y="857"/>
                      </a:cubicBezTo>
                      <a:cubicBezTo>
                        <a:pt x="206" y="567"/>
                        <a:pt x="121" y="298"/>
                        <a:pt x="57" y="36"/>
                      </a:cubicBezTo>
                      <a:cubicBezTo>
                        <a:pt x="57" y="36"/>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7"/>
                <p:cNvSpPr/>
                <p:nvPr/>
              </p:nvSpPr>
              <p:spPr>
                <a:xfrm>
                  <a:off x="3582507" y="4119295"/>
                  <a:ext cx="118524" cy="78362"/>
                </a:xfrm>
                <a:custGeom>
                  <a:avLst/>
                  <a:gdLst/>
                  <a:ahLst/>
                  <a:cxnLst/>
                  <a:rect l="l" t="t" r="r" b="b"/>
                  <a:pathLst>
                    <a:path w="3503" h="2316" extrusionOk="0">
                      <a:moveTo>
                        <a:pt x="2713" y="1"/>
                      </a:moveTo>
                      <a:cubicBezTo>
                        <a:pt x="2630" y="1"/>
                        <a:pt x="2549" y="15"/>
                        <a:pt x="2477" y="45"/>
                      </a:cubicBezTo>
                      <a:cubicBezTo>
                        <a:pt x="2088" y="222"/>
                        <a:pt x="1946" y="724"/>
                        <a:pt x="1621" y="986"/>
                      </a:cubicBezTo>
                      <a:cubicBezTo>
                        <a:pt x="1444" y="1106"/>
                        <a:pt x="1239" y="1163"/>
                        <a:pt x="998" y="1227"/>
                      </a:cubicBezTo>
                      <a:cubicBezTo>
                        <a:pt x="736" y="1283"/>
                        <a:pt x="354" y="1340"/>
                        <a:pt x="142" y="1552"/>
                      </a:cubicBezTo>
                      <a:cubicBezTo>
                        <a:pt x="1" y="1694"/>
                        <a:pt x="1" y="2019"/>
                        <a:pt x="178" y="2196"/>
                      </a:cubicBezTo>
                      <a:cubicBezTo>
                        <a:pt x="272" y="2277"/>
                        <a:pt x="412" y="2316"/>
                        <a:pt x="556" y="2316"/>
                      </a:cubicBezTo>
                      <a:cubicBezTo>
                        <a:pt x="626" y="2316"/>
                        <a:pt x="697" y="2306"/>
                        <a:pt x="765" y="2288"/>
                      </a:cubicBezTo>
                      <a:cubicBezTo>
                        <a:pt x="970" y="2260"/>
                        <a:pt x="1175" y="2196"/>
                        <a:pt x="1416" y="2196"/>
                      </a:cubicBezTo>
                      <a:cubicBezTo>
                        <a:pt x="1500" y="2196"/>
                        <a:pt x="1649" y="2224"/>
                        <a:pt x="1769" y="2224"/>
                      </a:cubicBezTo>
                      <a:cubicBezTo>
                        <a:pt x="1911" y="2224"/>
                        <a:pt x="2088" y="2224"/>
                        <a:pt x="2208" y="2139"/>
                      </a:cubicBezTo>
                      <a:cubicBezTo>
                        <a:pt x="2328" y="2047"/>
                        <a:pt x="2385" y="1934"/>
                        <a:pt x="2441" y="1814"/>
                      </a:cubicBezTo>
                      <a:cubicBezTo>
                        <a:pt x="2618" y="1580"/>
                        <a:pt x="2859" y="1432"/>
                        <a:pt x="3092" y="1255"/>
                      </a:cubicBezTo>
                      <a:cubicBezTo>
                        <a:pt x="3297" y="1078"/>
                        <a:pt x="3502" y="809"/>
                        <a:pt x="3446" y="519"/>
                      </a:cubicBezTo>
                      <a:cubicBezTo>
                        <a:pt x="3401" y="215"/>
                        <a:pt x="3038" y="1"/>
                        <a:pt x="27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7"/>
                <p:cNvSpPr/>
                <p:nvPr/>
              </p:nvSpPr>
              <p:spPr>
                <a:xfrm>
                  <a:off x="3463777" y="4049425"/>
                  <a:ext cx="230315" cy="142005"/>
                </a:xfrm>
                <a:custGeom>
                  <a:avLst/>
                  <a:gdLst/>
                  <a:ahLst/>
                  <a:cxnLst/>
                  <a:rect l="l" t="t" r="r" b="b"/>
                  <a:pathLst>
                    <a:path w="6807" h="4197" extrusionOk="0">
                      <a:moveTo>
                        <a:pt x="3225" y="1"/>
                      </a:moveTo>
                      <a:cubicBezTo>
                        <a:pt x="2550" y="1"/>
                        <a:pt x="1875" y="64"/>
                        <a:pt x="1210" y="193"/>
                      </a:cubicBezTo>
                      <a:cubicBezTo>
                        <a:pt x="970" y="221"/>
                        <a:pt x="737" y="285"/>
                        <a:pt x="531" y="434"/>
                      </a:cubicBezTo>
                      <a:cubicBezTo>
                        <a:pt x="178" y="639"/>
                        <a:pt x="1" y="1077"/>
                        <a:pt x="29" y="1495"/>
                      </a:cubicBezTo>
                      <a:cubicBezTo>
                        <a:pt x="29" y="1905"/>
                        <a:pt x="206" y="2287"/>
                        <a:pt x="439" y="2641"/>
                      </a:cubicBezTo>
                      <a:cubicBezTo>
                        <a:pt x="1171" y="3667"/>
                        <a:pt x="2335" y="4196"/>
                        <a:pt x="3548" y="4196"/>
                      </a:cubicBezTo>
                      <a:cubicBezTo>
                        <a:pt x="3907" y="4196"/>
                        <a:pt x="4270" y="4150"/>
                        <a:pt x="4627" y="4056"/>
                      </a:cubicBezTo>
                      <a:cubicBezTo>
                        <a:pt x="5809" y="3730"/>
                        <a:pt x="6806" y="2287"/>
                        <a:pt x="6750" y="1077"/>
                      </a:cubicBezTo>
                      <a:cubicBezTo>
                        <a:pt x="6750" y="901"/>
                        <a:pt x="6721" y="695"/>
                        <a:pt x="6573" y="575"/>
                      </a:cubicBezTo>
                      <a:cubicBezTo>
                        <a:pt x="6481" y="519"/>
                        <a:pt x="6368" y="462"/>
                        <a:pt x="6276" y="434"/>
                      </a:cubicBezTo>
                      <a:cubicBezTo>
                        <a:pt x="5281" y="148"/>
                        <a:pt x="4253" y="1"/>
                        <a:pt x="32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7"/>
                <p:cNvSpPr/>
                <p:nvPr/>
              </p:nvSpPr>
              <p:spPr>
                <a:xfrm>
                  <a:off x="3473589" y="4131815"/>
                  <a:ext cx="91964" cy="62764"/>
                </a:xfrm>
                <a:custGeom>
                  <a:avLst/>
                  <a:gdLst/>
                  <a:ahLst/>
                  <a:cxnLst/>
                  <a:rect l="l" t="t" r="r" b="b"/>
                  <a:pathLst>
                    <a:path w="2718" h="1855" extrusionOk="0">
                      <a:moveTo>
                        <a:pt x="36" y="1"/>
                      </a:moveTo>
                      <a:cubicBezTo>
                        <a:pt x="36" y="1"/>
                        <a:pt x="1" y="1"/>
                        <a:pt x="36" y="29"/>
                      </a:cubicBezTo>
                      <a:cubicBezTo>
                        <a:pt x="355" y="1267"/>
                        <a:pt x="1656" y="1798"/>
                        <a:pt x="2654" y="1854"/>
                      </a:cubicBezTo>
                      <a:lnTo>
                        <a:pt x="2689" y="1854"/>
                      </a:lnTo>
                      <a:cubicBezTo>
                        <a:pt x="2689" y="1854"/>
                        <a:pt x="2689" y="1826"/>
                        <a:pt x="2717" y="1826"/>
                      </a:cubicBezTo>
                      <a:cubicBezTo>
                        <a:pt x="2717" y="1798"/>
                        <a:pt x="2689" y="1798"/>
                        <a:pt x="2689" y="1798"/>
                      </a:cubicBezTo>
                      <a:cubicBezTo>
                        <a:pt x="1685" y="1741"/>
                        <a:pt x="390" y="1239"/>
                        <a:pt x="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7"/>
                <p:cNvSpPr/>
                <p:nvPr/>
              </p:nvSpPr>
              <p:spPr>
                <a:xfrm>
                  <a:off x="3189470" y="4315408"/>
                  <a:ext cx="24936" cy="84791"/>
                </a:xfrm>
                <a:custGeom>
                  <a:avLst/>
                  <a:gdLst/>
                  <a:ahLst/>
                  <a:cxnLst/>
                  <a:rect l="l" t="t" r="r" b="b"/>
                  <a:pathLst>
                    <a:path w="737" h="2506" extrusionOk="0">
                      <a:moveTo>
                        <a:pt x="708" y="1"/>
                      </a:moveTo>
                      <a:cubicBezTo>
                        <a:pt x="680" y="1"/>
                        <a:pt x="680" y="29"/>
                        <a:pt x="680" y="29"/>
                      </a:cubicBezTo>
                      <a:cubicBezTo>
                        <a:pt x="616" y="178"/>
                        <a:pt x="616" y="319"/>
                        <a:pt x="616" y="468"/>
                      </a:cubicBezTo>
                      <a:lnTo>
                        <a:pt x="616" y="560"/>
                      </a:lnTo>
                      <a:cubicBezTo>
                        <a:pt x="616" y="645"/>
                        <a:pt x="616" y="736"/>
                        <a:pt x="588" y="821"/>
                      </a:cubicBezTo>
                      <a:cubicBezTo>
                        <a:pt x="559" y="970"/>
                        <a:pt x="475" y="1119"/>
                        <a:pt x="383" y="1239"/>
                      </a:cubicBezTo>
                      <a:cubicBezTo>
                        <a:pt x="354" y="1295"/>
                        <a:pt x="326" y="1324"/>
                        <a:pt x="326" y="1352"/>
                      </a:cubicBezTo>
                      <a:cubicBezTo>
                        <a:pt x="121" y="1706"/>
                        <a:pt x="1" y="2088"/>
                        <a:pt x="1" y="2477"/>
                      </a:cubicBezTo>
                      <a:lnTo>
                        <a:pt x="29" y="2505"/>
                      </a:lnTo>
                      <a:cubicBezTo>
                        <a:pt x="57" y="2505"/>
                        <a:pt x="57" y="2477"/>
                        <a:pt x="57" y="2477"/>
                      </a:cubicBezTo>
                      <a:cubicBezTo>
                        <a:pt x="57" y="2088"/>
                        <a:pt x="177" y="1706"/>
                        <a:pt x="354" y="1380"/>
                      </a:cubicBezTo>
                      <a:cubicBezTo>
                        <a:pt x="383" y="1352"/>
                        <a:pt x="411" y="1324"/>
                        <a:pt x="439" y="1267"/>
                      </a:cubicBezTo>
                      <a:cubicBezTo>
                        <a:pt x="531" y="1147"/>
                        <a:pt x="616" y="998"/>
                        <a:pt x="651" y="821"/>
                      </a:cubicBezTo>
                      <a:cubicBezTo>
                        <a:pt x="680" y="736"/>
                        <a:pt x="680" y="645"/>
                        <a:pt x="680" y="560"/>
                      </a:cubicBezTo>
                      <a:lnTo>
                        <a:pt x="680" y="468"/>
                      </a:lnTo>
                      <a:cubicBezTo>
                        <a:pt x="680" y="319"/>
                        <a:pt x="680" y="178"/>
                        <a:pt x="736" y="57"/>
                      </a:cubicBezTo>
                      <a:cubicBezTo>
                        <a:pt x="736" y="29"/>
                        <a:pt x="708" y="29"/>
                        <a:pt x="7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7"/>
                <p:cNvSpPr/>
                <p:nvPr/>
              </p:nvSpPr>
              <p:spPr>
                <a:xfrm>
                  <a:off x="3070740" y="4229499"/>
                  <a:ext cx="92911" cy="46929"/>
                </a:xfrm>
                <a:custGeom>
                  <a:avLst/>
                  <a:gdLst/>
                  <a:ahLst/>
                  <a:cxnLst/>
                  <a:rect l="l" t="t" r="r" b="b"/>
                  <a:pathLst>
                    <a:path w="2746" h="1387" extrusionOk="0">
                      <a:moveTo>
                        <a:pt x="2746" y="0"/>
                      </a:moveTo>
                      <a:cubicBezTo>
                        <a:pt x="2710" y="0"/>
                        <a:pt x="2710" y="0"/>
                        <a:pt x="2682" y="28"/>
                      </a:cubicBezTo>
                      <a:cubicBezTo>
                        <a:pt x="2569" y="269"/>
                        <a:pt x="2272" y="382"/>
                        <a:pt x="1974" y="502"/>
                      </a:cubicBezTo>
                      <a:cubicBezTo>
                        <a:pt x="1649" y="623"/>
                        <a:pt x="1331" y="771"/>
                        <a:pt x="1005" y="913"/>
                      </a:cubicBezTo>
                      <a:cubicBezTo>
                        <a:pt x="680" y="1061"/>
                        <a:pt x="326" y="1210"/>
                        <a:pt x="1" y="1330"/>
                      </a:cubicBezTo>
                      <a:lnTo>
                        <a:pt x="1" y="1387"/>
                      </a:lnTo>
                      <a:lnTo>
                        <a:pt x="29" y="1387"/>
                      </a:lnTo>
                      <a:cubicBezTo>
                        <a:pt x="354" y="1266"/>
                        <a:pt x="680" y="1125"/>
                        <a:pt x="1005" y="976"/>
                      </a:cubicBezTo>
                      <a:cubicBezTo>
                        <a:pt x="1331" y="828"/>
                        <a:pt x="1684" y="679"/>
                        <a:pt x="2003" y="559"/>
                      </a:cubicBezTo>
                      <a:cubicBezTo>
                        <a:pt x="2300" y="446"/>
                        <a:pt x="2597" y="297"/>
                        <a:pt x="2746" y="64"/>
                      </a:cubicBezTo>
                      <a:lnTo>
                        <a:pt x="27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7"/>
                <p:cNvSpPr/>
                <p:nvPr/>
              </p:nvSpPr>
              <p:spPr>
                <a:xfrm>
                  <a:off x="3193530" y="4372150"/>
                  <a:ext cx="9846" cy="34004"/>
                </a:xfrm>
                <a:custGeom>
                  <a:avLst/>
                  <a:gdLst/>
                  <a:ahLst/>
                  <a:cxnLst/>
                  <a:rect l="l" t="t" r="r" b="b"/>
                  <a:pathLst>
                    <a:path w="291" h="1005" extrusionOk="0">
                      <a:moveTo>
                        <a:pt x="29" y="0"/>
                      </a:moveTo>
                      <a:cubicBezTo>
                        <a:pt x="1" y="0"/>
                        <a:pt x="1" y="29"/>
                        <a:pt x="1" y="29"/>
                      </a:cubicBezTo>
                      <a:cubicBezTo>
                        <a:pt x="86" y="354"/>
                        <a:pt x="206" y="651"/>
                        <a:pt x="234" y="977"/>
                      </a:cubicBezTo>
                      <a:cubicBezTo>
                        <a:pt x="234" y="977"/>
                        <a:pt x="234" y="1005"/>
                        <a:pt x="263" y="1005"/>
                      </a:cubicBezTo>
                      <a:cubicBezTo>
                        <a:pt x="291" y="1005"/>
                        <a:pt x="291" y="977"/>
                        <a:pt x="291" y="977"/>
                      </a:cubicBezTo>
                      <a:cubicBezTo>
                        <a:pt x="263" y="651"/>
                        <a:pt x="142" y="326"/>
                        <a:pt x="57" y="29"/>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7"/>
                <p:cNvSpPr/>
                <p:nvPr/>
              </p:nvSpPr>
              <p:spPr>
                <a:xfrm>
                  <a:off x="3168424" y="4472913"/>
                  <a:ext cx="17019" cy="7951"/>
                </a:xfrm>
                <a:custGeom>
                  <a:avLst/>
                  <a:gdLst/>
                  <a:ahLst/>
                  <a:cxnLst/>
                  <a:rect l="l" t="t" r="r" b="b"/>
                  <a:pathLst>
                    <a:path w="503" h="235" extrusionOk="0">
                      <a:moveTo>
                        <a:pt x="64" y="1"/>
                      </a:moveTo>
                      <a:cubicBezTo>
                        <a:pt x="35" y="1"/>
                        <a:pt x="35" y="1"/>
                        <a:pt x="0" y="29"/>
                      </a:cubicBezTo>
                      <a:lnTo>
                        <a:pt x="35" y="57"/>
                      </a:lnTo>
                      <a:lnTo>
                        <a:pt x="474" y="234"/>
                      </a:lnTo>
                      <a:lnTo>
                        <a:pt x="502" y="206"/>
                      </a:lnTo>
                      <a:cubicBezTo>
                        <a:pt x="502" y="178"/>
                        <a:pt x="502" y="178"/>
                        <a:pt x="474" y="178"/>
                      </a:cubicBezTo>
                      <a:lnTo>
                        <a:pt x="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7"/>
                <p:cNvSpPr/>
                <p:nvPr/>
              </p:nvSpPr>
              <p:spPr>
                <a:xfrm>
                  <a:off x="3070740" y="4236435"/>
                  <a:ext cx="9135" cy="37117"/>
                </a:xfrm>
                <a:custGeom>
                  <a:avLst/>
                  <a:gdLst/>
                  <a:ahLst/>
                  <a:cxnLst/>
                  <a:rect l="l" t="t" r="r" b="b"/>
                  <a:pathLst>
                    <a:path w="270" h="1097" extrusionOk="0">
                      <a:moveTo>
                        <a:pt x="29" y="0"/>
                      </a:moveTo>
                      <a:cubicBezTo>
                        <a:pt x="1" y="0"/>
                        <a:pt x="1" y="36"/>
                        <a:pt x="1" y="36"/>
                      </a:cubicBezTo>
                      <a:cubicBezTo>
                        <a:pt x="93" y="389"/>
                        <a:pt x="178" y="708"/>
                        <a:pt x="206" y="1061"/>
                      </a:cubicBezTo>
                      <a:lnTo>
                        <a:pt x="234" y="1097"/>
                      </a:lnTo>
                      <a:cubicBezTo>
                        <a:pt x="270" y="1097"/>
                        <a:pt x="270" y="1061"/>
                        <a:pt x="270" y="1061"/>
                      </a:cubicBezTo>
                      <a:cubicBezTo>
                        <a:pt x="234" y="708"/>
                        <a:pt x="149" y="354"/>
                        <a:pt x="57" y="36"/>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7"/>
                <p:cNvSpPr/>
                <p:nvPr/>
              </p:nvSpPr>
              <p:spPr>
                <a:xfrm>
                  <a:off x="3079842" y="4231630"/>
                  <a:ext cx="10793" cy="37861"/>
                </a:xfrm>
                <a:custGeom>
                  <a:avLst/>
                  <a:gdLst/>
                  <a:ahLst/>
                  <a:cxnLst/>
                  <a:rect l="l" t="t" r="r" b="b"/>
                  <a:pathLst>
                    <a:path w="319" h="1119" extrusionOk="0">
                      <a:moveTo>
                        <a:pt x="29" y="1"/>
                      </a:moveTo>
                      <a:cubicBezTo>
                        <a:pt x="1" y="1"/>
                        <a:pt x="1" y="1"/>
                        <a:pt x="1" y="29"/>
                      </a:cubicBezTo>
                      <a:cubicBezTo>
                        <a:pt x="114" y="383"/>
                        <a:pt x="206" y="736"/>
                        <a:pt x="262" y="1090"/>
                      </a:cubicBezTo>
                      <a:cubicBezTo>
                        <a:pt x="262" y="1118"/>
                        <a:pt x="262" y="1118"/>
                        <a:pt x="291" y="1118"/>
                      </a:cubicBezTo>
                      <a:cubicBezTo>
                        <a:pt x="291" y="1118"/>
                        <a:pt x="319" y="1118"/>
                        <a:pt x="319" y="1090"/>
                      </a:cubicBezTo>
                      <a:cubicBezTo>
                        <a:pt x="262" y="736"/>
                        <a:pt x="177" y="354"/>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7"/>
                <p:cNvSpPr/>
                <p:nvPr/>
              </p:nvSpPr>
              <p:spPr>
                <a:xfrm>
                  <a:off x="3088707" y="4227130"/>
                  <a:ext cx="11978" cy="38301"/>
                </a:xfrm>
                <a:custGeom>
                  <a:avLst/>
                  <a:gdLst/>
                  <a:ahLst/>
                  <a:cxnLst/>
                  <a:rect l="l" t="t" r="r" b="b"/>
                  <a:pathLst>
                    <a:path w="354" h="1132" extrusionOk="0">
                      <a:moveTo>
                        <a:pt x="36" y="1"/>
                      </a:moveTo>
                      <a:cubicBezTo>
                        <a:pt x="32" y="1"/>
                        <a:pt x="29" y="4"/>
                        <a:pt x="29" y="13"/>
                      </a:cubicBezTo>
                      <a:cubicBezTo>
                        <a:pt x="0" y="13"/>
                        <a:pt x="0" y="13"/>
                        <a:pt x="0" y="42"/>
                      </a:cubicBezTo>
                      <a:cubicBezTo>
                        <a:pt x="29" y="134"/>
                        <a:pt x="57" y="247"/>
                        <a:pt x="92" y="339"/>
                      </a:cubicBezTo>
                      <a:cubicBezTo>
                        <a:pt x="121" y="395"/>
                        <a:pt x="121" y="452"/>
                        <a:pt x="149" y="516"/>
                      </a:cubicBezTo>
                      <a:cubicBezTo>
                        <a:pt x="149" y="572"/>
                        <a:pt x="177" y="664"/>
                        <a:pt x="177" y="721"/>
                      </a:cubicBezTo>
                      <a:cubicBezTo>
                        <a:pt x="205" y="841"/>
                        <a:pt x="269" y="983"/>
                        <a:pt x="297" y="1103"/>
                      </a:cubicBezTo>
                      <a:lnTo>
                        <a:pt x="326" y="1131"/>
                      </a:lnTo>
                      <a:cubicBezTo>
                        <a:pt x="354" y="1103"/>
                        <a:pt x="354" y="1103"/>
                        <a:pt x="354" y="1075"/>
                      </a:cubicBezTo>
                      <a:cubicBezTo>
                        <a:pt x="326" y="954"/>
                        <a:pt x="269" y="841"/>
                        <a:pt x="234" y="693"/>
                      </a:cubicBezTo>
                      <a:cubicBezTo>
                        <a:pt x="234" y="629"/>
                        <a:pt x="205" y="572"/>
                        <a:pt x="205" y="516"/>
                      </a:cubicBezTo>
                      <a:cubicBezTo>
                        <a:pt x="177" y="452"/>
                        <a:pt x="177" y="395"/>
                        <a:pt x="149" y="339"/>
                      </a:cubicBezTo>
                      <a:cubicBezTo>
                        <a:pt x="121" y="219"/>
                        <a:pt x="92" y="134"/>
                        <a:pt x="57" y="13"/>
                      </a:cubicBezTo>
                      <a:cubicBezTo>
                        <a:pt x="57" y="13"/>
                        <a:pt x="44" y="1"/>
                        <a:pt x="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7"/>
                <p:cNvSpPr/>
                <p:nvPr/>
              </p:nvSpPr>
              <p:spPr>
                <a:xfrm>
                  <a:off x="3095643" y="4223510"/>
                  <a:ext cx="14143" cy="38098"/>
                </a:xfrm>
                <a:custGeom>
                  <a:avLst/>
                  <a:gdLst/>
                  <a:ahLst/>
                  <a:cxnLst/>
                  <a:rect l="l" t="t" r="r" b="b"/>
                  <a:pathLst>
                    <a:path w="418" h="1126" extrusionOk="0">
                      <a:moveTo>
                        <a:pt x="29" y="0"/>
                      </a:moveTo>
                      <a:cubicBezTo>
                        <a:pt x="29" y="0"/>
                        <a:pt x="0" y="0"/>
                        <a:pt x="0" y="28"/>
                      </a:cubicBezTo>
                      <a:cubicBezTo>
                        <a:pt x="0" y="64"/>
                        <a:pt x="29" y="120"/>
                        <a:pt x="29" y="149"/>
                      </a:cubicBezTo>
                      <a:cubicBezTo>
                        <a:pt x="121" y="326"/>
                        <a:pt x="177" y="502"/>
                        <a:pt x="241" y="679"/>
                      </a:cubicBezTo>
                      <a:cubicBezTo>
                        <a:pt x="269" y="828"/>
                        <a:pt x="298" y="976"/>
                        <a:pt x="354" y="1090"/>
                      </a:cubicBezTo>
                      <a:cubicBezTo>
                        <a:pt x="354" y="1125"/>
                        <a:pt x="382" y="1125"/>
                        <a:pt x="382" y="1125"/>
                      </a:cubicBezTo>
                      <a:lnTo>
                        <a:pt x="418" y="1125"/>
                      </a:lnTo>
                      <a:lnTo>
                        <a:pt x="418" y="1061"/>
                      </a:lnTo>
                      <a:cubicBezTo>
                        <a:pt x="354" y="948"/>
                        <a:pt x="326" y="800"/>
                        <a:pt x="298" y="679"/>
                      </a:cubicBezTo>
                      <a:cubicBezTo>
                        <a:pt x="241" y="474"/>
                        <a:pt x="177" y="297"/>
                        <a:pt x="92" y="120"/>
                      </a:cubicBezTo>
                      <a:cubicBezTo>
                        <a:pt x="64" y="92"/>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7"/>
                <p:cNvSpPr/>
                <p:nvPr/>
              </p:nvSpPr>
              <p:spPr>
                <a:xfrm>
                  <a:off x="3110734" y="4218062"/>
                  <a:ext cx="13906" cy="36339"/>
                </a:xfrm>
                <a:custGeom>
                  <a:avLst/>
                  <a:gdLst/>
                  <a:ahLst/>
                  <a:cxnLst/>
                  <a:rect l="l" t="t" r="r" b="b"/>
                  <a:pathLst>
                    <a:path w="411" h="1074" extrusionOk="0">
                      <a:moveTo>
                        <a:pt x="27" y="0"/>
                      </a:moveTo>
                      <a:cubicBezTo>
                        <a:pt x="19" y="0"/>
                        <a:pt x="10" y="3"/>
                        <a:pt x="0" y="13"/>
                      </a:cubicBezTo>
                      <a:lnTo>
                        <a:pt x="0" y="48"/>
                      </a:lnTo>
                      <a:lnTo>
                        <a:pt x="354" y="1045"/>
                      </a:lnTo>
                      <a:lnTo>
                        <a:pt x="354" y="1074"/>
                      </a:lnTo>
                      <a:lnTo>
                        <a:pt x="382" y="1074"/>
                      </a:lnTo>
                      <a:cubicBezTo>
                        <a:pt x="382" y="1074"/>
                        <a:pt x="410" y="1045"/>
                        <a:pt x="382" y="1045"/>
                      </a:cubicBezTo>
                      <a:lnTo>
                        <a:pt x="57" y="13"/>
                      </a:lnTo>
                      <a:cubicBezTo>
                        <a:pt x="57" y="13"/>
                        <a:pt x="44" y="0"/>
                        <a:pt x="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7"/>
                <p:cNvSpPr/>
                <p:nvPr/>
              </p:nvSpPr>
              <p:spPr>
                <a:xfrm>
                  <a:off x="3116689" y="4215592"/>
                  <a:ext cx="17053" cy="35933"/>
                </a:xfrm>
                <a:custGeom>
                  <a:avLst/>
                  <a:gdLst/>
                  <a:ahLst/>
                  <a:cxnLst/>
                  <a:rect l="l" t="t" r="r" b="b"/>
                  <a:pathLst>
                    <a:path w="504" h="1062" extrusionOk="0">
                      <a:moveTo>
                        <a:pt x="1" y="1"/>
                      </a:moveTo>
                      <a:lnTo>
                        <a:pt x="1" y="29"/>
                      </a:lnTo>
                      <a:cubicBezTo>
                        <a:pt x="114" y="206"/>
                        <a:pt x="206" y="354"/>
                        <a:pt x="263" y="531"/>
                      </a:cubicBezTo>
                      <a:cubicBezTo>
                        <a:pt x="291" y="588"/>
                        <a:pt x="291" y="652"/>
                        <a:pt x="326" y="708"/>
                      </a:cubicBezTo>
                      <a:cubicBezTo>
                        <a:pt x="355" y="828"/>
                        <a:pt x="383" y="942"/>
                        <a:pt x="440" y="1034"/>
                      </a:cubicBezTo>
                      <a:cubicBezTo>
                        <a:pt x="440" y="1062"/>
                        <a:pt x="468" y="1062"/>
                        <a:pt x="468" y="1062"/>
                      </a:cubicBezTo>
                      <a:cubicBezTo>
                        <a:pt x="503" y="1062"/>
                        <a:pt x="503" y="1034"/>
                        <a:pt x="503" y="1005"/>
                      </a:cubicBezTo>
                      <a:cubicBezTo>
                        <a:pt x="440" y="913"/>
                        <a:pt x="411" y="793"/>
                        <a:pt x="383" y="708"/>
                      </a:cubicBezTo>
                      <a:cubicBezTo>
                        <a:pt x="355" y="652"/>
                        <a:pt x="355" y="588"/>
                        <a:pt x="326" y="531"/>
                      </a:cubicBezTo>
                      <a:cubicBezTo>
                        <a:pt x="263" y="326"/>
                        <a:pt x="178" y="178"/>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7"/>
                <p:cNvSpPr/>
                <p:nvPr/>
              </p:nvSpPr>
              <p:spPr>
                <a:xfrm>
                  <a:off x="3127720" y="4209603"/>
                  <a:ext cx="21824" cy="34038"/>
                </a:xfrm>
                <a:custGeom>
                  <a:avLst/>
                  <a:gdLst/>
                  <a:ahLst/>
                  <a:cxnLst/>
                  <a:rect l="l" t="t" r="r" b="b"/>
                  <a:pathLst>
                    <a:path w="645" h="1006" extrusionOk="0">
                      <a:moveTo>
                        <a:pt x="29" y="1"/>
                      </a:moveTo>
                      <a:cubicBezTo>
                        <a:pt x="29" y="1"/>
                        <a:pt x="0" y="29"/>
                        <a:pt x="29" y="29"/>
                      </a:cubicBezTo>
                      <a:cubicBezTo>
                        <a:pt x="57" y="121"/>
                        <a:pt x="114" y="178"/>
                        <a:pt x="177" y="234"/>
                      </a:cubicBezTo>
                      <a:cubicBezTo>
                        <a:pt x="234" y="298"/>
                        <a:pt x="262" y="355"/>
                        <a:pt x="290" y="411"/>
                      </a:cubicBezTo>
                      <a:cubicBezTo>
                        <a:pt x="319" y="475"/>
                        <a:pt x="354" y="503"/>
                        <a:pt x="354" y="531"/>
                      </a:cubicBezTo>
                      <a:cubicBezTo>
                        <a:pt x="382" y="560"/>
                        <a:pt x="382" y="588"/>
                        <a:pt x="411" y="616"/>
                      </a:cubicBezTo>
                      <a:cubicBezTo>
                        <a:pt x="411" y="652"/>
                        <a:pt x="439" y="680"/>
                        <a:pt x="467" y="708"/>
                      </a:cubicBezTo>
                      <a:cubicBezTo>
                        <a:pt x="496" y="793"/>
                        <a:pt x="531" y="857"/>
                        <a:pt x="559" y="913"/>
                      </a:cubicBezTo>
                      <a:cubicBezTo>
                        <a:pt x="559" y="942"/>
                        <a:pt x="559" y="1005"/>
                        <a:pt x="616" y="1005"/>
                      </a:cubicBezTo>
                      <a:cubicBezTo>
                        <a:pt x="616" y="1005"/>
                        <a:pt x="644" y="1005"/>
                        <a:pt x="644" y="970"/>
                      </a:cubicBezTo>
                      <a:cubicBezTo>
                        <a:pt x="644" y="970"/>
                        <a:pt x="644" y="942"/>
                        <a:pt x="616" y="942"/>
                      </a:cubicBezTo>
                      <a:lnTo>
                        <a:pt x="616" y="913"/>
                      </a:lnTo>
                      <a:cubicBezTo>
                        <a:pt x="588" y="829"/>
                        <a:pt x="559" y="765"/>
                        <a:pt x="496" y="680"/>
                      </a:cubicBezTo>
                      <a:cubicBezTo>
                        <a:pt x="496" y="652"/>
                        <a:pt x="467" y="616"/>
                        <a:pt x="467" y="588"/>
                      </a:cubicBezTo>
                      <a:cubicBezTo>
                        <a:pt x="439" y="560"/>
                        <a:pt x="439" y="531"/>
                        <a:pt x="411" y="503"/>
                      </a:cubicBezTo>
                      <a:cubicBezTo>
                        <a:pt x="411" y="475"/>
                        <a:pt x="382" y="439"/>
                        <a:pt x="354" y="383"/>
                      </a:cubicBezTo>
                      <a:cubicBezTo>
                        <a:pt x="319" y="326"/>
                        <a:pt x="262" y="263"/>
                        <a:pt x="206" y="206"/>
                      </a:cubicBezTo>
                      <a:cubicBezTo>
                        <a:pt x="142" y="149"/>
                        <a:pt x="114" y="86"/>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7"/>
                <p:cNvSpPr/>
                <p:nvPr/>
              </p:nvSpPr>
              <p:spPr>
                <a:xfrm>
                  <a:off x="3135603" y="4204596"/>
                  <a:ext cx="20876" cy="34985"/>
                </a:xfrm>
                <a:custGeom>
                  <a:avLst/>
                  <a:gdLst/>
                  <a:ahLst/>
                  <a:cxnLst/>
                  <a:rect l="l" t="t" r="r" b="b"/>
                  <a:pathLst>
                    <a:path w="617" h="1034" extrusionOk="0">
                      <a:moveTo>
                        <a:pt x="29" y="0"/>
                      </a:moveTo>
                      <a:cubicBezTo>
                        <a:pt x="1" y="29"/>
                        <a:pt x="29" y="57"/>
                        <a:pt x="29" y="57"/>
                      </a:cubicBezTo>
                      <a:cubicBezTo>
                        <a:pt x="86" y="149"/>
                        <a:pt x="149" y="234"/>
                        <a:pt x="206" y="326"/>
                      </a:cubicBezTo>
                      <a:cubicBezTo>
                        <a:pt x="355" y="531"/>
                        <a:pt x="503" y="736"/>
                        <a:pt x="560" y="1005"/>
                      </a:cubicBezTo>
                      <a:lnTo>
                        <a:pt x="588" y="1033"/>
                      </a:lnTo>
                      <a:cubicBezTo>
                        <a:pt x="616" y="1005"/>
                        <a:pt x="616" y="1005"/>
                        <a:pt x="616" y="977"/>
                      </a:cubicBezTo>
                      <a:cubicBezTo>
                        <a:pt x="560" y="736"/>
                        <a:pt x="411" y="503"/>
                        <a:pt x="263" y="269"/>
                      </a:cubicBezTo>
                      <a:cubicBezTo>
                        <a:pt x="206" y="205"/>
                        <a:pt x="149" y="121"/>
                        <a:pt x="86" y="29"/>
                      </a:cubicBezTo>
                      <a:cubicBezTo>
                        <a:pt x="86" y="29"/>
                        <a:pt x="86"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7"/>
                <p:cNvSpPr/>
                <p:nvPr/>
              </p:nvSpPr>
              <p:spPr>
                <a:xfrm>
                  <a:off x="3887706" y="4455928"/>
                  <a:ext cx="25884" cy="13906"/>
                </a:xfrm>
                <a:custGeom>
                  <a:avLst/>
                  <a:gdLst/>
                  <a:ahLst/>
                  <a:cxnLst/>
                  <a:rect l="l" t="t" r="r" b="b"/>
                  <a:pathLst>
                    <a:path w="765" h="411" extrusionOk="0">
                      <a:moveTo>
                        <a:pt x="736" y="0"/>
                      </a:moveTo>
                      <a:cubicBezTo>
                        <a:pt x="736" y="0"/>
                        <a:pt x="708" y="0"/>
                        <a:pt x="708" y="29"/>
                      </a:cubicBezTo>
                      <a:cubicBezTo>
                        <a:pt x="581" y="204"/>
                        <a:pt x="366" y="338"/>
                        <a:pt x="161" y="338"/>
                      </a:cubicBezTo>
                      <a:cubicBezTo>
                        <a:pt x="126" y="338"/>
                        <a:pt x="91" y="334"/>
                        <a:pt x="57" y="326"/>
                      </a:cubicBezTo>
                      <a:cubicBezTo>
                        <a:pt x="29" y="326"/>
                        <a:pt x="0" y="354"/>
                        <a:pt x="0" y="354"/>
                      </a:cubicBezTo>
                      <a:cubicBezTo>
                        <a:pt x="0" y="382"/>
                        <a:pt x="29" y="382"/>
                        <a:pt x="29" y="382"/>
                      </a:cubicBezTo>
                      <a:cubicBezTo>
                        <a:pt x="57" y="382"/>
                        <a:pt x="85" y="411"/>
                        <a:pt x="142" y="411"/>
                      </a:cubicBezTo>
                      <a:cubicBezTo>
                        <a:pt x="382" y="411"/>
                        <a:pt x="616" y="269"/>
                        <a:pt x="764" y="57"/>
                      </a:cubicBezTo>
                      <a:cubicBezTo>
                        <a:pt x="764" y="29"/>
                        <a:pt x="764" y="29"/>
                        <a:pt x="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7"/>
                <p:cNvSpPr/>
                <p:nvPr/>
              </p:nvSpPr>
              <p:spPr>
                <a:xfrm>
                  <a:off x="3562408" y="3847459"/>
                  <a:ext cx="53899" cy="11030"/>
                </a:xfrm>
                <a:custGeom>
                  <a:avLst/>
                  <a:gdLst/>
                  <a:ahLst/>
                  <a:cxnLst/>
                  <a:rect l="l" t="t" r="r" b="b"/>
                  <a:pathLst>
                    <a:path w="1593" h="326" extrusionOk="0">
                      <a:moveTo>
                        <a:pt x="92" y="0"/>
                      </a:moveTo>
                      <a:cubicBezTo>
                        <a:pt x="64" y="0"/>
                        <a:pt x="29" y="36"/>
                        <a:pt x="29" y="64"/>
                      </a:cubicBezTo>
                      <a:cubicBezTo>
                        <a:pt x="0" y="92"/>
                        <a:pt x="29" y="121"/>
                        <a:pt x="64" y="121"/>
                      </a:cubicBezTo>
                      <a:cubicBezTo>
                        <a:pt x="382" y="213"/>
                        <a:pt x="736" y="326"/>
                        <a:pt x="1125" y="326"/>
                      </a:cubicBezTo>
                      <a:cubicBezTo>
                        <a:pt x="1267" y="326"/>
                        <a:pt x="1415" y="297"/>
                        <a:pt x="1564" y="269"/>
                      </a:cubicBezTo>
                      <a:cubicBezTo>
                        <a:pt x="1592" y="269"/>
                        <a:pt x="1592" y="213"/>
                        <a:pt x="1592" y="177"/>
                      </a:cubicBezTo>
                      <a:cubicBezTo>
                        <a:pt x="1592" y="149"/>
                        <a:pt x="1564" y="149"/>
                        <a:pt x="1507" y="149"/>
                      </a:cubicBezTo>
                      <a:cubicBezTo>
                        <a:pt x="1383" y="180"/>
                        <a:pt x="1256" y="193"/>
                        <a:pt x="1127" y="193"/>
                      </a:cubicBezTo>
                      <a:cubicBezTo>
                        <a:pt x="764" y="193"/>
                        <a:pt x="395" y="89"/>
                        <a:pt x="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7"/>
                <p:cNvSpPr/>
                <p:nvPr/>
              </p:nvSpPr>
              <p:spPr>
                <a:xfrm>
                  <a:off x="3306034" y="4282858"/>
                  <a:ext cx="553676" cy="577800"/>
                </a:xfrm>
                <a:custGeom>
                  <a:avLst/>
                  <a:gdLst/>
                  <a:ahLst/>
                  <a:cxnLst/>
                  <a:rect l="l" t="t" r="r" b="b"/>
                  <a:pathLst>
                    <a:path w="16364" h="17077" extrusionOk="0">
                      <a:moveTo>
                        <a:pt x="8076" y="0"/>
                      </a:moveTo>
                      <a:cubicBezTo>
                        <a:pt x="6531" y="0"/>
                        <a:pt x="5025" y="643"/>
                        <a:pt x="4012" y="1904"/>
                      </a:cubicBezTo>
                      <a:cubicBezTo>
                        <a:pt x="2335" y="3906"/>
                        <a:pt x="3220" y="6941"/>
                        <a:pt x="1239" y="9006"/>
                      </a:cubicBezTo>
                      <a:cubicBezTo>
                        <a:pt x="977" y="9240"/>
                        <a:pt x="708" y="9480"/>
                        <a:pt x="531" y="9770"/>
                      </a:cubicBezTo>
                      <a:cubicBezTo>
                        <a:pt x="213" y="10244"/>
                        <a:pt x="93" y="10832"/>
                        <a:pt x="64" y="11426"/>
                      </a:cubicBezTo>
                      <a:cubicBezTo>
                        <a:pt x="1" y="12487"/>
                        <a:pt x="64" y="13548"/>
                        <a:pt x="298" y="14581"/>
                      </a:cubicBezTo>
                      <a:cubicBezTo>
                        <a:pt x="680" y="16434"/>
                        <a:pt x="2335" y="16463"/>
                        <a:pt x="4012" y="16732"/>
                      </a:cubicBezTo>
                      <a:cubicBezTo>
                        <a:pt x="5249" y="16904"/>
                        <a:pt x="6492" y="17077"/>
                        <a:pt x="7731" y="17077"/>
                      </a:cubicBezTo>
                      <a:cubicBezTo>
                        <a:pt x="7965" y="17077"/>
                        <a:pt x="8199" y="17070"/>
                        <a:pt x="8433" y="17057"/>
                      </a:cubicBezTo>
                      <a:cubicBezTo>
                        <a:pt x="10230" y="16937"/>
                        <a:pt x="11971" y="16378"/>
                        <a:pt x="13683" y="15819"/>
                      </a:cubicBezTo>
                      <a:cubicBezTo>
                        <a:pt x="13767" y="15784"/>
                        <a:pt x="13888" y="15755"/>
                        <a:pt x="13973" y="15727"/>
                      </a:cubicBezTo>
                      <a:cubicBezTo>
                        <a:pt x="14390" y="15578"/>
                        <a:pt x="14772" y="15430"/>
                        <a:pt x="15097" y="15168"/>
                      </a:cubicBezTo>
                      <a:cubicBezTo>
                        <a:pt x="16364" y="14192"/>
                        <a:pt x="16364" y="11688"/>
                        <a:pt x="15685" y="10365"/>
                      </a:cubicBezTo>
                      <a:cubicBezTo>
                        <a:pt x="15479" y="9947"/>
                        <a:pt x="15126" y="9593"/>
                        <a:pt x="14829" y="9211"/>
                      </a:cubicBezTo>
                      <a:cubicBezTo>
                        <a:pt x="13654" y="7648"/>
                        <a:pt x="13711" y="5879"/>
                        <a:pt x="13442" y="4083"/>
                      </a:cubicBezTo>
                      <a:cubicBezTo>
                        <a:pt x="13209" y="2491"/>
                        <a:pt x="11942" y="1253"/>
                        <a:pt x="10556" y="574"/>
                      </a:cubicBezTo>
                      <a:cubicBezTo>
                        <a:pt x="9766" y="190"/>
                        <a:pt x="8915" y="0"/>
                        <a:pt x="80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7"/>
                <p:cNvSpPr/>
                <p:nvPr/>
              </p:nvSpPr>
              <p:spPr>
                <a:xfrm>
                  <a:off x="3583450" y="4300352"/>
                  <a:ext cx="20878" cy="548655"/>
                </a:xfrm>
                <a:custGeom>
                  <a:avLst/>
                  <a:gdLst/>
                  <a:ahLst/>
                  <a:cxnLst/>
                  <a:rect l="l" t="t" r="r" b="b"/>
                  <a:pathLst>
                    <a:path w="617" h="19370" extrusionOk="0">
                      <a:moveTo>
                        <a:pt x="29" y="0"/>
                      </a:moveTo>
                      <a:cubicBezTo>
                        <a:pt x="1" y="0"/>
                        <a:pt x="1" y="28"/>
                        <a:pt x="1" y="28"/>
                      </a:cubicBezTo>
                      <a:lnTo>
                        <a:pt x="560" y="19334"/>
                      </a:lnTo>
                      <a:lnTo>
                        <a:pt x="588" y="19370"/>
                      </a:lnTo>
                      <a:cubicBezTo>
                        <a:pt x="616" y="19334"/>
                        <a:pt x="616" y="19334"/>
                        <a:pt x="616" y="19306"/>
                      </a:cubicBezTo>
                      <a:lnTo>
                        <a:pt x="58" y="28"/>
                      </a:lnTo>
                      <a:cubicBezTo>
                        <a:pt x="58" y="28"/>
                        <a:pt x="58" y="0"/>
                        <a:pt x="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7"/>
                <p:cNvSpPr/>
                <p:nvPr/>
              </p:nvSpPr>
              <p:spPr>
                <a:xfrm>
                  <a:off x="3328061" y="4302246"/>
                  <a:ext cx="509623" cy="548668"/>
                </a:xfrm>
                <a:custGeom>
                  <a:avLst/>
                  <a:gdLst/>
                  <a:ahLst/>
                  <a:cxnLst/>
                  <a:rect l="l" t="t" r="r" b="b"/>
                  <a:pathLst>
                    <a:path w="15062" h="16216" extrusionOk="0">
                      <a:moveTo>
                        <a:pt x="7429" y="64"/>
                      </a:moveTo>
                      <a:cubicBezTo>
                        <a:pt x="8193" y="64"/>
                        <a:pt x="8992" y="241"/>
                        <a:pt x="9671" y="595"/>
                      </a:cubicBezTo>
                      <a:cubicBezTo>
                        <a:pt x="11143" y="1331"/>
                        <a:pt x="12147" y="2569"/>
                        <a:pt x="12324" y="3892"/>
                      </a:cubicBezTo>
                      <a:cubicBezTo>
                        <a:pt x="12381" y="4245"/>
                        <a:pt x="12409" y="4599"/>
                        <a:pt x="12437" y="4953"/>
                      </a:cubicBezTo>
                      <a:cubicBezTo>
                        <a:pt x="12586" y="6311"/>
                        <a:pt x="12734" y="7577"/>
                        <a:pt x="13590" y="8759"/>
                      </a:cubicBezTo>
                      <a:cubicBezTo>
                        <a:pt x="13675" y="8879"/>
                        <a:pt x="13767" y="8992"/>
                        <a:pt x="13852" y="9112"/>
                      </a:cubicBezTo>
                      <a:cubicBezTo>
                        <a:pt x="14029" y="9346"/>
                        <a:pt x="14241" y="9586"/>
                        <a:pt x="14383" y="9848"/>
                      </a:cubicBezTo>
                      <a:cubicBezTo>
                        <a:pt x="14977" y="11030"/>
                        <a:pt x="15005" y="13414"/>
                        <a:pt x="13852" y="14362"/>
                      </a:cubicBezTo>
                      <a:cubicBezTo>
                        <a:pt x="13534" y="14595"/>
                        <a:pt x="13180" y="14744"/>
                        <a:pt x="12826" y="14857"/>
                      </a:cubicBezTo>
                      <a:cubicBezTo>
                        <a:pt x="12734" y="14892"/>
                        <a:pt x="12650" y="14921"/>
                        <a:pt x="12558" y="14949"/>
                      </a:cubicBezTo>
                      <a:cubicBezTo>
                        <a:pt x="11022" y="15479"/>
                        <a:pt x="9402" y="16010"/>
                        <a:pt x="7754" y="16130"/>
                      </a:cubicBezTo>
                      <a:cubicBezTo>
                        <a:pt x="7549" y="16159"/>
                        <a:pt x="7308" y="16159"/>
                        <a:pt x="7075" y="16159"/>
                      </a:cubicBezTo>
                      <a:cubicBezTo>
                        <a:pt x="5957" y="16159"/>
                        <a:pt x="4804" y="15982"/>
                        <a:pt x="3715" y="15805"/>
                      </a:cubicBezTo>
                      <a:cubicBezTo>
                        <a:pt x="3566" y="15805"/>
                        <a:pt x="3418" y="15777"/>
                        <a:pt x="3276" y="15741"/>
                      </a:cubicBezTo>
                      <a:cubicBezTo>
                        <a:pt x="1861" y="15564"/>
                        <a:pt x="651" y="15387"/>
                        <a:pt x="326" y="13796"/>
                      </a:cubicBezTo>
                      <a:cubicBezTo>
                        <a:pt x="121" y="12826"/>
                        <a:pt x="57" y="11822"/>
                        <a:pt x="121" y="10853"/>
                      </a:cubicBezTo>
                      <a:cubicBezTo>
                        <a:pt x="149" y="10322"/>
                        <a:pt x="234" y="9763"/>
                        <a:pt x="531" y="9289"/>
                      </a:cubicBezTo>
                      <a:cubicBezTo>
                        <a:pt x="651" y="9084"/>
                        <a:pt x="828" y="8936"/>
                        <a:pt x="977" y="8759"/>
                      </a:cubicBezTo>
                      <a:cubicBezTo>
                        <a:pt x="1033" y="8702"/>
                        <a:pt x="1118" y="8638"/>
                        <a:pt x="1182" y="8554"/>
                      </a:cubicBezTo>
                      <a:cubicBezTo>
                        <a:pt x="2123" y="7521"/>
                        <a:pt x="2356" y="6226"/>
                        <a:pt x="2597" y="4988"/>
                      </a:cubicBezTo>
                      <a:cubicBezTo>
                        <a:pt x="2802" y="3835"/>
                        <a:pt x="3007" y="2746"/>
                        <a:pt x="3715" y="1833"/>
                      </a:cubicBezTo>
                      <a:cubicBezTo>
                        <a:pt x="4599" y="708"/>
                        <a:pt x="5957" y="64"/>
                        <a:pt x="7429" y="64"/>
                      </a:cubicBezTo>
                      <a:close/>
                      <a:moveTo>
                        <a:pt x="7429" y="1"/>
                      </a:moveTo>
                      <a:cubicBezTo>
                        <a:pt x="5957" y="1"/>
                        <a:pt x="4571" y="651"/>
                        <a:pt x="3658" y="1805"/>
                      </a:cubicBezTo>
                      <a:cubicBezTo>
                        <a:pt x="2951" y="2717"/>
                        <a:pt x="2745" y="3863"/>
                        <a:pt x="2533" y="4953"/>
                      </a:cubicBezTo>
                      <a:cubicBezTo>
                        <a:pt x="2300" y="6226"/>
                        <a:pt x="2066" y="7492"/>
                        <a:pt x="1118" y="8525"/>
                      </a:cubicBezTo>
                      <a:cubicBezTo>
                        <a:pt x="1062" y="8582"/>
                        <a:pt x="1005" y="8667"/>
                        <a:pt x="942" y="8730"/>
                      </a:cubicBezTo>
                      <a:cubicBezTo>
                        <a:pt x="765" y="8879"/>
                        <a:pt x="623" y="9056"/>
                        <a:pt x="475" y="9261"/>
                      </a:cubicBezTo>
                      <a:cubicBezTo>
                        <a:pt x="177" y="9728"/>
                        <a:pt x="93" y="10322"/>
                        <a:pt x="57" y="10824"/>
                      </a:cubicBezTo>
                      <a:cubicBezTo>
                        <a:pt x="1" y="11822"/>
                        <a:pt x="57" y="12855"/>
                        <a:pt x="269" y="13831"/>
                      </a:cubicBezTo>
                      <a:cubicBezTo>
                        <a:pt x="588" y="15451"/>
                        <a:pt x="1889" y="15628"/>
                        <a:pt x="3276" y="15805"/>
                      </a:cubicBezTo>
                      <a:cubicBezTo>
                        <a:pt x="3418" y="15833"/>
                        <a:pt x="3538" y="15861"/>
                        <a:pt x="3686" y="15861"/>
                      </a:cubicBezTo>
                      <a:cubicBezTo>
                        <a:pt x="4804" y="16038"/>
                        <a:pt x="5929" y="16215"/>
                        <a:pt x="7075" y="16215"/>
                      </a:cubicBezTo>
                      <a:cubicBezTo>
                        <a:pt x="7308" y="16215"/>
                        <a:pt x="7549" y="16215"/>
                        <a:pt x="7754" y="16187"/>
                      </a:cubicBezTo>
                      <a:cubicBezTo>
                        <a:pt x="9431" y="16067"/>
                        <a:pt x="11022" y="15536"/>
                        <a:pt x="12586" y="15005"/>
                      </a:cubicBezTo>
                      <a:cubicBezTo>
                        <a:pt x="12678" y="14977"/>
                        <a:pt x="12763" y="14949"/>
                        <a:pt x="12855" y="14921"/>
                      </a:cubicBezTo>
                      <a:cubicBezTo>
                        <a:pt x="13208" y="14800"/>
                        <a:pt x="13562" y="14652"/>
                        <a:pt x="13888" y="14390"/>
                      </a:cubicBezTo>
                      <a:cubicBezTo>
                        <a:pt x="15062" y="13442"/>
                        <a:pt x="15034" y="11001"/>
                        <a:pt x="14446" y="9820"/>
                      </a:cubicBezTo>
                      <a:cubicBezTo>
                        <a:pt x="14298" y="9551"/>
                        <a:pt x="14093" y="9289"/>
                        <a:pt x="13916" y="9056"/>
                      </a:cubicBezTo>
                      <a:cubicBezTo>
                        <a:pt x="13824" y="8964"/>
                        <a:pt x="13711" y="8844"/>
                        <a:pt x="13647" y="8730"/>
                      </a:cubicBezTo>
                      <a:cubicBezTo>
                        <a:pt x="12763" y="7577"/>
                        <a:pt x="12650" y="6283"/>
                        <a:pt x="12501" y="4953"/>
                      </a:cubicBezTo>
                      <a:cubicBezTo>
                        <a:pt x="12473" y="4599"/>
                        <a:pt x="12437" y="4245"/>
                        <a:pt x="12381" y="3892"/>
                      </a:cubicBezTo>
                      <a:cubicBezTo>
                        <a:pt x="12204" y="2540"/>
                        <a:pt x="11199" y="1302"/>
                        <a:pt x="9700" y="567"/>
                      </a:cubicBezTo>
                      <a:cubicBezTo>
                        <a:pt x="8992" y="213"/>
                        <a:pt x="8228" y="1"/>
                        <a:pt x="74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7"/>
                <p:cNvSpPr/>
                <p:nvPr/>
              </p:nvSpPr>
              <p:spPr>
                <a:xfrm>
                  <a:off x="3734024" y="4439890"/>
                  <a:ext cx="7951" cy="38098"/>
                </a:xfrm>
                <a:custGeom>
                  <a:avLst/>
                  <a:gdLst/>
                  <a:ahLst/>
                  <a:cxnLst/>
                  <a:rect l="l" t="t" r="r" b="b"/>
                  <a:pathLst>
                    <a:path w="235" h="1126" extrusionOk="0">
                      <a:moveTo>
                        <a:pt x="29" y="0"/>
                      </a:moveTo>
                      <a:cubicBezTo>
                        <a:pt x="1" y="0"/>
                        <a:pt x="1" y="36"/>
                        <a:pt x="1" y="36"/>
                      </a:cubicBezTo>
                      <a:cubicBezTo>
                        <a:pt x="121" y="390"/>
                        <a:pt x="178" y="743"/>
                        <a:pt x="149" y="1097"/>
                      </a:cubicBezTo>
                      <a:lnTo>
                        <a:pt x="178" y="1125"/>
                      </a:lnTo>
                      <a:cubicBezTo>
                        <a:pt x="206" y="1125"/>
                        <a:pt x="206" y="1097"/>
                        <a:pt x="206" y="1097"/>
                      </a:cubicBezTo>
                      <a:cubicBezTo>
                        <a:pt x="234" y="708"/>
                        <a:pt x="178" y="354"/>
                        <a:pt x="57" y="36"/>
                      </a:cubicBezTo>
                      <a:cubicBezTo>
                        <a:pt x="57" y="0"/>
                        <a:pt x="29" y="0"/>
                        <a:pt x="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7"/>
                <p:cNvSpPr/>
                <p:nvPr/>
              </p:nvSpPr>
              <p:spPr>
                <a:xfrm>
                  <a:off x="3740960" y="4494940"/>
                  <a:ext cx="31873" cy="91727"/>
                </a:xfrm>
                <a:custGeom>
                  <a:avLst/>
                  <a:gdLst/>
                  <a:ahLst/>
                  <a:cxnLst/>
                  <a:rect l="l" t="t" r="r" b="b"/>
                  <a:pathLst>
                    <a:path w="942" h="2711" extrusionOk="0">
                      <a:moveTo>
                        <a:pt x="57" y="1"/>
                      </a:moveTo>
                      <a:lnTo>
                        <a:pt x="29" y="29"/>
                      </a:lnTo>
                      <a:cubicBezTo>
                        <a:pt x="1" y="970"/>
                        <a:pt x="298" y="1946"/>
                        <a:pt x="913" y="2682"/>
                      </a:cubicBezTo>
                      <a:lnTo>
                        <a:pt x="913" y="2710"/>
                      </a:lnTo>
                      <a:lnTo>
                        <a:pt x="942" y="2710"/>
                      </a:lnTo>
                      <a:lnTo>
                        <a:pt x="942" y="2653"/>
                      </a:lnTo>
                      <a:cubicBezTo>
                        <a:pt x="355" y="1911"/>
                        <a:pt x="57" y="970"/>
                        <a:pt x="93" y="29"/>
                      </a:cubicBezTo>
                      <a:cubicBezTo>
                        <a:pt x="93" y="29"/>
                        <a:pt x="93" y="1"/>
                        <a:pt x="5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7"/>
                <p:cNvSpPr/>
                <p:nvPr/>
              </p:nvSpPr>
              <p:spPr>
                <a:xfrm>
                  <a:off x="3433866" y="4522720"/>
                  <a:ext cx="9846" cy="38064"/>
                </a:xfrm>
                <a:custGeom>
                  <a:avLst/>
                  <a:gdLst/>
                  <a:ahLst/>
                  <a:cxnLst/>
                  <a:rect l="l" t="t" r="r" b="b"/>
                  <a:pathLst>
                    <a:path w="291" h="1125" extrusionOk="0">
                      <a:moveTo>
                        <a:pt x="262" y="0"/>
                      </a:moveTo>
                      <a:cubicBezTo>
                        <a:pt x="234" y="0"/>
                        <a:pt x="234" y="0"/>
                        <a:pt x="234" y="28"/>
                      </a:cubicBezTo>
                      <a:cubicBezTo>
                        <a:pt x="206" y="382"/>
                        <a:pt x="149" y="736"/>
                        <a:pt x="0" y="1061"/>
                      </a:cubicBezTo>
                      <a:lnTo>
                        <a:pt x="0" y="1125"/>
                      </a:lnTo>
                      <a:lnTo>
                        <a:pt x="29" y="1125"/>
                      </a:lnTo>
                      <a:cubicBezTo>
                        <a:pt x="29" y="1125"/>
                        <a:pt x="29" y="1090"/>
                        <a:pt x="57" y="1090"/>
                      </a:cubicBezTo>
                      <a:cubicBezTo>
                        <a:pt x="206" y="771"/>
                        <a:pt x="262" y="382"/>
                        <a:pt x="291" y="28"/>
                      </a:cubicBezTo>
                      <a:cubicBezTo>
                        <a:pt x="291" y="0"/>
                        <a:pt x="291" y="0"/>
                        <a:pt x="2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7"/>
                <p:cNvSpPr/>
                <p:nvPr/>
              </p:nvSpPr>
              <p:spPr>
                <a:xfrm>
                  <a:off x="3446791" y="4559567"/>
                  <a:ext cx="5075" cy="21113"/>
                </a:xfrm>
                <a:custGeom>
                  <a:avLst/>
                  <a:gdLst/>
                  <a:ahLst/>
                  <a:cxnLst/>
                  <a:rect l="l" t="t" r="r" b="b"/>
                  <a:pathLst>
                    <a:path w="150" h="624" extrusionOk="0">
                      <a:moveTo>
                        <a:pt x="121" y="1"/>
                      </a:moveTo>
                      <a:cubicBezTo>
                        <a:pt x="121" y="1"/>
                        <a:pt x="85" y="1"/>
                        <a:pt x="85" y="36"/>
                      </a:cubicBezTo>
                      <a:lnTo>
                        <a:pt x="1" y="595"/>
                      </a:lnTo>
                      <a:cubicBezTo>
                        <a:pt x="1" y="623"/>
                        <a:pt x="29" y="623"/>
                        <a:pt x="29" y="623"/>
                      </a:cubicBezTo>
                      <a:lnTo>
                        <a:pt x="57" y="623"/>
                      </a:lnTo>
                      <a:lnTo>
                        <a:pt x="149" y="36"/>
                      </a:lnTo>
                      <a:cubicBezTo>
                        <a:pt x="149" y="36"/>
                        <a:pt x="149" y="1"/>
                        <a:pt x="1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4" name="Google Shape;654;p37"/>
            <p:cNvGrpSpPr/>
            <p:nvPr/>
          </p:nvGrpSpPr>
          <p:grpSpPr>
            <a:xfrm>
              <a:off x="8567590" y="4153050"/>
              <a:ext cx="360758" cy="258297"/>
              <a:chOff x="4992850" y="4345375"/>
              <a:chExt cx="607336" cy="638400"/>
            </a:xfrm>
          </p:grpSpPr>
          <p:sp>
            <p:nvSpPr>
              <p:cNvPr id="655" name="Google Shape;655;p37"/>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7"/>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657" name="Google Shape;657;p37"/>
          <p:cNvCxnSpPr/>
          <p:nvPr/>
        </p:nvCxnSpPr>
        <p:spPr>
          <a:xfrm>
            <a:off x="780725" y="3365350"/>
            <a:ext cx="3869700" cy="0"/>
          </a:xfrm>
          <a:prstGeom prst="straightConnector1">
            <a:avLst/>
          </a:prstGeom>
          <a:noFill/>
          <a:ln w="28575" cap="flat" cmpd="sng">
            <a:solidFill>
              <a:schemeClr val="accent4"/>
            </a:solidFill>
            <a:prstDash val="solid"/>
            <a:round/>
            <a:headEnd type="none" w="med" len="med"/>
            <a:tailEnd type="none" w="med" len="med"/>
          </a:ln>
        </p:spPr>
      </p:cxnSp>
      <p:pic>
        <p:nvPicPr>
          <p:cNvPr id="1028" name="Picture 4">
            <a:extLst>
              <a:ext uri="{FF2B5EF4-FFF2-40B4-BE49-F238E27FC236}">
                <a16:creationId xmlns:a16="http://schemas.microsoft.com/office/drawing/2014/main" id="{B7923AEF-75DF-B23C-8E5F-7D33FB01FF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225" y="264049"/>
            <a:ext cx="801462" cy="9381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41"/>
          <p:cNvSpPr txBox="1">
            <a:spLocks noGrp="1"/>
          </p:cNvSpPr>
          <p:nvPr>
            <p:ph type="title"/>
          </p:nvPr>
        </p:nvSpPr>
        <p:spPr>
          <a:xfrm>
            <a:off x="713225" y="2254513"/>
            <a:ext cx="461992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200" dirty="0"/>
              <a:t>Pengenalan Kuliah</a:t>
            </a:r>
            <a:endParaRPr sz="3200" dirty="0"/>
          </a:p>
        </p:txBody>
      </p:sp>
      <p:sp>
        <p:nvSpPr>
          <p:cNvPr id="910" name="Google Shape;910;p41"/>
          <p:cNvSpPr txBox="1">
            <a:spLocks noGrp="1"/>
          </p:cNvSpPr>
          <p:nvPr>
            <p:ph type="title" idx="2"/>
          </p:nvPr>
        </p:nvSpPr>
        <p:spPr>
          <a:xfrm>
            <a:off x="708165" y="1791810"/>
            <a:ext cx="1377681" cy="67227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t>01</a:t>
            </a:r>
            <a:endParaRPr sz="4800" dirty="0"/>
          </a:p>
        </p:txBody>
      </p:sp>
      <p:sp>
        <p:nvSpPr>
          <p:cNvPr id="911" name="Google Shape;911;p41"/>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Materi, Kriteria Penilaian, Referensi, Pola Belajar</a:t>
            </a:r>
            <a:endParaRPr dirty="0"/>
          </a:p>
        </p:txBody>
      </p:sp>
      <p:sp>
        <p:nvSpPr>
          <p:cNvPr id="912" name="Google Shape;912;p41"/>
          <p:cNvSpPr/>
          <p:nvPr/>
        </p:nvSpPr>
        <p:spPr>
          <a:xfrm>
            <a:off x="5294150" y="10129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1"/>
          <p:cNvGrpSpPr/>
          <p:nvPr/>
        </p:nvGrpSpPr>
        <p:grpSpPr>
          <a:xfrm>
            <a:off x="4091402" y="4414375"/>
            <a:ext cx="367931" cy="258297"/>
            <a:chOff x="4992850" y="4345375"/>
            <a:chExt cx="619413" cy="638400"/>
          </a:xfrm>
        </p:grpSpPr>
        <p:sp>
          <p:nvSpPr>
            <p:cNvPr id="914" name="Google Shape;914;p41"/>
            <p:cNvSpPr/>
            <p:nvPr/>
          </p:nvSpPr>
          <p:spPr>
            <a:xfrm>
              <a:off x="4992850"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p:cNvSpPr/>
            <p:nvPr/>
          </p:nvSpPr>
          <p:spPr>
            <a:xfrm rot="10800000">
              <a:off x="5386363"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41"/>
          <p:cNvSpPr/>
          <p:nvPr/>
        </p:nvSpPr>
        <p:spPr>
          <a:xfrm>
            <a:off x="6956400" y="4144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1"/>
          <p:cNvGrpSpPr/>
          <p:nvPr/>
        </p:nvGrpSpPr>
        <p:grpSpPr>
          <a:xfrm>
            <a:off x="5293908" y="1087072"/>
            <a:ext cx="3381870" cy="3516739"/>
            <a:chOff x="5222815" y="1012953"/>
            <a:chExt cx="3453354" cy="3591074"/>
          </a:xfrm>
        </p:grpSpPr>
        <p:sp>
          <p:nvSpPr>
            <p:cNvPr id="918" name="Google Shape;918;p41"/>
            <p:cNvSpPr/>
            <p:nvPr/>
          </p:nvSpPr>
          <p:spPr>
            <a:xfrm>
              <a:off x="5222815" y="1012953"/>
              <a:ext cx="3453354" cy="3346964"/>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41"/>
            <p:cNvGrpSpPr/>
            <p:nvPr/>
          </p:nvGrpSpPr>
          <p:grpSpPr>
            <a:xfrm>
              <a:off x="6352264" y="1624259"/>
              <a:ext cx="378942" cy="384502"/>
              <a:chOff x="5033016" y="2415353"/>
              <a:chExt cx="132303" cy="134249"/>
            </a:xfrm>
          </p:grpSpPr>
          <p:sp>
            <p:nvSpPr>
              <p:cNvPr id="920" name="Google Shape;920;p41"/>
              <p:cNvSpPr/>
              <p:nvPr/>
            </p:nvSpPr>
            <p:spPr>
              <a:xfrm>
                <a:off x="5033016" y="2415353"/>
                <a:ext cx="132303" cy="134249"/>
              </a:xfrm>
              <a:custGeom>
                <a:avLst/>
                <a:gdLst/>
                <a:ahLst/>
                <a:cxnLst/>
                <a:rect l="l" t="t" r="r" b="b"/>
                <a:pathLst>
                  <a:path w="3807" h="3863" extrusionOk="0">
                    <a:moveTo>
                      <a:pt x="1925" y="963"/>
                    </a:moveTo>
                    <a:cubicBezTo>
                      <a:pt x="2394" y="963"/>
                      <a:pt x="2807" y="1326"/>
                      <a:pt x="2858" y="1804"/>
                    </a:cubicBezTo>
                    <a:cubicBezTo>
                      <a:pt x="2922" y="2335"/>
                      <a:pt x="2568" y="2830"/>
                      <a:pt x="2038" y="2922"/>
                    </a:cubicBezTo>
                    <a:cubicBezTo>
                      <a:pt x="2003" y="2926"/>
                      <a:pt x="1968" y="2927"/>
                      <a:pt x="1933" y="2927"/>
                    </a:cubicBezTo>
                    <a:cubicBezTo>
                      <a:pt x="1446" y="2927"/>
                      <a:pt x="1027" y="2562"/>
                      <a:pt x="948" y="2066"/>
                    </a:cubicBezTo>
                    <a:cubicBezTo>
                      <a:pt x="884" y="1535"/>
                      <a:pt x="1238" y="1033"/>
                      <a:pt x="1769" y="976"/>
                    </a:cubicBezTo>
                    <a:cubicBezTo>
                      <a:pt x="1821" y="967"/>
                      <a:pt x="1874" y="963"/>
                      <a:pt x="1925" y="963"/>
                    </a:cubicBezTo>
                    <a:close/>
                    <a:moveTo>
                      <a:pt x="1974" y="0"/>
                    </a:moveTo>
                    <a:lnTo>
                      <a:pt x="1974" y="36"/>
                    </a:lnTo>
                    <a:cubicBezTo>
                      <a:pt x="2009" y="212"/>
                      <a:pt x="1889" y="389"/>
                      <a:pt x="1712" y="389"/>
                    </a:cubicBezTo>
                    <a:cubicBezTo>
                      <a:pt x="1695" y="392"/>
                      <a:pt x="1678" y="393"/>
                      <a:pt x="1661" y="393"/>
                    </a:cubicBezTo>
                    <a:cubicBezTo>
                      <a:pt x="1507" y="393"/>
                      <a:pt x="1384" y="280"/>
                      <a:pt x="1358" y="120"/>
                    </a:cubicBezTo>
                    <a:lnTo>
                      <a:pt x="1358" y="92"/>
                    </a:lnTo>
                    <a:cubicBezTo>
                      <a:pt x="1238" y="120"/>
                      <a:pt x="1125" y="177"/>
                      <a:pt x="1005" y="241"/>
                    </a:cubicBezTo>
                    <a:cubicBezTo>
                      <a:pt x="1033" y="241"/>
                      <a:pt x="1033" y="241"/>
                      <a:pt x="1033" y="269"/>
                    </a:cubicBezTo>
                    <a:cubicBezTo>
                      <a:pt x="1153" y="389"/>
                      <a:pt x="1125" y="594"/>
                      <a:pt x="976" y="708"/>
                    </a:cubicBezTo>
                    <a:cubicBezTo>
                      <a:pt x="923" y="748"/>
                      <a:pt x="854" y="771"/>
                      <a:pt x="783" y="771"/>
                    </a:cubicBezTo>
                    <a:cubicBezTo>
                      <a:pt x="692" y="771"/>
                      <a:pt x="598" y="734"/>
                      <a:pt x="531" y="651"/>
                    </a:cubicBezTo>
                    <a:lnTo>
                      <a:pt x="531" y="623"/>
                    </a:lnTo>
                    <a:cubicBezTo>
                      <a:pt x="446" y="708"/>
                      <a:pt x="354" y="800"/>
                      <a:pt x="297" y="920"/>
                    </a:cubicBezTo>
                    <a:lnTo>
                      <a:pt x="326" y="920"/>
                    </a:lnTo>
                    <a:cubicBezTo>
                      <a:pt x="502" y="976"/>
                      <a:pt x="559" y="1182"/>
                      <a:pt x="502" y="1330"/>
                    </a:cubicBezTo>
                    <a:cubicBezTo>
                      <a:pt x="460" y="1463"/>
                      <a:pt x="349" y="1528"/>
                      <a:pt x="222" y="1528"/>
                    </a:cubicBezTo>
                    <a:cubicBezTo>
                      <a:pt x="180" y="1528"/>
                      <a:pt x="136" y="1521"/>
                      <a:pt x="92" y="1507"/>
                    </a:cubicBezTo>
                    <a:lnTo>
                      <a:pt x="64" y="1507"/>
                    </a:lnTo>
                    <a:cubicBezTo>
                      <a:pt x="28" y="1627"/>
                      <a:pt x="0" y="1741"/>
                      <a:pt x="0" y="1861"/>
                    </a:cubicBezTo>
                    <a:lnTo>
                      <a:pt x="64" y="1861"/>
                    </a:lnTo>
                    <a:cubicBezTo>
                      <a:pt x="78" y="1858"/>
                      <a:pt x="93" y="1856"/>
                      <a:pt x="108" y="1856"/>
                    </a:cubicBezTo>
                    <a:cubicBezTo>
                      <a:pt x="240" y="1856"/>
                      <a:pt x="382" y="1964"/>
                      <a:pt x="382" y="2123"/>
                    </a:cubicBezTo>
                    <a:cubicBezTo>
                      <a:pt x="417" y="2299"/>
                      <a:pt x="297" y="2476"/>
                      <a:pt x="120" y="2476"/>
                    </a:cubicBezTo>
                    <a:lnTo>
                      <a:pt x="92" y="2476"/>
                    </a:lnTo>
                    <a:cubicBezTo>
                      <a:pt x="120" y="2625"/>
                      <a:pt x="177" y="2745"/>
                      <a:pt x="241" y="2830"/>
                    </a:cubicBezTo>
                    <a:lnTo>
                      <a:pt x="269" y="2802"/>
                    </a:lnTo>
                    <a:cubicBezTo>
                      <a:pt x="318" y="2765"/>
                      <a:pt x="385" y="2744"/>
                      <a:pt x="454" y="2744"/>
                    </a:cubicBezTo>
                    <a:cubicBezTo>
                      <a:pt x="546" y="2744"/>
                      <a:pt x="643" y="2781"/>
                      <a:pt x="708" y="2865"/>
                    </a:cubicBezTo>
                    <a:cubicBezTo>
                      <a:pt x="800" y="3007"/>
                      <a:pt x="771" y="3219"/>
                      <a:pt x="651" y="3304"/>
                    </a:cubicBezTo>
                    <a:cubicBezTo>
                      <a:pt x="623" y="3332"/>
                      <a:pt x="623" y="3332"/>
                      <a:pt x="594" y="3332"/>
                    </a:cubicBezTo>
                    <a:cubicBezTo>
                      <a:pt x="708" y="3424"/>
                      <a:pt x="800" y="3509"/>
                      <a:pt x="913" y="3573"/>
                    </a:cubicBezTo>
                    <a:lnTo>
                      <a:pt x="913" y="3537"/>
                    </a:lnTo>
                    <a:cubicBezTo>
                      <a:pt x="959" y="3408"/>
                      <a:pt x="1067" y="3327"/>
                      <a:pt x="1191" y="3327"/>
                    </a:cubicBezTo>
                    <a:cubicBezTo>
                      <a:pt x="1236" y="3327"/>
                      <a:pt x="1283" y="3338"/>
                      <a:pt x="1330" y="3361"/>
                    </a:cubicBezTo>
                    <a:cubicBezTo>
                      <a:pt x="1479" y="3424"/>
                      <a:pt x="1564" y="3601"/>
                      <a:pt x="1507" y="3778"/>
                    </a:cubicBezTo>
                    <a:lnTo>
                      <a:pt x="1479" y="3806"/>
                    </a:lnTo>
                    <a:cubicBezTo>
                      <a:pt x="1592" y="3835"/>
                      <a:pt x="1712" y="3863"/>
                      <a:pt x="1861" y="3863"/>
                    </a:cubicBezTo>
                    <a:cubicBezTo>
                      <a:pt x="1861" y="3835"/>
                      <a:pt x="1832" y="3835"/>
                      <a:pt x="1832" y="3806"/>
                    </a:cubicBezTo>
                    <a:cubicBezTo>
                      <a:pt x="1797" y="3629"/>
                      <a:pt x="1946" y="3481"/>
                      <a:pt x="2094" y="3453"/>
                    </a:cubicBezTo>
                    <a:cubicBezTo>
                      <a:pt x="2112" y="3450"/>
                      <a:pt x="2131" y="3448"/>
                      <a:pt x="2149" y="3448"/>
                    </a:cubicBezTo>
                    <a:cubicBezTo>
                      <a:pt x="2305" y="3448"/>
                      <a:pt x="2448" y="3556"/>
                      <a:pt x="2448" y="3714"/>
                    </a:cubicBezTo>
                    <a:lnTo>
                      <a:pt x="2448" y="3778"/>
                    </a:lnTo>
                    <a:cubicBezTo>
                      <a:pt x="2596" y="3750"/>
                      <a:pt x="2717" y="3686"/>
                      <a:pt x="2802" y="3629"/>
                    </a:cubicBezTo>
                    <a:lnTo>
                      <a:pt x="2773" y="3601"/>
                    </a:lnTo>
                    <a:cubicBezTo>
                      <a:pt x="2681" y="3453"/>
                      <a:pt x="2681" y="3247"/>
                      <a:pt x="2830" y="3155"/>
                    </a:cubicBezTo>
                    <a:cubicBezTo>
                      <a:pt x="2891" y="3109"/>
                      <a:pt x="2957" y="3086"/>
                      <a:pt x="3022" y="3086"/>
                    </a:cubicBezTo>
                    <a:cubicBezTo>
                      <a:pt x="3115" y="3086"/>
                      <a:pt x="3205" y="3132"/>
                      <a:pt x="3276" y="3219"/>
                    </a:cubicBezTo>
                    <a:lnTo>
                      <a:pt x="3304" y="3247"/>
                    </a:lnTo>
                    <a:cubicBezTo>
                      <a:pt x="3389" y="3155"/>
                      <a:pt x="3452" y="3042"/>
                      <a:pt x="3537" y="2950"/>
                    </a:cubicBezTo>
                    <a:cubicBezTo>
                      <a:pt x="3509" y="2950"/>
                      <a:pt x="3509" y="2950"/>
                      <a:pt x="3481" y="2922"/>
                    </a:cubicBezTo>
                    <a:cubicBezTo>
                      <a:pt x="3332" y="2865"/>
                      <a:pt x="3247" y="2688"/>
                      <a:pt x="3304" y="2512"/>
                    </a:cubicBezTo>
                    <a:cubicBezTo>
                      <a:pt x="3348" y="2396"/>
                      <a:pt x="3483" y="2314"/>
                      <a:pt x="3610" y="2314"/>
                    </a:cubicBezTo>
                    <a:cubicBezTo>
                      <a:pt x="3646" y="2314"/>
                      <a:pt x="3681" y="2321"/>
                      <a:pt x="3714" y="2335"/>
                    </a:cubicBezTo>
                    <a:lnTo>
                      <a:pt x="3742" y="2363"/>
                    </a:lnTo>
                    <a:cubicBezTo>
                      <a:pt x="3778" y="2243"/>
                      <a:pt x="3806" y="2123"/>
                      <a:pt x="3806" y="1981"/>
                    </a:cubicBezTo>
                    <a:lnTo>
                      <a:pt x="3806" y="1981"/>
                    </a:lnTo>
                    <a:lnTo>
                      <a:pt x="3778" y="2009"/>
                    </a:lnTo>
                    <a:cubicBezTo>
                      <a:pt x="3601" y="2009"/>
                      <a:pt x="3424" y="1889"/>
                      <a:pt x="3424" y="1712"/>
                    </a:cubicBezTo>
                    <a:cubicBezTo>
                      <a:pt x="3389" y="1535"/>
                      <a:pt x="3509" y="1387"/>
                      <a:pt x="3686" y="1359"/>
                    </a:cubicBezTo>
                    <a:lnTo>
                      <a:pt x="3714" y="1359"/>
                    </a:lnTo>
                    <a:cubicBezTo>
                      <a:pt x="3686" y="1238"/>
                      <a:pt x="3629" y="1125"/>
                      <a:pt x="3566" y="1005"/>
                    </a:cubicBezTo>
                    <a:cubicBezTo>
                      <a:pt x="3566" y="1033"/>
                      <a:pt x="3566" y="1033"/>
                      <a:pt x="3537" y="1033"/>
                    </a:cubicBezTo>
                    <a:cubicBezTo>
                      <a:pt x="3490" y="1084"/>
                      <a:pt x="3424" y="1108"/>
                      <a:pt x="3356" y="1108"/>
                    </a:cubicBezTo>
                    <a:cubicBezTo>
                      <a:pt x="3263" y="1108"/>
                      <a:pt x="3164" y="1062"/>
                      <a:pt x="3099" y="976"/>
                    </a:cubicBezTo>
                    <a:cubicBezTo>
                      <a:pt x="3007" y="856"/>
                      <a:pt x="3035" y="651"/>
                      <a:pt x="3155" y="531"/>
                    </a:cubicBezTo>
                    <a:lnTo>
                      <a:pt x="3184" y="531"/>
                    </a:lnTo>
                    <a:cubicBezTo>
                      <a:pt x="3099" y="446"/>
                      <a:pt x="3007" y="354"/>
                      <a:pt x="2894" y="297"/>
                    </a:cubicBezTo>
                    <a:lnTo>
                      <a:pt x="2894" y="326"/>
                    </a:lnTo>
                    <a:cubicBezTo>
                      <a:pt x="2844" y="442"/>
                      <a:pt x="2725" y="523"/>
                      <a:pt x="2592" y="523"/>
                    </a:cubicBezTo>
                    <a:cubicBezTo>
                      <a:pt x="2554" y="523"/>
                      <a:pt x="2515" y="517"/>
                      <a:pt x="2476" y="503"/>
                    </a:cubicBezTo>
                    <a:cubicBezTo>
                      <a:pt x="2328" y="446"/>
                      <a:pt x="2243" y="241"/>
                      <a:pt x="2299" y="92"/>
                    </a:cubicBezTo>
                    <a:lnTo>
                      <a:pt x="2328" y="64"/>
                    </a:lnTo>
                    <a:cubicBezTo>
                      <a:pt x="2214" y="36"/>
                      <a:pt x="2094" y="0"/>
                      <a:pt x="1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p:cNvSpPr/>
              <p:nvPr/>
            </p:nvSpPr>
            <p:spPr>
              <a:xfrm>
                <a:off x="5056613" y="2442148"/>
                <a:ext cx="85074" cy="80904"/>
              </a:xfrm>
              <a:custGeom>
                <a:avLst/>
                <a:gdLst/>
                <a:ahLst/>
                <a:cxnLst/>
                <a:rect l="l" t="t" r="r" b="b"/>
                <a:pathLst>
                  <a:path w="2448" h="2328" extrusionOk="0">
                    <a:moveTo>
                      <a:pt x="1238" y="57"/>
                    </a:moveTo>
                    <a:cubicBezTo>
                      <a:pt x="1769" y="57"/>
                      <a:pt x="2243" y="467"/>
                      <a:pt x="2299" y="998"/>
                    </a:cubicBezTo>
                    <a:cubicBezTo>
                      <a:pt x="2391" y="1620"/>
                      <a:pt x="1974" y="2179"/>
                      <a:pt x="1387" y="2271"/>
                    </a:cubicBezTo>
                    <a:lnTo>
                      <a:pt x="1238" y="2271"/>
                    </a:lnTo>
                    <a:cubicBezTo>
                      <a:pt x="679" y="2271"/>
                      <a:pt x="205" y="1854"/>
                      <a:pt x="149" y="1323"/>
                    </a:cubicBezTo>
                    <a:cubicBezTo>
                      <a:pt x="57" y="708"/>
                      <a:pt x="474" y="149"/>
                      <a:pt x="1090" y="57"/>
                    </a:cubicBezTo>
                    <a:close/>
                    <a:moveTo>
                      <a:pt x="1061" y="0"/>
                    </a:moveTo>
                    <a:cubicBezTo>
                      <a:pt x="446" y="85"/>
                      <a:pt x="0" y="679"/>
                      <a:pt x="92" y="1323"/>
                    </a:cubicBezTo>
                    <a:cubicBezTo>
                      <a:pt x="177" y="1882"/>
                      <a:pt x="651" y="2328"/>
                      <a:pt x="1238" y="2328"/>
                    </a:cubicBezTo>
                    <a:lnTo>
                      <a:pt x="1387" y="2328"/>
                    </a:lnTo>
                    <a:cubicBezTo>
                      <a:pt x="2002" y="2236"/>
                      <a:pt x="2448" y="1649"/>
                      <a:pt x="2356" y="998"/>
                    </a:cubicBezTo>
                    <a:cubicBezTo>
                      <a:pt x="2299" y="439"/>
                      <a:pt x="1797" y="0"/>
                      <a:pt x="1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41"/>
            <p:cNvGrpSpPr/>
            <p:nvPr/>
          </p:nvGrpSpPr>
          <p:grpSpPr>
            <a:xfrm>
              <a:off x="8150729" y="2571746"/>
              <a:ext cx="461359" cy="469107"/>
              <a:chOff x="5894466" y="2926705"/>
              <a:chExt cx="161078" cy="163789"/>
            </a:xfrm>
          </p:grpSpPr>
          <p:sp>
            <p:nvSpPr>
              <p:cNvPr id="923" name="Google Shape;923;p41"/>
              <p:cNvSpPr/>
              <p:nvPr/>
            </p:nvSpPr>
            <p:spPr>
              <a:xfrm>
                <a:off x="5894466" y="2926705"/>
                <a:ext cx="161078" cy="163789"/>
              </a:xfrm>
              <a:custGeom>
                <a:avLst/>
                <a:gdLst/>
                <a:ahLst/>
                <a:cxnLst/>
                <a:rect l="l" t="t" r="r" b="b"/>
                <a:pathLst>
                  <a:path w="4635" h="4713" extrusionOk="0">
                    <a:moveTo>
                      <a:pt x="2310" y="1165"/>
                    </a:moveTo>
                    <a:cubicBezTo>
                      <a:pt x="2893" y="1165"/>
                      <a:pt x="3403" y="1609"/>
                      <a:pt x="3481" y="2208"/>
                    </a:cubicBezTo>
                    <a:cubicBezTo>
                      <a:pt x="3573" y="2859"/>
                      <a:pt x="3128" y="3446"/>
                      <a:pt x="2477" y="3566"/>
                    </a:cubicBezTo>
                    <a:cubicBezTo>
                      <a:pt x="2426" y="3573"/>
                      <a:pt x="2375" y="3576"/>
                      <a:pt x="2325" y="3576"/>
                    </a:cubicBezTo>
                    <a:cubicBezTo>
                      <a:pt x="1742" y="3576"/>
                      <a:pt x="1232" y="3133"/>
                      <a:pt x="1154" y="2534"/>
                    </a:cubicBezTo>
                    <a:cubicBezTo>
                      <a:pt x="1062" y="1883"/>
                      <a:pt x="1507" y="1267"/>
                      <a:pt x="2158" y="1175"/>
                    </a:cubicBezTo>
                    <a:cubicBezTo>
                      <a:pt x="2209" y="1169"/>
                      <a:pt x="2260" y="1165"/>
                      <a:pt x="2310" y="1165"/>
                    </a:cubicBezTo>
                    <a:close/>
                    <a:moveTo>
                      <a:pt x="2392" y="1"/>
                    </a:moveTo>
                    <a:lnTo>
                      <a:pt x="2392" y="58"/>
                    </a:lnTo>
                    <a:cubicBezTo>
                      <a:pt x="2420" y="263"/>
                      <a:pt x="2272" y="468"/>
                      <a:pt x="2066" y="496"/>
                    </a:cubicBezTo>
                    <a:cubicBezTo>
                      <a:pt x="2046" y="500"/>
                      <a:pt x="2026" y="501"/>
                      <a:pt x="2007" y="501"/>
                    </a:cubicBezTo>
                    <a:cubicBezTo>
                      <a:pt x="1828" y="501"/>
                      <a:pt x="1682" y="359"/>
                      <a:pt x="1656" y="142"/>
                    </a:cubicBezTo>
                    <a:cubicBezTo>
                      <a:pt x="1628" y="142"/>
                      <a:pt x="1628" y="114"/>
                      <a:pt x="1628" y="114"/>
                    </a:cubicBezTo>
                    <a:cubicBezTo>
                      <a:pt x="1507" y="142"/>
                      <a:pt x="1359" y="206"/>
                      <a:pt x="1210" y="291"/>
                    </a:cubicBezTo>
                    <a:cubicBezTo>
                      <a:pt x="1239" y="291"/>
                      <a:pt x="1239" y="291"/>
                      <a:pt x="1239" y="319"/>
                    </a:cubicBezTo>
                    <a:cubicBezTo>
                      <a:pt x="1387" y="496"/>
                      <a:pt x="1359" y="737"/>
                      <a:pt x="1182" y="850"/>
                    </a:cubicBezTo>
                    <a:cubicBezTo>
                      <a:pt x="1105" y="914"/>
                      <a:pt x="1017" y="946"/>
                      <a:pt x="933" y="946"/>
                    </a:cubicBezTo>
                    <a:cubicBezTo>
                      <a:pt x="823" y="946"/>
                      <a:pt x="719" y="893"/>
                      <a:pt x="651" y="793"/>
                    </a:cubicBezTo>
                    <a:lnTo>
                      <a:pt x="623" y="765"/>
                    </a:lnTo>
                    <a:cubicBezTo>
                      <a:pt x="531" y="850"/>
                      <a:pt x="418" y="998"/>
                      <a:pt x="354" y="1119"/>
                    </a:cubicBezTo>
                    <a:lnTo>
                      <a:pt x="390" y="1119"/>
                    </a:lnTo>
                    <a:cubicBezTo>
                      <a:pt x="595" y="1204"/>
                      <a:pt x="680" y="1444"/>
                      <a:pt x="595" y="1649"/>
                    </a:cubicBezTo>
                    <a:cubicBezTo>
                      <a:pt x="546" y="1784"/>
                      <a:pt x="399" y="1886"/>
                      <a:pt x="241" y="1886"/>
                    </a:cubicBezTo>
                    <a:cubicBezTo>
                      <a:pt x="192" y="1886"/>
                      <a:pt x="141" y="1876"/>
                      <a:pt x="93" y="1854"/>
                    </a:cubicBezTo>
                    <a:lnTo>
                      <a:pt x="64" y="1826"/>
                    </a:lnTo>
                    <a:cubicBezTo>
                      <a:pt x="36" y="1975"/>
                      <a:pt x="1" y="2123"/>
                      <a:pt x="1" y="2265"/>
                    </a:cubicBezTo>
                    <a:lnTo>
                      <a:pt x="36" y="2265"/>
                    </a:lnTo>
                    <a:cubicBezTo>
                      <a:pt x="55" y="2262"/>
                      <a:pt x="74" y="2261"/>
                      <a:pt x="92" y="2261"/>
                    </a:cubicBezTo>
                    <a:cubicBezTo>
                      <a:pt x="298" y="2261"/>
                      <a:pt x="449" y="2402"/>
                      <a:pt x="475" y="2590"/>
                    </a:cubicBezTo>
                    <a:cubicBezTo>
                      <a:pt x="503" y="2831"/>
                      <a:pt x="354" y="3008"/>
                      <a:pt x="149" y="3036"/>
                    </a:cubicBezTo>
                    <a:lnTo>
                      <a:pt x="93" y="3036"/>
                    </a:lnTo>
                    <a:cubicBezTo>
                      <a:pt x="149" y="3184"/>
                      <a:pt x="213" y="3326"/>
                      <a:pt x="269" y="3474"/>
                    </a:cubicBezTo>
                    <a:cubicBezTo>
                      <a:pt x="269" y="3446"/>
                      <a:pt x="298" y="3446"/>
                      <a:pt x="298" y="3446"/>
                    </a:cubicBezTo>
                    <a:cubicBezTo>
                      <a:pt x="375" y="3381"/>
                      <a:pt x="462" y="3350"/>
                      <a:pt x="549" y="3350"/>
                    </a:cubicBezTo>
                    <a:cubicBezTo>
                      <a:pt x="662" y="3350"/>
                      <a:pt x="773" y="3403"/>
                      <a:pt x="857" y="3503"/>
                    </a:cubicBezTo>
                    <a:cubicBezTo>
                      <a:pt x="977" y="3680"/>
                      <a:pt x="949" y="3920"/>
                      <a:pt x="772" y="4033"/>
                    </a:cubicBezTo>
                    <a:cubicBezTo>
                      <a:pt x="772" y="4069"/>
                      <a:pt x="743" y="4069"/>
                      <a:pt x="743" y="4097"/>
                    </a:cubicBezTo>
                    <a:cubicBezTo>
                      <a:pt x="828" y="4182"/>
                      <a:pt x="977" y="4274"/>
                      <a:pt x="1097" y="4359"/>
                    </a:cubicBezTo>
                    <a:cubicBezTo>
                      <a:pt x="1097" y="4359"/>
                      <a:pt x="1097" y="4330"/>
                      <a:pt x="1125" y="4302"/>
                    </a:cubicBezTo>
                    <a:cubicBezTo>
                      <a:pt x="1169" y="4167"/>
                      <a:pt x="1315" y="4065"/>
                      <a:pt x="1460" y="4065"/>
                    </a:cubicBezTo>
                    <a:cubicBezTo>
                      <a:pt x="1505" y="4065"/>
                      <a:pt x="1550" y="4075"/>
                      <a:pt x="1592" y="4097"/>
                    </a:cubicBezTo>
                    <a:cubicBezTo>
                      <a:pt x="1805" y="4182"/>
                      <a:pt x="1889" y="4387"/>
                      <a:pt x="1833" y="4599"/>
                    </a:cubicBezTo>
                    <a:cubicBezTo>
                      <a:pt x="1805" y="4628"/>
                      <a:pt x="1805" y="4656"/>
                      <a:pt x="1805" y="4656"/>
                    </a:cubicBezTo>
                    <a:cubicBezTo>
                      <a:pt x="1946" y="4684"/>
                      <a:pt x="2095" y="4712"/>
                      <a:pt x="2243" y="4712"/>
                    </a:cubicBezTo>
                    <a:lnTo>
                      <a:pt x="2243" y="4656"/>
                    </a:lnTo>
                    <a:cubicBezTo>
                      <a:pt x="2215" y="4451"/>
                      <a:pt x="2363" y="4246"/>
                      <a:pt x="2569" y="4210"/>
                    </a:cubicBezTo>
                    <a:cubicBezTo>
                      <a:pt x="2585" y="4208"/>
                      <a:pt x="2602" y="4207"/>
                      <a:pt x="2618" y="4207"/>
                    </a:cubicBezTo>
                    <a:cubicBezTo>
                      <a:pt x="2802" y="4207"/>
                      <a:pt x="2953" y="4350"/>
                      <a:pt x="2979" y="4564"/>
                    </a:cubicBezTo>
                    <a:cubicBezTo>
                      <a:pt x="3007" y="4564"/>
                      <a:pt x="3007" y="4599"/>
                      <a:pt x="2979" y="4628"/>
                    </a:cubicBezTo>
                    <a:cubicBezTo>
                      <a:pt x="3156" y="4564"/>
                      <a:pt x="3276" y="4507"/>
                      <a:pt x="3425" y="4451"/>
                    </a:cubicBezTo>
                    <a:cubicBezTo>
                      <a:pt x="3396" y="4422"/>
                      <a:pt x="3396" y="4422"/>
                      <a:pt x="3396" y="4387"/>
                    </a:cubicBezTo>
                    <a:cubicBezTo>
                      <a:pt x="3248" y="4210"/>
                      <a:pt x="3276" y="3977"/>
                      <a:pt x="3453" y="3856"/>
                    </a:cubicBezTo>
                    <a:cubicBezTo>
                      <a:pt x="3529" y="3796"/>
                      <a:pt x="3615" y="3766"/>
                      <a:pt x="3698" y="3766"/>
                    </a:cubicBezTo>
                    <a:cubicBezTo>
                      <a:pt x="3809" y="3766"/>
                      <a:pt x="3915" y="3819"/>
                      <a:pt x="3984" y="3920"/>
                    </a:cubicBezTo>
                    <a:cubicBezTo>
                      <a:pt x="4012" y="3948"/>
                      <a:pt x="4012" y="3948"/>
                      <a:pt x="4012" y="3977"/>
                    </a:cubicBezTo>
                    <a:cubicBezTo>
                      <a:pt x="4132" y="3856"/>
                      <a:pt x="4217" y="3743"/>
                      <a:pt x="4309" y="3595"/>
                    </a:cubicBezTo>
                    <a:lnTo>
                      <a:pt x="4245" y="3595"/>
                    </a:lnTo>
                    <a:cubicBezTo>
                      <a:pt x="4040" y="3503"/>
                      <a:pt x="3955" y="3269"/>
                      <a:pt x="4040" y="3064"/>
                    </a:cubicBezTo>
                    <a:cubicBezTo>
                      <a:pt x="4089" y="2929"/>
                      <a:pt x="4236" y="2827"/>
                      <a:pt x="4394" y="2827"/>
                    </a:cubicBezTo>
                    <a:cubicBezTo>
                      <a:pt x="4443" y="2827"/>
                      <a:pt x="4494" y="2837"/>
                      <a:pt x="4542" y="2859"/>
                    </a:cubicBezTo>
                    <a:lnTo>
                      <a:pt x="4571" y="2887"/>
                    </a:lnTo>
                    <a:cubicBezTo>
                      <a:pt x="4599" y="2739"/>
                      <a:pt x="4634" y="2590"/>
                      <a:pt x="4634" y="2413"/>
                    </a:cubicBezTo>
                    <a:lnTo>
                      <a:pt x="4634" y="2413"/>
                    </a:lnTo>
                    <a:cubicBezTo>
                      <a:pt x="4634" y="2442"/>
                      <a:pt x="4599" y="2442"/>
                      <a:pt x="4599" y="2442"/>
                    </a:cubicBezTo>
                    <a:cubicBezTo>
                      <a:pt x="4576" y="2445"/>
                      <a:pt x="4553" y="2447"/>
                      <a:pt x="4531" y="2447"/>
                    </a:cubicBezTo>
                    <a:cubicBezTo>
                      <a:pt x="4332" y="2447"/>
                      <a:pt x="4186" y="2308"/>
                      <a:pt x="4160" y="2123"/>
                    </a:cubicBezTo>
                    <a:cubicBezTo>
                      <a:pt x="4132" y="1883"/>
                      <a:pt x="4281" y="1706"/>
                      <a:pt x="4486" y="1678"/>
                    </a:cubicBezTo>
                    <a:lnTo>
                      <a:pt x="4542" y="1678"/>
                    </a:lnTo>
                    <a:cubicBezTo>
                      <a:pt x="4486" y="1529"/>
                      <a:pt x="4422" y="1380"/>
                      <a:pt x="4366" y="1239"/>
                    </a:cubicBezTo>
                    <a:lnTo>
                      <a:pt x="4337" y="1267"/>
                    </a:lnTo>
                    <a:cubicBezTo>
                      <a:pt x="4262" y="1330"/>
                      <a:pt x="4177" y="1360"/>
                      <a:pt x="4092" y="1360"/>
                    </a:cubicBezTo>
                    <a:cubicBezTo>
                      <a:pt x="3977" y="1360"/>
                      <a:pt x="3864" y="1305"/>
                      <a:pt x="3778" y="1204"/>
                    </a:cubicBezTo>
                    <a:cubicBezTo>
                      <a:pt x="3658" y="1027"/>
                      <a:pt x="3686" y="793"/>
                      <a:pt x="3863" y="645"/>
                    </a:cubicBezTo>
                    <a:lnTo>
                      <a:pt x="3892" y="645"/>
                    </a:lnTo>
                    <a:cubicBezTo>
                      <a:pt x="3778" y="531"/>
                      <a:pt x="3658" y="440"/>
                      <a:pt x="3538" y="355"/>
                    </a:cubicBezTo>
                    <a:cubicBezTo>
                      <a:pt x="3538" y="383"/>
                      <a:pt x="3538" y="383"/>
                      <a:pt x="3510" y="411"/>
                    </a:cubicBezTo>
                    <a:cubicBezTo>
                      <a:pt x="3466" y="546"/>
                      <a:pt x="3320" y="648"/>
                      <a:pt x="3159" y="648"/>
                    </a:cubicBezTo>
                    <a:cubicBezTo>
                      <a:pt x="3109" y="648"/>
                      <a:pt x="3058" y="638"/>
                      <a:pt x="3007" y="616"/>
                    </a:cubicBezTo>
                    <a:cubicBezTo>
                      <a:pt x="2830" y="531"/>
                      <a:pt x="2745" y="291"/>
                      <a:pt x="2802" y="114"/>
                    </a:cubicBezTo>
                    <a:cubicBezTo>
                      <a:pt x="2830" y="86"/>
                      <a:pt x="2830" y="86"/>
                      <a:pt x="2830" y="58"/>
                    </a:cubicBezTo>
                    <a:cubicBezTo>
                      <a:pt x="2689" y="29"/>
                      <a:pt x="2540" y="29"/>
                      <a:pt x="23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1"/>
              <p:cNvSpPr/>
              <p:nvPr/>
            </p:nvSpPr>
            <p:spPr>
              <a:xfrm>
                <a:off x="5923241" y="2959407"/>
                <a:ext cx="103528" cy="98384"/>
              </a:xfrm>
              <a:custGeom>
                <a:avLst/>
                <a:gdLst/>
                <a:ahLst/>
                <a:cxnLst/>
                <a:rect l="l" t="t" r="r" b="b"/>
                <a:pathLst>
                  <a:path w="2979" h="2831" extrusionOk="0">
                    <a:moveTo>
                      <a:pt x="1507" y="57"/>
                    </a:moveTo>
                    <a:cubicBezTo>
                      <a:pt x="2151" y="57"/>
                      <a:pt x="2710" y="560"/>
                      <a:pt x="2802" y="1239"/>
                    </a:cubicBezTo>
                    <a:cubicBezTo>
                      <a:pt x="2922" y="1975"/>
                      <a:pt x="2391" y="2682"/>
                      <a:pt x="1684" y="2774"/>
                    </a:cubicBezTo>
                    <a:lnTo>
                      <a:pt x="1472" y="2774"/>
                    </a:lnTo>
                    <a:cubicBezTo>
                      <a:pt x="828" y="2774"/>
                      <a:pt x="269" y="2272"/>
                      <a:pt x="177" y="1621"/>
                    </a:cubicBezTo>
                    <a:cubicBezTo>
                      <a:pt x="57" y="857"/>
                      <a:pt x="588" y="178"/>
                      <a:pt x="1295" y="86"/>
                    </a:cubicBezTo>
                    <a:cubicBezTo>
                      <a:pt x="1359" y="57"/>
                      <a:pt x="1415" y="57"/>
                      <a:pt x="1507" y="57"/>
                    </a:cubicBezTo>
                    <a:close/>
                    <a:moveTo>
                      <a:pt x="1507" y="1"/>
                    </a:moveTo>
                    <a:cubicBezTo>
                      <a:pt x="1415" y="1"/>
                      <a:pt x="1359" y="1"/>
                      <a:pt x="1295" y="29"/>
                    </a:cubicBezTo>
                    <a:cubicBezTo>
                      <a:pt x="531" y="121"/>
                      <a:pt x="0" y="857"/>
                      <a:pt x="121" y="1621"/>
                    </a:cubicBezTo>
                    <a:cubicBezTo>
                      <a:pt x="206" y="2328"/>
                      <a:pt x="800" y="2831"/>
                      <a:pt x="1472" y="2831"/>
                    </a:cubicBezTo>
                    <a:lnTo>
                      <a:pt x="1684" y="2831"/>
                    </a:lnTo>
                    <a:cubicBezTo>
                      <a:pt x="2448" y="2710"/>
                      <a:pt x="2979" y="2003"/>
                      <a:pt x="2858" y="1239"/>
                    </a:cubicBezTo>
                    <a:cubicBezTo>
                      <a:pt x="2773" y="531"/>
                      <a:pt x="2179" y="1"/>
                      <a:pt x="1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41"/>
            <p:cNvGrpSpPr/>
            <p:nvPr/>
          </p:nvGrpSpPr>
          <p:grpSpPr>
            <a:xfrm>
              <a:off x="7790216" y="1173355"/>
              <a:ext cx="522575" cy="528230"/>
              <a:chOff x="5695820" y="2175629"/>
              <a:chExt cx="182451" cy="184432"/>
            </a:xfrm>
          </p:grpSpPr>
          <p:sp>
            <p:nvSpPr>
              <p:cNvPr id="926" name="Google Shape;926;p41"/>
              <p:cNvSpPr/>
              <p:nvPr/>
            </p:nvSpPr>
            <p:spPr>
              <a:xfrm>
                <a:off x="5695820" y="2175629"/>
                <a:ext cx="182451" cy="184432"/>
              </a:xfrm>
              <a:custGeom>
                <a:avLst/>
                <a:gdLst/>
                <a:ahLst/>
                <a:cxnLst/>
                <a:rect l="l" t="t" r="r" b="b"/>
                <a:pathLst>
                  <a:path w="5250" h="5307" extrusionOk="0">
                    <a:moveTo>
                      <a:pt x="2625" y="828"/>
                    </a:moveTo>
                    <a:cubicBezTo>
                      <a:pt x="3594" y="828"/>
                      <a:pt x="4394" y="1628"/>
                      <a:pt x="4394" y="2625"/>
                    </a:cubicBezTo>
                    <a:cubicBezTo>
                      <a:pt x="4422" y="3630"/>
                      <a:pt x="3630" y="4458"/>
                      <a:pt x="2625" y="4458"/>
                    </a:cubicBezTo>
                    <a:cubicBezTo>
                      <a:pt x="1649" y="4458"/>
                      <a:pt x="857" y="3658"/>
                      <a:pt x="857" y="2654"/>
                    </a:cubicBezTo>
                    <a:cubicBezTo>
                      <a:pt x="828" y="1656"/>
                      <a:pt x="1621" y="857"/>
                      <a:pt x="2625" y="828"/>
                    </a:cubicBezTo>
                    <a:close/>
                    <a:moveTo>
                      <a:pt x="2179" y="1"/>
                    </a:moveTo>
                    <a:cubicBezTo>
                      <a:pt x="2003" y="36"/>
                      <a:pt x="1861" y="64"/>
                      <a:pt x="1684" y="121"/>
                    </a:cubicBezTo>
                    <a:cubicBezTo>
                      <a:pt x="1713" y="149"/>
                      <a:pt x="1713" y="149"/>
                      <a:pt x="1713" y="178"/>
                    </a:cubicBezTo>
                    <a:cubicBezTo>
                      <a:pt x="1826" y="390"/>
                      <a:pt x="1769" y="652"/>
                      <a:pt x="1564" y="772"/>
                    </a:cubicBezTo>
                    <a:cubicBezTo>
                      <a:pt x="1494" y="810"/>
                      <a:pt x="1417" y="829"/>
                      <a:pt x="1341" y="829"/>
                    </a:cubicBezTo>
                    <a:cubicBezTo>
                      <a:pt x="1194" y="829"/>
                      <a:pt x="1051" y="759"/>
                      <a:pt x="977" y="623"/>
                    </a:cubicBezTo>
                    <a:cubicBezTo>
                      <a:pt x="941" y="595"/>
                      <a:pt x="941" y="595"/>
                      <a:pt x="941" y="567"/>
                    </a:cubicBezTo>
                    <a:cubicBezTo>
                      <a:pt x="800" y="680"/>
                      <a:pt x="680" y="800"/>
                      <a:pt x="588" y="949"/>
                    </a:cubicBezTo>
                    <a:cubicBezTo>
                      <a:pt x="588" y="949"/>
                      <a:pt x="623" y="949"/>
                      <a:pt x="623" y="977"/>
                    </a:cubicBezTo>
                    <a:cubicBezTo>
                      <a:pt x="828" y="1097"/>
                      <a:pt x="913" y="1359"/>
                      <a:pt x="800" y="1564"/>
                    </a:cubicBezTo>
                    <a:cubicBezTo>
                      <a:pt x="716" y="1707"/>
                      <a:pt x="561" y="1795"/>
                      <a:pt x="396" y="1795"/>
                    </a:cubicBezTo>
                    <a:cubicBezTo>
                      <a:pt x="323" y="1795"/>
                      <a:pt x="249" y="1778"/>
                      <a:pt x="177" y="1741"/>
                    </a:cubicBezTo>
                    <a:cubicBezTo>
                      <a:pt x="177" y="1713"/>
                      <a:pt x="149" y="1713"/>
                      <a:pt x="149" y="1713"/>
                    </a:cubicBezTo>
                    <a:cubicBezTo>
                      <a:pt x="93" y="1861"/>
                      <a:pt x="29" y="2038"/>
                      <a:pt x="1" y="2215"/>
                    </a:cubicBezTo>
                    <a:lnTo>
                      <a:pt x="57" y="2215"/>
                    </a:lnTo>
                    <a:cubicBezTo>
                      <a:pt x="298" y="2215"/>
                      <a:pt x="503" y="2392"/>
                      <a:pt x="503" y="2654"/>
                    </a:cubicBezTo>
                    <a:cubicBezTo>
                      <a:pt x="503" y="2894"/>
                      <a:pt x="326" y="3099"/>
                      <a:pt x="57" y="3099"/>
                    </a:cubicBezTo>
                    <a:lnTo>
                      <a:pt x="1" y="3099"/>
                    </a:lnTo>
                    <a:cubicBezTo>
                      <a:pt x="29" y="3276"/>
                      <a:pt x="93" y="3425"/>
                      <a:pt x="149" y="3602"/>
                    </a:cubicBezTo>
                    <a:cubicBezTo>
                      <a:pt x="149" y="3602"/>
                      <a:pt x="177" y="3573"/>
                      <a:pt x="206" y="3573"/>
                    </a:cubicBezTo>
                    <a:cubicBezTo>
                      <a:pt x="277" y="3522"/>
                      <a:pt x="356" y="3498"/>
                      <a:pt x="434" y="3498"/>
                    </a:cubicBezTo>
                    <a:cubicBezTo>
                      <a:pt x="580" y="3498"/>
                      <a:pt x="721" y="3581"/>
                      <a:pt x="800" y="3715"/>
                    </a:cubicBezTo>
                    <a:cubicBezTo>
                      <a:pt x="913" y="3927"/>
                      <a:pt x="857" y="4189"/>
                      <a:pt x="651" y="4337"/>
                    </a:cubicBezTo>
                    <a:cubicBezTo>
                      <a:pt x="623" y="4337"/>
                      <a:pt x="588" y="4337"/>
                      <a:pt x="559" y="4366"/>
                    </a:cubicBezTo>
                    <a:cubicBezTo>
                      <a:pt x="680" y="4486"/>
                      <a:pt x="800" y="4634"/>
                      <a:pt x="941" y="4719"/>
                    </a:cubicBezTo>
                    <a:cubicBezTo>
                      <a:pt x="941" y="4719"/>
                      <a:pt x="977" y="4691"/>
                      <a:pt x="977" y="4663"/>
                    </a:cubicBezTo>
                    <a:cubicBezTo>
                      <a:pt x="1052" y="4527"/>
                      <a:pt x="1194" y="4454"/>
                      <a:pt x="1341" y="4454"/>
                    </a:cubicBezTo>
                    <a:cubicBezTo>
                      <a:pt x="1417" y="4454"/>
                      <a:pt x="1494" y="4473"/>
                      <a:pt x="1564" y="4514"/>
                    </a:cubicBezTo>
                    <a:cubicBezTo>
                      <a:pt x="1769" y="4634"/>
                      <a:pt x="1861" y="4896"/>
                      <a:pt x="1741" y="5101"/>
                    </a:cubicBezTo>
                    <a:cubicBezTo>
                      <a:pt x="1713" y="5130"/>
                      <a:pt x="1713" y="5130"/>
                      <a:pt x="1684" y="5165"/>
                    </a:cubicBezTo>
                    <a:cubicBezTo>
                      <a:pt x="1861" y="5222"/>
                      <a:pt x="2038" y="5278"/>
                      <a:pt x="2215" y="5306"/>
                    </a:cubicBezTo>
                    <a:cubicBezTo>
                      <a:pt x="2215" y="5278"/>
                      <a:pt x="2179" y="5250"/>
                      <a:pt x="2179" y="5222"/>
                    </a:cubicBezTo>
                    <a:cubicBezTo>
                      <a:pt x="2179" y="4988"/>
                      <a:pt x="2392" y="4776"/>
                      <a:pt x="2625" y="4776"/>
                    </a:cubicBezTo>
                    <a:cubicBezTo>
                      <a:pt x="2859" y="4776"/>
                      <a:pt x="3064" y="4988"/>
                      <a:pt x="3064" y="5222"/>
                    </a:cubicBezTo>
                    <a:lnTo>
                      <a:pt x="3064" y="5306"/>
                    </a:lnTo>
                    <a:cubicBezTo>
                      <a:pt x="3241" y="5278"/>
                      <a:pt x="3417" y="5222"/>
                      <a:pt x="3566" y="5165"/>
                    </a:cubicBezTo>
                    <a:cubicBezTo>
                      <a:pt x="3566" y="5130"/>
                      <a:pt x="3538" y="5130"/>
                      <a:pt x="3538" y="5101"/>
                    </a:cubicBezTo>
                    <a:cubicBezTo>
                      <a:pt x="3417" y="4896"/>
                      <a:pt x="3481" y="4599"/>
                      <a:pt x="3686" y="4486"/>
                    </a:cubicBezTo>
                    <a:cubicBezTo>
                      <a:pt x="3758" y="4444"/>
                      <a:pt x="3836" y="4424"/>
                      <a:pt x="3914" y="4424"/>
                    </a:cubicBezTo>
                    <a:cubicBezTo>
                      <a:pt x="4059" y="4424"/>
                      <a:pt x="4200" y="4496"/>
                      <a:pt x="4273" y="4634"/>
                    </a:cubicBezTo>
                    <a:cubicBezTo>
                      <a:pt x="4302" y="4663"/>
                      <a:pt x="4302" y="4691"/>
                      <a:pt x="4302" y="4719"/>
                    </a:cubicBezTo>
                    <a:cubicBezTo>
                      <a:pt x="4450" y="4599"/>
                      <a:pt x="4571" y="4458"/>
                      <a:pt x="4691" y="4337"/>
                    </a:cubicBezTo>
                    <a:cubicBezTo>
                      <a:pt x="4655" y="4309"/>
                      <a:pt x="4655" y="4309"/>
                      <a:pt x="4627" y="4309"/>
                    </a:cubicBezTo>
                    <a:cubicBezTo>
                      <a:pt x="4422" y="4189"/>
                      <a:pt x="4337" y="3927"/>
                      <a:pt x="4450" y="3686"/>
                    </a:cubicBezTo>
                    <a:cubicBezTo>
                      <a:pt x="4530" y="3551"/>
                      <a:pt x="4670" y="3480"/>
                      <a:pt x="4826" y="3480"/>
                    </a:cubicBezTo>
                    <a:cubicBezTo>
                      <a:pt x="4907" y="3480"/>
                      <a:pt x="4991" y="3499"/>
                      <a:pt x="5073" y="3538"/>
                    </a:cubicBezTo>
                    <a:cubicBezTo>
                      <a:pt x="5073" y="3538"/>
                      <a:pt x="5101" y="3538"/>
                      <a:pt x="5101" y="3573"/>
                    </a:cubicBezTo>
                    <a:cubicBezTo>
                      <a:pt x="5158" y="3396"/>
                      <a:pt x="5221" y="3220"/>
                      <a:pt x="5250" y="3043"/>
                    </a:cubicBezTo>
                    <a:lnTo>
                      <a:pt x="5250" y="3043"/>
                    </a:lnTo>
                    <a:cubicBezTo>
                      <a:pt x="5221" y="3071"/>
                      <a:pt x="5221" y="3071"/>
                      <a:pt x="5186" y="3071"/>
                    </a:cubicBezTo>
                    <a:cubicBezTo>
                      <a:pt x="4953" y="3071"/>
                      <a:pt x="4747" y="2866"/>
                      <a:pt x="4747" y="2625"/>
                    </a:cubicBezTo>
                    <a:cubicBezTo>
                      <a:pt x="4747" y="2364"/>
                      <a:pt x="4924" y="2187"/>
                      <a:pt x="5186" y="2187"/>
                    </a:cubicBezTo>
                    <a:lnTo>
                      <a:pt x="5250" y="2187"/>
                    </a:lnTo>
                    <a:cubicBezTo>
                      <a:pt x="5221" y="2010"/>
                      <a:pt x="5158" y="1833"/>
                      <a:pt x="5101" y="1684"/>
                    </a:cubicBezTo>
                    <a:cubicBezTo>
                      <a:pt x="5073" y="1684"/>
                      <a:pt x="5073" y="1684"/>
                      <a:pt x="5045" y="1713"/>
                    </a:cubicBezTo>
                    <a:cubicBezTo>
                      <a:pt x="4974" y="1753"/>
                      <a:pt x="4899" y="1772"/>
                      <a:pt x="4824" y="1772"/>
                    </a:cubicBezTo>
                    <a:cubicBezTo>
                      <a:pt x="4675" y="1772"/>
                      <a:pt x="4531" y="1692"/>
                      <a:pt x="4450" y="1536"/>
                    </a:cubicBezTo>
                    <a:cubicBezTo>
                      <a:pt x="4337" y="1331"/>
                      <a:pt x="4394" y="1062"/>
                      <a:pt x="4599" y="949"/>
                    </a:cubicBezTo>
                    <a:cubicBezTo>
                      <a:pt x="4627" y="920"/>
                      <a:pt x="4655" y="920"/>
                      <a:pt x="4655" y="920"/>
                    </a:cubicBezTo>
                    <a:cubicBezTo>
                      <a:pt x="4542" y="772"/>
                      <a:pt x="4422" y="652"/>
                      <a:pt x="4302" y="567"/>
                    </a:cubicBezTo>
                    <a:cubicBezTo>
                      <a:pt x="4273" y="567"/>
                      <a:pt x="4273" y="595"/>
                      <a:pt x="4273" y="595"/>
                    </a:cubicBezTo>
                    <a:cubicBezTo>
                      <a:pt x="4195" y="738"/>
                      <a:pt x="4040" y="822"/>
                      <a:pt x="3885" y="822"/>
                    </a:cubicBezTo>
                    <a:cubicBezTo>
                      <a:pt x="3817" y="822"/>
                      <a:pt x="3749" y="806"/>
                      <a:pt x="3686" y="772"/>
                    </a:cubicBezTo>
                    <a:cubicBezTo>
                      <a:pt x="3481" y="652"/>
                      <a:pt x="3389" y="390"/>
                      <a:pt x="3509" y="149"/>
                    </a:cubicBezTo>
                    <a:lnTo>
                      <a:pt x="3538" y="121"/>
                    </a:lnTo>
                    <a:cubicBezTo>
                      <a:pt x="3389" y="64"/>
                      <a:pt x="3212" y="1"/>
                      <a:pt x="3035" y="1"/>
                    </a:cubicBezTo>
                    <a:lnTo>
                      <a:pt x="3064" y="36"/>
                    </a:lnTo>
                    <a:cubicBezTo>
                      <a:pt x="3064" y="270"/>
                      <a:pt x="2859" y="475"/>
                      <a:pt x="2625" y="475"/>
                    </a:cubicBezTo>
                    <a:cubicBezTo>
                      <a:pt x="2392" y="475"/>
                      <a:pt x="2179" y="298"/>
                      <a:pt x="2179" y="36"/>
                    </a:cubicBezTo>
                    <a:lnTo>
                      <a:pt x="2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1"/>
              <p:cNvSpPr/>
              <p:nvPr/>
            </p:nvSpPr>
            <p:spPr>
              <a:xfrm>
                <a:off x="5710068" y="2196342"/>
                <a:ext cx="154927" cy="142937"/>
              </a:xfrm>
              <a:custGeom>
                <a:avLst/>
                <a:gdLst/>
                <a:ahLst/>
                <a:cxnLst/>
                <a:rect l="l" t="t" r="r" b="b"/>
                <a:pathLst>
                  <a:path w="4458" h="4113" extrusionOk="0">
                    <a:moveTo>
                      <a:pt x="2208" y="669"/>
                    </a:moveTo>
                    <a:cubicBezTo>
                      <a:pt x="2309" y="669"/>
                      <a:pt x="2411" y="681"/>
                      <a:pt x="2512" y="706"/>
                    </a:cubicBezTo>
                    <a:cubicBezTo>
                      <a:pt x="3248" y="883"/>
                      <a:pt x="3715" y="1619"/>
                      <a:pt x="3538" y="2355"/>
                    </a:cubicBezTo>
                    <a:cubicBezTo>
                      <a:pt x="3386" y="2986"/>
                      <a:pt x="2823" y="3425"/>
                      <a:pt x="2219" y="3425"/>
                    </a:cubicBezTo>
                    <a:cubicBezTo>
                      <a:pt x="2119" y="3425"/>
                      <a:pt x="2018" y="3413"/>
                      <a:pt x="1918" y="3388"/>
                    </a:cubicBezTo>
                    <a:cubicBezTo>
                      <a:pt x="1182" y="3239"/>
                      <a:pt x="708" y="2475"/>
                      <a:pt x="885" y="1739"/>
                    </a:cubicBezTo>
                    <a:cubicBezTo>
                      <a:pt x="1037" y="1103"/>
                      <a:pt x="1604" y="669"/>
                      <a:pt x="2208" y="669"/>
                    </a:cubicBezTo>
                    <a:close/>
                    <a:moveTo>
                      <a:pt x="2228" y="1"/>
                    </a:moveTo>
                    <a:cubicBezTo>
                      <a:pt x="1302" y="1"/>
                      <a:pt x="466" y="655"/>
                      <a:pt x="241" y="1591"/>
                    </a:cubicBezTo>
                    <a:cubicBezTo>
                      <a:pt x="1" y="2708"/>
                      <a:pt x="680" y="3798"/>
                      <a:pt x="1741" y="4067"/>
                    </a:cubicBezTo>
                    <a:cubicBezTo>
                      <a:pt x="1885" y="4098"/>
                      <a:pt x="2030" y="4113"/>
                      <a:pt x="2173" y="4113"/>
                    </a:cubicBezTo>
                    <a:cubicBezTo>
                      <a:pt x="3106" y="4113"/>
                      <a:pt x="3962" y="3473"/>
                      <a:pt x="4189" y="2503"/>
                    </a:cubicBezTo>
                    <a:cubicBezTo>
                      <a:pt x="4458" y="1414"/>
                      <a:pt x="3750" y="289"/>
                      <a:pt x="2689" y="56"/>
                    </a:cubicBezTo>
                    <a:cubicBezTo>
                      <a:pt x="2534" y="19"/>
                      <a:pt x="2380" y="1"/>
                      <a:pt x="2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1"/>
              <p:cNvSpPr/>
              <p:nvPr/>
            </p:nvSpPr>
            <p:spPr>
              <a:xfrm>
                <a:off x="5724595" y="2209548"/>
                <a:ext cx="124935" cy="115830"/>
              </a:xfrm>
              <a:custGeom>
                <a:avLst/>
                <a:gdLst/>
                <a:ahLst/>
                <a:cxnLst/>
                <a:rect l="l" t="t" r="r" b="b"/>
                <a:pathLst>
                  <a:path w="3595" h="3333" extrusionOk="0">
                    <a:moveTo>
                      <a:pt x="1797" y="58"/>
                    </a:moveTo>
                    <a:cubicBezTo>
                      <a:pt x="1917" y="58"/>
                      <a:pt x="2031" y="86"/>
                      <a:pt x="2151" y="121"/>
                    </a:cubicBezTo>
                    <a:cubicBezTo>
                      <a:pt x="3007" y="298"/>
                      <a:pt x="3537" y="1182"/>
                      <a:pt x="3332" y="2031"/>
                    </a:cubicBezTo>
                    <a:cubicBezTo>
                      <a:pt x="3155" y="2739"/>
                      <a:pt x="2505" y="3269"/>
                      <a:pt x="1797" y="3269"/>
                    </a:cubicBezTo>
                    <a:cubicBezTo>
                      <a:pt x="1677" y="3269"/>
                      <a:pt x="1564" y="3241"/>
                      <a:pt x="1443" y="3213"/>
                    </a:cubicBezTo>
                    <a:cubicBezTo>
                      <a:pt x="587" y="3036"/>
                      <a:pt x="57" y="2180"/>
                      <a:pt x="262" y="1324"/>
                    </a:cubicBezTo>
                    <a:cubicBezTo>
                      <a:pt x="439" y="588"/>
                      <a:pt x="1090" y="58"/>
                      <a:pt x="1797" y="58"/>
                    </a:cubicBezTo>
                    <a:close/>
                    <a:moveTo>
                      <a:pt x="1797" y="1"/>
                    </a:moveTo>
                    <a:cubicBezTo>
                      <a:pt x="1061" y="1"/>
                      <a:pt x="382" y="560"/>
                      <a:pt x="205" y="1296"/>
                    </a:cubicBezTo>
                    <a:cubicBezTo>
                      <a:pt x="0" y="2180"/>
                      <a:pt x="559" y="3064"/>
                      <a:pt x="1443" y="3269"/>
                    </a:cubicBezTo>
                    <a:cubicBezTo>
                      <a:pt x="1564" y="3305"/>
                      <a:pt x="1677" y="3333"/>
                      <a:pt x="1797" y="3333"/>
                    </a:cubicBezTo>
                    <a:cubicBezTo>
                      <a:pt x="2533" y="3333"/>
                      <a:pt x="3212" y="2774"/>
                      <a:pt x="3389" y="2031"/>
                    </a:cubicBezTo>
                    <a:cubicBezTo>
                      <a:pt x="3594" y="1147"/>
                      <a:pt x="3035" y="263"/>
                      <a:pt x="2179" y="58"/>
                    </a:cubicBezTo>
                    <a:cubicBezTo>
                      <a:pt x="2031" y="29"/>
                      <a:pt x="1917" y="1"/>
                      <a:pt x="1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1"/>
            <p:cNvGrpSpPr/>
            <p:nvPr/>
          </p:nvGrpSpPr>
          <p:grpSpPr>
            <a:xfrm>
              <a:off x="7112761" y="1457153"/>
              <a:ext cx="1499343" cy="988678"/>
              <a:chOff x="5561570" y="3414250"/>
              <a:chExt cx="523477" cy="345197"/>
            </a:xfrm>
          </p:grpSpPr>
          <p:sp>
            <p:nvSpPr>
              <p:cNvPr id="930" name="Google Shape;930;p41"/>
              <p:cNvSpPr/>
              <p:nvPr/>
            </p:nvSpPr>
            <p:spPr>
              <a:xfrm>
                <a:off x="5561570" y="3414250"/>
                <a:ext cx="523477" cy="345197"/>
              </a:xfrm>
              <a:custGeom>
                <a:avLst/>
                <a:gdLst/>
                <a:ahLst/>
                <a:cxnLst/>
                <a:rect l="l" t="t" r="r" b="b"/>
                <a:pathLst>
                  <a:path w="15063" h="9933" extrusionOk="0">
                    <a:moveTo>
                      <a:pt x="178" y="0"/>
                    </a:moveTo>
                    <a:cubicBezTo>
                      <a:pt x="65" y="0"/>
                      <a:pt x="1" y="85"/>
                      <a:pt x="1" y="177"/>
                    </a:cubicBezTo>
                    <a:lnTo>
                      <a:pt x="1" y="9756"/>
                    </a:lnTo>
                    <a:cubicBezTo>
                      <a:pt x="1" y="9848"/>
                      <a:pt x="65" y="9933"/>
                      <a:pt x="178" y="9933"/>
                    </a:cubicBezTo>
                    <a:lnTo>
                      <a:pt x="14885" y="9933"/>
                    </a:lnTo>
                    <a:cubicBezTo>
                      <a:pt x="14977" y="9933"/>
                      <a:pt x="15062" y="9848"/>
                      <a:pt x="15062" y="9756"/>
                    </a:cubicBezTo>
                    <a:lnTo>
                      <a:pt x="15062" y="177"/>
                    </a:lnTo>
                    <a:cubicBezTo>
                      <a:pt x="15062" y="85"/>
                      <a:pt x="14977" y="0"/>
                      <a:pt x="14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p:cNvSpPr/>
              <p:nvPr/>
            </p:nvSpPr>
            <p:spPr>
              <a:xfrm>
                <a:off x="5609772" y="3650742"/>
                <a:ext cx="118784" cy="8410"/>
              </a:xfrm>
              <a:custGeom>
                <a:avLst/>
                <a:gdLst/>
                <a:ahLst/>
                <a:cxnLst/>
                <a:rect l="l" t="t" r="r" b="b"/>
                <a:pathLst>
                  <a:path w="3418" h="242" extrusionOk="0">
                    <a:moveTo>
                      <a:pt x="1" y="1"/>
                    </a:moveTo>
                    <a:lnTo>
                      <a:pt x="1" y="241"/>
                    </a:lnTo>
                    <a:lnTo>
                      <a:pt x="3417" y="241"/>
                    </a:lnTo>
                    <a:lnTo>
                      <a:pt x="3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p:cNvSpPr/>
              <p:nvPr/>
            </p:nvSpPr>
            <p:spPr>
              <a:xfrm>
                <a:off x="5748192" y="3650742"/>
                <a:ext cx="47958" cy="8410"/>
              </a:xfrm>
              <a:custGeom>
                <a:avLst/>
                <a:gdLst/>
                <a:ahLst/>
                <a:cxnLst/>
                <a:rect l="l" t="t" r="r" b="b"/>
                <a:pathLst>
                  <a:path w="1380" h="242" extrusionOk="0">
                    <a:moveTo>
                      <a:pt x="0" y="1"/>
                    </a:moveTo>
                    <a:lnTo>
                      <a:pt x="0" y="241"/>
                    </a:lnTo>
                    <a:lnTo>
                      <a:pt x="1380" y="241"/>
                    </a:lnTo>
                    <a:lnTo>
                      <a:pt x="13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p:cNvSpPr/>
              <p:nvPr/>
            </p:nvSpPr>
            <p:spPr>
              <a:xfrm>
                <a:off x="5808419" y="3650742"/>
                <a:ext cx="30756" cy="8410"/>
              </a:xfrm>
              <a:custGeom>
                <a:avLst/>
                <a:gdLst/>
                <a:ahLst/>
                <a:cxnLst/>
                <a:rect l="l" t="t" r="r" b="b"/>
                <a:pathLst>
                  <a:path w="885" h="242" extrusionOk="0">
                    <a:moveTo>
                      <a:pt x="1" y="1"/>
                    </a:moveTo>
                    <a:lnTo>
                      <a:pt x="1" y="241"/>
                    </a:lnTo>
                    <a:lnTo>
                      <a:pt x="885" y="241"/>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p:cNvSpPr/>
              <p:nvPr/>
            </p:nvSpPr>
            <p:spPr>
              <a:xfrm>
                <a:off x="5848488" y="3650742"/>
                <a:ext cx="12337" cy="8410"/>
              </a:xfrm>
              <a:custGeom>
                <a:avLst/>
                <a:gdLst/>
                <a:ahLst/>
                <a:cxnLst/>
                <a:rect l="l" t="t" r="r" b="b"/>
                <a:pathLst>
                  <a:path w="355" h="242" extrusionOk="0">
                    <a:moveTo>
                      <a:pt x="1" y="1"/>
                    </a:moveTo>
                    <a:lnTo>
                      <a:pt x="1" y="241"/>
                    </a:lnTo>
                    <a:lnTo>
                      <a:pt x="354" y="241"/>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p:cNvSpPr/>
              <p:nvPr/>
            </p:nvSpPr>
            <p:spPr>
              <a:xfrm>
                <a:off x="5878237" y="3650742"/>
                <a:ext cx="126916" cy="8410"/>
              </a:xfrm>
              <a:custGeom>
                <a:avLst/>
                <a:gdLst/>
                <a:ahLst/>
                <a:cxnLst/>
                <a:rect l="l" t="t" r="r" b="b"/>
                <a:pathLst>
                  <a:path w="3652" h="242" extrusionOk="0">
                    <a:moveTo>
                      <a:pt x="1" y="1"/>
                    </a:moveTo>
                    <a:lnTo>
                      <a:pt x="1" y="241"/>
                    </a:lnTo>
                    <a:lnTo>
                      <a:pt x="3651" y="241"/>
                    </a:lnTo>
                    <a:lnTo>
                      <a:pt x="36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p:cNvSpPr/>
              <p:nvPr/>
            </p:nvSpPr>
            <p:spPr>
              <a:xfrm>
                <a:off x="5712293" y="3620021"/>
                <a:ext cx="135257" cy="9383"/>
              </a:xfrm>
              <a:custGeom>
                <a:avLst/>
                <a:gdLst/>
                <a:ahLst/>
                <a:cxnLst/>
                <a:rect l="l" t="t" r="r" b="b"/>
                <a:pathLst>
                  <a:path w="3892" h="270" extrusionOk="0">
                    <a:moveTo>
                      <a:pt x="1" y="1"/>
                    </a:moveTo>
                    <a:lnTo>
                      <a:pt x="1" y="269"/>
                    </a:lnTo>
                    <a:lnTo>
                      <a:pt x="3891" y="269"/>
                    </a:lnTo>
                    <a:lnTo>
                      <a:pt x="38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p:cNvSpPr/>
              <p:nvPr/>
            </p:nvSpPr>
            <p:spPr>
              <a:xfrm>
                <a:off x="5869896" y="3623218"/>
                <a:ext cx="14527" cy="9140"/>
              </a:xfrm>
              <a:custGeom>
                <a:avLst/>
                <a:gdLst/>
                <a:ahLst/>
                <a:cxnLst/>
                <a:rect l="l" t="t" r="r" b="b"/>
                <a:pathLst>
                  <a:path w="418" h="263" extrusionOk="0">
                    <a:moveTo>
                      <a:pt x="0" y="1"/>
                    </a:moveTo>
                    <a:lnTo>
                      <a:pt x="0" y="262"/>
                    </a:lnTo>
                    <a:lnTo>
                      <a:pt x="418" y="262"/>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p:cNvSpPr/>
              <p:nvPr/>
            </p:nvSpPr>
            <p:spPr>
              <a:xfrm>
                <a:off x="5912920" y="3623218"/>
                <a:ext cx="67628" cy="9140"/>
              </a:xfrm>
              <a:custGeom>
                <a:avLst/>
                <a:gdLst/>
                <a:ahLst/>
                <a:cxnLst/>
                <a:rect l="l" t="t" r="r" b="b"/>
                <a:pathLst>
                  <a:path w="1946" h="263" extrusionOk="0">
                    <a:moveTo>
                      <a:pt x="0" y="1"/>
                    </a:moveTo>
                    <a:lnTo>
                      <a:pt x="0" y="262"/>
                    </a:lnTo>
                    <a:lnTo>
                      <a:pt x="1946" y="262"/>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p:cNvSpPr/>
              <p:nvPr/>
            </p:nvSpPr>
            <p:spPr>
              <a:xfrm>
                <a:off x="6002165" y="3623218"/>
                <a:ext cx="39861" cy="9140"/>
              </a:xfrm>
              <a:custGeom>
                <a:avLst/>
                <a:gdLst/>
                <a:ahLst/>
                <a:cxnLst/>
                <a:rect l="l" t="t" r="r" b="b"/>
                <a:pathLst>
                  <a:path w="1147" h="263" extrusionOk="0">
                    <a:moveTo>
                      <a:pt x="0" y="1"/>
                    </a:moveTo>
                    <a:lnTo>
                      <a:pt x="0" y="262"/>
                    </a:lnTo>
                    <a:lnTo>
                      <a:pt x="1146" y="262"/>
                    </a:lnTo>
                    <a:lnTo>
                      <a:pt x="11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p:cNvSpPr/>
              <p:nvPr/>
            </p:nvSpPr>
            <p:spPr>
              <a:xfrm>
                <a:off x="5673196" y="3592497"/>
                <a:ext cx="55361" cy="9140"/>
              </a:xfrm>
              <a:custGeom>
                <a:avLst/>
                <a:gdLst/>
                <a:ahLst/>
                <a:cxnLst/>
                <a:rect l="l" t="t" r="r" b="b"/>
                <a:pathLst>
                  <a:path w="1593" h="263" extrusionOk="0">
                    <a:moveTo>
                      <a:pt x="1" y="0"/>
                    </a:moveTo>
                    <a:lnTo>
                      <a:pt x="1" y="262"/>
                    </a:lnTo>
                    <a:lnTo>
                      <a:pt x="1592" y="262"/>
                    </a:lnTo>
                    <a:lnTo>
                      <a:pt x="15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p:cNvSpPr/>
              <p:nvPr/>
            </p:nvSpPr>
            <p:spPr>
              <a:xfrm>
                <a:off x="5748192" y="3592497"/>
                <a:ext cx="47958" cy="9140"/>
              </a:xfrm>
              <a:custGeom>
                <a:avLst/>
                <a:gdLst/>
                <a:ahLst/>
                <a:cxnLst/>
                <a:rect l="l" t="t" r="r" b="b"/>
                <a:pathLst>
                  <a:path w="1380" h="263" extrusionOk="0">
                    <a:moveTo>
                      <a:pt x="0" y="0"/>
                    </a:moveTo>
                    <a:lnTo>
                      <a:pt x="0" y="262"/>
                    </a:lnTo>
                    <a:lnTo>
                      <a:pt x="1380" y="262"/>
                    </a:lnTo>
                    <a:lnTo>
                      <a:pt x="13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p:cNvSpPr/>
              <p:nvPr/>
            </p:nvSpPr>
            <p:spPr>
              <a:xfrm>
                <a:off x="5808419" y="3592497"/>
                <a:ext cx="30756" cy="9140"/>
              </a:xfrm>
              <a:custGeom>
                <a:avLst/>
                <a:gdLst/>
                <a:ahLst/>
                <a:cxnLst/>
                <a:rect l="l" t="t" r="r" b="b"/>
                <a:pathLst>
                  <a:path w="885" h="263" extrusionOk="0">
                    <a:moveTo>
                      <a:pt x="1" y="0"/>
                    </a:moveTo>
                    <a:lnTo>
                      <a:pt x="1" y="262"/>
                    </a:lnTo>
                    <a:lnTo>
                      <a:pt x="885" y="262"/>
                    </a:lnTo>
                    <a:lnTo>
                      <a:pt x="8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p:cNvSpPr/>
              <p:nvPr/>
            </p:nvSpPr>
            <p:spPr>
              <a:xfrm>
                <a:off x="5848488" y="3592497"/>
                <a:ext cx="12337" cy="9140"/>
              </a:xfrm>
              <a:custGeom>
                <a:avLst/>
                <a:gdLst/>
                <a:ahLst/>
                <a:cxnLst/>
                <a:rect l="l" t="t" r="r" b="b"/>
                <a:pathLst>
                  <a:path w="355" h="263" extrusionOk="0">
                    <a:moveTo>
                      <a:pt x="1" y="0"/>
                    </a:moveTo>
                    <a:lnTo>
                      <a:pt x="1"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p:cNvSpPr/>
              <p:nvPr/>
            </p:nvSpPr>
            <p:spPr>
              <a:xfrm>
                <a:off x="5878237" y="3592497"/>
                <a:ext cx="126916" cy="9140"/>
              </a:xfrm>
              <a:custGeom>
                <a:avLst/>
                <a:gdLst/>
                <a:ahLst/>
                <a:cxnLst/>
                <a:rect l="l" t="t" r="r" b="b"/>
                <a:pathLst>
                  <a:path w="3652" h="263" extrusionOk="0">
                    <a:moveTo>
                      <a:pt x="1" y="0"/>
                    </a:moveTo>
                    <a:lnTo>
                      <a:pt x="1" y="262"/>
                    </a:lnTo>
                    <a:lnTo>
                      <a:pt x="3651" y="262"/>
                    </a:lnTo>
                    <a:lnTo>
                      <a:pt x="3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p:cNvSpPr/>
              <p:nvPr/>
            </p:nvSpPr>
            <p:spPr>
              <a:xfrm>
                <a:off x="5609772" y="3565946"/>
                <a:ext cx="77985" cy="9140"/>
              </a:xfrm>
              <a:custGeom>
                <a:avLst/>
                <a:gdLst/>
                <a:ahLst/>
                <a:cxnLst/>
                <a:rect l="l" t="t" r="r" b="b"/>
                <a:pathLst>
                  <a:path w="2244" h="263" extrusionOk="0">
                    <a:moveTo>
                      <a:pt x="1" y="0"/>
                    </a:moveTo>
                    <a:lnTo>
                      <a:pt x="1" y="262"/>
                    </a:lnTo>
                    <a:lnTo>
                      <a:pt x="2243" y="262"/>
                    </a:lnTo>
                    <a:lnTo>
                      <a:pt x="22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p:cNvSpPr/>
              <p:nvPr/>
            </p:nvSpPr>
            <p:spPr>
              <a:xfrm>
                <a:off x="5712293" y="3565946"/>
                <a:ext cx="111660" cy="9140"/>
              </a:xfrm>
              <a:custGeom>
                <a:avLst/>
                <a:gdLst/>
                <a:ahLst/>
                <a:cxnLst/>
                <a:rect l="l" t="t" r="r" b="b"/>
                <a:pathLst>
                  <a:path w="3213" h="263" extrusionOk="0">
                    <a:moveTo>
                      <a:pt x="1" y="0"/>
                    </a:moveTo>
                    <a:lnTo>
                      <a:pt x="1" y="262"/>
                    </a:lnTo>
                    <a:lnTo>
                      <a:pt x="3212" y="262"/>
                    </a:lnTo>
                    <a:lnTo>
                      <a:pt x="3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p:cNvSpPr/>
              <p:nvPr/>
            </p:nvSpPr>
            <p:spPr>
              <a:xfrm>
                <a:off x="5853667" y="3565946"/>
                <a:ext cx="12302" cy="9140"/>
              </a:xfrm>
              <a:custGeom>
                <a:avLst/>
                <a:gdLst/>
                <a:ahLst/>
                <a:cxnLst/>
                <a:rect l="l" t="t" r="r" b="b"/>
                <a:pathLst>
                  <a:path w="354" h="263" extrusionOk="0">
                    <a:moveTo>
                      <a:pt x="0" y="0"/>
                    </a:moveTo>
                    <a:lnTo>
                      <a:pt x="0"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p:cNvSpPr/>
              <p:nvPr/>
            </p:nvSpPr>
            <p:spPr>
              <a:xfrm>
                <a:off x="5886369" y="3565946"/>
                <a:ext cx="94179" cy="9140"/>
              </a:xfrm>
              <a:custGeom>
                <a:avLst/>
                <a:gdLst/>
                <a:ahLst/>
                <a:cxnLst/>
                <a:rect l="l" t="t" r="r" b="b"/>
                <a:pathLst>
                  <a:path w="2710" h="263" extrusionOk="0">
                    <a:moveTo>
                      <a:pt x="0" y="0"/>
                    </a:moveTo>
                    <a:lnTo>
                      <a:pt x="0" y="262"/>
                    </a:lnTo>
                    <a:lnTo>
                      <a:pt x="2710" y="262"/>
                    </a:lnTo>
                    <a:lnTo>
                      <a:pt x="27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p:cNvSpPr/>
              <p:nvPr/>
            </p:nvSpPr>
            <p:spPr>
              <a:xfrm>
                <a:off x="5994033" y="3565946"/>
                <a:ext cx="27593" cy="10113"/>
              </a:xfrm>
              <a:custGeom>
                <a:avLst/>
                <a:gdLst/>
                <a:ahLst/>
                <a:cxnLst/>
                <a:rect l="l" t="t" r="r" b="b"/>
                <a:pathLst>
                  <a:path w="794" h="291" extrusionOk="0">
                    <a:moveTo>
                      <a:pt x="1" y="0"/>
                    </a:moveTo>
                    <a:lnTo>
                      <a:pt x="1" y="262"/>
                    </a:lnTo>
                    <a:lnTo>
                      <a:pt x="765" y="290"/>
                    </a:lnTo>
                    <a:lnTo>
                      <a:pt x="793" y="2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p:cNvSpPr/>
              <p:nvPr/>
            </p:nvSpPr>
            <p:spPr>
              <a:xfrm>
                <a:off x="6069759" y="3527822"/>
                <a:ext cx="1008" cy="16507"/>
              </a:xfrm>
              <a:custGeom>
                <a:avLst/>
                <a:gdLst/>
                <a:ahLst/>
                <a:cxnLst/>
                <a:rect l="l" t="t" r="r" b="b"/>
                <a:pathLst>
                  <a:path w="29" h="475" extrusionOk="0">
                    <a:moveTo>
                      <a:pt x="1" y="1"/>
                    </a:moveTo>
                    <a:lnTo>
                      <a:pt x="1" y="475"/>
                    </a:lnTo>
                    <a:lnTo>
                      <a:pt x="29" y="475"/>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p:cNvSpPr/>
              <p:nvPr/>
            </p:nvSpPr>
            <p:spPr>
              <a:xfrm>
                <a:off x="6069759" y="3480871"/>
                <a:ext cx="1008" cy="33710"/>
              </a:xfrm>
              <a:custGeom>
                <a:avLst/>
                <a:gdLst/>
                <a:ahLst/>
                <a:cxnLst/>
                <a:rect l="l" t="t" r="r" b="b"/>
                <a:pathLst>
                  <a:path w="29" h="970" extrusionOk="0">
                    <a:moveTo>
                      <a:pt x="1" y="1"/>
                    </a:moveTo>
                    <a:lnTo>
                      <a:pt x="1" y="970"/>
                    </a:lnTo>
                    <a:lnTo>
                      <a:pt x="29" y="970"/>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41"/>
            <p:cNvSpPr/>
            <p:nvPr/>
          </p:nvSpPr>
          <p:spPr>
            <a:xfrm>
              <a:off x="5912220" y="3661765"/>
              <a:ext cx="710598" cy="111380"/>
            </a:xfrm>
            <a:custGeom>
              <a:avLst/>
              <a:gdLst/>
              <a:ahLst/>
              <a:cxnLst/>
              <a:rect l="l" t="t" r="r" b="b"/>
              <a:pathLst>
                <a:path w="7139" h="1119" extrusionOk="0">
                  <a:moveTo>
                    <a:pt x="149" y="0"/>
                  </a:moveTo>
                  <a:cubicBezTo>
                    <a:pt x="64" y="0"/>
                    <a:pt x="0" y="57"/>
                    <a:pt x="0" y="149"/>
                  </a:cubicBezTo>
                  <a:lnTo>
                    <a:pt x="0" y="1005"/>
                  </a:lnTo>
                  <a:cubicBezTo>
                    <a:pt x="0" y="1061"/>
                    <a:pt x="64" y="1118"/>
                    <a:pt x="149" y="1118"/>
                  </a:cubicBezTo>
                  <a:lnTo>
                    <a:pt x="6990" y="1118"/>
                  </a:lnTo>
                  <a:cubicBezTo>
                    <a:pt x="7075" y="1118"/>
                    <a:pt x="7138" y="1061"/>
                    <a:pt x="7138" y="1005"/>
                  </a:cubicBezTo>
                  <a:lnTo>
                    <a:pt x="7138" y="149"/>
                  </a:lnTo>
                  <a:cubicBezTo>
                    <a:pt x="7138" y="85"/>
                    <a:pt x="7075" y="0"/>
                    <a:pt x="6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p:cNvSpPr/>
            <p:nvPr/>
          </p:nvSpPr>
          <p:spPr>
            <a:xfrm>
              <a:off x="5912220" y="3717405"/>
              <a:ext cx="710598" cy="422526"/>
            </a:xfrm>
            <a:custGeom>
              <a:avLst/>
              <a:gdLst/>
              <a:ahLst/>
              <a:cxnLst/>
              <a:rect l="l" t="t" r="r" b="b"/>
              <a:pathLst>
                <a:path w="7139" h="4245" extrusionOk="0">
                  <a:moveTo>
                    <a:pt x="0" y="0"/>
                  </a:moveTo>
                  <a:lnTo>
                    <a:pt x="0" y="4245"/>
                  </a:lnTo>
                  <a:lnTo>
                    <a:pt x="7138" y="4245"/>
                  </a:lnTo>
                  <a:lnTo>
                    <a:pt x="71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p:cNvSpPr/>
            <p:nvPr/>
          </p:nvSpPr>
          <p:spPr>
            <a:xfrm>
              <a:off x="6056551" y="3773045"/>
              <a:ext cx="413479" cy="12044"/>
            </a:xfrm>
            <a:custGeom>
              <a:avLst/>
              <a:gdLst/>
              <a:ahLst/>
              <a:cxnLst/>
              <a:rect l="l" t="t" r="r" b="b"/>
              <a:pathLst>
                <a:path w="4154" h="121" extrusionOk="0">
                  <a:moveTo>
                    <a:pt x="57" y="0"/>
                  </a:moveTo>
                  <a:cubicBezTo>
                    <a:pt x="29" y="0"/>
                    <a:pt x="1" y="28"/>
                    <a:pt x="1" y="64"/>
                  </a:cubicBezTo>
                  <a:cubicBezTo>
                    <a:pt x="1" y="92"/>
                    <a:pt x="29" y="120"/>
                    <a:pt x="57" y="120"/>
                  </a:cubicBezTo>
                  <a:lnTo>
                    <a:pt x="4097" y="120"/>
                  </a:lnTo>
                  <a:cubicBezTo>
                    <a:pt x="4125" y="120"/>
                    <a:pt x="4153" y="92"/>
                    <a:pt x="4153" y="64"/>
                  </a:cubicBezTo>
                  <a:cubicBezTo>
                    <a:pt x="4153" y="28"/>
                    <a:pt x="4125"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p:cNvSpPr/>
            <p:nvPr/>
          </p:nvSpPr>
          <p:spPr>
            <a:xfrm>
              <a:off x="6056551" y="3834956"/>
              <a:ext cx="413479" cy="11347"/>
            </a:xfrm>
            <a:custGeom>
              <a:avLst/>
              <a:gdLst/>
              <a:ahLst/>
              <a:cxnLst/>
              <a:rect l="l" t="t" r="r" b="b"/>
              <a:pathLst>
                <a:path w="4154" h="114" extrusionOk="0">
                  <a:moveTo>
                    <a:pt x="57" y="1"/>
                  </a:moveTo>
                  <a:cubicBezTo>
                    <a:pt x="29" y="1"/>
                    <a:pt x="1" y="1"/>
                    <a:pt x="1" y="57"/>
                  </a:cubicBezTo>
                  <a:cubicBezTo>
                    <a:pt x="1" y="85"/>
                    <a:pt x="29" y="114"/>
                    <a:pt x="57" y="114"/>
                  </a:cubicBezTo>
                  <a:lnTo>
                    <a:pt x="4097" y="114"/>
                  </a:lnTo>
                  <a:cubicBezTo>
                    <a:pt x="4125" y="114"/>
                    <a:pt x="4153" y="85"/>
                    <a:pt x="4153" y="57"/>
                  </a:cubicBezTo>
                  <a:cubicBezTo>
                    <a:pt x="4153" y="1"/>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p:cNvSpPr/>
            <p:nvPr/>
          </p:nvSpPr>
          <p:spPr>
            <a:xfrm>
              <a:off x="6056551" y="3893384"/>
              <a:ext cx="413479" cy="12143"/>
            </a:xfrm>
            <a:custGeom>
              <a:avLst/>
              <a:gdLst/>
              <a:ahLst/>
              <a:cxnLst/>
              <a:rect l="l" t="t" r="r" b="b"/>
              <a:pathLst>
                <a:path w="4154" h="122" extrusionOk="0">
                  <a:moveTo>
                    <a:pt x="57" y="1"/>
                  </a:moveTo>
                  <a:cubicBezTo>
                    <a:pt x="29" y="1"/>
                    <a:pt x="1" y="29"/>
                    <a:pt x="1" y="57"/>
                  </a:cubicBezTo>
                  <a:cubicBezTo>
                    <a:pt x="1" y="93"/>
                    <a:pt x="29" y="121"/>
                    <a:pt x="57" y="121"/>
                  </a:cubicBezTo>
                  <a:lnTo>
                    <a:pt x="4097" y="121"/>
                  </a:lnTo>
                  <a:cubicBezTo>
                    <a:pt x="4125" y="121"/>
                    <a:pt x="4153" y="93"/>
                    <a:pt x="4153" y="57"/>
                  </a:cubicBezTo>
                  <a:cubicBezTo>
                    <a:pt x="4153" y="29"/>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1"/>
            <p:cNvSpPr/>
            <p:nvPr/>
          </p:nvSpPr>
          <p:spPr>
            <a:xfrm>
              <a:off x="6056551" y="3951811"/>
              <a:ext cx="413479" cy="12143"/>
            </a:xfrm>
            <a:custGeom>
              <a:avLst/>
              <a:gdLst/>
              <a:ahLst/>
              <a:cxnLst/>
              <a:rect l="l" t="t" r="r" b="b"/>
              <a:pathLst>
                <a:path w="4154" h="122" extrusionOk="0">
                  <a:moveTo>
                    <a:pt x="57" y="1"/>
                  </a:moveTo>
                  <a:cubicBezTo>
                    <a:pt x="29" y="1"/>
                    <a:pt x="1" y="36"/>
                    <a:pt x="1" y="65"/>
                  </a:cubicBezTo>
                  <a:cubicBezTo>
                    <a:pt x="1" y="93"/>
                    <a:pt x="29" y="121"/>
                    <a:pt x="57" y="121"/>
                  </a:cubicBezTo>
                  <a:lnTo>
                    <a:pt x="4097" y="121"/>
                  </a:lnTo>
                  <a:cubicBezTo>
                    <a:pt x="4125" y="121"/>
                    <a:pt x="4153" y="93"/>
                    <a:pt x="4153" y="65"/>
                  </a:cubicBezTo>
                  <a:cubicBezTo>
                    <a:pt x="4153" y="36"/>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1"/>
            <p:cNvSpPr/>
            <p:nvPr/>
          </p:nvSpPr>
          <p:spPr>
            <a:xfrm>
              <a:off x="5971346" y="3748560"/>
              <a:ext cx="52954" cy="62608"/>
            </a:xfrm>
            <a:custGeom>
              <a:avLst/>
              <a:gdLst/>
              <a:ahLst/>
              <a:cxnLst/>
              <a:rect l="l" t="t" r="r" b="b"/>
              <a:pathLst>
                <a:path w="532" h="629" extrusionOk="0">
                  <a:moveTo>
                    <a:pt x="61" y="1"/>
                  </a:moveTo>
                  <a:cubicBezTo>
                    <a:pt x="43" y="1"/>
                    <a:pt x="29" y="21"/>
                    <a:pt x="29" y="41"/>
                  </a:cubicBezTo>
                  <a:cubicBezTo>
                    <a:pt x="1" y="41"/>
                    <a:pt x="1" y="97"/>
                    <a:pt x="29" y="97"/>
                  </a:cubicBezTo>
                  <a:lnTo>
                    <a:pt x="326" y="310"/>
                  </a:lnTo>
                  <a:lnTo>
                    <a:pt x="29" y="543"/>
                  </a:lnTo>
                  <a:cubicBezTo>
                    <a:pt x="1" y="543"/>
                    <a:pt x="1" y="600"/>
                    <a:pt x="29" y="628"/>
                  </a:cubicBezTo>
                  <a:lnTo>
                    <a:pt x="85" y="628"/>
                  </a:lnTo>
                  <a:lnTo>
                    <a:pt x="531" y="310"/>
                  </a:lnTo>
                  <a:lnTo>
                    <a:pt x="85" y="13"/>
                  </a:lnTo>
                  <a:cubicBezTo>
                    <a:pt x="77" y="4"/>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41"/>
            <p:cNvGrpSpPr/>
            <p:nvPr/>
          </p:nvGrpSpPr>
          <p:grpSpPr>
            <a:xfrm>
              <a:off x="6352280" y="2402410"/>
              <a:ext cx="2259826" cy="2201617"/>
              <a:chOff x="5193782" y="4186768"/>
              <a:chExt cx="788990" cy="768694"/>
            </a:xfrm>
          </p:grpSpPr>
          <p:sp>
            <p:nvSpPr>
              <p:cNvPr id="960" name="Google Shape;960;p41"/>
              <p:cNvSpPr/>
              <p:nvPr/>
            </p:nvSpPr>
            <p:spPr>
              <a:xfrm>
                <a:off x="5229682" y="4210087"/>
                <a:ext cx="156873" cy="113224"/>
              </a:xfrm>
              <a:custGeom>
                <a:avLst/>
                <a:gdLst/>
                <a:ahLst/>
                <a:cxnLst/>
                <a:rect l="l" t="t" r="r" b="b"/>
                <a:pathLst>
                  <a:path w="4514" h="3258" extrusionOk="0">
                    <a:moveTo>
                      <a:pt x="3851" y="2390"/>
                    </a:moveTo>
                    <a:cubicBezTo>
                      <a:pt x="3886" y="2390"/>
                      <a:pt x="3923" y="2400"/>
                      <a:pt x="3955" y="2420"/>
                    </a:cubicBezTo>
                    <a:cubicBezTo>
                      <a:pt x="3983" y="2448"/>
                      <a:pt x="4012" y="2476"/>
                      <a:pt x="4012" y="2512"/>
                    </a:cubicBezTo>
                    <a:lnTo>
                      <a:pt x="4040" y="2512"/>
                    </a:lnTo>
                    <a:lnTo>
                      <a:pt x="4040" y="2540"/>
                    </a:lnTo>
                    <a:cubicBezTo>
                      <a:pt x="4040" y="2540"/>
                      <a:pt x="4040" y="2568"/>
                      <a:pt x="4068" y="2568"/>
                    </a:cubicBezTo>
                    <a:cubicBezTo>
                      <a:pt x="4097" y="2653"/>
                      <a:pt x="4012" y="2773"/>
                      <a:pt x="3920" y="2830"/>
                    </a:cubicBezTo>
                    <a:cubicBezTo>
                      <a:pt x="3863" y="2830"/>
                      <a:pt x="3807" y="2830"/>
                      <a:pt x="3743" y="2802"/>
                    </a:cubicBezTo>
                    <a:cubicBezTo>
                      <a:pt x="3724" y="2783"/>
                      <a:pt x="3705" y="2764"/>
                      <a:pt x="3686" y="2745"/>
                    </a:cubicBezTo>
                    <a:lnTo>
                      <a:pt x="3686" y="2745"/>
                    </a:lnTo>
                    <a:cubicBezTo>
                      <a:pt x="3630" y="2653"/>
                      <a:pt x="3630" y="2540"/>
                      <a:pt x="3686" y="2476"/>
                    </a:cubicBezTo>
                    <a:cubicBezTo>
                      <a:pt x="3723" y="2421"/>
                      <a:pt x="3786" y="2390"/>
                      <a:pt x="3851" y="2390"/>
                    </a:cubicBezTo>
                    <a:close/>
                    <a:moveTo>
                      <a:pt x="383" y="0"/>
                    </a:moveTo>
                    <a:lnTo>
                      <a:pt x="1" y="651"/>
                    </a:lnTo>
                    <a:lnTo>
                      <a:pt x="3184" y="2688"/>
                    </a:lnTo>
                    <a:cubicBezTo>
                      <a:pt x="3212" y="2830"/>
                      <a:pt x="3333" y="3070"/>
                      <a:pt x="3481" y="3155"/>
                    </a:cubicBezTo>
                    <a:cubicBezTo>
                      <a:pt x="3593" y="3225"/>
                      <a:pt x="3721" y="3258"/>
                      <a:pt x="3841" y="3258"/>
                    </a:cubicBezTo>
                    <a:cubicBezTo>
                      <a:pt x="3880" y="3258"/>
                      <a:pt x="3919" y="3254"/>
                      <a:pt x="3955" y="3247"/>
                    </a:cubicBezTo>
                    <a:cubicBezTo>
                      <a:pt x="4132" y="3219"/>
                      <a:pt x="4309" y="3099"/>
                      <a:pt x="4394" y="2922"/>
                    </a:cubicBezTo>
                    <a:cubicBezTo>
                      <a:pt x="4486" y="2773"/>
                      <a:pt x="4514" y="2596"/>
                      <a:pt x="4486" y="2420"/>
                    </a:cubicBezTo>
                    <a:cubicBezTo>
                      <a:pt x="4450" y="2243"/>
                      <a:pt x="4337" y="2094"/>
                      <a:pt x="4189" y="2009"/>
                    </a:cubicBezTo>
                    <a:cubicBezTo>
                      <a:pt x="4095" y="1969"/>
                      <a:pt x="3989" y="1920"/>
                      <a:pt x="3866" y="1920"/>
                    </a:cubicBezTo>
                    <a:cubicBezTo>
                      <a:pt x="3794" y="1920"/>
                      <a:pt x="3716" y="1937"/>
                      <a:pt x="3630" y="1981"/>
                    </a:cubicBezTo>
                    <a:lnTo>
                      <a:pt x="3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1"/>
              <p:cNvSpPr/>
              <p:nvPr/>
            </p:nvSpPr>
            <p:spPr>
              <a:xfrm>
                <a:off x="5233852" y="4225552"/>
                <a:ext cx="115830" cy="71833"/>
              </a:xfrm>
              <a:custGeom>
                <a:avLst/>
                <a:gdLst/>
                <a:ahLst/>
                <a:cxnLst/>
                <a:rect l="l" t="t" r="r" b="b"/>
                <a:pathLst>
                  <a:path w="3333" h="2067" extrusionOk="0">
                    <a:moveTo>
                      <a:pt x="1" y="1"/>
                    </a:moveTo>
                    <a:lnTo>
                      <a:pt x="1" y="57"/>
                    </a:lnTo>
                    <a:lnTo>
                      <a:pt x="3269" y="2067"/>
                    </a:lnTo>
                    <a:cubicBezTo>
                      <a:pt x="3305" y="2067"/>
                      <a:pt x="3305" y="2067"/>
                      <a:pt x="3305" y="2031"/>
                    </a:cubicBezTo>
                    <a:cubicBezTo>
                      <a:pt x="3333" y="2031"/>
                      <a:pt x="3305" y="2003"/>
                      <a:pt x="3305" y="2003"/>
                    </a:cubicBez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1"/>
              <p:cNvSpPr/>
              <p:nvPr/>
            </p:nvSpPr>
            <p:spPr>
              <a:xfrm>
                <a:off x="5238057" y="4218428"/>
                <a:ext cx="116803" cy="71590"/>
              </a:xfrm>
              <a:custGeom>
                <a:avLst/>
                <a:gdLst/>
                <a:ahLst/>
                <a:cxnLst/>
                <a:rect l="l" t="t" r="r" b="b"/>
                <a:pathLst>
                  <a:path w="3361" h="2060" extrusionOk="0">
                    <a:moveTo>
                      <a:pt x="28" y="1"/>
                    </a:moveTo>
                    <a:cubicBezTo>
                      <a:pt x="0" y="29"/>
                      <a:pt x="0" y="29"/>
                      <a:pt x="28" y="57"/>
                    </a:cubicBezTo>
                    <a:lnTo>
                      <a:pt x="3297" y="2059"/>
                    </a:lnTo>
                    <a:lnTo>
                      <a:pt x="3325" y="2059"/>
                    </a:lnTo>
                    <a:cubicBezTo>
                      <a:pt x="3360" y="2031"/>
                      <a:pt x="3325" y="2031"/>
                      <a:pt x="3325" y="2003"/>
                    </a:cubicBezTo>
                    <a:lnTo>
                      <a:pt x="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1"/>
              <p:cNvSpPr/>
              <p:nvPr/>
            </p:nvSpPr>
            <p:spPr>
              <a:xfrm>
                <a:off x="5193782" y="4186768"/>
                <a:ext cx="66655" cy="62798"/>
              </a:xfrm>
              <a:custGeom>
                <a:avLst/>
                <a:gdLst/>
                <a:ahLst/>
                <a:cxnLst/>
                <a:rect l="l" t="t" r="r" b="b"/>
                <a:pathLst>
                  <a:path w="1918" h="1807" extrusionOk="0">
                    <a:moveTo>
                      <a:pt x="874" y="0"/>
                    </a:moveTo>
                    <a:cubicBezTo>
                      <a:pt x="627" y="0"/>
                      <a:pt x="387" y="105"/>
                      <a:pt x="213" y="317"/>
                    </a:cubicBezTo>
                    <a:lnTo>
                      <a:pt x="121" y="438"/>
                    </a:lnTo>
                    <a:lnTo>
                      <a:pt x="920" y="558"/>
                    </a:lnTo>
                    <a:lnTo>
                      <a:pt x="828" y="1202"/>
                    </a:lnTo>
                    <a:lnTo>
                      <a:pt x="1" y="1060"/>
                    </a:lnTo>
                    <a:lnTo>
                      <a:pt x="36" y="1202"/>
                    </a:lnTo>
                    <a:cubicBezTo>
                      <a:pt x="121" y="1379"/>
                      <a:pt x="241" y="1555"/>
                      <a:pt x="418" y="1676"/>
                    </a:cubicBezTo>
                    <a:cubicBezTo>
                      <a:pt x="575" y="1768"/>
                      <a:pt x="733" y="1806"/>
                      <a:pt x="903" y="1806"/>
                    </a:cubicBezTo>
                    <a:cubicBezTo>
                      <a:pt x="955" y="1806"/>
                      <a:pt x="1007" y="1803"/>
                      <a:pt x="1062" y="1796"/>
                    </a:cubicBezTo>
                    <a:cubicBezTo>
                      <a:pt x="1062" y="1796"/>
                      <a:pt x="1097" y="1796"/>
                      <a:pt x="1097" y="1768"/>
                    </a:cubicBezTo>
                    <a:cubicBezTo>
                      <a:pt x="1331" y="1704"/>
                      <a:pt x="1536" y="1591"/>
                      <a:pt x="1656" y="1379"/>
                    </a:cubicBezTo>
                    <a:cubicBezTo>
                      <a:pt x="1918" y="940"/>
                      <a:pt x="1769" y="381"/>
                      <a:pt x="1359" y="141"/>
                    </a:cubicBezTo>
                    <a:cubicBezTo>
                      <a:pt x="1206" y="47"/>
                      <a:pt x="1038"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1"/>
              <p:cNvSpPr/>
              <p:nvPr/>
            </p:nvSpPr>
            <p:spPr>
              <a:xfrm>
                <a:off x="5343532" y="4283832"/>
                <a:ext cx="37880" cy="34961"/>
              </a:xfrm>
              <a:custGeom>
                <a:avLst/>
                <a:gdLst/>
                <a:ahLst/>
                <a:cxnLst/>
                <a:rect l="l" t="t" r="r" b="b"/>
                <a:pathLst>
                  <a:path w="1090" h="1006" extrusionOk="0">
                    <a:moveTo>
                      <a:pt x="587" y="64"/>
                    </a:moveTo>
                    <a:cubicBezTo>
                      <a:pt x="707" y="64"/>
                      <a:pt x="856" y="121"/>
                      <a:pt x="941" y="241"/>
                    </a:cubicBezTo>
                    <a:cubicBezTo>
                      <a:pt x="998" y="326"/>
                      <a:pt x="1033" y="446"/>
                      <a:pt x="998" y="566"/>
                    </a:cubicBezTo>
                    <a:cubicBezTo>
                      <a:pt x="998" y="680"/>
                      <a:pt x="941" y="800"/>
                      <a:pt x="821" y="856"/>
                    </a:cubicBezTo>
                    <a:cubicBezTo>
                      <a:pt x="764" y="920"/>
                      <a:pt x="679" y="948"/>
                      <a:pt x="587" y="948"/>
                    </a:cubicBezTo>
                    <a:cubicBezTo>
                      <a:pt x="439" y="948"/>
                      <a:pt x="290" y="885"/>
                      <a:pt x="205" y="772"/>
                    </a:cubicBezTo>
                    <a:cubicBezTo>
                      <a:pt x="85" y="566"/>
                      <a:pt x="113" y="269"/>
                      <a:pt x="325" y="149"/>
                    </a:cubicBezTo>
                    <a:cubicBezTo>
                      <a:pt x="382" y="92"/>
                      <a:pt x="467" y="64"/>
                      <a:pt x="587" y="64"/>
                    </a:cubicBezTo>
                    <a:close/>
                    <a:moveTo>
                      <a:pt x="587" y="0"/>
                    </a:moveTo>
                    <a:cubicBezTo>
                      <a:pt x="467" y="0"/>
                      <a:pt x="354" y="36"/>
                      <a:pt x="290" y="92"/>
                    </a:cubicBezTo>
                    <a:cubicBezTo>
                      <a:pt x="57" y="269"/>
                      <a:pt x="0" y="566"/>
                      <a:pt x="177" y="800"/>
                    </a:cubicBezTo>
                    <a:cubicBezTo>
                      <a:pt x="262" y="920"/>
                      <a:pt x="410" y="1005"/>
                      <a:pt x="587" y="1005"/>
                    </a:cubicBezTo>
                    <a:cubicBezTo>
                      <a:pt x="679" y="1005"/>
                      <a:pt x="792" y="977"/>
                      <a:pt x="884" y="920"/>
                    </a:cubicBezTo>
                    <a:cubicBezTo>
                      <a:pt x="969" y="828"/>
                      <a:pt x="1061" y="708"/>
                      <a:pt x="1061" y="566"/>
                    </a:cubicBezTo>
                    <a:cubicBezTo>
                      <a:pt x="1089" y="446"/>
                      <a:pt x="1061" y="298"/>
                      <a:pt x="969" y="213"/>
                    </a:cubicBezTo>
                    <a:cubicBezTo>
                      <a:pt x="884" y="64"/>
                      <a:pt x="736" y="0"/>
                      <a:pt x="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1"/>
              <p:cNvSpPr/>
              <p:nvPr/>
            </p:nvSpPr>
            <p:spPr>
              <a:xfrm>
                <a:off x="5292132" y="4263432"/>
                <a:ext cx="333172" cy="243094"/>
              </a:xfrm>
              <a:custGeom>
                <a:avLst/>
                <a:gdLst/>
                <a:ahLst/>
                <a:cxnLst/>
                <a:rect l="l" t="t" r="r" b="b"/>
                <a:pathLst>
                  <a:path w="9587" h="6995" extrusionOk="0">
                    <a:moveTo>
                      <a:pt x="1033" y="0"/>
                    </a:moveTo>
                    <a:cubicBezTo>
                      <a:pt x="1005" y="205"/>
                      <a:pt x="1005" y="411"/>
                      <a:pt x="856" y="531"/>
                    </a:cubicBezTo>
                    <a:cubicBezTo>
                      <a:pt x="780" y="613"/>
                      <a:pt x="657" y="626"/>
                      <a:pt x="530" y="626"/>
                    </a:cubicBezTo>
                    <a:cubicBezTo>
                      <a:pt x="471" y="626"/>
                      <a:pt x="411" y="623"/>
                      <a:pt x="354" y="623"/>
                    </a:cubicBezTo>
                    <a:cubicBezTo>
                      <a:pt x="318" y="608"/>
                      <a:pt x="287" y="599"/>
                      <a:pt x="258" y="599"/>
                    </a:cubicBezTo>
                    <a:cubicBezTo>
                      <a:pt x="220" y="599"/>
                      <a:pt x="186" y="615"/>
                      <a:pt x="149" y="651"/>
                    </a:cubicBezTo>
                    <a:cubicBezTo>
                      <a:pt x="0" y="828"/>
                      <a:pt x="418" y="1507"/>
                      <a:pt x="503" y="1684"/>
                    </a:cubicBezTo>
                    <a:cubicBezTo>
                      <a:pt x="828" y="2476"/>
                      <a:pt x="1182" y="3276"/>
                      <a:pt x="1507" y="4040"/>
                    </a:cubicBezTo>
                    <a:cubicBezTo>
                      <a:pt x="1741" y="4599"/>
                      <a:pt x="2010" y="5158"/>
                      <a:pt x="2363" y="5660"/>
                    </a:cubicBezTo>
                    <a:cubicBezTo>
                      <a:pt x="2866" y="6311"/>
                      <a:pt x="3686" y="6487"/>
                      <a:pt x="4422" y="6693"/>
                    </a:cubicBezTo>
                    <a:cubicBezTo>
                      <a:pt x="5310" y="6899"/>
                      <a:pt x="6197" y="6995"/>
                      <a:pt x="7080" y="6995"/>
                    </a:cubicBezTo>
                    <a:cubicBezTo>
                      <a:pt x="7196" y="6995"/>
                      <a:pt x="7312" y="6993"/>
                      <a:pt x="7429" y="6990"/>
                    </a:cubicBezTo>
                    <a:cubicBezTo>
                      <a:pt x="7903" y="6954"/>
                      <a:pt x="8313" y="6898"/>
                      <a:pt x="8702" y="6636"/>
                    </a:cubicBezTo>
                    <a:cubicBezTo>
                      <a:pt x="9056" y="6396"/>
                      <a:pt x="9317" y="6070"/>
                      <a:pt x="9466" y="5688"/>
                    </a:cubicBezTo>
                    <a:cubicBezTo>
                      <a:pt x="9523" y="5511"/>
                      <a:pt x="9586" y="5306"/>
                      <a:pt x="9551" y="5129"/>
                    </a:cubicBezTo>
                    <a:cubicBezTo>
                      <a:pt x="9551" y="4924"/>
                      <a:pt x="9466" y="4747"/>
                      <a:pt x="9346" y="4599"/>
                    </a:cubicBezTo>
                    <a:cubicBezTo>
                      <a:pt x="9233" y="4514"/>
                      <a:pt x="9084" y="4450"/>
                      <a:pt x="8935" y="4393"/>
                    </a:cubicBezTo>
                    <a:cubicBezTo>
                      <a:pt x="8396" y="4230"/>
                      <a:pt x="7856" y="4179"/>
                      <a:pt x="7316" y="4179"/>
                    </a:cubicBezTo>
                    <a:cubicBezTo>
                      <a:pt x="7177" y="4179"/>
                      <a:pt x="7037" y="4183"/>
                      <a:pt x="6898" y="4188"/>
                    </a:cubicBezTo>
                    <a:cubicBezTo>
                      <a:pt x="6544" y="4188"/>
                      <a:pt x="6191" y="4217"/>
                      <a:pt x="5837" y="4217"/>
                    </a:cubicBezTo>
                    <a:cubicBezTo>
                      <a:pt x="5776" y="4222"/>
                      <a:pt x="5716" y="4224"/>
                      <a:pt x="5657" y="4224"/>
                    </a:cubicBezTo>
                    <a:cubicBezTo>
                      <a:pt x="5405" y="4224"/>
                      <a:pt x="5165" y="4183"/>
                      <a:pt x="4924" y="4160"/>
                    </a:cubicBezTo>
                    <a:cubicBezTo>
                      <a:pt x="4634" y="4125"/>
                      <a:pt x="4280" y="4096"/>
                      <a:pt x="4104" y="3835"/>
                    </a:cubicBezTo>
                    <a:cubicBezTo>
                      <a:pt x="3248" y="2773"/>
                      <a:pt x="2540" y="1620"/>
                      <a:pt x="1684" y="559"/>
                    </a:cubicBezTo>
                    <a:cubicBezTo>
                      <a:pt x="1628" y="503"/>
                      <a:pt x="1592" y="474"/>
                      <a:pt x="1536" y="411"/>
                    </a:cubicBezTo>
                    <a:cubicBezTo>
                      <a:pt x="1387" y="234"/>
                      <a:pt x="1274" y="92"/>
                      <a:pt x="1033"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p:cNvSpPr/>
              <p:nvPr/>
            </p:nvSpPr>
            <p:spPr>
              <a:xfrm>
                <a:off x="5380404" y="4803316"/>
                <a:ext cx="560315" cy="2016"/>
              </a:xfrm>
              <a:custGeom>
                <a:avLst/>
                <a:gdLst/>
                <a:ahLst/>
                <a:cxnLst/>
                <a:rect l="l" t="t" r="r" b="b"/>
                <a:pathLst>
                  <a:path w="16123" h="58" extrusionOk="0">
                    <a:moveTo>
                      <a:pt x="28" y="1"/>
                    </a:moveTo>
                    <a:cubicBezTo>
                      <a:pt x="0" y="1"/>
                      <a:pt x="0" y="1"/>
                      <a:pt x="0" y="29"/>
                    </a:cubicBezTo>
                    <a:cubicBezTo>
                      <a:pt x="0" y="29"/>
                      <a:pt x="0" y="57"/>
                      <a:pt x="28" y="57"/>
                    </a:cubicBezTo>
                    <a:lnTo>
                      <a:pt x="16094" y="57"/>
                    </a:lnTo>
                    <a:cubicBezTo>
                      <a:pt x="16123" y="57"/>
                      <a:pt x="16123" y="29"/>
                      <a:pt x="16123" y="29"/>
                    </a:cubicBezTo>
                    <a:cubicBezTo>
                      <a:pt x="16123" y="1"/>
                      <a:pt x="16123" y="1"/>
                      <a:pt x="16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1"/>
              <p:cNvSpPr/>
              <p:nvPr/>
            </p:nvSpPr>
            <p:spPr>
              <a:xfrm>
                <a:off x="5344505" y="4784897"/>
                <a:ext cx="625962" cy="1981"/>
              </a:xfrm>
              <a:custGeom>
                <a:avLst/>
                <a:gdLst/>
                <a:ahLst/>
                <a:cxnLst/>
                <a:rect l="l" t="t" r="r" b="b"/>
                <a:pathLst>
                  <a:path w="18012" h="57" extrusionOk="0">
                    <a:moveTo>
                      <a:pt x="29" y="0"/>
                    </a:moveTo>
                    <a:lnTo>
                      <a:pt x="0" y="28"/>
                    </a:lnTo>
                    <a:cubicBezTo>
                      <a:pt x="0" y="57"/>
                      <a:pt x="29" y="57"/>
                      <a:pt x="29" y="57"/>
                    </a:cubicBezTo>
                    <a:lnTo>
                      <a:pt x="17983" y="57"/>
                    </a:lnTo>
                    <a:cubicBezTo>
                      <a:pt x="17983" y="57"/>
                      <a:pt x="18012" y="57"/>
                      <a:pt x="18012" y="28"/>
                    </a:cubicBezTo>
                    <a:lnTo>
                      <a:pt x="17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p:cNvSpPr/>
              <p:nvPr/>
            </p:nvSpPr>
            <p:spPr>
              <a:xfrm>
                <a:off x="5959141" y="4803316"/>
                <a:ext cx="23632" cy="2016"/>
              </a:xfrm>
              <a:custGeom>
                <a:avLst/>
                <a:gdLst/>
                <a:ahLst/>
                <a:cxnLst/>
                <a:rect l="l" t="t" r="r" b="b"/>
                <a:pathLst>
                  <a:path w="680" h="58" extrusionOk="0">
                    <a:moveTo>
                      <a:pt x="28" y="1"/>
                    </a:moveTo>
                    <a:cubicBezTo>
                      <a:pt x="0" y="1"/>
                      <a:pt x="0" y="1"/>
                      <a:pt x="0" y="29"/>
                    </a:cubicBezTo>
                    <a:cubicBezTo>
                      <a:pt x="0" y="29"/>
                      <a:pt x="0" y="57"/>
                      <a:pt x="28" y="57"/>
                    </a:cubicBezTo>
                    <a:lnTo>
                      <a:pt x="651" y="57"/>
                    </a:lnTo>
                    <a:cubicBezTo>
                      <a:pt x="679" y="57"/>
                      <a:pt x="679" y="29"/>
                      <a:pt x="679" y="29"/>
                    </a:cubicBezTo>
                    <a:cubicBezTo>
                      <a:pt x="679" y="1"/>
                      <a:pt x="679"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p:cNvSpPr/>
              <p:nvPr/>
            </p:nvSpPr>
            <p:spPr>
              <a:xfrm>
                <a:off x="5586175" y="4228541"/>
                <a:ext cx="174353" cy="238367"/>
              </a:xfrm>
              <a:custGeom>
                <a:avLst/>
                <a:gdLst/>
                <a:ahLst/>
                <a:cxnLst/>
                <a:rect l="l" t="t" r="r" b="b"/>
                <a:pathLst>
                  <a:path w="5017" h="6859" extrusionOk="0">
                    <a:moveTo>
                      <a:pt x="1785" y="0"/>
                    </a:moveTo>
                    <a:cubicBezTo>
                      <a:pt x="1456" y="0"/>
                      <a:pt x="1123" y="104"/>
                      <a:pt x="856" y="297"/>
                    </a:cubicBezTo>
                    <a:cubicBezTo>
                      <a:pt x="206" y="799"/>
                      <a:pt x="177" y="1712"/>
                      <a:pt x="298" y="2419"/>
                    </a:cubicBezTo>
                    <a:cubicBezTo>
                      <a:pt x="375" y="3093"/>
                      <a:pt x="708" y="3796"/>
                      <a:pt x="1415" y="3796"/>
                    </a:cubicBezTo>
                    <a:cubicBezTo>
                      <a:pt x="1480" y="3796"/>
                      <a:pt x="1549" y="3790"/>
                      <a:pt x="1620" y="3777"/>
                    </a:cubicBezTo>
                    <a:lnTo>
                      <a:pt x="1620" y="3777"/>
                    </a:lnTo>
                    <a:cubicBezTo>
                      <a:pt x="1592" y="3926"/>
                      <a:pt x="1564" y="4067"/>
                      <a:pt x="1536" y="4216"/>
                    </a:cubicBezTo>
                    <a:cubicBezTo>
                      <a:pt x="1536" y="4336"/>
                      <a:pt x="1507" y="4457"/>
                      <a:pt x="1444" y="4541"/>
                    </a:cubicBezTo>
                    <a:cubicBezTo>
                      <a:pt x="1238" y="4810"/>
                      <a:pt x="736" y="4775"/>
                      <a:pt x="446" y="4839"/>
                    </a:cubicBezTo>
                    <a:cubicBezTo>
                      <a:pt x="0" y="4987"/>
                      <a:pt x="64" y="5482"/>
                      <a:pt x="121" y="5900"/>
                    </a:cubicBezTo>
                    <a:lnTo>
                      <a:pt x="121" y="6013"/>
                    </a:lnTo>
                    <a:cubicBezTo>
                      <a:pt x="149" y="6190"/>
                      <a:pt x="206" y="6338"/>
                      <a:pt x="298" y="6487"/>
                    </a:cubicBezTo>
                    <a:cubicBezTo>
                      <a:pt x="477" y="6772"/>
                      <a:pt x="810" y="6859"/>
                      <a:pt x="1180" y="6859"/>
                    </a:cubicBezTo>
                    <a:cubicBezTo>
                      <a:pt x="1655" y="6859"/>
                      <a:pt x="2190" y="6715"/>
                      <a:pt x="2540" y="6664"/>
                    </a:cubicBezTo>
                    <a:cubicBezTo>
                      <a:pt x="3389" y="6515"/>
                      <a:pt x="4217" y="6282"/>
                      <a:pt x="5016" y="5928"/>
                    </a:cubicBezTo>
                    <a:cubicBezTo>
                      <a:pt x="4691" y="5631"/>
                      <a:pt x="4394" y="5249"/>
                      <a:pt x="4068" y="4923"/>
                    </a:cubicBezTo>
                    <a:cubicBezTo>
                      <a:pt x="4012" y="4867"/>
                      <a:pt x="3778" y="4895"/>
                      <a:pt x="3686" y="4839"/>
                    </a:cubicBezTo>
                    <a:cubicBezTo>
                      <a:pt x="3566" y="4775"/>
                      <a:pt x="3481" y="4690"/>
                      <a:pt x="3424" y="4570"/>
                    </a:cubicBezTo>
                    <a:cubicBezTo>
                      <a:pt x="3276" y="4308"/>
                      <a:pt x="3248" y="3983"/>
                      <a:pt x="3248" y="3685"/>
                    </a:cubicBezTo>
                    <a:cubicBezTo>
                      <a:pt x="3276" y="3247"/>
                      <a:pt x="3248" y="2511"/>
                      <a:pt x="3276" y="2094"/>
                    </a:cubicBezTo>
                    <a:cubicBezTo>
                      <a:pt x="3276" y="1712"/>
                      <a:pt x="3424" y="1563"/>
                      <a:pt x="3304" y="1209"/>
                    </a:cubicBezTo>
                    <a:cubicBezTo>
                      <a:pt x="3156" y="707"/>
                      <a:pt x="2802" y="269"/>
                      <a:pt x="2300" y="92"/>
                    </a:cubicBezTo>
                    <a:cubicBezTo>
                      <a:pt x="2136" y="30"/>
                      <a:pt x="1961" y="0"/>
                      <a:pt x="1785"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p:cNvSpPr/>
              <p:nvPr/>
            </p:nvSpPr>
            <p:spPr>
              <a:xfrm>
                <a:off x="5497173" y="4393477"/>
                <a:ext cx="341999" cy="333172"/>
              </a:xfrm>
              <a:custGeom>
                <a:avLst/>
                <a:gdLst/>
                <a:ahLst/>
                <a:cxnLst/>
                <a:rect l="l" t="t" r="r" b="b"/>
                <a:pathLst>
                  <a:path w="9841" h="9587" extrusionOk="0">
                    <a:moveTo>
                      <a:pt x="3538" y="1"/>
                    </a:moveTo>
                    <a:cubicBezTo>
                      <a:pt x="2356" y="121"/>
                      <a:pt x="1175" y="269"/>
                      <a:pt x="0" y="383"/>
                    </a:cubicBezTo>
                    <a:cubicBezTo>
                      <a:pt x="85" y="560"/>
                      <a:pt x="57" y="828"/>
                      <a:pt x="85" y="1033"/>
                    </a:cubicBezTo>
                    <a:cubicBezTo>
                      <a:pt x="85" y="1267"/>
                      <a:pt x="114" y="1507"/>
                      <a:pt x="114" y="1741"/>
                    </a:cubicBezTo>
                    <a:cubicBezTo>
                      <a:pt x="177" y="2187"/>
                      <a:pt x="206" y="2654"/>
                      <a:pt x="291" y="3128"/>
                    </a:cubicBezTo>
                    <a:cubicBezTo>
                      <a:pt x="291" y="3248"/>
                      <a:pt x="326" y="3389"/>
                      <a:pt x="354" y="3510"/>
                    </a:cubicBezTo>
                    <a:cubicBezTo>
                      <a:pt x="695" y="3475"/>
                      <a:pt x="1299" y="3417"/>
                      <a:pt x="1712" y="3417"/>
                    </a:cubicBezTo>
                    <a:cubicBezTo>
                      <a:pt x="1976" y="3417"/>
                      <a:pt x="2162" y="3441"/>
                      <a:pt x="2151" y="3510"/>
                    </a:cubicBezTo>
                    <a:cubicBezTo>
                      <a:pt x="2151" y="3778"/>
                      <a:pt x="2179" y="4012"/>
                      <a:pt x="2179" y="4274"/>
                    </a:cubicBezTo>
                    <a:cubicBezTo>
                      <a:pt x="2179" y="4804"/>
                      <a:pt x="2236" y="5306"/>
                      <a:pt x="2236" y="5809"/>
                    </a:cubicBezTo>
                    <a:cubicBezTo>
                      <a:pt x="2271" y="6339"/>
                      <a:pt x="2300" y="6898"/>
                      <a:pt x="2356" y="7429"/>
                    </a:cubicBezTo>
                    <a:cubicBezTo>
                      <a:pt x="2413" y="8051"/>
                      <a:pt x="2505" y="8638"/>
                      <a:pt x="2653" y="9261"/>
                    </a:cubicBezTo>
                    <a:cubicBezTo>
                      <a:pt x="3421" y="9504"/>
                      <a:pt x="4251" y="9586"/>
                      <a:pt x="5089" y="9586"/>
                    </a:cubicBezTo>
                    <a:cubicBezTo>
                      <a:pt x="5765" y="9586"/>
                      <a:pt x="6446" y="9532"/>
                      <a:pt x="7103" y="9466"/>
                    </a:cubicBezTo>
                    <a:cubicBezTo>
                      <a:pt x="7542" y="9438"/>
                      <a:pt x="7987" y="9374"/>
                      <a:pt x="8341" y="9169"/>
                    </a:cubicBezTo>
                    <a:cubicBezTo>
                      <a:pt x="9374" y="8554"/>
                      <a:pt x="9431" y="6750"/>
                      <a:pt x="9579" y="5688"/>
                    </a:cubicBezTo>
                    <a:cubicBezTo>
                      <a:pt x="9699" y="4896"/>
                      <a:pt x="9841" y="4132"/>
                      <a:pt x="9784" y="3304"/>
                    </a:cubicBezTo>
                    <a:cubicBezTo>
                      <a:pt x="9699" y="2243"/>
                      <a:pt x="9225" y="1154"/>
                      <a:pt x="8249" y="623"/>
                    </a:cubicBezTo>
                    <a:cubicBezTo>
                      <a:pt x="7895" y="446"/>
                      <a:pt x="7513" y="326"/>
                      <a:pt x="7131" y="206"/>
                    </a:cubicBezTo>
                    <a:cubicBezTo>
                      <a:pt x="6806" y="149"/>
                      <a:pt x="6481" y="121"/>
                      <a:pt x="6191" y="29"/>
                    </a:cubicBezTo>
                    <a:cubicBezTo>
                      <a:pt x="6070" y="326"/>
                      <a:pt x="5893" y="475"/>
                      <a:pt x="5596" y="595"/>
                    </a:cubicBezTo>
                    <a:cubicBezTo>
                      <a:pt x="5418" y="681"/>
                      <a:pt x="5202" y="718"/>
                      <a:pt x="4994" y="718"/>
                    </a:cubicBezTo>
                    <a:cubicBezTo>
                      <a:pt x="4930" y="718"/>
                      <a:pt x="4866" y="715"/>
                      <a:pt x="4804" y="708"/>
                    </a:cubicBezTo>
                    <a:cubicBezTo>
                      <a:pt x="4535" y="680"/>
                      <a:pt x="4302" y="623"/>
                      <a:pt x="4068" y="503"/>
                    </a:cubicBezTo>
                    <a:cubicBezTo>
                      <a:pt x="3976" y="446"/>
                      <a:pt x="3863" y="354"/>
                      <a:pt x="3771" y="269"/>
                    </a:cubicBezTo>
                    <a:cubicBezTo>
                      <a:pt x="3715" y="206"/>
                      <a:pt x="3651" y="121"/>
                      <a:pt x="3594" y="29"/>
                    </a:cubicBezTo>
                    <a:lnTo>
                      <a:pt x="35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p:cNvSpPr/>
              <p:nvPr/>
            </p:nvSpPr>
            <p:spPr>
              <a:xfrm>
                <a:off x="5506279" y="4504130"/>
                <a:ext cx="61477" cy="11329"/>
              </a:xfrm>
              <a:custGeom>
                <a:avLst/>
                <a:gdLst/>
                <a:ahLst/>
                <a:cxnLst/>
                <a:rect l="l" t="t" r="r" b="b"/>
                <a:pathLst>
                  <a:path w="1769" h="326" extrusionOk="0">
                    <a:moveTo>
                      <a:pt x="29" y="0"/>
                    </a:moveTo>
                    <a:lnTo>
                      <a:pt x="0" y="28"/>
                    </a:lnTo>
                    <a:cubicBezTo>
                      <a:pt x="0" y="92"/>
                      <a:pt x="29" y="120"/>
                      <a:pt x="29" y="149"/>
                    </a:cubicBezTo>
                    <a:lnTo>
                      <a:pt x="29" y="297"/>
                    </a:lnTo>
                    <a:lnTo>
                      <a:pt x="29" y="326"/>
                    </a:lnTo>
                    <a:lnTo>
                      <a:pt x="64" y="326"/>
                    </a:lnTo>
                    <a:cubicBezTo>
                      <a:pt x="559" y="326"/>
                      <a:pt x="1267" y="297"/>
                      <a:pt x="1741" y="269"/>
                    </a:cubicBezTo>
                    <a:lnTo>
                      <a:pt x="1769" y="241"/>
                    </a:lnTo>
                    <a:cubicBezTo>
                      <a:pt x="1769" y="205"/>
                      <a:pt x="1741" y="205"/>
                      <a:pt x="1741" y="205"/>
                    </a:cubicBezTo>
                    <a:cubicBezTo>
                      <a:pt x="1267" y="241"/>
                      <a:pt x="559" y="269"/>
                      <a:pt x="92" y="269"/>
                    </a:cubicBezTo>
                    <a:lnTo>
                      <a:pt x="92" y="149"/>
                    </a:lnTo>
                    <a:cubicBezTo>
                      <a:pt x="64" y="120"/>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p:cNvSpPr/>
              <p:nvPr/>
            </p:nvSpPr>
            <p:spPr>
              <a:xfrm>
                <a:off x="5497173" y="4397647"/>
                <a:ext cx="73780" cy="14318"/>
              </a:xfrm>
              <a:custGeom>
                <a:avLst/>
                <a:gdLst/>
                <a:ahLst/>
                <a:cxnLst/>
                <a:rect l="l" t="t" r="r" b="b"/>
                <a:pathLst>
                  <a:path w="2123" h="412" extrusionOk="0">
                    <a:moveTo>
                      <a:pt x="2094" y="1"/>
                    </a:moveTo>
                    <a:cubicBezTo>
                      <a:pt x="1854" y="29"/>
                      <a:pt x="1529" y="57"/>
                      <a:pt x="1210" y="86"/>
                    </a:cubicBezTo>
                    <a:cubicBezTo>
                      <a:pt x="765" y="149"/>
                      <a:pt x="354" y="178"/>
                      <a:pt x="29" y="206"/>
                    </a:cubicBezTo>
                    <a:lnTo>
                      <a:pt x="0" y="206"/>
                    </a:lnTo>
                    <a:lnTo>
                      <a:pt x="0" y="263"/>
                    </a:lnTo>
                    <a:lnTo>
                      <a:pt x="0" y="326"/>
                    </a:lnTo>
                    <a:lnTo>
                      <a:pt x="0" y="383"/>
                    </a:lnTo>
                    <a:cubicBezTo>
                      <a:pt x="0" y="411"/>
                      <a:pt x="29" y="411"/>
                      <a:pt x="29" y="411"/>
                    </a:cubicBezTo>
                    <a:lnTo>
                      <a:pt x="57" y="411"/>
                    </a:lnTo>
                    <a:lnTo>
                      <a:pt x="57" y="383"/>
                    </a:lnTo>
                    <a:lnTo>
                      <a:pt x="57" y="326"/>
                    </a:lnTo>
                    <a:lnTo>
                      <a:pt x="57" y="263"/>
                    </a:lnTo>
                    <a:cubicBezTo>
                      <a:pt x="383" y="234"/>
                      <a:pt x="793" y="206"/>
                      <a:pt x="1210" y="149"/>
                    </a:cubicBezTo>
                    <a:cubicBezTo>
                      <a:pt x="1529" y="121"/>
                      <a:pt x="1854" y="86"/>
                      <a:pt x="2094" y="57"/>
                    </a:cubicBezTo>
                    <a:cubicBezTo>
                      <a:pt x="2123" y="57"/>
                      <a:pt x="2123" y="57"/>
                      <a:pt x="2123" y="29"/>
                    </a:cubicBezTo>
                    <a:cubicBezTo>
                      <a:pt x="2123" y="29"/>
                      <a:pt x="2123" y="1"/>
                      <a:pt x="2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p:cNvSpPr/>
              <p:nvPr/>
            </p:nvSpPr>
            <p:spPr>
              <a:xfrm>
                <a:off x="5570919" y="4515424"/>
                <a:ext cx="7159" cy="108706"/>
              </a:xfrm>
              <a:custGeom>
                <a:avLst/>
                <a:gdLst/>
                <a:ahLst/>
                <a:cxnLst/>
                <a:rect l="l" t="t" r="r" b="b"/>
                <a:pathLst>
                  <a:path w="206" h="3128" extrusionOk="0">
                    <a:moveTo>
                      <a:pt x="57" y="1"/>
                    </a:moveTo>
                    <a:cubicBezTo>
                      <a:pt x="29" y="1"/>
                      <a:pt x="29" y="1"/>
                      <a:pt x="29" y="29"/>
                    </a:cubicBezTo>
                    <a:cubicBezTo>
                      <a:pt x="1" y="1033"/>
                      <a:pt x="29" y="2066"/>
                      <a:pt x="149" y="3099"/>
                    </a:cubicBezTo>
                    <a:cubicBezTo>
                      <a:pt x="149" y="3099"/>
                      <a:pt x="149" y="3127"/>
                      <a:pt x="178" y="3127"/>
                    </a:cubicBezTo>
                    <a:cubicBezTo>
                      <a:pt x="178" y="3127"/>
                      <a:pt x="206" y="3099"/>
                      <a:pt x="206" y="3064"/>
                    </a:cubicBezTo>
                    <a:cubicBezTo>
                      <a:pt x="86" y="2066"/>
                      <a:pt x="57" y="1033"/>
                      <a:pt x="86" y="29"/>
                    </a:cubicBezTo>
                    <a:cubicBezTo>
                      <a:pt x="86" y="1"/>
                      <a:pt x="57"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p:cNvSpPr/>
              <p:nvPr/>
            </p:nvSpPr>
            <p:spPr>
              <a:xfrm>
                <a:off x="5455123" y="4818294"/>
                <a:ext cx="182451" cy="90600"/>
              </a:xfrm>
              <a:custGeom>
                <a:avLst/>
                <a:gdLst/>
                <a:ahLst/>
                <a:cxnLst/>
                <a:rect l="l" t="t" r="r" b="b"/>
                <a:pathLst>
                  <a:path w="5250" h="2607" extrusionOk="0">
                    <a:moveTo>
                      <a:pt x="3538" y="1"/>
                    </a:moveTo>
                    <a:cubicBezTo>
                      <a:pt x="2953" y="1"/>
                      <a:pt x="2398" y="247"/>
                      <a:pt x="1890" y="511"/>
                    </a:cubicBezTo>
                    <a:cubicBezTo>
                      <a:pt x="1359" y="779"/>
                      <a:pt x="737" y="1069"/>
                      <a:pt x="383" y="1543"/>
                    </a:cubicBezTo>
                    <a:cubicBezTo>
                      <a:pt x="354" y="1572"/>
                      <a:pt x="354" y="1600"/>
                      <a:pt x="326" y="1635"/>
                    </a:cubicBezTo>
                    <a:cubicBezTo>
                      <a:pt x="178" y="1840"/>
                      <a:pt x="1" y="2131"/>
                      <a:pt x="149" y="2399"/>
                    </a:cubicBezTo>
                    <a:cubicBezTo>
                      <a:pt x="216" y="2553"/>
                      <a:pt x="343" y="2607"/>
                      <a:pt x="497" y="2607"/>
                    </a:cubicBezTo>
                    <a:cubicBezTo>
                      <a:pt x="818" y="2607"/>
                      <a:pt x="1252" y="2370"/>
                      <a:pt x="1472" y="2307"/>
                    </a:cubicBezTo>
                    <a:cubicBezTo>
                      <a:pt x="1854" y="2194"/>
                      <a:pt x="2208" y="2046"/>
                      <a:pt x="2562" y="1925"/>
                    </a:cubicBezTo>
                    <a:cubicBezTo>
                      <a:pt x="3269" y="1664"/>
                      <a:pt x="4012" y="1458"/>
                      <a:pt x="4748" y="1423"/>
                    </a:cubicBezTo>
                    <a:cubicBezTo>
                      <a:pt x="4925" y="1423"/>
                      <a:pt x="5158" y="1423"/>
                      <a:pt x="5215" y="1246"/>
                    </a:cubicBezTo>
                    <a:cubicBezTo>
                      <a:pt x="5250" y="1190"/>
                      <a:pt x="5250" y="1105"/>
                      <a:pt x="5215" y="1041"/>
                    </a:cubicBezTo>
                    <a:cubicBezTo>
                      <a:pt x="5101" y="426"/>
                      <a:pt x="4302" y="44"/>
                      <a:pt x="3715" y="8"/>
                    </a:cubicBezTo>
                    <a:cubicBezTo>
                      <a:pt x="3656" y="3"/>
                      <a:pt x="3597" y="1"/>
                      <a:pt x="35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1"/>
              <p:cNvSpPr/>
              <p:nvPr/>
            </p:nvSpPr>
            <p:spPr>
              <a:xfrm>
                <a:off x="5334183" y="4634696"/>
                <a:ext cx="623008" cy="252790"/>
              </a:xfrm>
              <a:custGeom>
                <a:avLst/>
                <a:gdLst/>
                <a:ahLst/>
                <a:cxnLst/>
                <a:rect l="l" t="t" r="r" b="b"/>
                <a:pathLst>
                  <a:path w="17927" h="7274" extrusionOk="0">
                    <a:moveTo>
                      <a:pt x="2256" y="1"/>
                    </a:moveTo>
                    <a:cubicBezTo>
                      <a:pt x="2076" y="1"/>
                      <a:pt x="1894" y="15"/>
                      <a:pt x="1712" y="49"/>
                    </a:cubicBezTo>
                    <a:cubicBezTo>
                      <a:pt x="1267" y="134"/>
                      <a:pt x="856" y="375"/>
                      <a:pt x="531" y="693"/>
                    </a:cubicBezTo>
                    <a:cubicBezTo>
                      <a:pt x="446" y="813"/>
                      <a:pt x="354" y="933"/>
                      <a:pt x="297" y="1047"/>
                    </a:cubicBezTo>
                    <a:cubicBezTo>
                      <a:pt x="0" y="1641"/>
                      <a:pt x="241" y="2377"/>
                      <a:pt x="502" y="2935"/>
                    </a:cubicBezTo>
                    <a:cubicBezTo>
                      <a:pt x="913" y="3735"/>
                      <a:pt x="1564" y="4322"/>
                      <a:pt x="2299" y="4761"/>
                    </a:cubicBezTo>
                    <a:cubicBezTo>
                      <a:pt x="3155" y="5291"/>
                      <a:pt x="4096" y="5617"/>
                      <a:pt x="5044" y="5970"/>
                    </a:cubicBezTo>
                    <a:cubicBezTo>
                      <a:pt x="6105" y="6352"/>
                      <a:pt x="7195" y="6741"/>
                      <a:pt x="8256" y="7123"/>
                    </a:cubicBezTo>
                    <a:cubicBezTo>
                      <a:pt x="8461" y="7180"/>
                      <a:pt x="8843" y="7237"/>
                      <a:pt x="9048" y="7272"/>
                    </a:cubicBezTo>
                    <a:cubicBezTo>
                      <a:pt x="9053" y="7273"/>
                      <a:pt x="9058" y="7273"/>
                      <a:pt x="9063" y="7273"/>
                    </a:cubicBezTo>
                    <a:cubicBezTo>
                      <a:pt x="9229" y="7273"/>
                      <a:pt x="9290" y="6824"/>
                      <a:pt x="9345" y="6741"/>
                    </a:cubicBezTo>
                    <a:cubicBezTo>
                      <a:pt x="9511" y="6547"/>
                      <a:pt x="9756" y="6528"/>
                      <a:pt x="10001" y="6528"/>
                    </a:cubicBezTo>
                    <a:cubicBezTo>
                      <a:pt x="10059" y="6528"/>
                      <a:pt x="10117" y="6529"/>
                      <a:pt x="10173" y="6529"/>
                    </a:cubicBezTo>
                    <a:cubicBezTo>
                      <a:pt x="10376" y="6543"/>
                      <a:pt x="10578" y="6550"/>
                      <a:pt x="10778" y="6550"/>
                    </a:cubicBezTo>
                    <a:cubicBezTo>
                      <a:pt x="12666" y="6550"/>
                      <a:pt x="14413" y="5929"/>
                      <a:pt x="16038" y="4938"/>
                    </a:cubicBezTo>
                    <a:cubicBezTo>
                      <a:pt x="16540" y="4647"/>
                      <a:pt x="17042" y="4265"/>
                      <a:pt x="17396" y="3763"/>
                    </a:cubicBezTo>
                    <a:cubicBezTo>
                      <a:pt x="17806" y="3169"/>
                      <a:pt x="17927" y="2377"/>
                      <a:pt x="17481" y="1754"/>
                    </a:cubicBezTo>
                    <a:cubicBezTo>
                      <a:pt x="17042" y="1195"/>
                      <a:pt x="16391" y="841"/>
                      <a:pt x="15684" y="728"/>
                    </a:cubicBezTo>
                    <a:cubicBezTo>
                      <a:pt x="15547" y="701"/>
                      <a:pt x="15414" y="688"/>
                      <a:pt x="15285" y="688"/>
                    </a:cubicBezTo>
                    <a:cubicBezTo>
                      <a:pt x="14580" y="688"/>
                      <a:pt x="13983" y="1063"/>
                      <a:pt x="13385" y="1464"/>
                    </a:cubicBezTo>
                    <a:cubicBezTo>
                      <a:pt x="13328" y="1521"/>
                      <a:pt x="13236" y="1577"/>
                      <a:pt x="13151" y="1641"/>
                    </a:cubicBezTo>
                    <a:cubicBezTo>
                      <a:pt x="12793" y="1523"/>
                      <a:pt x="12398" y="1491"/>
                      <a:pt x="11997" y="1491"/>
                    </a:cubicBezTo>
                    <a:cubicBezTo>
                      <a:pt x="11701" y="1491"/>
                      <a:pt x="11402" y="1509"/>
                      <a:pt x="11114" y="1521"/>
                    </a:cubicBezTo>
                    <a:cubicBezTo>
                      <a:pt x="10853" y="1541"/>
                      <a:pt x="10587" y="1547"/>
                      <a:pt x="10320" y="1547"/>
                    </a:cubicBezTo>
                    <a:cubicBezTo>
                      <a:pt x="10027" y="1547"/>
                      <a:pt x="9731" y="1540"/>
                      <a:pt x="9435" y="1540"/>
                    </a:cubicBezTo>
                    <a:cubicBezTo>
                      <a:pt x="9268" y="1540"/>
                      <a:pt x="9102" y="1542"/>
                      <a:pt x="8935" y="1549"/>
                    </a:cubicBezTo>
                    <a:cubicBezTo>
                      <a:pt x="8638" y="1583"/>
                      <a:pt x="8388" y="1615"/>
                      <a:pt x="8136" y="1615"/>
                    </a:cubicBezTo>
                    <a:cubicBezTo>
                      <a:pt x="7914" y="1615"/>
                      <a:pt x="7690" y="1590"/>
                      <a:pt x="7428" y="1521"/>
                    </a:cubicBezTo>
                    <a:cubicBezTo>
                      <a:pt x="6134" y="1167"/>
                      <a:pt x="4896" y="580"/>
                      <a:pt x="3601" y="226"/>
                    </a:cubicBezTo>
                    <a:cubicBezTo>
                      <a:pt x="3173" y="99"/>
                      <a:pt x="2720" y="1"/>
                      <a:pt x="2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1"/>
              <p:cNvSpPr/>
              <p:nvPr/>
            </p:nvSpPr>
            <p:spPr>
              <a:xfrm>
                <a:off x="5641501" y="4714071"/>
                <a:ext cx="173102" cy="82155"/>
              </a:xfrm>
              <a:custGeom>
                <a:avLst/>
                <a:gdLst/>
                <a:ahLst/>
                <a:cxnLst/>
                <a:rect l="l" t="t" r="r" b="b"/>
                <a:pathLst>
                  <a:path w="4981" h="2364" extrusionOk="0">
                    <a:moveTo>
                      <a:pt x="4924" y="1"/>
                    </a:moveTo>
                    <a:cubicBezTo>
                      <a:pt x="4690" y="121"/>
                      <a:pt x="4450" y="213"/>
                      <a:pt x="4216" y="326"/>
                    </a:cubicBezTo>
                    <a:cubicBezTo>
                      <a:pt x="3863" y="475"/>
                      <a:pt x="3481" y="623"/>
                      <a:pt x="3127" y="857"/>
                    </a:cubicBezTo>
                    <a:cubicBezTo>
                      <a:pt x="2978" y="949"/>
                      <a:pt x="2802" y="1062"/>
                      <a:pt x="2653" y="1154"/>
                    </a:cubicBezTo>
                    <a:cubicBezTo>
                      <a:pt x="2243" y="1415"/>
                      <a:pt x="1832" y="1684"/>
                      <a:pt x="1387" y="1889"/>
                    </a:cubicBezTo>
                    <a:cubicBezTo>
                      <a:pt x="1210" y="1981"/>
                      <a:pt x="976" y="2038"/>
                      <a:pt x="736" y="2066"/>
                    </a:cubicBezTo>
                    <a:cubicBezTo>
                      <a:pt x="502" y="2158"/>
                      <a:pt x="205" y="2215"/>
                      <a:pt x="0" y="2335"/>
                    </a:cubicBezTo>
                    <a:lnTo>
                      <a:pt x="0" y="2363"/>
                    </a:lnTo>
                    <a:lnTo>
                      <a:pt x="28" y="2363"/>
                    </a:lnTo>
                    <a:cubicBezTo>
                      <a:pt x="241" y="2271"/>
                      <a:pt x="502" y="2215"/>
                      <a:pt x="771" y="2123"/>
                    </a:cubicBezTo>
                    <a:cubicBezTo>
                      <a:pt x="1005" y="2066"/>
                      <a:pt x="1210" y="2010"/>
                      <a:pt x="1415" y="1946"/>
                    </a:cubicBezTo>
                    <a:cubicBezTo>
                      <a:pt x="1861" y="1741"/>
                      <a:pt x="2271" y="1479"/>
                      <a:pt x="2681" y="1210"/>
                    </a:cubicBezTo>
                    <a:cubicBezTo>
                      <a:pt x="2830" y="1097"/>
                      <a:pt x="3007" y="1005"/>
                      <a:pt x="3155" y="885"/>
                    </a:cubicBezTo>
                    <a:cubicBezTo>
                      <a:pt x="3509" y="680"/>
                      <a:pt x="3891" y="531"/>
                      <a:pt x="4245" y="390"/>
                    </a:cubicBezTo>
                    <a:cubicBezTo>
                      <a:pt x="4485" y="269"/>
                      <a:pt x="4719" y="177"/>
                      <a:pt x="4952" y="64"/>
                    </a:cubicBezTo>
                    <a:cubicBezTo>
                      <a:pt x="4980" y="36"/>
                      <a:pt x="4980" y="36"/>
                      <a:pt x="4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1"/>
              <p:cNvSpPr/>
              <p:nvPr/>
            </p:nvSpPr>
            <p:spPr>
              <a:xfrm>
                <a:off x="5653769" y="4825940"/>
                <a:ext cx="142381" cy="129523"/>
              </a:xfrm>
              <a:custGeom>
                <a:avLst/>
                <a:gdLst/>
                <a:ahLst/>
                <a:cxnLst/>
                <a:rect l="l" t="t" r="r" b="b"/>
                <a:pathLst>
                  <a:path w="4097" h="3727" extrusionOk="0">
                    <a:moveTo>
                      <a:pt x="680" y="0"/>
                    </a:moveTo>
                    <a:cubicBezTo>
                      <a:pt x="560" y="262"/>
                      <a:pt x="447" y="496"/>
                      <a:pt x="326" y="764"/>
                    </a:cubicBezTo>
                    <a:cubicBezTo>
                      <a:pt x="298" y="885"/>
                      <a:pt x="241" y="1026"/>
                      <a:pt x="178" y="1146"/>
                    </a:cubicBezTo>
                    <a:cubicBezTo>
                      <a:pt x="149" y="1238"/>
                      <a:pt x="1" y="1415"/>
                      <a:pt x="65" y="1500"/>
                    </a:cubicBezTo>
                    <a:cubicBezTo>
                      <a:pt x="121" y="1529"/>
                      <a:pt x="326" y="1557"/>
                      <a:pt x="383" y="1557"/>
                    </a:cubicBezTo>
                    <a:cubicBezTo>
                      <a:pt x="503" y="1592"/>
                      <a:pt x="623" y="1649"/>
                      <a:pt x="737" y="1677"/>
                    </a:cubicBezTo>
                    <a:cubicBezTo>
                      <a:pt x="885" y="1797"/>
                      <a:pt x="1126" y="1854"/>
                      <a:pt x="1303" y="1974"/>
                    </a:cubicBezTo>
                    <a:cubicBezTo>
                      <a:pt x="1508" y="2087"/>
                      <a:pt x="1713" y="2300"/>
                      <a:pt x="1918" y="2441"/>
                    </a:cubicBezTo>
                    <a:cubicBezTo>
                      <a:pt x="2328" y="2795"/>
                      <a:pt x="2746" y="3149"/>
                      <a:pt x="3184" y="3502"/>
                    </a:cubicBezTo>
                    <a:cubicBezTo>
                      <a:pt x="3310" y="3604"/>
                      <a:pt x="3457" y="3727"/>
                      <a:pt x="3624" y="3727"/>
                    </a:cubicBezTo>
                    <a:cubicBezTo>
                      <a:pt x="3654" y="3727"/>
                      <a:pt x="3684" y="3723"/>
                      <a:pt x="3715" y="3714"/>
                    </a:cubicBezTo>
                    <a:cubicBezTo>
                      <a:pt x="3920" y="3651"/>
                      <a:pt x="4012" y="3389"/>
                      <a:pt x="4040" y="3184"/>
                    </a:cubicBezTo>
                    <a:cubicBezTo>
                      <a:pt x="4097" y="2561"/>
                      <a:pt x="3863" y="2151"/>
                      <a:pt x="3453" y="1705"/>
                    </a:cubicBezTo>
                    <a:cubicBezTo>
                      <a:pt x="3128" y="1380"/>
                      <a:pt x="2717" y="1062"/>
                      <a:pt x="2477" y="616"/>
                    </a:cubicBezTo>
                    <a:cubicBezTo>
                      <a:pt x="2364" y="382"/>
                      <a:pt x="2215" y="142"/>
                      <a:pt x="1918" y="142"/>
                    </a:cubicBezTo>
                    <a:cubicBezTo>
                      <a:pt x="1769" y="142"/>
                      <a:pt x="1621" y="177"/>
                      <a:pt x="1444" y="206"/>
                    </a:cubicBezTo>
                    <a:cubicBezTo>
                      <a:pt x="1415" y="208"/>
                      <a:pt x="1386" y="210"/>
                      <a:pt x="1358" y="210"/>
                    </a:cubicBezTo>
                    <a:cubicBezTo>
                      <a:pt x="1106" y="210"/>
                      <a:pt x="890" y="102"/>
                      <a:pt x="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p:cNvSpPr/>
              <p:nvPr/>
            </p:nvSpPr>
            <p:spPr>
              <a:xfrm>
                <a:off x="5612969" y="4475980"/>
                <a:ext cx="242677" cy="254284"/>
              </a:xfrm>
              <a:custGeom>
                <a:avLst/>
                <a:gdLst/>
                <a:ahLst/>
                <a:cxnLst/>
                <a:rect l="l" t="t" r="r" b="b"/>
                <a:pathLst>
                  <a:path w="6983" h="7317" extrusionOk="0">
                    <a:moveTo>
                      <a:pt x="5454" y="0"/>
                    </a:moveTo>
                    <a:cubicBezTo>
                      <a:pt x="4901" y="0"/>
                      <a:pt x="4358" y="478"/>
                      <a:pt x="4245" y="1136"/>
                    </a:cubicBezTo>
                    <a:cubicBezTo>
                      <a:pt x="4125" y="1758"/>
                      <a:pt x="4097" y="2345"/>
                      <a:pt x="4125" y="2961"/>
                    </a:cubicBezTo>
                    <a:cubicBezTo>
                      <a:pt x="4153" y="3286"/>
                      <a:pt x="4153" y="3583"/>
                      <a:pt x="4181" y="3909"/>
                    </a:cubicBezTo>
                    <a:cubicBezTo>
                      <a:pt x="4181" y="4086"/>
                      <a:pt x="4210" y="4234"/>
                      <a:pt x="4210" y="4411"/>
                    </a:cubicBezTo>
                    <a:cubicBezTo>
                      <a:pt x="4210" y="4496"/>
                      <a:pt x="4273" y="4616"/>
                      <a:pt x="4245" y="4729"/>
                    </a:cubicBezTo>
                    <a:cubicBezTo>
                      <a:pt x="4245" y="4850"/>
                      <a:pt x="4245" y="4821"/>
                      <a:pt x="4153" y="4878"/>
                    </a:cubicBezTo>
                    <a:cubicBezTo>
                      <a:pt x="4033" y="4906"/>
                      <a:pt x="3920" y="4942"/>
                      <a:pt x="3799" y="4970"/>
                    </a:cubicBezTo>
                    <a:cubicBezTo>
                      <a:pt x="3361" y="5083"/>
                      <a:pt x="2915" y="5203"/>
                      <a:pt x="2441" y="5352"/>
                    </a:cubicBezTo>
                    <a:cubicBezTo>
                      <a:pt x="2236" y="5408"/>
                      <a:pt x="2003" y="5472"/>
                      <a:pt x="1797" y="5500"/>
                    </a:cubicBezTo>
                    <a:cubicBezTo>
                      <a:pt x="1500" y="5557"/>
                      <a:pt x="1203" y="5677"/>
                      <a:pt x="913" y="5734"/>
                    </a:cubicBezTo>
                    <a:cubicBezTo>
                      <a:pt x="616" y="5790"/>
                      <a:pt x="319" y="6003"/>
                      <a:pt x="142" y="6236"/>
                    </a:cubicBezTo>
                    <a:cubicBezTo>
                      <a:pt x="29" y="6441"/>
                      <a:pt x="1" y="6710"/>
                      <a:pt x="57" y="6915"/>
                    </a:cubicBezTo>
                    <a:cubicBezTo>
                      <a:pt x="114" y="7064"/>
                      <a:pt x="177" y="7120"/>
                      <a:pt x="234" y="7149"/>
                    </a:cubicBezTo>
                    <a:cubicBezTo>
                      <a:pt x="319" y="7205"/>
                      <a:pt x="439" y="7205"/>
                      <a:pt x="588" y="7205"/>
                    </a:cubicBezTo>
                    <a:cubicBezTo>
                      <a:pt x="1134" y="7258"/>
                      <a:pt x="1816" y="7317"/>
                      <a:pt x="2525" y="7317"/>
                    </a:cubicBezTo>
                    <a:cubicBezTo>
                      <a:pt x="4186" y="7317"/>
                      <a:pt x="6001" y="6996"/>
                      <a:pt x="6601" y="5529"/>
                    </a:cubicBezTo>
                    <a:cubicBezTo>
                      <a:pt x="6926" y="4701"/>
                      <a:pt x="6983" y="3817"/>
                      <a:pt x="6955" y="2904"/>
                    </a:cubicBezTo>
                    <a:cubicBezTo>
                      <a:pt x="6926" y="2112"/>
                      <a:pt x="6806" y="1192"/>
                      <a:pt x="6332" y="520"/>
                    </a:cubicBezTo>
                    <a:cubicBezTo>
                      <a:pt x="6088" y="155"/>
                      <a:pt x="5770" y="0"/>
                      <a:pt x="5454"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p:cNvSpPr/>
              <p:nvPr/>
            </p:nvSpPr>
            <p:spPr>
              <a:xfrm>
                <a:off x="5585202" y="4217489"/>
                <a:ext cx="138419" cy="124900"/>
              </a:xfrm>
              <a:custGeom>
                <a:avLst/>
                <a:gdLst/>
                <a:ahLst/>
                <a:cxnLst/>
                <a:rect l="l" t="t" r="r" b="b"/>
                <a:pathLst>
                  <a:path w="3983" h="3594" extrusionOk="0">
                    <a:moveTo>
                      <a:pt x="1872" y="0"/>
                    </a:moveTo>
                    <a:cubicBezTo>
                      <a:pt x="1778" y="0"/>
                      <a:pt x="1684" y="9"/>
                      <a:pt x="1592" y="28"/>
                    </a:cubicBezTo>
                    <a:cubicBezTo>
                      <a:pt x="1535" y="56"/>
                      <a:pt x="1507" y="56"/>
                      <a:pt x="1443" y="56"/>
                    </a:cubicBezTo>
                    <a:cubicBezTo>
                      <a:pt x="856" y="233"/>
                      <a:pt x="382" y="735"/>
                      <a:pt x="149" y="1322"/>
                    </a:cubicBezTo>
                    <a:cubicBezTo>
                      <a:pt x="0" y="1676"/>
                      <a:pt x="587" y="1648"/>
                      <a:pt x="800" y="1676"/>
                    </a:cubicBezTo>
                    <a:cubicBezTo>
                      <a:pt x="941" y="1676"/>
                      <a:pt x="1061" y="1704"/>
                      <a:pt x="1182" y="1704"/>
                    </a:cubicBezTo>
                    <a:cubicBezTo>
                      <a:pt x="1472" y="1733"/>
                      <a:pt x="1769" y="1733"/>
                      <a:pt x="2038" y="1733"/>
                    </a:cubicBezTo>
                    <a:cubicBezTo>
                      <a:pt x="2476" y="1733"/>
                      <a:pt x="2179" y="2086"/>
                      <a:pt x="2420" y="2263"/>
                    </a:cubicBezTo>
                    <a:cubicBezTo>
                      <a:pt x="2596" y="2383"/>
                      <a:pt x="2710" y="2504"/>
                      <a:pt x="2802" y="2681"/>
                    </a:cubicBezTo>
                    <a:cubicBezTo>
                      <a:pt x="2858" y="2886"/>
                      <a:pt x="2886" y="3091"/>
                      <a:pt x="3007" y="3268"/>
                    </a:cubicBezTo>
                    <a:cubicBezTo>
                      <a:pt x="3035" y="3296"/>
                      <a:pt x="3063" y="3324"/>
                      <a:pt x="3099" y="3388"/>
                    </a:cubicBezTo>
                    <a:cubicBezTo>
                      <a:pt x="3184" y="3445"/>
                      <a:pt x="3240" y="3537"/>
                      <a:pt x="3304" y="3593"/>
                    </a:cubicBezTo>
                    <a:cubicBezTo>
                      <a:pt x="3332" y="3565"/>
                      <a:pt x="3360" y="3537"/>
                      <a:pt x="3360" y="3473"/>
                    </a:cubicBezTo>
                    <a:cubicBezTo>
                      <a:pt x="3658" y="2681"/>
                      <a:pt x="3983" y="1796"/>
                      <a:pt x="3537" y="997"/>
                    </a:cubicBezTo>
                    <a:cubicBezTo>
                      <a:pt x="3228" y="434"/>
                      <a:pt x="2534" y="0"/>
                      <a:pt x="1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1"/>
              <p:cNvSpPr/>
              <p:nvPr/>
            </p:nvSpPr>
            <p:spPr>
              <a:xfrm>
                <a:off x="5453176" y="4677893"/>
                <a:ext cx="229401" cy="152007"/>
              </a:xfrm>
              <a:custGeom>
                <a:avLst/>
                <a:gdLst/>
                <a:ahLst/>
                <a:cxnLst/>
                <a:rect l="l" t="t" r="r" b="b"/>
                <a:pathLst>
                  <a:path w="6601" h="4374" extrusionOk="0">
                    <a:moveTo>
                      <a:pt x="21" y="0"/>
                    </a:moveTo>
                    <a:cubicBezTo>
                      <a:pt x="13" y="0"/>
                      <a:pt x="0" y="16"/>
                      <a:pt x="0" y="16"/>
                    </a:cubicBezTo>
                    <a:cubicBezTo>
                      <a:pt x="0" y="44"/>
                      <a:pt x="0" y="44"/>
                      <a:pt x="28" y="44"/>
                    </a:cubicBezTo>
                    <a:cubicBezTo>
                      <a:pt x="793" y="398"/>
                      <a:pt x="1500" y="957"/>
                      <a:pt x="2179" y="1459"/>
                    </a:cubicBezTo>
                    <a:cubicBezTo>
                      <a:pt x="2533" y="1749"/>
                      <a:pt x="2887" y="2018"/>
                      <a:pt x="3269" y="2280"/>
                    </a:cubicBezTo>
                    <a:cubicBezTo>
                      <a:pt x="4301" y="2959"/>
                      <a:pt x="5419" y="3461"/>
                      <a:pt x="6544" y="3963"/>
                    </a:cubicBezTo>
                    <a:cubicBezTo>
                      <a:pt x="6509" y="4020"/>
                      <a:pt x="6480" y="4084"/>
                      <a:pt x="6480" y="4140"/>
                    </a:cubicBezTo>
                    <a:cubicBezTo>
                      <a:pt x="6452" y="4197"/>
                      <a:pt x="6424" y="4260"/>
                      <a:pt x="6395" y="4317"/>
                    </a:cubicBezTo>
                    <a:cubicBezTo>
                      <a:pt x="6395" y="4345"/>
                      <a:pt x="6395" y="4345"/>
                      <a:pt x="6424" y="4345"/>
                    </a:cubicBezTo>
                    <a:lnTo>
                      <a:pt x="6424" y="4374"/>
                    </a:lnTo>
                    <a:lnTo>
                      <a:pt x="6452" y="4345"/>
                    </a:lnTo>
                    <a:cubicBezTo>
                      <a:pt x="6480" y="4289"/>
                      <a:pt x="6509" y="4197"/>
                      <a:pt x="6509" y="4140"/>
                    </a:cubicBezTo>
                    <a:cubicBezTo>
                      <a:pt x="6544" y="4084"/>
                      <a:pt x="6572" y="4020"/>
                      <a:pt x="6601" y="3963"/>
                    </a:cubicBezTo>
                    <a:lnTo>
                      <a:pt x="6601" y="3935"/>
                    </a:lnTo>
                    <a:lnTo>
                      <a:pt x="6572" y="3935"/>
                    </a:lnTo>
                    <a:cubicBezTo>
                      <a:pt x="5483" y="3433"/>
                      <a:pt x="4330" y="2902"/>
                      <a:pt x="3297" y="2223"/>
                    </a:cubicBezTo>
                    <a:cubicBezTo>
                      <a:pt x="2915" y="1990"/>
                      <a:pt x="2561" y="1692"/>
                      <a:pt x="2207" y="1431"/>
                    </a:cubicBezTo>
                    <a:cubicBezTo>
                      <a:pt x="1528" y="900"/>
                      <a:pt x="821" y="370"/>
                      <a:pt x="28" y="16"/>
                    </a:cubicBezTo>
                    <a:cubicBezTo>
                      <a:pt x="28" y="4"/>
                      <a:pt x="25" y="0"/>
                      <a:pt x="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1"/>
              <p:cNvSpPr/>
              <p:nvPr/>
            </p:nvSpPr>
            <p:spPr>
              <a:xfrm>
                <a:off x="5610745" y="4321400"/>
                <a:ext cx="22659" cy="12858"/>
              </a:xfrm>
              <a:custGeom>
                <a:avLst/>
                <a:gdLst/>
                <a:ahLst/>
                <a:cxnLst/>
                <a:rect l="l" t="t" r="r" b="b"/>
                <a:pathLst>
                  <a:path w="652" h="370" extrusionOk="0">
                    <a:moveTo>
                      <a:pt x="616" y="0"/>
                    </a:moveTo>
                    <a:cubicBezTo>
                      <a:pt x="608" y="0"/>
                      <a:pt x="595" y="16"/>
                      <a:pt x="595" y="16"/>
                    </a:cubicBezTo>
                    <a:cubicBezTo>
                      <a:pt x="560" y="129"/>
                      <a:pt x="475" y="221"/>
                      <a:pt x="383" y="278"/>
                    </a:cubicBezTo>
                    <a:cubicBezTo>
                      <a:pt x="303" y="298"/>
                      <a:pt x="219" y="318"/>
                      <a:pt x="147" y="318"/>
                    </a:cubicBezTo>
                    <a:cubicBezTo>
                      <a:pt x="117" y="318"/>
                      <a:pt x="89" y="314"/>
                      <a:pt x="65" y="306"/>
                    </a:cubicBezTo>
                    <a:cubicBezTo>
                      <a:pt x="53" y="297"/>
                      <a:pt x="42" y="293"/>
                      <a:pt x="32" y="293"/>
                    </a:cubicBezTo>
                    <a:cubicBezTo>
                      <a:pt x="13" y="293"/>
                      <a:pt x="1" y="306"/>
                      <a:pt x="1" y="306"/>
                    </a:cubicBezTo>
                    <a:cubicBezTo>
                      <a:pt x="1" y="334"/>
                      <a:pt x="1" y="334"/>
                      <a:pt x="29" y="334"/>
                    </a:cubicBezTo>
                    <a:cubicBezTo>
                      <a:pt x="65" y="370"/>
                      <a:pt x="121" y="370"/>
                      <a:pt x="178" y="370"/>
                    </a:cubicBezTo>
                    <a:cubicBezTo>
                      <a:pt x="270" y="370"/>
                      <a:pt x="326" y="370"/>
                      <a:pt x="418" y="306"/>
                    </a:cubicBezTo>
                    <a:cubicBezTo>
                      <a:pt x="531" y="249"/>
                      <a:pt x="623" y="157"/>
                      <a:pt x="652" y="44"/>
                    </a:cubicBezTo>
                    <a:cubicBezTo>
                      <a:pt x="652" y="16"/>
                      <a:pt x="652" y="16"/>
                      <a:pt x="623" y="16"/>
                    </a:cubicBezTo>
                    <a:cubicBezTo>
                      <a:pt x="623" y="4"/>
                      <a:pt x="620"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p:cNvSpPr/>
              <p:nvPr/>
            </p:nvSpPr>
            <p:spPr>
              <a:xfrm>
                <a:off x="5664091" y="4287203"/>
                <a:ext cx="35378" cy="33223"/>
              </a:xfrm>
              <a:custGeom>
                <a:avLst/>
                <a:gdLst/>
                <a:ahLst/>
                <a:cxnLst/>
                <a:rect l="l" t="t" r="r" b="b"/>
                <a:pathLst>
                  <a:path w="1018" h="956" extrusionOk="0">
                    <a:moveTo>
                      <a:pt x="477" y="0"/>
                    </a:moveTo>
                    <a:cubicBezTo>
                      <a:pt x="274" y="0"/>
                      <a:pt x="67" y="136"/>
                      <a:pt x="1" y="377"/>
                    </a:cubicBezTo>
                    <a:lnTo>
                      <a:pt x="298" y="936"/>
                    </a:lnTo>
                    <a:cubicBezTo>
                      <a:pt x="346" y="949"/>
                      <a:pt x="392" y="955"/>
                      <a:pt x="436" y="955"/>
                    </a:cubicBezTo>
                    <a:cubicBezTo>
                      <a:pt x="796" y="955"/>
                      <a:pt x="1018" y="551"/>
                      <a:pt x="885" y="293"/>
                    </a:cubicBezTo>
                    <a:cubicBezTo>
                      <a:pt x="806" y="92"/>
                      <a:pt x="643" y="0"/>
                      <a:pt x="477"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p:cNvSpPr/>
              <p:nvPr/>
            </p:nvSpPr>
            <p:spPr>
              <a:xfrm>
                <a:off x="5669269" y="4294501"/>
                <a:ext cx="14283" cy="10009"/>
              </a:xfrm>
              <a:custGeom>
                <a:avLst/>
                <a:gdLst/>
                <a:ahLst/>
                <a:cxnLst/>
                <a:rect l="l" t="t" r="r" b="b"/>
                <a:pathLst>
                  <a:path w="411" h="288" extrusionOk="0">
                    <a:moveTo>
                      <a:pt x="271" y="0"/>
                    </a:moveTo>
                    <a:cubicBezTo>
                      <a:pt x="219" y="0"/>
                      <a:pt x="168" y="14"/>
                      <a:pt x="114" y="47"/>
                    </a:cubicBezTo>
                    <a:cubicBezTo>
                      <a:pt x="29" y="111"/>
                      <a:pt x="1" y="196"/>
                      <a:pt x="1" y="259"/>
                    </a:cubicBezTo>
                    <a:cubicBezTo>
                      <a:pt x="1" y="288"/>
                      <a:pt x="1" y="288"/>
                      <a:pt x="29" y="288"/>
                    </a:cubicBezTo>
                    <a:cubicBezTo>
                      <a:pt x="29" y="288"/>
                      <a:pt x="57" y="288"/>
                      <a:pt x="57" y="259"/>
                    </a:cubicBezTo>
                    <a:cubicBezTo>
                      <a:pt x="57" y="196"/>
                      <a:pt x="85" y="139"/>
                      <a:pt x="149" y="111"/>
                    </a:cubicBezTo>
                    <a:cubicBezTo>
                      <a:pt x="182" y="74"/>
                      <a:pt x="223" y="59"/>
                      <a:pt x="270" y="59"/>
                    </a:cubicBezTo>
                    <a:cubicBezTo>
                      <a:pt x="305" y="59"/>
                      <a:pt x="343" y="67"/>
                      <a:pt x="383" y="83"/>
                    </a:cubicBezTo>
                    <a:lnTo>
                      <a:pt x="411" y="47"/>
                    </a:lnTo>
                    <a:cubicBezTo>
                      <a:pt x="411" y="19"/>
                      <a:pt x="411" y="19"/>
                      <a:pt x="383" y="19"/>
                    </a:cubicBezTo>
                    <a:cubicBezTo>
                      <a:pt x="344" y="7"/>
                      <a:pt x="308" y="0"/>
                      <a:pt x="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1"/>
              <p:cNvSpPr/>
              <p:nvPr/>
            </p:nvSpPr>
            <p:spPr>
              <a:xfrm>
                <a:off x="5746976" y="4431357"/>
                <a:ext cx="106725" cy="137446"/>
              </a:xfrm>
              <a:custGeom>
                <a:avLst/>
                <a:gdLst/>
                <a:ahLst/>
                <a:cxnLst/>
                <a:rect l="l" t="t" r="r" b="b"/>
                <a:pathLst>
                  <a:path w="3071" h="3955" extrusionOk="0">
                    <a:moveTo>
                      <a:pt x="1655" y="0"/>
                    </a:moveTo>
                    <a:lnTo>
                      <a:pt x="0" y="1507"/>
                    </a:lnTo>
                    <a:cubicBezTo>
                      <a:pt x="120" y="2009"/>
                      <a:pt x="149" y="3099"/>
                      <a:pt x="149" y="3955"/>
                    </a:cubicBezTo>
                    <a:cubicBezTo>
                      <a:pt x="474" y="3926"/>
                      <a:pt x="799" y="3863"/>
                      <a:pt x="1097" y="3806"/>
                    </a:cubicBezTo>
                    <a:cubicBezTo>
                      <a:pt x="1769" y="3686"/>
                      <a:pt x="2419" y="3481"/>
                      <a:pt x="3070" y="3219"/>
                    </a:cubicBezTo>
                    <a:cubicBezTo>
                      <a:pt x="2865" y="2009"/>
                      <a:pt x="2540" y="856"/>
                      <a:pt x="16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1"/>
              <p:cNvSpPr/>
              <p:nvPr/>
            </p:nvSpPr>
            <p:spPr>
              <a:xfrm>
                <a:off x="5509476" y="4735722"/>
                <a:ext cx="248828" cy="12302"/>
              </a:xfrm>
              <a:custGeom>
                <a:avLst/>
                <a:gdLst/>
                <a:ahLst/>
                <a:cxnLst/>
                <a:rect l="l" t="t" r="r" b="b"/>
                <a:pathLst>
                  <a:path w="7160" h="354" extrusionOk="0">
                    <a:moveTo>
                      <a:pt x="177" y="0"/>
                    </a:moveTo>
                    <a:cubicBezTo>
                      <a:pt x="85" y="0"/>
                      <a:pt x="0" y="57"/>
                      <a:pt x="0" y="177"/>
                    </a:cubicBezTo>
                    <a:cubicBezTo>
                      <a:pt x="0" y="262"/>
                      <a:pt x="85" y="354"/>
                      <a:pt x="177" y="354"/>
                    </a:cubicBezTo>
                    <a:lnTo>
                      <a:pt x="6983" y="354"/>
                    </a:lnTo>
                    <a:cubicBezTo>
                      <a:pt x="7075" y="354"/>
                      <a:pt x="7159" y="262"/>
                      <a:pt x="7159" y="177"/>
                    </a:cubicBezTo>
                    <a:cubicBezTo>
                      <a:pt x="7159" y="57"/>
                      <a:pt x="7075" y="0"/>
                      <a:pt x="69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1"/>
              <p:cNvSpPr/>
              <p:nvPr/>
            </p:nvSpPr>
            <p:spPr>
              <a:xfrm>
                <a:off x="5465444" y="4626042"/>
                <a:ext cx="252060" cy="112668"/>
              </a:xfrm>
              <a:custGeom>
                <a:avLst/>
                <a:gdLst/>
                <a:ahLst/>
                <a:cxnLst/>
                <a:rect l="l" t="t" r="r" b="b"/>
                <a:pathLst>
                  <a:path w="7253" h="3242" extrusionOk="0">
                    <a:moveTo>
                      <a:pt x="178" y="1"/>
                    </a:moveTo>
                    <a:cubicBezTo>
                      <a:pt x="86" y="1"/>
                      <a:pt x="1" y="93"/>
                      <a:pt x="57" y="206"/>
                    </a:cubicBezTo>
                    <a:lnTo>
                      <a:pt x="1296" y="3241"/>
                    </a:lnTo>
                    <a:lnTo>
                      <a:pt x="7252" y="3241"/>
                    </a:lnTo>
                    <a:lnTo>
                      <a:pt x="5950" y="93"/>
                    </a:lnTo>
                    <a:cubicBezTo>
                      <a:pt x="5922" y="29"/>
                      <a:pt x="5894" y="1"/>
                      <a:pt x="5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1"/>
              <p:cNvSpPr/>
              <p:nvPr/>
            </p:nvSpPr>
            <p:spPr>
              <a:xfrm>
                <a:off x="5567721" y="4671047"/>
                <a:ext cx="29783" cy="22659"/>
              </a:xfrm>
              <a:custGeom>
                <a:avLst/>
                <a:gdLst/>
                <a:ahLst/>
                <a:cxnLst/>
                <a:rect l="l" t="t" r="r" b="b"/>
                <a:pathLst>
                  <a:path w="857" h="652" extrusionOk="0">
                    <a:moveTo>
                      <a:pt x="326" y="64"/>
                    </a:moveTo>
                    <a:cubicBezTo>
                      <a:pt x="503" y="64"/>
                      <a:pt x="708" y="177"/>
                      <a:pt x="772" y="326"/>
                    </a:cubicBezTo>
                    <a:cubicBezTo>
                      <a:pt x="800" y="418"/>
                      <a:pt x="800" y="475"/>
                      <a:pt x="772" y="503"/>
                    </a:cubicBezTo>
                    <a:cubicBezTo>
                      <a:pt x="708" y="567"/>
                      <a:pt x="652" y="595"/>
                      <a:pt x="560" y="595"/>
                    </a:cubicBezTo>
                    <a:cubicBezTo>
                      <a:pt x="355" y="595"/>
                      <a:pt x="149" y="475"/>
                      <a:pt x="93" y="326"/>
                    </a:cubicBezTo>
                    <a:cubicBezTo>
                      <a:pt x="64" y="269"/>
                      <a:pt x="93" y="213"/>
                      <a:pt x="121" y="149"/>
                    </a:cubicBezTo>
                    <a:cubicBezTo>
                      <a:pt x="149" y="93"/>
                      <a:pt x="241" y="64"/>
                      <a:pt x="326" y="64"/>
                    </a:cubicBezTo>
                    <a:close/>
                    <a:moveTo>
                      <a:pt x="326" y="1"/>
                    </a:moveTo>
                    <a:cubicBezTo>
                      <a:pt x="206" y="1"/>
                      <a:pt x="121" y="36"/>
                      <a:pt x="64" y="121"/>
                    </a:cubicBezTo>
                    <a:cubicBezTo>
                      <a:pt x="29" y="177"/>
                      <a:pt x="1" y="269"/>
                      <a:pt x="29" y="326"/>
                    </a:cubicBezTo>
                    <a:cubicBezTo>
                      <a:pt x="121" y="503"/>
                      <a:pt x="326" y="651"/>
                      <a:pt x="560" y="651"/>
                    </a:cubicBezTo>
                    <a:cubicBezTo>
                      <a:pt x="652" y="651"/>
                      <a:pt x="772" y="623"/>
                      <a:pt x="800" y="531"/>
                    </a:cubicBezTo>
                    <a:cubicBezTo>
                      <a:pt x="857" y="475"/>
                      <a:pt x="857" y="418"/>
                      <a:pt x="829" y="326"/>
                    </a:cubicBezTo>
                    <a:cubicBezTo>
                      <a:pt x="772" y="149"/>
                      <a:pt x="531" y="1"/>
                      <a:pt x="3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1"/>
              <p:cNvSpPr/>
              <p:nvPr/>
            </p:nvSpPr>
            <p:spPr>
              <a:xfrm>
                <a:off x="5640493" y="4353650"/>
                <a:ext cx="18488" cy="17481"/>
              </a:xfrm>
              <a:custGeom>
                <a:avLst/>
                <a:gdLst/>
                <a:ahLst/>
                <a:cxnLst/>
                <a:rect l="l" t="t" r="r" b="b"/>
                <a:pathLst>
                  <a:path w="532" h="503" extrusionOk="0">
                    <a:moveTo>
                      <a:pt x="531" y="1"/>
                    </a:moveTo>
                    <a:cubicBezTo>
                      <a:pt x="383" y="85"/>
                      <a:pt x="178" y="149"/>
                      <a:pt x="1" y="149"/>
                    </a:cubicBezTo>
                    <a:lnTo>
                      <a:pt x="1" y="503"/>
                    </a:lnTo>
                    <a:cubicBezTo>
                      <a:pt x="234" y="411"/>
                      <a:pt x="447" y="234"/>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1"/>
              <p:cNvSpPr/>
              <p:nvPr/>
            </p:nvSpPr>
            <p:spPr>
              <a:xfrm>
                <a:off x="5257971" y="4238828"/>
                <a:ext cx="103041" cy="82224"/>
              </a:xfrm>
              <a:custGeom>
                <a:avLst/>
                <a:gdLst/>
                <a:ahLst/>
                <a:cxnLst/>
                <a:rect l="l" t="t" r="r" b="b"/>
                <a:pathLst>
                  <a:path w="2965" h="2366" extrusionOk="0">
                    <a:moveTo>
                      <a:pt x="1160" y="1"/>
                    </a:moveTo>
                    <a:cubicBezTo>
                      <a:pt x="1132" y="1"/>
                      <a:pt x="1047" y="29"/>
                      <a:pt x="1104" y="57"/>
                    </a:cubicBezTo>
                    <a:cubicBezTo>
                      <a:pt x="1132" y="93"/>
                      <a:pt x="1160" y="121"/>
                      <a:pt x="1224" y="149"/>
                    </a:cubicBezTo>
                    <a:cubicBezTo>
                      <a:pt x="1252" y="149"/>
                      <a:pt x="1281" y="178"/>
                      <a:pt x="1309" y="206"/>
                    </a:cubicBezTo>
                    <a:cubicBezTo>
                      <a:pt x="1401" y="298"/>
                      <a:pt x="1486" y="355"/>
                      <a:pt x="1549" y="447"/>
                    </a:cubicBezTo>
                    <a:cubicBezTo>
                      <a:pt x="1634" y="560"/>
                      <a:pt x="1663" y="708"/>
                      <a:pt x="1726" y="829"/>
                    </a:cubicBezTo>
                    <a:cubicBezTo>
                      <a:pt x="1755" y="1034"/>
                      <a:pt x="1726" y="1295"/>
                      <a:pt x="1457" y="1295"/>
                    </a:cubicBezTo>
                    <a:cubicBezTo>
                      <a:pt x="1443" y="1298"/>
                      <a:pt x="1429" y="1299"/>
                      <a:pt x="1415" y="1299"/>
                    </a:cubicBezTo>
                    <a:cubicBezTo>
                      <a:pt x="1192" y="1299"/>
                      <a:pt x="944" y="1051"/>
                      <a:pt x="778" y="885"/>
                    </a:cubicBezTo>
                    <a:cubicBezTo>
                      <a:pt x="665" y="765"/>
                      <a:pt x="517" y="588"/>
                      <a:pt x="340" y="503"/>
                    </a:cubicBezTo>
                    <a:cubicBezTo>
                      <a:pt x="317" y="496"/>
                      <a:pt x="294" y="492"/>
                      <a:pt x="272" y="492"/>
                    </a:cubicBezTo>
                    <a:cubicBezTo>
                      <a:pt x="122" y="492"/>
                      <a:pt x="1" y="646"/>
                      <a:pt x="99" y="800"/>
                    </a:cubicBezTo>
                    <a:cubicBezTo>
                      <a:pt x="163" y="857"/>
                      <a:pt x="219" y="913"/>
                      <a:pt x="276" y="1005"/>
                    </a:cubicBezTo>
                    <a:cubicBezTo>
                      <a:pt x="311" y="1034"/>
                      <a:pt x="340" y="1119"/>
                      <a:pt x="368" y="1182"/>
                    </a:cubicBezTo>
                    <a:cubicBezTo>
                      <a:pt x="488" y="1416"/>
                      <a:pt x="630" y="1649"/>
                      <a:pt x="807" y="1861"/>
                    </a:cubicBezTo>
                    <a:cubicBezTo>
                      <a:pt x="1132" y="2215"/>
                      <a:pt x="1514" y="2272"/>
                      <a:pt x="1960" y="2357"/>
                    </a:cubicBezTo>
                    <a:cubicBezTo>
                      <a:pt x="2011" y="2363"/>
                      <a:pt x="2061" y="2366"/>
                      <a:pt x="2110" y="2366"/>
                    </a:cubicBezTo>
                    <a:cubicBezTo>
                      <a:pt x="2345" y="2366"/>
                      <a:pt x="2554" y="2293"/>
                      <a:pt x="2724" y="2123"/>
                    </a:cubicBezTo>
                    <a:cubicBezTo>
                      <a:pt x="2752" y="2123"/>
                      <a:pt x="2752" y="2095"/>
                      <a:pt x="2787" y="2095"/>
                    </a:cubicBezTo>
                    <a:cubicBezTo>
                      <a:pt x="2844" y="2038"/>
                      <a:pt x="2901" y="1975"/>
                      <a:pt x="2929" y="1890"/>
                    </a:cubicBezTo>
                    <a:cubicBezTo>
                      <a:pt x="2964" y="1798"/>
                      <a:pt x="2964" y="1685"/>
                      <a:pt x="2964" y="1593"/>
                    </a:cubicBezTo>
                    <a:cubicBezTo>
                      <a:pt x="2964" y="1387"/>
                      <a:pt x="2929" y="1182"/>
                      <a:pt x="2872" y="1005"/>
                    </a:cubicBezTo>
                    <a:cubicBezTo>
                      <a:pt x="2844" y="913"/>
                      <a:pt x="2787" y="829"/>
                      <a:pt x="2724" y="737"/>
                    </a:cubicBezTo>
                    <a:cubicBezTo>
                      <a:pt x="2695" y="652"/>
                      <a:pt x="2639" y="560"/>
                      <a:pt x="2547" y="503"/>
                    </a:cubicBezTo>
                    <a:cubicBezTo>
                      <a:pt x="2462" y="411"/>
                      <a:pt x="2370" y="355"/>
                      <a:pt x="2257" y="270"/>
                    </a:cubicBezTo>
                    <a:cubicBezTo>
                      <a:pt x="2193" y="234"/>
                      <a:pt x="2165" y="206"/>
                      <a:pt x="2108" y="178"/>
                    </a:cubicBezTo>
                    <a:cubicBezTo>
                      <a:pt x="2045" y="149"/>
                      <a:pt x="1988" y="121"/>
                      <a:pt x="1931" y="93"/>
                    </a:cubicBezTo>
                    <a:cubicBezTo>
                      <a:pt x="1811" y="57"/>
                      <a:pt x="1663" y="29"/>
                      <a:pt x="1514" y="29"/>
                    </a:cubicBezTo>
                    <a:cubicBezTo>
                      <a:pt x="1401" y="1"/>
                      <a:pt x="1281" y="1"/>
                      <a:pt x="1160"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1"/>
              <p:cNvSpPr/>
              <p:nvPr/>
            </p:nvSpPr>
            <p:spPr>
              <a:xfrm>
                <a:off x="5244174" y="4208662"/>
                <a:ext cx="8167" cy="23076"/>
              </a:xfrm>
              <a:custGeom>
                <a:avLst/>
                <a:gdLst/>
                <a:ahLst/>
                <a:cxnLst/>
                <a:rect l="l" t="t" r="r" b="b"/>
                <a:pathLst>
                  <a:path w="235" h="664" extrusionOk="0">
                    <a:moveTo>
                      <a:pt x="152" y="0"/>
                    </a:moveTo>
                    <a:cubicBezTo>
                      <a:pt x="146" y="0"/>
                      <a:pt x="142" y="3"/>
                      <a:pt x="142" y="13"/>
                    </a:cubicBezTo>
                    <a:cubicBezTo>
                      <a:pt x="114" y="13"/>
                      <a:pt x="114" y="13"/>
                      <a:pt x="114" y="41"/>
                    </a:cubicBezTo>
                    <a:cubicBezTo>
                      <a:pt x="178" y="218"/>
                      <a:pt x="114" y="459"/>
                      <a:pt x="1" y="635"/>
                    </a:cubicBezTo>
                    <a:lnTo>
                      <a:pt x="1" y="664"/>
                    </a:lnTo>
                    <a:lnTo>
                      <a:pt x="58" y="664"/>
                    </a:lnTo>
                    <a:cubicBezTo>
                      <a:pt x="178" y="487"/>
                      <a:pt x="234" y="253"/>
                      <a:pt x="178" y="13"/>
                    </a:cubicBezTo>
                    <a:cubicBezTo>
                      <a:pt x="178" y="13"/>
                      <a:pt x="162"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1"/>
              <p:cNvSpPr/>
              <p:nvPr/>
            </p:nvSpPr>
            <p:spPr>
              <a:xfrm>
                <a:off x="5234860" y="4234657"/>
                <a:ext cx="7159" cy="5213"/>
              </a:xfrm>
              <a:custGeom>
                <a:avLst/>
                <a:gdLst/>
                <a:ahLst/>
                <a:cxnLst/>
                <a:rect l="l" t="t" r="r" b="b"/>
                <a:pathLst>
                  <a:path w="206" h="150" extrusionOk="0">
                    <a:moveTo>
                      <a:pt x="149" y="1"/>
                    </a:moveTo>
                    <a:cubicBezTo>
                      <a:pt x="120" y="64"/>
                      <a:pt x="92" y="64"/>
                      <a:pt x="28" y="93"/>
                    </a:cubicBezTo>
                    <a:lnTo>
                      <a:pt x="0" y="121"/>
                    </a:lnTo>
                    <a:lnTo>
                      <a:pt x="28" y="149"/>
                    </a:lnTo>
                    <a:lnTo>
                      <a:pt x="57" y="149"/>
                    </a:lnTo>
                    <a:cubicBezTo>
                      <a:pt x="120" y="121"/>
                      <a:pt x="149" y="93"/>
                      <a:pt x="177" y="64"/>
                    </a:cubicBezTo>
                    <a:cubicBezTo>
                      <a:pt x="205" y="36"/>
                      <a:pt x="205" y="36"/>
                      <a:pt x="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1"/>
              <p:cNvSpPr/>
              <p:nvPr/>
            </p:nvSpPr>
            <p:spPr>
              <a:xfrm>
                <a:off x="5389475" y="4458152"/>
                <a:ext cx="8410" cy="8132"/>
              </a:xfrm>
              <a:custGeom>
                <a:avLst/>
                <a:gdLst/>
                <a:ahLst/>
                <a:cxnLst/>
                <a:rect l="l" t="t" r="r" b="b"/>
                <a:pathLst>
                  <a:path w="242" h="234" extrusionOk="0">
                    <a:moveTo>
                      <a:pt x="1" y="0"/>
                    </a:moveTo>
                    <a:cubicBezTo>
                      <a:pt x="1" y="57"/>
                      <a:pt x="1" y="113"/>
                      <a:pt x="65" y="177"/>
                    </a:cubicBezTo>
                    <a:cubicBezTo>
                      <a:pt x="93" y="205"/>
                      <a:pt x="149" y="234"/>
                      <a:pt x="178" y="234"/>
                    </a:cubicBezTo>
                    <a:lnTo>
                      <a:pt x="206" y="234"/>
                    </a:lnTo>
                    <a:cubicBezTo>
                      <a:pt x="206" y="234"/>
                      <a:pt x="241" y="234"/>
                      <a:pt x="241" y="205"/>
                    </a:cubicBezTo>
                    <a:cubicBezTo>
                      <a:pt x="241" y="177"/>
                      <a:pt x="206" y="177"/>
                      <a:pt x="206" y="177"/>
                    </a:cubicBezTo>
                    <a:cubicBezTo>
                      <a:pt x="149" y="177"/>
                      <a:pt x="121" y="177"/>
                      <a:pt x="93" y="149"/>
                    </a:cubicBezTo>
                    <a:cubicBezTo>
                      <a:pt x="65" y="85"/>
                      <a:pt x="65" y="57"/>
                      <a:pt x="65" y="28"/>
                    </a:cubicBezTo>
                    <a:cubicBezTo>
                      <a:pt x="65" y="0"/>
                      <a:pt x="65"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1"/>
              <p:cNvSpPr/>
              <p:nvPr/>
            </p:nvSpPr>
            <p:spPr>
              <a:xfrm>
                <a:off x="5690676" y="4886583"/>
                <a:ext cx="37880" cy="34544"/>
              </a:xfrm>
              <a:custGeom>
                <a:avLst/>
                <a:gdLst/>
                <a:ahLst/>
                <a:cxnLst/>
                <a:rect l="l" t="t" r="r" b="b"/>
                <a:pathLst>
                  <a:path w="1090" h="994" extrusionOk="0">
                    <a:moveTo>
                      <a:pt x="513" y="0"/>
                    </a:moveTo>
                    <a:cubicBezTo>
                      <a:pt x="485" y="0"/>
                      <a:pt x="454" y="9"/>
                      <a:pt x="417" y="24"/>
                    </a:cubicBezTo>
                    <a:cubicBezTo>
                      <a:pt x="241" y="81"/>
                      <a:pt x="92" y="229"/>
                      <a:pt x="0" y="406"/>
                    </a:cubicBezTo>
                    <a:cubicBezTo>
                      <a:pt x="0" y="434"/>
                      <a:pt x="0" y="491"/>
                      <a:pt x="28" y="491"/>
                    </a:cubicBezTo>
                    <a:cubicBezTo>
                      <a:pt x="64" y="491"/>
                      <a:pt x="92" y="491"/>
                      <a:pt x="120" y="463"/>
                    </a:cubicBezTo>
                    <a:cubicBezTo>
                      <a:pt x="177" y="314"/>
                      <a:pt x="297" y="201"/>
                      <a:pt x="474" y="137"/>
                    </a:cubicBezTo>
                    <a:cubicBezTo>
                      <a:pt x="488" y="123"/>
                      <a:pt x="502" y="116"/>
                      <a:pt x="513" y="116"/>
                    </a:cubicBezTo>
                    <a:cubicBezTo>
                      <a:pt x="524" y="116"/>
                      <a:pt x="531" y="123"/>
                      <a:pt x="531" y="137"/>
                    </a:cubicBezTo>
                    <a:cubicBezTo>
                      <a:pt x="531" y="137"/>
                      <a:pt x="531" y="166"/>
                      <a:pt x="474" y="229"/>
                    </a:cubicBezTo>
                    <a:cubicBezTo>
                      <a:pt x="417" y="342"/>
                      <a:pt x="354" y="463"/>
                      <a:pt x="325" y="583"/>
                    </a:cubicBezTo>
                    <a:cubicBezTo>
                      <a:pt x="325" y="611"/>
                      <a:pt x="297" y="696"/>
                      <a:pt x="354" y="760"/>
                    </a:cubicBezTo>
                    <a:cubicBezTo>
                      <a:pt x="391" y="793"/>
                      <a:pt x="436" y="807"/>
                      <a:pt x="478" y="807"/>
                    </a:cubicBezTo>
                    <a:cubicBezTo>
                      <a:pt x="507" y="807"/>
                      <a:pt x="535" y="800"/>
                      <a:pt x="559" y="788"/>
                    </a:cubicBezTo>
                    <a:cubicBezTo>
                      <a:pt x="594" y="760"/>
                      <a:pt x="623" y="731"/>
                      <a:pt x="651" y="696"/>
                    </a:cubicBezTo>
                    <a:lnTo>
                      <a:pt x="679" y="668"/>
                    </a:lnTo>
                    <a:cubicBezTo>
                      <a:pt x="735" y="583"/>
                      <a:pt x="855" y="520"/>
                      <a:pt x="946" y="491"/>
                    </a:cubicBezTo>
                    <a:lnTo>
                      <a:pt x="946" y="491"/>
                    </a:lnTo>
                    <a:cubicBezTo>
                      <a:pt x="944" y="507"/>
                      <a:pt x="935" y="519"/>
                      <a:pt x="913" y="519"/>
                    </a:cubicBezTo>
                    <a:cubicBezTo>
                      <a:pt x="828" y="640"/>
                      <a:pt x="799" y="788"/>
                      <a:pt x="799" y="937"/>
                    </a:cubicBezTo>
                    <a:cubicBezTo>
                      <a:pt x="799" y="965"/>
                      <a:pt x="828" y="993"/>
                      <a:pt x="856" y="993"/>
                    </a:cubicBezTo>
                    <a:cubicBezTo>
                      <a:pt x="913" y="993"/>
                      <a:pt x="913" y="965"/>
                      <a:pt x="913" y="937"/>
                    </a:cubicBezTo>
                    <a:cubicBezTo>
                      <a:pt x="913" y="816"/>
                      <a:pt x="948" y="696"/>
                      <a:pt x="1005" y="611"/>
                    </a:cubicBezTo>
                    <a:cubicBezTo>
                      <a:pt x="1033" y="583"/>
                      <a:pt x="1089" y="491"/>
                      <a:pt x="1061" y="434"/>
                    </a:cubicBezTo>
                    <a:cubicBezTo>
                      <a:pt x="1061" y="406"/>
                      <a:pt x="1033" y="378"/>
                      <a:pt x="1005" y="342"/>
                    </a:cubicBezTo>
                    <a:cubicBezTo>
                      <a:pt x="948" y="342"/>
                      <a:pt x="913" y="378"/>
                      <a:pt x="884" y="378"/>
                    </a:cubicBezTo>
                    <a:cubicBezTo>
                      <a:pt x="771" y="434"/>
                      <a:pt x="679" y="491"/>
                      <a:pt x="594" y="611"/>
                    </a:cubicBezTo>
                    <a:lnTo>
                      <a:pt x="559" y="611"/>
                    </a:lnTo>
                    <a:cubicBezTo>
                      <a:pt x="559" y="640"/>
                      <a:pt x="531" y="668"/>
                      <a:pt x="502" y="668"/>
                    </a:cubicBezTo>
                    <a:cubicBezTo>
                      <a:pt x="474" y="696"/>
                      <a:pt x="446" y="696"/>
                      <a:pt x="446" y="696"/>
                    </a:cubicBezTo>
                    <a:cubicBezTo>
                      <a:pt x="446" y="668"/>
                      <a:pt x="417" y="668"/>
                      <a:pt x="446" y="611"/>
                    </a:cubicBezTo>
                    <a:cubicBezTo>
                      <a:pt x="474" y="491"/>
                      <a:pt x="502" y="378"/>
                      <a:pt x="594" y="286"/>
                    </a:cubicBezTo>
                    <a:cubicBezTo>
                      <a:pt x="651" y="201"/>
                      <a:pt x="679" y="109"/>
                      <a:pt x="623" y="52"/>
                    </a:cubicBezTo>
                    <a:cubicBezTo>
                      <a:pt x="586" y="16"/>
                      <a:pt x="552" y="0"/>
                      <a:pt x="5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1"/>
              <p:cNvSpPr/>
              <p:nvPr/>
            </p:nvSpPr>
            <p:spPr>
              <a:xfrm>
                <a:off x="5530849" y="4869311"/>
                <a:ext cx="39131" cy="31416"/>
              </a:xfrm>
              <a:custGeom>
                <a:avLst/>
                <a:gdLst/>
                <a:ahLst/>
                <a:cxnLst/>
                <a:rect l="l" t="t" r="r" b="b"/>
                <a:pathLst>
                  <a:path w="1126" h="904" extrusionOk="0">
                    <a:moveTo>
                      <a:pt x="818" y="0"/>
                    </a:moveTo>
                    <a:cubicBezTo>
                      <a:pt x="783" y="0"/>
                      <a:pt x="746" y="7"/>
                      <a:pt x="708" y="19"/>
                    </a:cubicBezTo>
                    <a:cubicBezTo>
                      <a:pt x="652" y="47"/>
                      <a:pt x="595" y="104"/>
                      <a:pt x="595" y="167"/>
                    </a:cubicBezTo>
                    <a:cubicBezTo>
                      <a:pt x="595" y="196"/>
                      <a:pt x="623" y="224"/>
                      <a:pt x="623" y="252"/>
                    </a:cubicBezTo>
                    <a:lnTo>
                      <a:pt x="623" y="309"/>
                    </a:lnTo>
                    <a:cubicBezTo>
                      <a:pt x="652" y="344"/>
                      <a:pt x="623" y="401"/>
                      <a:pt x="595" y="429"/>
                    </a:cubicBezTo>
                    <a:cubicBezTo>
                      <a:pt x="560" y="429"/>
                      <a:pt x="531" y="429"/>
                      <a:pt x="503" y="401"/>
                    </a:cubicBezTo>
                    <a:cubicBezTo>
                      <a:pt x="475" y="401"/>
                      <a:pt x="475" y="372"/>
                      <a:pt x="475" y="309"/>
                    </a:cubicBezTo>
                    <a:cubicBezTo>
                      <a:pt x="475" y="281"/>
                      <a:pt x="475" y="224"/>
                      <a:pt x="418" y="167"/>
                    </a:cubicBezTo>
                    <a:cubicBezTo>
                      <a:pt x="383" y="132"/>
                      <a:pt x="326" y="104"/>
                      <a:pt x="270" y="104"/>
                    </a:cubicBezTo>
                    <a:cubicBezTo>
                      <a:pt x="206" y="132"/>
                      <a:pt x="121" y="167"/>
                      <a:pt x="93" y="252"/>
                    </a:cubicBezTo>
                    <a:cubicBezTo>
                      <a:pt x="64" y="344"/>
                      <a:pt x="64" y="429"/>
                      <a:pt x="64" y="521"/>
                    </a:cubicBezTo>
                    <a:lnTo>
                      <a:pt x="93" y="578"/>
                    </a:lnTo>
                    <a:cubicBezTo>
                      <a:pt x="93" y="663"/>
                      <a:pt x="64" y="754"/>
                      <a:pt x="29" y="783"/>
                    </a:cubicBezTo>
                    <a:cubicBezTo>
                      <a:pt x="1" y="811"/>
                      <a:pt x="1" y="839"/>
                      <a:pt x="29" y="875"/>
                    </a:cubicBezTo>
                    <a:cubicBezTo>
                      <a:pt x="29" y="903"/>
                      <a:pt x="64" y="903"/>
                      <a:pt x="64" y="903"/>
                    </a:cubicBezTo>
                    <a:cubicBezTo>
                      <a:pt x="93" y="903"/>
                      <a:pt x="93" y="903"/>
                      <a:pt x="121" y="875"/>
                    </a:cubicBezTo>
                    <a:cubicBezTo>
                      <a:pt x="178" y="811"/>
                      <a:pt x="206" y="698"/>
                      <a:pt x="206" y="549"/>
                    </a:cubicBezTo>
                    <a:lnTo>
                      <a:pt x="178" y="521"/>
                    </a:lnTo>
                    <a:cubicBezTo>
                      <a:pt x="178" y="429"/>
                      <a:pt x="178" y="372"/>
                      <a:pt x="206" y="281"/>
                    </a:cubicBezTo>
                    <a:cubicBezTo>
                      <a:pt x="206" y="252"/>
                      <a:pt x="241" y="224"/>
                      <a:pt x="298" y="224"/>
                    </a:cubicBezTo>
                    <a:cubicBezTo>
                      <a:pt x="326" y="224"/>
                      <a:pt x="326" y="224"/>
                      <a:pt x="326" y="252"/>
                    </a:cubicBezTo>
                    <a:cubicBezTo>
                      <a:pt x="354" y="252"/>
                      <a:pt x="354" y="281"/>
                      <a:pt x="354" y="344"/>
                    </a:cubicBezTo>
                    <a:cubicBezTo>
                      <a:pt x="354" y="372"/>
                      <a:pt x="383" y="429"/>
                      <a:pt x="418" y="486"/>
                    </a:cubicBezTo>
                    <a:cubicBezTo>
                      <a:pt x="453" y="526"/>
                      <a:pt x="514" y="552"/>
                      <a:pt x="575" y="552"/>
                    </a:cubicBezTo>
                    <a:cubicBezTo>
                      <a:pt x="611" y="552"/>
                      <a:pt x="648" y="542"/>
                      <a:pt x="680" y="521"/>
                    </a:cubicBezTo>
                    <a:cubicBezTo>
                      <a:pt x="736" y="457"/>
                      <a:pt x="772" y="372"/>
                      <a:pt x="736" y="281"/>
                    </a:cubicBezTo>
                    <a:lnTo>
                      <a:pt x="736" y="224"/>
                    </a:lnTo>
                    <a:cubicBezTo>
                      <a:pt x="708" y="196"/>
                      <a:pt x="708" y="196"/>
                      <a:pt x="708" y="167"/>
                    </a:cubicBezTo>
                    <a:cubicBezTo>
                      <a:pt x="708" y="132"/>
                      <a:pt x="736" y="132"/>
                      <a:pt x="772" y="104"/>
                    </a:cubicBezTo>
                    <a:cubicBezTo>
                      <a:pt x="800" y="104"/>
                      <a:pt x="857" y="104"/>
                      <a:pt x="885" y="132"/>
                    </a:cubicBezTo>
                    <a:cubicBezTo>
                      <a:pt x="949" y="196"/>
                      <a:pt x="977" y="281"/>
                      <a:pt x="977" y="401"/>
                    </a:cubicBezTo>
                    <a:cubicBezTo>
                      <a:pt x="997" y="421"/>
                      <a:pt x="1017" y="441"/>
                      <a:pt x="1037" y="441"/>
                    </a:cubicBezTo>
                    <a:cubicBezTo>
                      <a:pt x="1045" y="441"/>
                      <a:pt x="1054" y="437"/>
                      <a:pt x="1062" y="429"/>
                    </a:cubicBezTo>
                    <a:cubicBezTo>
                      <a:pt x="1090" y="429"/>
                      <a:pt x="1125" y="401"/>
                      <a:pt x="1090" y="372"/>
                    </a:cubicBezTo>
                    <a:cubicBezTo>
                      <a:pt x="1090" y="281"/>
                      <a:pt x="1062" y="132"/>
                      <a:pt x="949" y="47"/>
                    </a:cubicBezTo>
                    <a:cubicBezTo>
                      <a:pt x="911" y="14"/>
                      <a:pt x="867" y="0"/>
                      <a:pt x="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1"/>
              <p:cNvSpPr/>
              <p:nvPr/>
            </p:nvSpPr>
            <p:spPr>
              <a:xfrm>
                <a:off x="5816794" y="4543192"/>
                <a:ext cx="36907" cy="18488"/>
              </a:xfrm>
              <a:custGeom>
                <a:avLst/>
                <a:gdLst/>
                <a:ahLst/>
                <a:cxnLst/>
                <a:rect l="l" t="t" r="r" b="b"/>
                <a:pathLst>
                  <a:path w="1062" h="532" extrusionOk="0">
                    <a:moveTo>
                      <a:pt x="998" y="1"/>
                    </a:moveTo>
                    <a:cubicBezTo>
                      <a:pt x="969" y="29"/>
                      <a:pt x="913" y="58"/>
                      <a:pt x="884" y="86"/>
                    </a:cubicBezTo>
                    <a:cubicBezTo>
                      <a:pt x="821" y="114"/>
                      <a:pt x="764" y="142"/>
                      <a:pt x="708" y="142"/>
                    </a:cubicBezTo>
                    <a:cubicBezTo>
                      <a:pt x="531" y="206"/>
                      <a:pt x="354" y="263"/>
                      <a:pt x="205" y="291"/>
                    </a:cubicBezTo>
                    <a:cubicBezTo>
                      <a:pt x="113" y="319"/>
                      <a:pt x="57" y="355"/>
                      <a:pt x="0" y="383"/>
                    </a:cubicBezTo>
                    <a:cubicBezTo>
                      <a:pt x="79" y="363"/>
                      <a:pt x="176" y="340"/>
                      <a:pt x="259" y="340"/>
                    </a:cubicBezTo>
                    <a:cubicBezTo>
                      <a:pt x="294" y="340"/>
                      <a:pt x="326" y="344"/>
                      <a:pt x="354" y="355"/>
                    </a:cubicBezTo>
                    <a:cubicBezTo>
                      <a:pt x="410" y="383"/>
                      <a:pt x="439" y="383"/>
                      <a:pt x="467" y="411"/>
                    </a:cubicBezTo>
                    <a:cubicBezTo>
                      <a:pt x="531" y="411"/>
                      <a:pt x="559" y="411"/>
                      <a:pt x="587" y="383"/>
                    </a:cubicBezTo>
                    <a:cubicBezTo>
                      <a:pt x="616" y="383"/>
                      <a:pt x="616" y="355"/>
                      <a:pt x="644" y="355"/>
                    </a:cubicBezTo>
                    <a:cubicBezTo>
                      <a:pt x="656" y="343"/>
                      <a:pt x="667" y="339"/>
                      <a:pt x="678" y="339"/>
                    </a:cubicBezTo>
                    <a:cubicBezTo>
                      <a:pt x="701" y="339"/>
                      <a:pt x="726" y="355"/>
                      <a:pt x="764" y="355"/>
                    </a:cubicBezTo>
                    <a:lnTo>
                      <a:pt x="856" y="440"/>
                    </a:lnTo>
                    <a:cubicBezTo>
                      <a:pt x="884" y="496"/>
                      <a:pt x="913" y="496"/>
                      <a:pt x="941" y="532"/>
                    </a:cubicBezTo>
                    <a:cubicBezTo>
                      <a:pt x="1033" y="532"/>
                      <a:pt x="1061" y="411"/>
                      <a:pt x="1061" y="411"/>
                    </a:cubicBezTo>
                    <a:cubicBezTo>
                      <a:pt x="1061" y="383"/>
                      <a:pt x="1033" y="142"/>
                      <a:pt x="1033" y="114"/>
                    </a:cubicBezTo>
                    <a:cubicBezTo>
                      <a:pt x="998" y="58"/>
                      <a:pt x="998" y="58"/>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1"/>
              <p:cNvSpPr/>
              <p:nvPr/>
            </p:nvSpPr>
            <p:spPr>
              <a:xfrm>
                <a:off x="5920287" y="4713619"/>
                <a:ext cx="32737" cy="50183"/>
              </a:xfrm>
              <a:custGeom>
                <a:avLst/>
                <a:gdLst/>
                <a:ahLst/>
                <a:cxnLst/>
                <a:rect l="l" t="t" r="r" b="b"/>
                <a:pathLst>
                  <a:path w="942" h="1444" extrusionOk="0">
                    <a:moveTo>
                      <a:pt x="620" y="1"/>
                    </a:moveTo>
                    <a:cubicBezTo>
                      <a:pt x="529" y="1"/>
                      <a:pt x="436" y="52"/>
                      <a:pt x="382" y="162"/>
                    </a:cubicBezTo>
                    <a:cubicBezTo>
                      <a:pt x="319" y="282"/>
                      <a:pt x="354" y="431"/>
                      <a:pt x="291" y="580"/>
                    </a:cubicBezTo>
                    <a:cubicBezTo>
                      <a:pt x="234" y="664"/>
                      <a:pt x="142" y="721"/>
                      <a:pt x="85" y="813"/>
                    </a:cubicBezTo>
                    <a:cubicBezTo>
                      <a:pt x="0" y="962"/>
                      <a:pt x="0" y="1138"/>
                      <a:pt x="85" y="1287"/>
                    </a:cubicBezTo>
                    <a:cubicBezTo>
                      <a:pt x="148" y="1383"/>
                      <a:pt x="249" y="1443"/>
                      <a:pt x="352" y="1443"/>
                    </a:cubicBezTo>
                    <a:cubicBezTo>
                      <a:pt x="401" y="1443"/>
                      <a:pt x="450" y="1430"/>
                      <a:pt x="496" y="1400"/>
                    </a:cubicBezTo>
                    <a:cubicBezTo>
                      <a:pt x="616" y="1344"/>
                      <a:pt x="708" y="1223"/>
                      <a:pt x="736" y="1110"/>
                    </a:cubicBezTo>
                    <a:cubicBezTo>
                      <a:pt x="821" y="841"/>
                      <a:pt x="941" y="459"/>
                      <a:pt x="849" y="190"/>
                    </a:cubicBezTo>
                    <a:cubicBezTo>
                      <a:pt x="819" y="67"/>
                      <a:pt x="722" y="1"/>
                      <a:pt x="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1"/>
              <p:cNvSpPr/>
              <p:nvPr/>
            </p:nvSpPr>
            <p:spPr>
              <a:xfrm>
                <a:off x="5339327" y="4680847"/>
                <a:ext cx="28810" cy="50461"/>
              </a:xfrm>
              <a:custGeom>
                <a:avLst/>
                <a:gdLst/>
                <a:ahLst/>
                <a:cxnLst/>
                <a:rect l="l" t="t" r="r" b="b"/>
                <a:pathLst>
                  <a:path w="829" h="1452" extrusionOk="0">
                    <a:moveTo>
                      <a:pt x="325" y="1"/>
                    </a:moveTo>
                    <a:cubicBezTo>
                      <a:pt x="294" y="1"/>
                      <a:pt x="263" y="5"/>
                      <a:pt x="234" y="16"/>
                    </a:cubicBezTo>
                    <a:cubicBezTo>
                      <a:pt x="206" y="16"/>
                      <a:pt x="149" y="72"/>
                      <a:pt x="121" y="108"/>
                    </a:cubicBezTo>
                    <a:cubicBezTo>
                      <a:pt x="93" y="164"/>
                      <a:pt x="57" y="221"/>
                      <a:pt x="57" y="285"/>
                    </a:cubicBezTo>
                    <a:cubicBezTo>
                      <a:pt x="1" y="546"/>
                      <a:pt x="93" y="751"/>
                      <a:pt x="121" y="1020"/>
                    </a:cubicBezTo>
                    <a:cubicBezTo>
                      <a:pt x="149" y="1169"/>
                      <a:pt x="178" y="1310"/>
                      <a:pt x="326" y="1402"/>
                    </a:cubicBezTo>
                    <a:cubicBezTo>
                      <a:pt x="374" y="1436"/>
                      <a:pt x="424" y="1452"/>
                      <a:pt x="476" y="1452"/>
                    </a:cubicBezTo>
                    <a:cubicBezTo>
                      <a:pt x="555" y="1452"/>
                      <a:pt x="635" y="1414"/>
                      <a:pt x="708" y="1346"/>
                    </a:cubicBezTo>
                    <a:cubicBezTo>
                      <a:pt x="800" y="1225"/>
                      <a:pt x="828" y="1077"/>
                      <a:pt x="765" y="928"/>
                    </a:cubicBezTo>
                    <a:cubicBezTo>
                      <a:pt x="736" y="843"/>
                      <a:pt x="680" y="751"/>
                      <a:pt x="680" y="667"/>
                    </a:cubicBezTo>
                    <a:cubicBezTo>
                      <a:pt x="680" y="603"/>
                      <a:pt x="736" y="518"/>
                      <a:pt x="736" y="461"/>
                    </a:cubicBezTo>
                    <a:cubicBezTo>
                      <a:pt x="792" y="250"/>
                      <a:pt x="548"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1"/>
              <p:cNvSpPr/>
              <p:nvPr/>
            </p:nvSpPr>
            <p:spPr>
              <a:xfrm>
                <a:off x="5823918" y="4660969"/>
                <a:ext cx="15256" cy="25613"/>
              </a:xfrm>
              <a:custGeom>
                <a:avLst/>
                <a:gdLst/>
                <a:ahLst/>
                <a:cxnLst/>
                <a:rect l="l" t="t" r="r" b="b"/>
                <a:pathLst>
                  <a:path w="439" h="737" extrusionOk="0">
                    <a:moveTo>
                      <a:pt x="411" y="1"/>
                    </a:moveTo>
                    <a:lnTo>
                      <a:pt x="382" y="29"/>
                    </a:lnTo>
                    <a:cubicBezTo>
                      <a:pt x="297" y="291"/>
                      <a:pt x="177" y="503"/>
                      <a:pt x="0" y="680"/>
                    </a:cubicBezTo>
                    <a:lnTo>
                      <a:pt x="0" y="736"/>
                    </a:lnTo>
                    <a:lnTo>
                      <a:pt x="29" y="736"/>
                    </a:lnTo>
                    <a:cubicBezTo>
                      <a:pt x="234" y="531"/>
                      <a:pt x="354" y="291"/>
                      <a:pt x="439" y="57"/>
                    </a:cubicBezTo>
                    <a:cubicBezTo>
                      <a:pt x="439" y="29"/>
                      <a:pt x="439" y="29"/>
                      <a:pt x="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1"/>
              <p:cNvSpPr/>
              <p:nvPr/>
            </p:nvSpPr>
            <p:spPr>
              <a:xfrm>
                <a:off x="5811616" y="4689501"/>
                <a:ext cx="9140" cy="7402"/>
              </a:xfrm>
              <a:custGeom>
                <a:avLst/>
                <a:gdLst/>
                <a:ahLst/>
                <a:cxnLst/>
                <a:rect l="l" t="t" r="r" b="b"/>
                <a:pathLst>
                  <a:path w="263" h="213" extrusionOk="0">
                    <a:moveTo>
                      <a:pt x="206" y="0"/>
                    </a:moveTo>
                    <a:lnTo>
                      <a:pt x="29" y="149"/>
                    </a:lnTo>
                    <a:cubicBezTo>
                      <a:pt x="1" y="149"/>
                      <a:pt x="1" y="177"/>
                      <a:pt x="29" y="177"/>
                    </a:cubicBezTo>
                    <a:lnTo>
                      <a:pt x="29" y="212"/>
                    </a:lnTo>
                    <a:lnTo>
                      <a:pt x="57" y="212"/>
                    </a:lnTo>
                    <a:lnTo>
                      <a:pt x="262" y="36"/>
                    </a:lnTo>
                    <a:lnTo>
                      <a:pt x="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1"/>
              <p:cNvSpPr/>
              <p:nvPr/>
            </p:nvSpPr>
            <p:spPr>
              <a:xfrm>
                <a:off x="5817767" y="4679422"/>
                <a:ext cx="6186" cy="6151"/>
              </a:xfrm>
              <a:custGeom>
                <a:avLst/>
                <a:gdLst/>
                <a:ahLst/>
                <a:cxnLst/>
                <a:rect l="l" t="t" r="r" b="b"/>
                <a:pathLst>
                  <a:path w="178" h="177" extrusionOk="0">
                    <a:moveTo>
                      <a:pt x="121" y="0"/>
                    </a:moveTo>
                    <a:lnTo>
                      <a:pt x="0" y="113"/>
                    </a:lnTo>
                    <a:lnTo>
                      <a:pt x="0" y="149"/>
                    </a:lnTo>
                    <a:cubicBezTo>
                      <a:pt x="0" y="177"/>
                      <a:pt x="29" y="177"/>
                      <a:pt x="29" y="177"/>
                    </a:cubicBezTo>
                    <a:lnTo>
                      <a:pt x="29" y="149"/>
                    </a:lnTo>
                    <a:lnTo>
                      <a:pt x="149" y="57"/>
                    </a:lnTo>
                    <a:cubicBezTo>
                      <a:pt x="177" y="28"/>
                      <a:pt x="177" y="28"/>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1"/>
              <p:cNvSpPr/>
              <p:nvPr/>
            </p:nvSpPr>
            <p:spPr>
              <a:xfrm>
                <a:off x="5822945" y="4538604"/>
                <a:ext cx="20434" cy="8584"/>
              </a:xfrm>
              <a:custGeom>
                <a:avLst/>
                <a:gdLst/>
                <a:ahLst/>
                <a:cxnLst/>
                <a:rect l="l" t="t" r="r" b="b"/>
                <a:pathLst>
                  <a:path w="588" h="247" extrusionOk="0">
                    <a:moveTo>
                      <a:pt x="566" y="0"/>
                    </a:moveTo>
                    <a:cubicBezTo>
                      <a:pt x="562" y="0"/>
                      <a:pt x="559" y="3"/>
                      <a:pt x="559" y="13"/>
                    </a:cubicBezTo>
                    <a:lnTo>
                      <a:pt x="28" y="190"/>
                    </a:lnTo>
                    <a:cubicBezTo>
                      <a:pt x="0" y="190"/>
                      <a:pt x="0" y="218"/>
                      <a:pt x="0" y="246"/>
                    </a:cubicBezTo>
                    <a:lnTo>
                      <a:pt x="57" y="246"/>
                    </a:lnTo>
                    <a:lnTo>
                      <a:pt x="559" y="69"/>
                    </a:lnTo>
                    <a:cubicBezTo>
                      <a:pt x="587" y="41"/>
                      <a:pt x="587" y="41"/>
                      <a:pt x="587" y="13"/>
                    </a:cubicBezTo>
                    <a:cubicBezTo>
                      <a:pt x="587" y="13"/>
                      <a:pt x="575"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1"/>
              <p:cNvSpPr/>
              <p:nvPr/>
            </p:nvSpPr>
            <p:spPr>
              <a:xfrm>
                <a:off x="5824891" y="4475598"/>
                <a:ext cx="10356" cy="24605"/>
              </a:xfrm>
              <a:custGeom>
                <a:avLst/>
                <a:gdLst/>
                <a:ahLst/>
                <a:cxnLst/>
                <a:rect l="l" t="t" r="r" b="b"/>
                <a:pathLst>
                  <a:path w="298" h="708" extrusionOk="0">
                    <a:moveTo>
                      <a:pt x="29" y="0"/>
                    </a:moveTo>
                    <a:cubicBezTo>
                      <a:pt x="29" y="0"/>
                      <a:pt x="1" y="29"/>
                      <a:pt x="29" y="29"/>
                    </a:cubicBezTo>
                    <a:cubicBezTo>
                      <a:pt x="121" y="234"/>
                      <a:pt x="177" y="467"/>
                      <a:pt x="234" y="673"/>
                    </a:cubicBezTo>
                    <a:cubicBezTo>
                      <a:pt x="234" y="708"/>
                      <a:pt x="269" y="708"/>
                      <a:pt x="269" y="708"/>
                    </a:cubicBezTo>
                    <a:cubicBezTo>
                      <a:pt x="298" y="708"/>
                      <a:pt x="298" y="673"/>
                      <a:pt x="298" y="673"/>
                    </a:cubicBezTo>
                    <a:cubicBezTo>
                      <a:pt x="234" y="439"/>
                      <a:pt x="177" y="234"/>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1"/>
              <p:cNvSpPr/>
              <p:nvPr/>
            </p:nvSpPr>
            <p:spPr>
              <a:xfrm>
                <a:off x="5834240" y="4502149"/>
                <a:ext cx="3962" cy="9140"/>
              </a:xfrm>
              <a:custGeom>
                <a:avLst/>
                <a:gdLst/>
                <a:ahLst/>
                <a:cxnLst/>
                <a:rect l="l" t="t" r="r" b="b"/>
                <a:pathLst>
                  <a:path w="114" h="263" extrusionOk="0">
                    <a:moveTo>
                      <a:pt x="29" y="1"/>
                    </a:moveTo>
                    <a:cubicBezTo>
                      <a:pt x="29" y="29"/>
                      <a:pt x="0" y="29"/>
                      <a:pt x="0" y="57"/>
                    </a:cubicBezTo>
                    <a:lnTo>
                      <a:pt x="57" y="262"/>
                    </a:lnTo>
                    <a:lnTo>
                      <a:pt x="85" y="262"/>
                    </a:lnTo>
                    <a:cubicBezTo>
                      <a:pt x="114" y="262"/>
                      <a:pt x="114" y="262"/>
                      <a:pt x="114" y="234"/>
                    </a:cubicBezTo>
                    <a:lnTo>
                      <a:pt x="57" y="29"/>
                    </a:lnTo>
                    <a:cubicBezTo>
                      <a:pt x="57" y="29"/>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1"/>
              <p:cNvSpPr/>
              <p:nvPr/>
            </p:nvSpPr>
            <p:spPr>
              <a:xfrm>
                <a:off x="5692866" y="4348507"/>
                <a:ext cx="2989" cy="22624"/>
              </a:xfrm>
              <a:custGeom>
                <a:avLst/>
                <a:gdLst/>
                <a:ahLst/>
                <a:cxnLst/>
                <a:rect l="l" t="t" r="r" b="b"/>
                <a:pathLst>
                  <a:path w="86" h="651" extrusionOk="0">
                    <a:moveTo>
                      <a:pt x="29" y="0"/>
                    </a:moveTo>
                    <a:cubicBezTo>
                      <a:pt x="1" y="0"/>
                      <a:pt x="1" y="0"/>
                      <a:pt x="1" y="28"/>
                    </a:cubicBezTo>
                    <a:cubicBezTo>
                      <a:pt x="1" y="233"/>
                      <a:pt x="1" y="439"/>
                      <a:pt x="29" y="651"/>
                    </a:cubicBezTo>
                    <a:lnTo>
                      <a:pt x="57" y="651"/>
                    </a:lnTo>
                    <a:cubicBezTo>
                      <a:pt x="86" y="651"/>
                      <a:pt x="86" y="651"/>
                      <a:pt x="86" y="615"/>
                    </a:cubicBezTo>
                    <a:cubicBezTo>
                      <a:pt x="57" y="410"/>
                      <a:pt x="57" y="205"/>
                      <a:pt x="57" y="28"/>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1"/>
              <p:cNvSpPr/>
              <p:nvPr/>
            </p:nvSpPr>
            <p:spPr>
              <a:xfrm>
                <a:off x="5736863" y="4501176"/>
                <a:ext cx="22415" cy="68601"/>
              </a:xfrm>
              <a:custGeom>
                <a:avLst/>
                <a:gdLst/>
                <a:ahLst/>
                <a:cxnLst/>
                <a:rect l="l" t="t" r="r" b="b"/>
                <a:pathLst>
                  <a:path w="645" h="1974" extrusionOk="0">
                    <a:moveTo>
                      <a:pt x="29" y="0"/>
                    </a:moveTo>
                    <a:cubicBezTo>
                      <a:pt x="1" y="0"/>
                      <a:pt x="1" y="29"/>
                      <a:pt x="1" y="57"/>
                    </a:cubicBezTo>
                    <a:lnTo>
                      <a:pt x="326" y="1882"/>
                    </a:lnTo>
                    <a:cubicBezTo>
                      <a:pt x="326" y="1917"/>
                      <a:pt x="326" y="1946"/>
                      <a:pt x="355" y="1974"/>
                    </a:cubicBezTo>
                    <a:lnTo>
                      <a:pt x="616" y="1974"/>
                    </a:lnTo>
                    <a:cubicBezTo>
                      <a:pt x="645" y="1974"/>
                      <a:pt x="645" y="1974"/>
                      <a:pt x="645" y="1946"/>
                    </a:cubicBezTo>
                    <a:cubicBezTo>
                      <a:pt x="645" y="1946"/>
                      <a:pt x="645" y="1917"/>
                      <a:pt x="616" y="1917"/>
                    </a:cubicBezTo>
                    <a:lnTo>
                      <a:pt x="383" y="1917"/>
                    </a:lnTo>
                    <a:lnTo>
                      <a:pt x="383" y="1882"/>
                    </a:lnTo>
                    <a:lnTo>
                      <a:pt x="58" y="29"/>
                    </a:lnTo>
                    <a:cubicBezTo>
                      <a:pt x="58" y="29"/>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1"/>
              <p:cNvSpPr/>
              <p:nvPr/>
            </p:nvSpPr>
            <p:spPr>
              <a:xfrm>
                <a:off x="5570919" y="4504130"/>
                <a:ext cx="16264" cy="10356"/>
              </a:xfrm>
              <a:custGeom>
                <a:avLst/>
                <a:gdLst/>
                <a:ahLst/>
                <a:cxnLst/>
                <a:rect l="l" t="t" r="r" b="b"/>
                <a:pathLst>
                  <a:path w="468" h="298" extrusionOk="0">
                    <a:moveTo>
                      <a:pt x="411" y="0"/>
                    </a:moveTo>
                    <a:cubicBezTo>
                      <a:pt x="291" y="92"/>
                      <a:pt x="149" y="177"/>
                      <a:pt x="1" y="269"/>
                    </a:cubicBezTo>
                    <a:lnTo>
                      <a:pt x="1" y="297"/>
                    </a:lnTo>
                    <a:lnTo>
                      <a:pt x="29" y="297"/>
                    </a:lnTo>
                    <a:cubicBezTo>
                      <a:pt x="178" y="241"/>
                      <a:pt x="326" y="149"/>
                      <a:pt x="468" y="64"/>
                    </a:cubicBezTo>
                    <a:lnTo>
                      <a:pt x="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41"/>
            <p:cNvGrpSpPr/>
            <p:nvPr/>
          </p:nvGrpSpPr>
          <p:grpSpPr>
            <a:xfrm>
              <a:off x="5240433" y="2333504"/>
              <a:ext cx="1470385" cy="1003512"/>
              <a:chOff x="4805595" y="2633670"/>
              <a:chExt cx="513367" cy="350376"/>
            </a:xfrm>
          </p:grpSpPr>
          <p:sp>
            <p:nvSpPr>
              <p:cNvPr id="1008" name="Google Shape;1008;p41"/>
              <p:cNvSpPr/>
              <p:nvPr/>
            </p:nvSpPr>
            <p:spPr>
              <a:xfrm>
                <a:off x="4811819" y="2641767"/>
                <a:ext cx="33953" cy="94457"/>
              </a:xfrm>
              <a:custGeom>
                <a:avLst/>
                <a:gdLst/>
                <a:ahLst/>
                <a:cxnLst/>
                <a:rect l="l" t="t" r="r" b="b"/>
                <a:pathLst>
                  <a:path w="977" h="2718" extrusionOk="0">
                    <a:moveTo>
                      <a:pt x="884" y="1"/>
                    </a:moveTo>
                    <a:cubicBezTo>
                      <a:pt x="594" y="1"/>
                      <a:pt x="325" y="241"/>
                      <a:pt x="325" y="560"/>
                    </a:cubicBezTo>
                    <a:lnTo>
                      <a:pt x="325" y="913"/>
                    </a:lnTo>
                    <a:cubicBezTo>
                      <a:pt x="325" y="1034"/>
                      <a:pt x="297" y="1126"/>
                      <a:pt x="212" y="1210"/>
                    </a:cubicBezTo>
                    <a:lnTo>
                      <a:pt x="0" y="1416"/>
                    </a:lnTo>
                    <a:lnTo>
                      <a:pt x="149" y="1564"/>
                    </a:lnTo>
                    <a:cubicBezTo>
                      <a:pt x="241" y="1656"/>
                      <a:pt x="297" y="1741"/>
                      <a:pt x="297" y="1861"/>
                    </a:cubicBezTo>
                    <a:lnTo>
                      <a:pt x="297" y="2187"/>
                    </a:lnTo>
                    <a:cubicBezTo>
                      <a:pt x="297" y="2477"/>
                      <a:pt x="531" y="2717"/>
                      <a:pt x="856" y="2717"/>
                    </a:cubicBezTo>
                    <a:lnTo>
                      <a:pt x="920" y="2717"/>
                    </a:lnTo>
                    <a:cubicBezTo>
                      <a:pt x="948" y="2717"/>
                      <a:pt x="976" y="2717"/>
                      <a:pt x="976" y="2654"/>
                    </a:cubicBezTo>
                    <a:cubicBezTo>
                      <a:pt x="976" y="2625"/>
                      <a:pt x="948" y="2597"/>
                      <a:pt x="920" y="2597"/>
                    </a:cubicBezTo>
                    <a:lnTo>
                      <a:pt x="856" y="2597"/>
                    </a:lnTo>
                    <a:cubicBezTo>
                      <a:pt x="594" y="2597"/>
                      <a:pt x="417" y="2420"/>
                      <a:pt x="417" y="2187"/>
                    </a:cubicBezTo>
                    <a:lnTo>
                      <a:pt x="417" y="1861"/>
                    </a:lnTo>
                    <a:cubicBezTo>
                      <a:pt x="417" y="1713"/>
                      <a:pt x="354" y="1564"/>
                      <a:pt x="241" y="1479"/>
                    </a:cubicBezTo>
                    <a:lnTo>
                      <a:pt x="177" y="1416"/>
                    </a:lnTo>
                    <a:lnTo>
                      <a:pt x="297" y="1302"/>
                    </a:lnTo>
                    <a:cubicBezTo>
                      <a:pt x="389" y="1210"/>
                      <a:pt x="446" y="1062"/>
                      <a:pt x="446" y="913"/>
                    </a:cubicBezTo>
                    <a:lnTo>
                      <a:pt x="446" y="560"/>
                    </a:lnTo>
                    <a:cubicBezTo>
                      <a:pt x="446" y="298"/>
                      <a:pt x="651" y="121"/>
                      <a:pt x="884" y="121"/>
                    </a:cubicBezTo>
                    <a:cubicBezTo>
                      <a:pt x="920" y="121"/>
                      <a:pt x="948" y="93"/>
                      <a:pt x="948" y="64"/>
                    </a:cubicBezTo>
                    <a:cubicBezTo>
                      <a:pt x="948" y="29"/>
                      <a:pt x="920"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1"/>
              <p:cNvSpPr/>
              <p:nvPr/>
            </p:nvSpPr>
            <p:spPr>
              <a:xfrm>
                <a:off x="4901224" y="2641767"/>
                <a:ext cx="33710" cy="94457"/>
              </a:xfrm>
              <a:custGeom>
                <a:avLst/>
                <a:gdLst/>
                <a:ahLst/>
                <a:cxnLst/>
                <a:rect l="l" t="t" r="r" b="b"/>
                <a:pathLst>
                  <a:path w="970" h="2718" extrusionOk="0">
                    <a:moveTo>
                      <a:pt x="86" y="1"/>
                    </a:moveTo>
                    <a:cubicBezTo>
                      <a:pt x="57" y="1"/>
                      <a:pt x="29" y="29"/>
                      <a:pt x="29" y="64"/>
                    </a:cubicBezTo>
                    <a:cubicBezTo>
                      <a:pt x="29" y="93"/>
                      <a:pt x="57" y="121"/>
                      <a:pt x="86" y="121"/>
                    </a:cubicBezTo>
                    <a:cubicBezTo>
                      <a:pt x="326" y="121"/>
                      <a:pt x="531" y="298"/>
                      <a:pt x="531" y="560"/>
                    </a:cubicBezTo>
                    <a:lnTo>
                      <a:pt x="531" y="913"/>
                    </a:lnTo>
                    <a:cubicBezTo>
                      <a:pt x="531" y="1062"/>
                      <a:pt x="588" y="1210"/>
                      <a:pt x="680" y="1302"/>
                    </a:cubicBezTo>
                    <a:lnTo>
                      <a:pt x="793" y="1416"/>
                    </a:lnTo>
                    <a:lnTo>
                      <a:pt x="736" y="1479"/>
                    </a:lnTo>
                    <a:cubicBezTo>
                      <a:pt x="616" y="1564"/>
                      <a:pt x="559" y="1713"/>
                      <a:pt x="559" y="1861"/>
                    </a:cubicBezTo>
                    <a:lnTo>
                      <a:pt x="559" y="2187"/>
                    </a:lnTo>
                    <a:cubicBezTo>
                      <a:pt x="559" y="2420"/>
                      <a:pt x="383" y="2597"/>
                      <a:pt x="121" y="2597"/>
                    </a:cubicBezTo>
                    <a:lnTo>
                      <a:pt x="57" y="2597"/>
                    </a:lnTo>
                    <a:cubicBezTo>
                      <a:pt x="1" y="2597"/>
                      <a:pt x="1" y="2625"/>
                      <a:pt x="1" y="2654"/>
                    </a:cubicBezTo>
                    <a:cubicBezTo>
                      <a:pt x="1" y="2717"/>
                      <a:pt x="1" y="2717"/>
                      <a:pt x="57" y="2717"/>
                    </a:cubicBezTo>
                    <a:lnTo>
                      <a:pt x="121" y="2717"/>
                    </a:lnTo>
                    <a:cubicBezTo>
                      <a:pt x="439" y="2717"/>
                      <a:pt x="680" y="2477"/>
                      <a:pt x="680" y="2187"/>
                    </a:cubicBezTo>
                    <a:lnTo>
                      <a:pt x="680" y="1861"/>
                    </a:lnTo>
                    <a:cubicBezTo>
                      <a:pt x="680" y="1741"/>
                      <a:pt x="736" y="1656"/>
                      <a:pt x="828" y="1564"/>
                    </a:cubicBezTo>
                    <a:lnTo>
                      <a:pt x="970" y="1416"/>
                    </a:lnTo>
                    <a:lnTo>
                      <a:pt x="765" y="1210"/>
                    </a:lnTo>
                    <a:cubicBezTo>
                      <a:pt x="680" y="1126"/>
                      <a:pt x="651" y="1034"/>
                      <a:pt x="651" y="913"/>
                    </a:cubicBezTo>
                    <a:lnTo>
                      <a:pt x="651" y="560"/>
                    </a:lnTo>
                    <a:cubicBezTo>
                      <a:pt x="651" y="241"/>
                      <a:pt x="383" y="1"/>
                      <a:pt x="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p:cNvSpPr/>
              <p:nvPr/>
            </p:nvSpPr>
            <p:spPr>
              <a:xfrm>
                <a:off x="4840009" y="2703836"/>
                <a:ext cx="12337" cy="23041"/>
              </a:xfrm>
              <a:custGeom>
                <a:avLst/>
                <a:gdLst/>
                <a:ahLst/>
                <a:cxnLst/>
                <a:rect l="l" t="t" r="r" b="b"/>
                <a:pathLst>
                  <a:path w="355" h="663" extrusionOk="0">
                    <a:moveTo>
                      <a:pt x="267" y="0"/>
                    </a:moveTo>
                    <a:cubicBezTo>
                      <a:pt x="248" y="0"/>
                      <a:pt x="234" y="22"/>
                      <a:pt x="234" y="47"/>
                    </a:cubicBezTo>
                    <a:lnTo>
                      <a:pt x="1" y="606"/>
                    </a:lnTo>
                    <a:cubicBezTo>
                      <a:pt x="1" y="634"/>
                      <a:pt x="1" y="662"/>
                      <a:pt x="29" y="662"/>
                    </a:cubicBezTo>
                    <a:lnTo>
                      <a:pt x="57" y="662"/>
                    </a:lnTo>
                    <a:cubicBezTo>
                      <a:pt x="85" y="662"/>
                      <a:pt x="114" y="662"/>
                      <a:pt x="114" y="634"/>
                    </a:cubicBezTo>
                    <a:lnTo>
                      <a:pt x="326" y="75"/>
                    </a:lnTo>
                    <a:cubicBezTo>
                      <a:pt x="354" y="47"/>
                      <a:pt x="326" y="12"/>
                      <a:pt x="291" y="12"/>
                    </a:cubicBezTo>
                    <a:cubicBezTo>
                      <a:pt x="283" y="4"/>
                      <a:pt x="274"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1"/>
              <p:cNvSpPr/>
              <p:nvPr/>
            </p:nvSpPr>
            <p:spPr>
              <a:xfrm>
                <a:off x="5095432" y="2706025"/>
                <a:ext cx="12337" cy="22832"/>
              </a:xfrm>
              <a:custGeom>
                <a:avLst/>
                <a:gdLst/>
                <a:ahLst/>
                <a:cxnLst/>
                <a:rect l="l" t="t" r="r" b="b"/>
                <a:pathLst>
                  <a:path w="355" h="657" extrusionOk="0">
                    <a:moveTo>
                      <a:pt x="274" y="1"/>
                    </a:moveTo>
                    <a:cubicBezTo>
                      <a:pt x="256" y="1"/>
                      <a:pt x="242" y="21"/>
                      <a:pt x="242" y="41"/>
                    </a:cubicBezTo>
                    <a:lnTo>
                      <a:pt x="1" y="571"/>
                    </a:lnTo>
                    <a:cubicBezTo>
                      <a:pt x="1" y="599"/>
                      <a:pt x="36" y="656"/>
                      <a:pt x="65" y="656"/>
                    </a:cubicBezTo>
                    <a:cubicBezTo>
                      <a:pt x="93" y="656"/>
                      <a:pt x="121" y="656"/>
                      <a:pt x="121" y="628"/>
                    </a:cubicBezTo>
                    <a:lnTo>
                      <a:pt x="326" y="69"/>
                    </a:lnTo>
                    <a:cubicBezTo>
                      <a:pt x="355" y="41"/>
                      <a:pt x="326" y="12"/>
                      <a:pt x="298" y="12"/>
                    </a:cubicBezTo>
                    <a:cubicBezTo>
                      <a:pt x="290" y="4"/>
                      <a:pt x="282" y="1"/>
                      <a:pt x="2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1"/>
              <p:cNvSpPr/>
              <p:nvPr/>
            </p:nvSpPr>
            <p:spPr>
              <a:xfrm>
                <a:off x="5173382" y="2706025"/>
                <a:ext cx="12337" cy="22832"/>
              </a:xfrm>
              <a:custGeom>
                <a:avLst/>
                <a:gdLst/>
                <a:ahLst/>
                <a:cxnLst/>
                <a:rect l="l" t="t" r="r" b="b"/>
                <a:pathLst>
                  <a:path w="355" h="657" extrusionOk="0">
                    <a:moveTo>
                      <a:pt x="271" y="1"/>
                    </a:moveTo>
                    <a:cubicBezTo>
                      <a:pt x="249" y="1"/>
                      <a:pt x="226" y="21"/>
                      <a:pt x="206" y="41"/>
                    </a:cubicBezTo>
                    <a:lnTo>
                      <a:pt x="1" y="571"/>
                    </a:lnTo>
                    <a:cubicBezTo>
                      <a:pt x="1" y="599"/>
                      <a:pt x="1" y="656"/>
                      <a:pt x="29" y="656"/>
                    </a:cubicBezTo>
                    <a:lnTo>
                      <a:pt x="57" y="656"/>
                    </a:lnTo>
                    <a:cubicBezTo>
                      <a:pt x="93" y="656"/>
                      <a:pt x="121" y="656"/>
                      <a:pt x="121" y="628"/>
                    </a:cubicBezTo>
                    <a:lnTo>
                      <a:pt x="326" y="69"/>
                    </a:lnTo>
                    <a:cubicBezTo>
                      <a:pt x="354" y="41"/>
                      <a:pt x="326" y="12"/>
                      <a:pt x="298" y="12"/>
                    </a:cubicBezTo>
                    <a:cubicBezTo>
                      <a:pt x="289" y="4"/>
                      <a:pt x="281" y="1"/>
                      <a:pt x="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1"/>
              <p:cNvSpPr/>
              <p:nvPr/>
            </p:nvSpPr>
            <p:spPr>
              <a:xfrm>
                <a:off x="5186658" y="2706025"/>
                <a:ext cx="12337" cy="22832"/>
              </a:xfrm>
              <a:custGeom>
                <a:avLst/>
                <a:gdLst/>
                <a:ahLst/>
                <a:cxnLst/>
                <a:rect l="l" t="t" r="r" b="b"/>
                <a:pathLst>
                  <a:path w="355" h="657" extrusionOk="0">
                    <a:moveTo>
                      <a:pt x="273" y="1"/>
                    </a:moveTo>
                    <a:cubicBezTo>
                      <a:pt x="252" y="1"/>
                      <a:pt x="231" y="21"/>
                      <a:pt x="206" y="41"/>
                    </a:cubicBezTo>
                    <a:lnTo>
                      <a:pt x="1" y="571"/>
                    </a:lnTo>
                    <a:cubicBezTo>
                      <a:pt x="1" y="599"/>
                      <a:pt x="1" y="656"/>
                      <a:pt x="29" y="656"/>
                    </a:cubicBezTo>
                    <a:lnTo>
                      <a:pt x="64" y="656"/>
                    </a:lnTo>
                    <a:cubicBezTo>
                      <a:pt x="93" y="656"/>
                      <a:pt x="121" y="656"/>
                      <a:pt x="121" y="628"/>
                    </a:cubicBezTo>
                    <a:lnTo>
                      <a:pt x="326" y="69"/>
                    </a:lnTo>
                    <a:cubicBezTo>
                      <a:pt x="354" y="41"/>
                      <a:pt x="326" y="12"/>
                      <a:pt x="298" y="12"/>
                    </a:cubicBezTo>
                    <a:cubicBezTo>
                      <a:pt x="289" y="4"/>
                      <a:pt x="281" y="1"/>
                      <a:pt x="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1"/>
              <p:cNvSpPr/>
              <p:nvPr/>
            </p:nvSpPr>
            <p:spPr>
              <a:xfrm>
                <a:off x="4856959" y="2667345"/>
                <a:ext cx="51399" cy="46256"/>
              </a:xfrm>
              <a:custGeom>
                <a:avLst/>
                <a:gdLst/>
                <a:ahLst/>
                <a:cxnLst/>
                <a:rect l="l" t="t" r="r" b="b"/>
                <a:pathLst>
                  <a:path w="1479" h="1331" extrusionOk="0">
                    <a:moveTo>
                      <a:pt x="0" y="0"/>
                    </a:moveTo>
                    <a:lnTo>
                      <a:pt x="0" y="1330"/>
                    </a:lnTo>
                    <a:lnTo>
                      <a:pt x="1479" y="1330"/>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1"/>
              <p:cNvSpPr/>
              <p:nvPr/>
            </p:nvSpPr>
            <p:spPr>
              <a:xfrm>
                <a:off x="4963441" y="2633670"/>
                <a:ext cx="22624" cy="116803"/>
              </a:xfrm>
              <a:custGeom>
                <a:avLst/>
                <a:gdLst/>
                <a:ahLst/>
                <a:cxnLst/>
                <a:rect l="l" t="t" r="r" b="b"/>
                <a:pathLst>
                  <a:path w="651" h="3361" extrusionOk="0">
                    <a:moveTo>
                      <a:pt x="587" y="0"/>
                    </a:moveTo>
                    <a:cubicBezTo>
                      <a:pt x="559" y="0"/>
                      <a:pt x="531" y="0"/>
                      <a:pt x="531" y="29"/>
                    </a:cubicBezTo>
                    <a:cubicBezTo>
                      <a:pt x="0" y="1033"/>
                      <a:pt x="0" y="2299"/>
                      <a:pt x="502" y="3332"/>
                    </a:cubicBezTo>
                    <a:cubicBezTo>
                      <a:pt x="502" y="3361"/>
                      <a:pt x="531" y="3361"/>
                      <a:pt x="559" y="3361"/>
                    </a:cubicBezTo>
                    <a:lnTo>
                      <a:pt x="587" y="3361"/>
                    </a:lnTo>
                    <a:cubicBezTo>
                      <a:pt x="616" y="3332"/>
                      <a:pt x="616" y="3304"/>
                      <a:pt x="616" y="3269"/>
                    </a:cubicBezTo>
                    <a:cubicBezTo>
                      <a:pt x="120" y="2299"/>
                      <a:pt x="120" y="1061"/>
                      <a:pt x="616" y="85"/>
                    </a:cubicBezTo>
                    <a:cubicBezTo>
                      <a:pt x="651" y="57"/>
                      <a:pt x="616" y="29"/>
                      <a:pt x="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1"/>
              <p:cNvSpPr/>
              <p:nvPr/>
            </p:nvSpPr>
            <p:spPr>
              <a:xfrm>
                <a:off x="4989993" y="2675686"/>
                <a:ext cx="103528" cy="32737"/>
              </a:xfrm>
              <a:custGeom>
                <a:avLst/>
                <a:gdLst/>
                <a:ahLst/>
                <a:cxnLst/>
                <a:rect l="l" t="t" r="r" b="b"/>
                <a:pathLst>
                  <a:path w="2979" h="942" extrusionOk="0">
                    <a:moveTo>
                      <a:pt x="0" y="1"/>
                    </a:moveTo>
                    <a:lnTo>
                      <a:pt x="0" y="942"/>
                    </a:lnTo>
                    <a:lnTo>
                      <a:pt x="2978" y="942"/>
                    </a:lnTo>
                    <a:lnTo>
                      <a:pt x="29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1"/>
              <p:cNvSpPr/>
              <p:nvPr/>
            </p:nvSpPr>
            <p:spPr>
              <a:xfrm>
                <a:off x="5122261" y="2675686"/>
                <a:ext cx="48202" cy="32737"/>
              </a:xfrm>
              <a:custGeom>
                <a:avLst/>
                <a:gdLst/>
                <a:ahLst/>
                <a:cxnLst/>
                <a:rect l="l" t="t" r="r" b="b"/>
                <a:pathLst>
                  <a:path w="1387" h="942" extrusionOk="0">
                    <a:moveTo>
                      <a:pt x="0" y="1"/>
                    </a:moveTo>
                    <a:lnTo>
                      <a:pt x="0" y="942"/>
                    </a:lnTo>
                    <a:lnTo>
                      <a:pt x="1387" y="9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1"/>
              <p:cNvSpPr/>
              <p:nvPr/>
            </p:nvSpPr>
            <p:spPr>
              <a:xfrm>
                <a:off x="5001287" y="2696121"/>
                <a:ext cx="75760" cy="4205"/>
              </a:xfrm>
              <a:custGeom>
                <a:avLst/>
                <a:gdLst/>
                <a:ahLst/>
                <a:cxnLst/>
                <a:rect l="l" t="t" r="r" b="b"/>
                <a:pathLst>
                  <a:path w="2180" h="121" extrusionOk="0">
                    <a:moveTo>
                      <a:pt x="57" y="0"/>
                    </a:moveTo>
                    <a:cubicBezTo>
                      <a:pt x="29" y="0"/>
                      <a:pt x="1" y="28"/>
                      <a:pt x="1" y="57"/>
                    </a:cubicBezTo>
                    <a:cubicBezTo>
                      <a:pt x="1" y="92"/>
                      <a:pt x="29" y="120"/>
                      <a:pt x="57" y="120"/>
                    </a:cubicBezTo>
                    <a:lnTo>
                      <a:pt x="2123" y="120"/>
                    </a:lnTo>
                    <a:cubicBezTo>
                      <a:pt x="2151" y="120"/>
                      <a:pt x="2179" y="92"/>
                      <a:pt x="2179" y="57"/>
                    </a:cubicBezTo>
                    <a:cubicBezTo>
                      <a:pt x="2179" y="28"/>
                      <a:pt x="2151" y="0"/>
                      <a:pt x="2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1"/>
              <p:cNvSpPr/>
              <p:nvPr/>
            </p:nvSpPr>
            <p:spPr>
              <a:xfrm>
                <a:off x="4892858" y="2675686"/>
                <a:ext cx="4205" cy="32737"/>
              </a:xfrm>
              <a:custGeom>
                <a:avLst/>
                <a:gdLst/>
                <a:ahLst/>
                <a:cxnLst/>
                <a:rect l="l" t="t" r="r" b="b"/>
                <a:pathLst>
                  <a:path w="121" h="942" extrusionOk="0">
                    <a:moveTo>
                      <a:pt x="64" y="1"/>
                    </a:moveTo>
                    <a:cubicBezTo>
                      <a:pt x="28" y="1"/>
                      <a:pt x="0" y="29"/>
                      <a:pt x="0" y="58"/>
                    </a:cubicBezTo>
                    <a:lnTo>
                      <a:pt x="0" y="885"/>
                    </a:lnTo>
                    <a:cubicBezTo>
                      <a:pt x="0" y="914"/>
                      <a:pt x="28" y="942"/>
                      <a:pt x="64" y="942"/>
                    </a:cubicBezTo>
                    <a:cubicBezTo>
                      <a:pt x="92" y="942"/>
                      <a:pt x="120" y="914"/>
                      <a:pt x="120" y="885"/>
                    </a:cubicBezTo>
                    <a:lnTo>
                      <a:pt x="120" y="58"/>
                    </a:lnTo>
                    <a:cubicBezTo>
                      <a:pt x="120" y="29"/>
                      <a:pt x="92"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1"/>
              <p:cNvSpPr/>
              <p:nvPr/>
            </p:nvSpPr>
            <p:spPr>
              <a:xfrm>
                <a:off x="5180507" y="2670543"/>
                <a:ext cx="34961" cy="27559"/>
              </a:xfrm>
              <a:custGeom>
                <a:avLst/>
                <a:gdLst/>
                <a:ahLst/>
                <a:cxnLst/>
                <a:rect l="l" t="t" r="r" b="b"/>
                <a:pathLst>
                  <a:path w="1006" h="793" extrusionOk="0">
                    <a:moveTo>
                      <a:pt x="121" y="0"/>
                    </a:moveTo>
                    <a:lnTo>
                      <a:pt x="1" y="651"/>
                    </a:lnTo>
                    <a:lnTo>
                      <a:pt x="913" y="793"/>
                    </a:lnTo>
                    <a:lnTo>
                      <a:pt x="1005" y="1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1"/>
              <p:cNvSpPr/>
              <p:nvPr/>
            </p:nvSpPr>
            <p:spPr>
              <a:xfrm>
                <a:off x="4825021" y="2875340"/>
                <a:ext cx="33953" cy="95430"/>
              </a:xfrm>
              <a:custGeom>
                <a:avLst/>
                <a:gdLst/>
                <a:ahLst/>
                <a:cxnLst/>
                <a:rect l="l" t="t" r="r" b="b"/>
                <a:pathLst>
                  <a:path w="977" h="2746" extrusionOk="0">
                    <a:moveTo>
                      <a:pt x="884" y="0"/>
                    </a:moveTo>
                    <a:cubicBezTo>
                      <a:pt x="594" y="0"/>
                      <a:pt x="326" y="241"/>
                      <a:pt x="326" y="559"/>
                    </a:cubicBezTo>
                    <a:lnTo>
                      <a:pt x="326" y="913"/>
                    </a:lnTo>
                    <a:cubicBezTo>
                      <a:pt x="326" y="1033"/>
                      <a:pt x="269" y="1125"/>
                      <a:pt x="212" y="1210"/>
                    </a:cubicBezTo>
                    <a:lnTo>
                      <a:pt x="0" y="1415"/>
                    </a:lnTo>
                    <a:lnTo>
                      <a:pt x="149" y="1564"/>
                    </a:lnTo>
                    <a:cubicBezTo>
                      <a:pt x="241" y="1656"/>
                      <a:pt x="269" y="1741"/>
                      <a:pt x="269" y="1861"/>
                    </a:cubicBezTo>
                    <a:lnTo>
                      <a:pt x="269" y="2186"/>
                    </a:lnTo>
                    <a:cubicBezTo>
                      <a:pt x="269" y="2476"/>
                      <a:pt x="531" y="2745"/>
                      <a:pt x="828" y="2745"/>
                    </a:cubicBezTo>
                    <a:lnTo>
                      <a:pt x="920" y="2745"/>
                    </a:lnTo>
                    <a:cubicBezTo>
                      <a:pt x="948" y="2745"/>
                      <a:pt x="976" y="2717"/>
                      <a:pt x="976" y="2682"/>
                    </a:cubicBezTo>
                    <a:cubicBezTo>
                      <a:pt x="976" y="2625"/>
                      <a:pt x="948" y="2625"/>
                      <a:pt x="920" y="2625"/>
                    </a:cubicBezTo>
                    <a:lnTo>
                      <a:pt x="828" y="2625"/>
                    </a:lnTo>
                    <a:cubicBezTo>
                      <a:pt x="594" y="2625"/>
                      <a:pt x="389" y="2420"/>
                      <a:pt x="389" y="2186"/>
                    </a:cubicBezTo>
                    <a:lnTo>
                      <a:pt x="389" y="1861"/>
                    </a:lnTo>
                    <a:cubicBezTo>
                      <a:pt x="389" y="1712"/>
                      <a:pt x="326" y="1592"/>
                      <a:pt x="241" y="1479"/>
                    </a:cubicBezTo>
                    <a:lnTo>
                      <a:pt x="177" y="1415"/>
                    </a:lnTo>
                    <a:lnTo>
                      <a:pt x="269" y="1302"/>
                    </a:lnTo>
                    <a:cubicBezTo>
                      <a:pt x="389" y="1210"/>
                      <a:pt x="446" y="1062"/>
                      <a:pt x="446" y="913"/>
                    </a:cubicBezTo>
                    <a:lnTo>
                      <a:pt x="446" y="559"/>
                    </a:lnTo>
                    <a:cubicBezTo>
                      <a:pt x="446" y="297"/>
                      <a:pt x="651" y="121"/>
                      <a:pt x="884" y="121"/>
                    </a:cubicBezTo>
                    <a:cubicBezTo>
                      <a:pt x="920" y="121"/>
                      <a:pt x="948" y="92"/>
                      <a:pt x="948" y="64"/>
                    </a:cubicBezTo>
                    <a:cubicBezTo>
                      <a:pt x="948" y="29"/>
                      <a:pt x="920" y="0"/>
                      <a:pt x="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1"/>
              <p:cNvSpPr/>
              <p:nvPr/>
            </p:nvSpPr>
            <p:spPr>
              <a:xfrm>
                <a:off x="4974736" y="2875340"/>
                <a:ext cx="33710" cy="95430"/>
              </a:xfrm>
              <a:custGeom>
                <a:avLst/>
                <a:gdLst/>
                <a:ahLst/>
                <a:cxnLst/>
                <a:rect l="l" t="t" r="r" b="b"/>
                <a:pathLst>
                  <a:path w="970" h="2746" extrusionOk="0">
                    <a:moveTo>
                      <a:pt x="114" y="0"/>
                    </a:moveTo>
                    <a:cubicBezTo>
                      <a:pt x="57" y="0"/>
                      <a:pt x="57" y="29"/>
                      <a:pt x="57" y="64"/>
                    </a:cubicBezTo>
                    <a:cubicBezTo>
                      <a:pt x="57" y="92"/>
                      <a:pt x="57" y="121"/>
                      <a:pt x="114" y="121"/>
                    </a:cubicBezTo>
                    <a:cubicBezTo>
                      <a:pt x="354" y="121"/>
                      <a:pt x="559" y="297"/>
                      <a:pt x="559" y="559"/>
                    </a:cubicBezTo>
                    <a:lnTo>
                      <a:pt x="559" y="913"/>
                    </a:lnTo>
                    <a:cubicBezTo>
                      <a:pt x="559" y="1062"/>
                      <a:pt x="588" y="1210"/>
                      <a:pt x="708" y="1302"/>
                    </a:cubicBezTo>
                    <a:lnTo>
                      <a:pt x="821" y="1415"/>
                    </a:lnTo>
                    <a:lnTo>
                      <a:pt x="765" y="1479"/>
                    </a:lnTo>
                    <a:cubicBezTo>
                      <a:pt x="644" y="1564"/>
                      <a:pt x="588" y="1712"/>
                      <a:pt x="588" y="1861"/>
                    </a:cubicBezTo>
                    <a:lnTo>
                      <a:pt x="588" y="2186"/>
                    </a:lnTo>
                    <a:cubicBezTo>
                      <a:pt x="588" y="2420"/>
                      <a:pt x="382" y="2625"/>
                      <a:pt x="149" y="2625"/>
                    </a:cubicBezTo>
                    <a:lnTo>
                      <a:pt x="57" y="2625"/>
                    </a:lnTo>
                    <a:cubicBezTo>
                      <a:pt x="29" y="2625"/>
                      <a:pt x="0" y="2625"/>
                      <a:pt x="0" y="2682"/>
                    </a:cubicBezTo>
                    <a:cubicBezTo>
                      <a:pt x="0" y="2717"/>
                      <a:pt x="29" y="2745"/>
                      <a:pt x="57" y="2745"/>
                    </a:cubicBezTo>
                    <a:lnTo>
                      <a:pt x="149" y="2745"/>
                    </a:lnTo>
                    <a:cubicBezTo>
                      <a:pt x="467" y="2745"/>
                      <a:pt x="708" y="2476"/>
                      <a:pt x="708" y="2186"/>
                    </a:cubicBezTo>
                    <a:lnTo>
                      <a:pt x="708" y="1861"/>
                    </a:lnTo>
                    <a:cubicBezTo>
                      <a:pt x="708" y="1741"/>
                      <a:pt x="765" y="1656"/>
                      <a:pt x="821" y="1564"/>
                    </a:cubicBezTo>
                    <a:lnTo>
                      <a:pt x="970" y="1415"/>
                    </a:lnTo>
                    <a:lnTo>
                      <a:pt x="793" y="1210"/>
                    </a:lnTo>
                    <a:cubicBezTo>
                      <a:pt x="708" y="1125"/>
                      <a:pt x="680" y="1033"/>
                      <a:pt x="680" y="913"/>
                    </a:cubicBezTo>
                    <a:lnTo>
                      <a:pt x="680" y="559"/>
                    </a:lnTo>
                    <a:cubicBezTo>
                      <a:pt x="680" y="241"/>
                      <a:pt x="411" y="0"/>
                      <a:pt x="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1"/>
              <p:cNvSpPr/>
              <p:nvPr/>
            </p:nvSpPr>
            <p:spPr>
              <a:xfrm>
                <a:off x="4858940" y="2899910"/>
                <a:ext cx="51156" cy="47263"/>
              </a:xfrm>
              <a:custGeom>
                <a:avLst/>
                <a:gdLst/>
                <a:ahLst/>
                <a:cxnLst/>
                <a:rect l="l" t="t" r="r" b="b"/>
                <a:pathLst>
                  <a:path w="1472" h="1360" extrusionOk="0">
                    <a:moveTo>
                      <a:pt x="0" y="1"/>
                    </a:moveTo>
                    <a:lnTo>
                      <a:pt x="0" y="1359"/>
                    </a:lnTo>
                    <a:lnTo>
                      <a:pt x="1472" y="1359"/>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1"/>
              <p:cNvSpPr/>
              <p:nvPr/>
            </p:nvSpPr>
            <p:spPr>
              <a:xfrm>
                <a:off x="5042330" y="2867208"/>
                <a:ext cx="23666" cy="116838"/>
              </a:xfrm>
              <a:custGeom>
                <a:avLst/>
                <a:gdLst/>
                <a:ahLst/>
                <a:cxnLst/>
                <a:rect l="l" t="t" r="r" b="b"/>
                <a:pathLst>
                  <a:path w="681" h="3362" extrusionOk="0">
                    <a:moveTo>
                      <a:pt x="616" y="1"/>
                    </a:moveTo>
                    <a:cubicBezTo>
                      <a:pt x="588" y="1"/>
                      <a:pt x="560" y="1"/>
                      <a:pt x="560" y="29"/>
                    </a:cubicBezTo>
                    <a:cubicBezTo>
                      <a:pt x="29" y="1034"/>
                      <a:pt x="1" y="2300"/>
                      <a:pt x="532" y="3333"/>
                    </a:cubicBezTo>
                    <a:cubicBezTo>
                      <a:pt x="532" y="3361"/>
                      <a:pt x="560" y="3361"/>
                      <a:pt x="588" y="3361"/>
                    </a:cubicBezTo>
                    <a:lnTo>
                      <a:pt x="616" y="3361"/>
                    </a:lnTo>
                    <a:cubicBezTo>
                      <a:pt x="645" y="3333"/>
                      <a:pt x="645" y="3305"/>
                      <a:pt x="645" y="3269"/>
                    </a:cubicBezTo>
                    <a:cubicBezTo>
                      <a:pt x="149" y="2300"/>
                      <a:pt x="149" y="1062"/>
                      <a:pt x="645" y="86"/>
                    </a:cubicBezTo>
                    <a:cubicBezTo>
                      <a:pt x="680" y="58"/>
                      <a:pt x="645" y="29"/>
                      <a:pt x="6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1"/>
              <p:cNvSpPr/>
              <p:nvPr/>
            </p:nvSpPr>
            <p:spPr>
              <a:xfrm>
                <a:off x="5296303" y="2867208"/>
                <a:ext cx="22659" cy="116838"/>
              </a:xfrm>
              <a:custGeom>
                <a:avLst/>
                <a:gdLst/>
                <a:ahLst/>
                <a:cxnLst/>
                <a:rect l="l" t="t" r="r" b="b"/>
                <a:pathLst>
                  <a:path w="652" h="3362" extrusionOk="0">
                    <a:moveTo>
                      <a:pt x="29" y="1"/>
                    </a:moveTo>
                    <a:cubicBezTo>
                      <a:pt x="1" y="29"/>
                      <a:pt x="1" y="58"/>
                      <a:pt x="1" y="86"/>
                    </a:cubicBezTo>
                    <a:cubicBezTo>
                      <a:pt x="531" y="1062"/>
                      <a:pt x="531" y="2300"/>
                      <a:pt x="29" y="3269"/>
                    </a:cubicBezTo>
                    <a:cubicBezTo>
                      <a:pt x="29" y="3305"/>
                      <a:pt x="29" y="3333"/>
                      <a:pt x="57" y="3361"/>
                    </a:cubicBezTo>
                    <a:lnTo>
                      <a:pt x="93" y="3361"/>
                    </a:lnTo>
                    <a:cubicBezTo>
                      <a:pt x="121" y="3361"/>
                      <a:pt x="121" y="3361"/>
                      <a:pt x="149" y="3333"/>
                    </a:cubicBezTo>
                    <a:cubicBezTo>
                      <a:pt x="652" y="2300"/>
                      <a:pt x="652" y="1034"/>
                      <a:pt x="121" y="29"/>
                    </a:cubicBezTo>
                    <a:cubicBezTo>
                      <a:pt x="121" y="1"/>
                      <a:pt x="57"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1"/>
              <p:cNvSpPr/>
              <p:nvPr/>
            </p:nvSpPr>
            <p:spPr>
              <a:xfrm>
                <a:off x="5069889"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1"/>
              <p:cNvSpPr/>
              <p:nvPr/>
            </p:nvSpPr>
            <p:spPr>
              <a:xfrm>
                <a:off x="5245182"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1"/>
              <p:cNvSpPr/>
              <p:nvPr/>
            </p:nvSpPr>
            <p:spPr>
              <a:xfrm>
                <a:off x="5142661" y="2908286"/>
                <a:ext cx="50183" cy="33710"/>
              </a:xfrm>
              <a:custGeom>
                <a:avLst/>
                <a:gdLst/>
                <a:ahLst/>
                <a:cxnLst/>
                <a:rect l="l" t="t" r="r" b="b"/>
                <a:pathLst>
                  <a:path w="1444" h="970" extrusionOk="0">
                    <a:moveTo>
                      <a:pt x="0" y="0"/>
                    </a:moveTo>
                    <a:lnTo>
                      <a:pt x="0" y="970"/>
                    </a:lnTo>
                    <a:lnTo>
                      <a:pt x="1443" y="97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1"/>
              <p:cNvSpPr/>
              <p:nvPr/>
            </p:nvSpPr>
            <p:spPr>
              <a:xfrm>
                <a:off x="5175363" y="2908286"/>
                <a:ext cx="50426" cy="33710"/>
              </a:xfrm>
              <a:custGeom>
                <a:avLst/>
                <a:gdLst/>
                <a:ahLst/>
                <a:cxnLst/>
                <a:rect l="l" t="t" r="r" b="b"/>
                <a:pathLst>
                  <a:path w="1451" h="970" extrusionOk="0">
                    <a:moveTo>
                      <a:pt x="0" y="0"/>
                    </a:moveTo>
                    <a:lnTo>
                      <a:pt x="1450" y="970"/>
                    </a:lnTo>
                    <a:lnTo>
                      <a:pt x="14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1"/>
              <p:cNvSpPr/>
              <p:nvPr/>
            </p:nvSpPr>
            <p:spPr>
              <a:xfrm>
                <a:off x="5081184" y="2929659"/>
                <a:ext cx="31764" cy="4240"/>
              </a:xfrm>
              <a:custGeom>
                <a:avLst/>
                <a:gdLst/>
                <a:ahLst/>
                <a:cxnLst/>
                <a:rect l="l" t="t" r="r" b="b"/>
                <a:pathLst>
                  <a:path w="914" h="122" extrusionOk="0">
                    <a:moveTo>
                      <a:pt x="57" y="1"/>
                    </a:moveTo>
                    <a:cubicBezTo>
                      <a:pt x="29" y="1"/>
                      <a:pt x="1" y="29"/>
                      <a:pt x="1" y="57"/>
                    </a:cubicBezTo>
                    <a:cubicBezTo>
                      <a:pt x="1" y="93"/>
                      <a:pt x="29" y="121"/>
                      <a:pt x="57" y="121"/>
                    </a:cubicBezTo>
                    <a:lnTo>
                      <a:pt x="857" y="121"/>
                    </a:lnTo>
                    <a:cubicBezTo>
                      <a:pt x="885" y="121"/>
                      <a:pt x="913" y="93"/>
                      <a:pt x="913" y="57"/>
                    </a:cubicBezTo>
                    <a:cubicBezTo>
                      <a:pt x="913" y="29"/>
                      <a:pt x="885"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1"/>
              <p:cNvSpPr/>
              <p:nvPr/>
            </p:nvSpPr>
            <p:spPr>
              <a:xfrm>
                <a:off x="5254287" y="2929659"/>
                <a:ext cx="32945" cy="4240"/>
              </a:xfrm>
              <a:custGeom>
                <a:avLst/>
                <a:gdLst/>
                <a:ahLst/>
                <a:cxnLst/>
                <a:rect l="l" t="t" r="r" b="b"/>
                <a:pathLst>
                  <a:path w="948" h="122" extrusionOk="0">
                    <a:moveTo>
                      <a:pt x="64" y="1"/>
                    </a:moveTo>
                    <a:cubicBezTo>
                      <a:pt x="28" y="1"/>
                      <a:pt x="0" y="29"/>
                      <a:pt x="0" y="57"/>
                    </a:cubicBezTo>
                    <a:cubicBezTo>
                      <a:pt x="0" y="93"/>
                      <a:pt x="28" y="121"/>
                      <a:pt x="64" y="121"/>
                    </a:cubicBezTo>
                    <a:lnTo>
                      <a:pt x="884" y="121"/>
                    </a:lnTo>
                    <a:cubicBezTo>
                      <a:pt x="913" y="121"/>
                      <a:pt x="948" y="93"/>
                      <a:pt x="948" y="57"/>
                    </a:cubicBezTo>
                    <a:cubicBezTo>
                      <a:pt x="948" y="29"/>
                      <a:pt x="913"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1"/>
              <p:cNvSpPr/>
              <p:nvPr/>
            </p:nvSpPr>
            <p:spPr>
              <a:xfrm>
                <a:off x="4894840" y="2909259"/>
                <a:ext cx="3962" cy="31764"/>
              </a:xfrm>
              <a:custGeom>
                <a:avLst/>
                <a:gdLst/>
                <a:ahLst/>
                <a:cxnLst/>
                <a:rect l="l" t="t" r="r" b="b"/>
                <a:pathLst>
                  <a:path w="114" h="914" extrusionOk="0">
                    <a:moveTo>
                      <a:pt x="57" y="1"/>
                    </a:moveTo>
                    <a:cubicBezTo>
                      <a:pt x="29" y="1"/>
                      <a:pt x="0" y="1"/>
                      <a:pt x="0" y="57"/>
                    </a:cubicBezTo>
                    <a:lnTo>
                      <a:pt x="0" y="857"/>
                    </a:lnTo>
                    <a:cubicBezTo>
                      <a:pt x="0" y="885"/>
                      <a:pt x="29" y="913"/>
                      <a:pt x="57" y="913"/>
                    </a:cubicBezTo>
                    <a:cubicBezTo>
                      <a:pt x="85" y="913"/>
                      <a:pt x="114" y="885"/>
                      <a:pt x="114" y="857"/>
                    </a:cubicBezTo>
                    <a:lnTo>
                      <a:pt x="114" y="57"/>
                    </a:lnTo>
                    <a:cubicBezTo>
                      <a:pt x="114" y="1"/>
                      <a:pt x="85" y="1"/>
                      <a:pt x="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1"/>
              <p:cNvSpPr/>
              <p:nvPr/>
            </p:nvSpPr>
            <p:spPr>
              <a:xfrm>
                <a:off x="4923337" y="2899910"/>
                <a:ext cx="51434" cy="47263"/>
              </a:xfrm>
              <a:custGeom>
                <a:avLst/>
                <a:gdLst/>
                <a:ahLst/>
                <a:cxnLst/>
                <a:rect l="l" t="t" r="r" b="b"/>
                <a:pathLst>
                  <a:path w="1480" h="1360" extrusionOk="0">
                    <a:moveTo>
                      <a:pt x="1" y="1"/>
                    </a:moveTo>
                    <a:lnTo>
                      <a:pt x="1" y="1359"/>
                    </a:lnTo>
                    <a:lnTo>
                      <a:pt x="1479" y="1359"/>
                    </a:lnTo>
                    <a:lnTo>
                      <a:pt x="1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1"/>
              <p:cNvSpPr/>
              <p:nvPr/>
            </p:nvSpPr>
            <p:spPr>
              <a:xfrm>
                <a:off x="4959236" y="2909259"/>
                <a:ext cx="4240" cy="31764"/>
              </a:xfrm>
              <a:custGeom>
                <a:avLst/>
                <a:gdLst/>
                <a:ahLst/>
                <a:cxnLst/>
                <a:rect l="l" t="t" r="r" b="b"/>
                <a:pathLst>
                  <a:path w="122" h="914" extrusionOk="0">
                    <a:moveTo>
                      <a:pt x="64" y="1"/>
                    </a:moveTo>
                    <a:cubicBezTo>
                      <a:pt x="29" y="1"/>
                      <a:pt x="1" y="1"/>
                      <a:pt x="1" y="57"/>
                    </a:cubicBezTo>
                    <a:lnTo>
                      <a:pt x="1" y="857"/>
                    </a:lnTo>
                    <a:cubicBezTo>
                      <a:pt x="1" y="885"/>
                      <a:pt x="29" y="913"/>
                      <a:pt x="64" y="913"/>
                    </a:cubicBezTo>
                    <a:cubicBezTo>
                      <a:pt x="121" y="913"/>
                      <a:pt x="121" y="885"/>
                      <a:pt x="121" y="857"/>
                    </a:cubicBezTo>
                    <a:lnTo>
                      <a:pt x="121" y="57"/>
                    </a:lnTo>
                    <a:cubicBezTo>
                      <a:pt x="121" y="1"/>
                      <a:pt x="121"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1"/>
              <p:cNvSpPr/>
              <p:nvPr/>
            </p:nvSpPr>
            <p:spPr>
              <a:xfrm>
                <a:off x="4805595" y="2781716"/>
                <a:ext cx="50183" cy="62937"/>
              </a:xfrm>
              <a:custGeom>
                <a:avLst/>
                <a:gdLst/>
                <a:ahLst/>
                <a:cxnLst/>
                <a:rect l="l" t="t" r="r" b="b"/>
                <a:pathLst>
                  <a:path w="1444" h="1811" extrusionOk="0">
                    <a:moveTo>
                      <a:pt x="1387" y="1"/>
                    </a:moveTo>
                    <a:cubicBezTo>
                      <a:pt x="1368" y="1"/>
                      <a:pt x="1349" y="13"/>
                      <a:pt x="1330" y="13"/>
                    </a:cubicBezTo>
                    <a:lnTo>
                      <a:pt x="29" y="1725"/>
                    </a:lnTo>
                    <a:cubicBezTo>
                      <a:pt x="0" y="1725"/>
                      <a:pt x="0" y="1782"/>
                      <a:pt x="29" y="1782"/>
                    </a:cubicBezTo>
                    <a:lnTo>
                      <a:pt x="64" y="1810"/>
                    </a:lnTo>
                    <a:cubicBezTo>
                      <a:pt x="92" y="1810"/>
                      <a:pt x="121" y="1782"/>
                      <a:pt x="121"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1"/>
              <p:cNvSpPr/>
              <p:nvPr/>
            </p:nvSpPr>
            <p:spPr>
              <a:xfrm>
                <a:off x="4841494" y="2781716"/>
                <a:ext cx="50183" cy="62937"/>
              </a:xfrm>
              <a:custGeom>
                <a:avLst/>
                <a:gdLst/>
                <a:ahLst/>
                <a:cxnLst/>
                <a:rect l="l" t="t" r="r" b="b"/>
                <a:pathLst>
                  <a:path w="1444" h="1811" extrusionOk="0">
                    <a:moveTo>
                      <a:pt x="1387" y="1"/>
                    </a:moveTo>
                    <a:cubicBezTo>
                      <a:pt x="1368" y="1"/>
                      <a:pt x="1349" y="13"/>
                      <a:pt x="1330" y="13"/>
                    </a:cubicBezTo>
                    <a:lnTo>
                      <a:pt x="28" y="1725"/>
                    </a:lnTo>
                    <a:cubicBezTo>
                      <a:pt x="0" y="1725"/>
                      <a:pt x="0" y="1782"/>
                      <a:pt x="28" y="1782"/>
                    </a:cubicBezTo>
                    <a:cubicBezTo>
                      <a:pt x="28" y="1810"/>
                      <a:pt x="57" y="1810"/>
                      <a:pt x="57" y="1810"/>
                    </a:cubicBezTo>
                    <a:cubicBezTo>
                      <a:pt x="92" y="1810"/>
                      <a:pt x="92" y="1782"/>
                      <a:pt x="120"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1"/>
              <p:cNvSpPr/>
              <p:nvPr/>
            </p:nvSpPr>
            <p:spPr>
              <a:xfrm>
                <a:off x="4996109" y="2781716"/>
                <a:ext cx="50217" cy="62937"/>
              </a:xfrm>
              <a:custGeom>
                <a:avLst/>
                <a:gdLst/>
                <a:ahLst/>
                <a:cxnLst/>
                <a:rect l="l" t="t" r="r" b="b"/>
                <a:pathLst>
                  <a:path w="1445" h="1811" extrusionOk="0">
                    <a:moveTo>
                      <a:pt x="1388" y="1"/>
                    </a:moveTo>
                    <a:cubicBezTo>
                      <a:pt x="1369" y="1"/>
                      <a:pt x="1350" y="13"/>
                      <a:pt x="1331" y="13"/>
                    </a:cubicBezTo>
                    <a:lnTo>
                      <a:pt x="29" y="1725"/>
                    </a:lnTo>
                    <a:cubicBezTo>
                      <a:pt x="1" y="1725"/>
                      <a:pt x="1" y="1782"/>
                      <a:pt x="29" y="1782"/>
                    </a:cubicBezTo>
                    <a:cubicBezTo>
                      <a:pt x="65" y="1810"/>
                      <a:pt x="65" y="1810"/>
                      <a:pt x="93" y="1810"/>
                    </a:cubicBezTo>
                    <a:lnTo>
                      <a:pt x="121" y="1782"/>
                    </a:lnTo>
                    <a:lnTo>
                      <a:pt x="1444" y="105"/>
                    </a:lnTo>
                    <a:cubicBezTo>
                      <a:pt x="1444" y="70"/>
                      <a:pt x="1444" y="41"/>
                      <a:pt x="1416" y="13"/>
                    </a:cubicBezTo>
                    <a:cubicBezTo>
                      <a:pt x="1406" y="4"/>
                      <a:pt x="1397" y="1"/>
                      <a:pt x="1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1"/>
              <p:cNvSpPr/>
              <p:nvPr/>
            </p:nvSpPr>
            <p:spPr>
              <a:xfrm>
                <a:off x="5032009" y="2781716"/>
                <a:ext cx="50183" cy="62937"/>
              </a:xfrm>
              <a:custGeom>
                <a:avLst/>
                <a:gdLst/>
                <a:ahLst/>
                <a:cxnLst/>
                <a:rect l="l" t="t" r="r" b="b"/>
                <a:pathLst>
                  <a:path w="1444" h="1811" extrusionOk="0">
                    <a:moveTo>
                      <a:pt x="1387" y="1"/>
                    </a:moveTo>
                    <a:cubicBezTo>
                      <a:pt x="1369" y="1"/>
                      <a:pt x="1350" y="13"/>
                      <a:pt x="1331" y="13"/>
                    </a:cubicBezTo>
                    <a:lnTo>
                      <a:pt x="29" y="1725"/>
                    </a:lnTo>
                    <a:cubicBezTo>
                      <a:pt x="1" y="1725"/>
                      <a:pt x="1" y="1782"/>
                      <a:pt x="29" y="1782"/>
                    </a:cubicBezTo>
                    <a:lnTo>
                      <a:pt x="57" y="1810"/>
                    </a:lnTo>
                    <a:cubicBezTo>
                      <a:pt x="93" y="1810"/>
                      <a:pt x="121" y="1782"/>
                      <a:pt x="121" y="1782"/>
                    </a:cubicBezTo>
                    <a:lnTo>
                      <a:pt x="1416" y="105"/>
                    </a:lnTo>
                    <a:cubicBezTo>
                      <a:pt x="1444" y="70"/>
                      <a:pt x="1444" y="41"/>
                      <a:pt x="1416" y="13"/>
                    </a:cubicBezTo>
                    <a:cubicBezTo>
                      <a:pt x="1406" y="4"/>
                      <a:pt x="1397"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1"/>
              <p:cNvSpPr/>
              <p:nvPr/>
            </p:nvSpPr>
            <p:spPr>
              <a:xfrm>
                <a:off x="5070862" y="2818068"/>
                <a:ext cx="36907" cy="4205"/>
              </a:xfrm>
              <a:custGeom>
                <a:avLst/>
                <a:gdLst/>
                <a:ahLst/>
                <a:cxnLst/>
                <a:rect l="l" t="t" r="r" b="b"/>
                <a:pathLst>
                  <a:path w="1062" h="121" extrusionOk="0">
                    <a:moveTo>
                      <a:pt x="64" y="0"/>
                    </a:moveTo>
                    <a:cubicBezTo>
                      <a:pt x="36" y="0"/>
                      <a:pt x="1" y="28"/>
                      <a:pt x="1" y="57"/>
                    </a:cubicBezTo>
                    <a:cubicBezTo>
                      <a:pt x="1" y="85"/>
                      <a:pt x="36" y="120"/>
                      <a:pt x="64" y="120"/>
                    </a:cubicBezTo>
                    <a:lnTo>
                      <a:pt x="1005" y="120"/>
                    </a:lnTo>
                    <a:cubicBezTo>
                      <a:pt x="1033" y="120"/>
                      <a:pt x="1062" y="85"/>
                      <a:pt x="1062" y="57"/>
                    </a:cubicBezTo>
                    <a:cubicBezTo>
                      <a:pt x="1062" y="28"/>
                      <a:pt x="1033" y="0"/>
                      <a:pt x="10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1"/>
              <p:cNvSpPr/>
              <p:nvPr/>
            </p:nvSpPr>
            <p:spPr>
              <a:xfrm>
                <a:off x="4956282" y="2818068"/>
                <a:ext cx="36942" cy="4205"/>
              </a:xfrm>
              <a:custGeom>
                <a:avLst/>
                <a:gdLst/>
                <a:ahLst/>
                <a:cxnLst/>
                <a:rect l="l" t="t" r="r" b="b"/>
                <a:pathLst>
                  <a:path w="1063" h="121" extrusionOk="0">
                    <a:moveTo>
                      <a:pt x="57" y="0"/>
                    </a:moveTo>
                    <a:cubicBezTo>
                      <a:pt x="29" y="0"/>
                      <a:pt x="1" y="28"/>
                      <a:pt x="1" y="57"/>
                    </a:cubicBezTo>
                    <a:cubicBezTo>
                      <a:pt x="1" y="85"/>
                      <a:pt x="29" y="120"/>
                      <a:pt x="57" y="120"/>
                    </a:cubicBezTo>
                    <a:lnTo>
                      <a:pt x="998" y="120"/>
                    </a:lnTo>
                    <a:cubicBezTo>
                      <a:pt x="1034" y="120"/>
                      <a:pt x="1062" y="85"/>
                      <a:pt x="1062" y="57"/>
                    </a:cubicBezTo>
                    <a:cubicBezTo>
                      <a:pt x="1062" y="28"/>
                      <a:pt x="1034" y="0"/>
                      <a:pt x="9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1"/>
              <p:cNvSpPr/>
              <p:nvPr/>
            </p:nvSpPr>
            <p:spPr>
              <a:xfrm>
                <a:off x="4879340" y="2790995"/>
                <a:ext cx="43058" cy="59774"/>
              </a:xfrm>
              <a:custGeom>
                <a:avLst/>
                <a:gdLst/>
                <a:ahLst/>
                <a:cxnLst/>
                <a:rect l="l" t="t" r="r" b="b"/>
                <a:pathLst>
                  <a:path w="1239" h="1720" extrusionOk="0">
                    <a:moveTo>
                      <a:pt x="1179" y="0"/>
                    </a:moveTo>
                    <a:cubicBezTo>
                      <a:pt x="1171" y="0"/>
                      <a:pt x="1162" y="4"/>
                      <a:pt x="1154" y="15"/>
                    </a:cubicBezTo>
                    <a:lnTo>
                      <a:pt x="1" y="807"/>
                    </a:lnTo>
                    <a:lnTo>
                      <a:pt x="1005" y="1692"/>
                    </a:lnTo>
                    <a:lnTo>
                      <a:pt x="1033" y="1720"/>
                    </a:lnTo>
                    <a:cubicBezTo>
                      <a:pt x="1062" y="1720"/>
                      <a:pt x="1062" y="1692"/>
                      <a:pt x="1090" y="1692"/>
                    </a:cubicBezTo>
                    <a:cubicBezTo>
                      <a:pt x="1090" y="1663"/>
                      <a:pt x="1090" y="1635"/>
                      <a:pt x="1062" y="1607"/>
                    </a:cubicBezTo>
                    <a:lnTo>
                      <a:pt x="177" y="807"/>
                    </a:lnTo>
                    <a:lnTo>
                      <a:pt x="1210" y="100"/>
                    </a:lnTo>
                    <a:cubicBezTo>
                      <a:pt x="1239" y="100"/>
                      <a:pt x="1239" y="72"/>
                      <a:pt x="1239" y="43"/>
                    </a:cubicBezTo>
                    <a:cubicBezTo>
                      <a:pt x="1219" y="23"/>
                      <a:pt x="1199"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1"/>
              <p:cNvSpPr/>
              <p:nvPr/>
            </p:nvSpPr>
            <p:spPr>
              <a:xfrm>
                <a:off x="4914266" y="2797633"/>
                <a:ext cx="31729" cy="50217"/>
              </a:xfrm>
              <a:custGeom>
                <a:avLst/>
                <a:gdLst/>
                <a:ahLst/>
                <a:cxnLst/>
                <a:rect l="l" t="t" r="r" b="b"/>
                <a:pathLst>
                  <a:path w="913" h="1445" extrusionOk="0">
                    <a:moveTo>
                      <a:pt x="913" y="1"/>
                    </a:moveTo>
                    <a:lnTo>
                      <a:pt x="0" y="616"/>
                    </a:lnTo>
                    <a:lnTo>
                      <a:pt x="913" y="1444"/>
                    </a:lnTo>
                    <a:lnTo>
                      <a:pt x="9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1"/>
              <p:cNvSpPr/>
              <p:nvPr/>
            </p:nvSpPr>
            <p:spPr>
              <a:xfrm>
                <a:off x="4922364" y="2807329"/>
                <a:ext cx="19461" cy="13692"/>
              </a:xfrm>
              <a:custGeom>
                <a:avLst/>
                <a:gdLst/>
                <a:ahLst/>
                <a:cxnLst/>
                <a:rect l="l" t="t" r="r" b="b"/>
                <a:pathLst>
                  <a:path w="560" h="394" extrusionOk="0">
                    <a:moveTo>
                      <a:pt x="499" y="0"/>
                    </a:moveTo>
                    <a:cubicBezTo>
                      <a:pt x="491" y="0"/>
                      <a:pt x="483" y="4"/>
                      <a:pt x="475" y="12"/>
                    </a:cubicBezTo>
                    <a:lnTo>
                      <a:pt x="64" y="281"/>
                    </a:lnTo>
                    <a:cubicBezTo>
                      <a:pt x="29" y="281"/>
                      <a:pt x="1" y="337"/>
                      <a:pt x="29" y="366"/>
                    </a:cubicBezTo>
                    <a:cubicBezTo>
                      <a:pt x="29" y="366"/>
                      <a:pt x="64" y="394"/>
                      <a:pt x="93" y="394"/>
                    </a:cubicBezTo>
                    <a:cubicBezTo>
                      <a:pt x="93" y="394"/>
                      <a:pt x="93" y="366"/>
                      <a:pt x="121" y="366"/>
                    </a:cubicBezTo>
                    <a:lnTo>
                      <a:pt x="531" y="104"/>
                    </a:lnTo>
                    <a:cubicBezTo>
                      <a:pt x="560" y="104"/>
                      <a:pt x="560" y="76"/>
                      <a:pt x="560" y="40"/>
                    </a:cubicBezTo>
                    <a:cubicBezTo>
                      <a:pt x="540" y="20"/>
                      <a:pt x="519" y="0"/>
                      <a:pt x="4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1"/>
              <p:cNvSpPr/>
              <p:nvPr/>
            </p:nvSpPr>
            <p:spPr>
              <a:xfrm>
                <a:off x="5120037" y="2800587"/>
                <a:ext cx="65682" cy="36907"/>
              </a:xfrm>
              <a:custGeom>
                <a:avLst/>
                <a:gdLst/>
                <a:ahLst/>
                <a:cxnLst/>
                <a:rect l="l" t="t" r="r" b="b"/>
                <a:pathLst>
                  <a:path w="1890" h="1062" extrusionOk="0">
                    <a:moveTo>
                      <a:pt x="0" y="1"/>
                    </a:moveTo>
                    <a:lnTo>
                      <a:pt x="0" y="1062"/>
                    </a:lnTo>
                    <a:lnTo>
                      <a:pt x="1889" y="1062"/>
                    </a:lnTo>
                    <a:lnTo>
                      <a:pt x="1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1"/>
              <p:cNvSpPr/>
              <p:nvPr/>
            </p:nvSpPr>
            <p:spPr>
              <a:xfrm>
                <a:off x="5133556" y="2826165"/>
                <a:ext cx="49210" cy="4205"/>
              </a:xfrm>
              <a:custGeom>
                <a:avLst/>
                <a:gdLst/>
                <a:ahLst/>
                <a:cxnLst/>
                <a:rect l="l" t="t" r="r" b="b"/>
                <a:pathLst>
                  <a:path w="1416" h="121" extrusionOk="0">
                    <a:moveTo>
                      <a:pt x="57" y="0"/>
                    </a:moveTo>
                    <a:cubicBezTo>
                      <a:pt x="29" y="0"/>
                      <a:pt x="1" y="29"/>
                      <a:pt x="1" y="64"/>
                    </a:cubicBezTo>
                    <a:cubicBezTo>
                      <a:pt x="1" y="92"/>
                      <a:pt x="29" y="121"/>
                      <a:pt x="57" y="121"/>
                    </a:cubicBezTo>
                    <a:lnTo>
                      <a:pt x="1352" y="121"/>
                    </a:lnTo>
                    <a:cubicBezTo>
                      <a:pt x="1380" y="121"/>
                      <a:pt x="1415" y="92"/>
                      <a:pt x="1415" y="64"/>
                    </a:cubicBezTo>
                    <a:cubicBezTo>
                      <a:pt x="1415" y="29"/>
                      <a:pt x="1380" y="0"/>
                      <a:pt x="13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280582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Deskripsi Mata Kuliah</a:t>
            </a:r>
            <a:endParaRPr dirty="0"/>
          </a:p>
        </p:txBody>
      </p:sp>
      <p:sp>
        <p:nvSpPr>
          <p:cNvPr id="664" name="Google Shape;664;p38"/>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lnSpc>
                <a:spcPct val="105000"/>
              </a:lnSpc>
              <a:spcBef>
                <a:spcPts val="0"/>
              </a:spcBef>
              <a:spcAft>
                <a:spcPts val="600"/>
              </a:spcAft>
              <a:buFont typeface="Wingdings" panose="05000000000000000000" pitchFamily="2" charset="2"/>
              <a:buChar char="q"/>
            </a:pPr>
            <a:r>
              <a:rPr lang="en-ID" sz="1800" dirty="0">
                <a:effectLst/>
                <a:latin typeface="Lato" panose="020F0502020204030203" pitchFamily="34" charset="0"/>
                <a:ea typeface="Lato" panose="020F0502020204030203" pitchFamily="34" charset="0"/>
                <a:cs typeface="Lato" panose="020F0502020204030203" pitchFamily="34" charset="0"/>
              </a:rPr>
              <a:t>Mata </a:t>
            </a:r>
            <a:r>
              <a:rPr lang="en-ID" sz="1800" dirty="0" err="1">
                <a:effectLst/>
                <a:latin typeface="Lato" panose="020F0502020204030203" pitchFamily="34" charset="0"/>
                <a:ea typeface="Lato" panose="020F0502020204030203" pitchFamily="34" charset="0"/>
                <a:cs typeface="Lato" panose="020F0502020204030203" pitchFamily="34" charset="0"/>
              </a:rPr>
              <a:t>kuliah</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Pemrograman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Berorientasi</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Objek</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merupakan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seri</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kelompok</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pengembangan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perangkat</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lunak</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dengan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fokus</a:t>
            </a:r>
            <a:r>
              <a:rPr lang="en-ID" sz="1800" dirty="0">
                <a:effectLst/>
                <a:latin typeface="Lato" panose="020F0502020204030203" pitchFamily="34" charset="0"/>
                <a:ea typeface="Lato" panose="020F0502020204030203" pitchFamily="34" charset="0"/>
                <a:cs typeface="Lato" panose="020F0502020204030203" pitchFamily="34" charset="0"/>
              </a:rPr>
              <a:t> pada </a:t>
            </a:r>
            <a:r>
              <a:rPr lang="en-ID" sz="1800" dirty="0" err="1">
                <a:effectLst/>
                <a:latin typeface="Lato" panose="020F0502020204030203" pitchFamily="34" charset="0"/>
                <a:ea typeface="Lato" panose="020F0502020204030203" pitchFamily="34" charset="0"/>
                <a:cs typeface="Lato" panose="020F0502020204030203" pitchFamily="34" charset="0"/>
              </a:rPr>
              <a:t>paradigma</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berorientasi</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objek</a:t>
            </a:r>
            <a:r>
              <a:rPr lang="en-ID" sz="1800" dirty="0">
                <a:effectLst/>
                <a:latin typeface="Lato" panose="020F0502020204030203" pitchFamily="34" charset="0"/>
                <a:ea typeface="Lato" panose="020F0502020204030203" pitchFamily="34" charset="0"/>
                <a:cs typeface="Lato" panose="020F0502020204030203" pitchFamily="34" charset="0"/>
              </a:rPr>
              <a:t>. </a:t>
            </a:r>
          </a:p>
          <a:p>
            <a:pPr marL="457200" lvl="0" indent="-457200" algn="l" rtl="0">
              <a:lnSpc>
                <a:spcPct val="105000"/>
              </a:lnSpc>
              <a:spcBef>
                <a:spcPts val="0"/>
              </a:spcBef>
              <a:spcAft>
                <a:spcPts val="600"/>
              </a:spcAft>
              <a:buFont typeface="Wingdings" panose="05000000000000000000" pitchFamily="2" charset="2"/>
              <a:buChar char="q"/>
            </a:pPr>
            <a:r>
              <a:rPr lang="en-ID" sz="1800" dirty="0">
                <a:effectLst/>
                <a:latin typeface="Lato" panose="020F0502020204030203" pitchFamily="34" charset="0"/>
                <a:ea typeface="Lato" panose="020F0502020204030203" pitchFamily="34" charset="0"/>
                <a:cs typeface="Lato" panose="020F0502020204030203" pitchFamily="34" charset="0"/>
              </a:rPr>
              <a:t>Solusi </a:t>
            </a:r>
            <a:r>
              <a:rPr lang="en-ID" sz="1800" dirty="0" err="1">
                <a:effectLst/>
                <a:latin typeface="Lato" panose="020F0502020204030203" pitchFamily="34" charset="0"/>
                <a:ea typeface="Lato" panose="020F0502020204030203" pitchFamily="34" charset="0"/>
                <a:cs typeface="Lato" panose="020F0502020204030203" pitchFamily="34" charset="0"/>
              </a:rPr>
              <a:t>persoalan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merupakan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kumpulan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objek</a:t>
            </a:r>
            <a:r>
              <a:rPr lang="en-ID" sz="1800" dirty="0">
                <a:effectLst/>
                <a:latin typeface="Lato" panose="020F0502020204030203" pitchFamily="34" charset="0"/>
                <a:ea typeface="Lato" panose="020F0502020204030203" pitchFamily="34" charset="0"/>
                <a:cs typeface="Lato" panose="020F0502020204030203" pitchFamily="34" charset="0"/>
              </a:rPr>
              <a:t> yang </a:t>
            </a:r>
            <a:r>
              <a:rPr lang="en-ID" sz="1800" dirty="0" err="1">
                <a:effectLst/>
                <a:latin typeface="Lato" panose="020F0502020204030203" pitchFamily="34" charset="0"/>
                <a:ea typeface="Lato" panose="020F0502020204030203" pitchFamily="34" charset="0"/>
                <a:cs typeface="Lato" panose="020F0502020204030203" pitchFamily="34" charset="0"/>
              </a:rPr>
              <a:t>saling</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berinteraksi</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Setiap</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objek</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memiliki</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sifat</a:t>
            </a:r>
            <a:r>
              <a:rPr lang="en-ID" sz="1800" dirty="0">
                <a:effectLst/>
                <a:latin typeface="Lato" panose="020F0502020204030203" pitchFamily="34" charset="0"/>
                <a:ea typeface="Lato" panose="020F0502020204030203" pitchFamily="34" charset="0"/>
                <a:cs typeface="Lato" panose="020F0502020204030203" pitchFamily="34" charset="0"/>
              </a:rPr>
              <a:t> dan </a:t>
            </a:r>
            <a:r>
              <a:rPr lang="en-ID" sz="1800" dirty="0" err="1">
                <a:effectLst/>
                <a:latin typeface="Lato" panose="020F0502020204030203" pitchFamily="34" charset="0"/>
                <a:ea typeface="Lato" panose="020F0502020204030203" pitchFamily="34" charset="0"/>
                <a:cs typeface="Lato" panose="020F0502020204030203" pitchFamily="34" charset="0"/>
              </a:rPr>
              <a:t>perilaku</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khas</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Setiap</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kelas</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terdiri</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atas</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Definisi</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Atribut</a:t>
            </a:r>
            <a:r>
              <a:rPr lang="en-ID" sz="1800" dirty="0">
                <a:effectLst/>
                <a:latin typeface="Lato" panose="020F0502020204030203" pitchFamily="34" charset="0"/>
                <a:ea typeface="Lato" panose="020F0502020204030203" pitchFamily="34" charset="0"/>
                <a:cs typeface="Lato" panose="020F0502020204030203" pitchFamily="34" charset="0"/>
              </a:rPr>
              <a:t>, dan </a:t>
            </a:r>
            <a:r>
              <a:rPr lang="en-ID" sz="1800" dirty="0" err="1">
                <a:effectLst/>
                <a:latin typeface="Lato" panose="020F0502020204030203" pitchFamily="34" charset="0"/>
                <a:ea typeface="Lato" panose="020F0502020204030203" pitchFamily="34" charset="0"/>
                <a:cs typeface="Lato" panose="020F0502020204030203" pitchFamily="34" charset="0"/>
              </a:rPr>
              <a:t>Metode</a:t>
            </a:r>
            <a:r>
              <a:rPr lang="en-ID" sz="1800" dirty="0">
                <a:effectLst/>
                <a:latin typeface="Lato" panose="020F0502020204030203" pitchFamily="34" charset="0"/>
                <a:ea typeface="Lato" panose="020F0502020204030203" pitchFamily="34" charset="0"/>
                <a:cs typeface="Lato" panose="020F0502020204030203" pitchFamily="34" charset="0"/>
              </a:rPr>
              <a:t>. </a:t>
            </a:r>
          </a:p>
          <a:p>
            <a:pPr marL="457200" lvl="0" indent="-457200" algn="l" rtl="0">
              <a:lnSpc>
                <a:spcPct val="105000"/>
              </a:lnSpc>
              <a:spcBef>
                <a:spcPts val="0"/>
              </a:spcBef>
              <a:spcAft>
                <a:spcPts val="600"/>
              </a:spcAft>
              <a:buFont typeface="Wingdings" panose="05000000000000000000" pitchFamily="2" charset="2"/>
              <a:buChar char="q"/>
            </a:pPr>
            <a:r>
              <a:rPr lang="en-ID" sz="1800" dirty="0" err="1">
                <a:effectLst/>
                <a:latin typeface="Lato" panose="020F0502020204030203" pitchFamily="34" charset="0"/>
                <a:ea typeface="Lato" panose="020F0502020204030203" pitchFamily="34" charset="0"/>
                <a:cs typeface="Lato" panose="020F0502020204030203" pitchFamily="34" charset="0"/>
              </a:rPr>
              <a:t>Mahasiswa</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menggunakan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notasi</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latin typeface="Lato" panose="020F0502020204030203" pitchFamily="34" charset="0"/>
                <a:ea typeface="Lato" panose="020F0502020204030203" pitchFamily="34" charset="0"/>
                <a:cs typeface="Lato" panose="020F0502020204030203" pitchFamily="34" charset="0"/>
              </a:rPr>
              <a:t>algoritmik</a:t>
            </a:r>
            <a:r>
              <a:rPr lang="en-ID" sz="1800" dirty="0">
                <a:effectLst/>
                <a:latin typeface="Lato" panose="020F0502020204030203" pitchFamily="34" charset="0"/>
                <a:ea typeface="Lato" panose="020F0502020204030203" pitchFamily="34" charset="0"/>
                <a:cs typeface="Lato" panose="020F0502020204030203" pitchFamily="34" charset="0"/>
              </a:rPr>
              <a:t> dan UML </a:t>
            </a:r>
            <a:r>
              <a:rPr lang="en-ID" sz="1800" dirty="0" err="1">
                <a:effectLst/>
                <a:latin typeface="Lato" panose="020F0502020204030203" pitchFamily="34" charset="0"/>
                <a:ea typeface="Lato" panose="020F0502020204030203" pitchFamily="34" charset="0"/>
                <a:cs typeface="Lato" panose="020F0502020204030203" pitchFamily="34" charset="0"/>
              </a:rPr>
              <a:t>saat</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tatap</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muka</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sedangkan</a:t>
            </a:r>
            <a:r>
              <a:rPr lang="en-ID" sz="1800" dirty="0">
                <a:effectLst/>
                <a:latin typeface="Lato" panose="020F0502020204030203" pitchFamily="34" charset="0"/>
                <a:ea typeface="Lato" panose="020F0502020204030203" pitchFamily="34" charset="0"/>
                <a:cs typeface="Lato" panose="020F0502020204030203" pitchFamily="34" charset="0"/>
              </a:rPr>
              <a:t> di </a:t>
            </a:r>
            <a:r>
              <a:rPr lang="en-ID" sz="1800" dirty="0" err="1">
                <a:effectLst/>
                <a:latin typeface="Lato" panose="020F0502020204030203" pitchFamily="34" charset="0"/>
                <a:ea typeface="Lato" panose="020F0502020204030203" pitchFamily="34" charset="0"/>
                <a:cs typeface="Lato" panose="020F0502020204030203" pitchFamily="34" charset="0"/>
              </a:rPr>
              <a:t>laboratorium</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digunakan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bahasa</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pemrograman</a:t>
            </a:r>
            <a:r>
              <a:rPr lang="en-ID" sz="1800" dirty="0">
                <a:effectLst/>
                <a:latin typeface="Lato" panose="020F0502020204030203" pitchFamily="34" charset="0"/>
                <a:ea typeface="Lato" panose="020F0502020204030203" pitchFamily="34" charset="0"/>
                <a:cs typeface="Lato" panose="020F0502020204030203" pitchFamily="34" charset="0"/>
              </a:rPr>
              <a:t> yang </a:t>
            </a:r>
            <a:r>
              <a:rPr lang="en-ID" sz="1800" dirty="0" err="1">
                <a:effectLst/>
                <a:latin typeface="Lato" panose="020F0502020204030203" pitchFamily="34" charset="0"/>
                <a:ea typeface="Lato" panose="020F0502020204030203" pitchFamily="34" charset="0"/>
                <a:cs typeface="Lato" panose="020F0502020204030203" pitchFamily="34" charset="0"/>
              </a:rPr>
              <a:t>relevan</a:t>
            </a:r>
            <a:r>
              <a:rPr lang="en-ID" sz="1800" dirty="0">
                <a:effectLst/>
                <a:latin typeface="Lato" panose="020F0502020204030203" pitchFamily="34" charset="0"/>
                <a:ea typeface="Lato" panose="020F0502020204030203" pitchFamily="34" charset="0"/>
                <a:cs typeface="Lato" panose="020F0502020204030203" pitchFamily="34" charset="0"/>
              </a:rPr>
              <a:t>, </a:t>
            </a:r>
            <a:r>
              <a:rPr lang="en-ID" sz="1800" dirty="0" err="1">
                <a:effectLst/>
                <a:latin typeface="Lato" panose="020F0502020204030203" pitchFamily="34" charset="0"/>
                <a:ea typeface="Lato" panose="020F0502020204030203" pitchFamily="34" charset="0"/>
                <a:cs typeface="Lato" panose="020F0502020204030203" pitchFamily="34" charset="0"/>
              </a:rPr>
              <a:t>misalnya</a:t>
            </a:r>
            <a:r>
              <a:rPr lang="en-ID" sz="1800" dirty="0">
                <a:effectLst/>
                <a:latin typeface="Lato" panose="020F0502020204030203" pitchFamily="34" charset="0"/>
                <a:ea typeface="Lato" panose="020F0502020204030203" pitchFamily="34" charset="0"/>
                <a:cs typeface="Lato" panose="020F0502020204030203" pitchFamily="34" charset="0"/>
              </a:rPr>
              <a:t> Java. </a:t>
            </a:r>
            <a:endParaRPr lang="en" sz="18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82743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17771674-F2DD-02CA-EA36-351D863F745E}"/>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D176F7CC-C0D4-3401-1658-6139EF32EF4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Sub CPMK</a:t>
            </a:r>
            <a:endParaRPr dirty="0"/>
          </a:p>
        </p:txBody>
      </p:sp>
      <p:sp>
        <p:nvSpPr>
          <p:cNvPr id="664" name="Google Shape;664;p38">
            <a:extLst>
              <a:ext uri="{FF2B5EF4-FFF2-40B4-BE49-F238E27FC236}">
                <a16:creationId xmlns:a16="http://schemas.microsoft.com/office/drawing/2014/main" id="{3A12DB20-2C7A-9E2B-F220-8178F37C0ECF}"/>
              </a:ext>
            </a:extLst>
          </p:cNvPr>
          <p:cNvSpPr txBox="1"/>
          <p:nvPr/>
        </p:nvSpPr>
        <p:spPr>
          <a:xfrm>
            <a:off x="720000" y="1204554"/>
            <a:ext cx="7704000" cy="3493921"/>
          </a:xfrm>
          <a:prstGeom prst="rect">
            <a:avLst/>
          </a:prstGeom>
          <a:noFill/>
          <a:ln>
            <a:noFill/>
          </a:ln>
        </p:spPr>
        <p:txBody>
          <a:bodyPr spcFirstLastPara="1" wrap="square" lIns="91425" tIns="91425" rIns="91425" bIns="91425" anchor="t" anchorCtr="0">
            <a:noAutofit/>
          </a:bodyPr>
          <a:lstStyle/>
          <a:p>
            <a:pPr marL="457200" indent="-457200" fontAlgn="base">
              <a:spcAft>
                <a:spcPts val="600"/>
              </a:spcAft>
              <a:buFont typeface="+mj-lt"/>
              <a:buAutoNum type="arabicPeriod"/>
            </a:pPr>
            <a:r>
              <a:rPr lang="en-ID" sz="1800" dirty="0">
                <a:solidFill>
                  <a:schemeClr val="dk1"/>
                </a:solidFill>
                <a:latin typeface="Lato"/>
                <a:ea typeface="Lato"/>
                <a:cs typeface="Lato"/>
              </a:rPr>
              <a:t>Mampu </a:t>
            </a:r>
            <a:r>
              <a:rPr lang="en-ID" sz="1800" dirty="0" err="1">
                <a:solidFill>
                  <a:schemeClr val="dk1"/>
                </a:solidFill>
                <a:latin typeface="Lato"/>
                <a:ea typeface="Lato"/>
                <a:cs typeface="Lato"/>
              </a:rPr>
              <a:t>menerapkan</a:t>
            </a:r>
            <a:r>
              <a:rPr lang="en-ID" sz="1800" dirty="0">
                <a:solidFill>
                  <a:schemeClr val="dk1"/>
                </a:solidFill>
                <a:latin typeface="Lato"/>
                <a:ea typeface="Lato"/>
                <a:cs typeface="Lato"/>
              </a:rPr>
              <a:t> (C3) </a:t>
            </a:r>
            <a:r>
              <a:rPr lang="en-ID" sz="1800" dirty="0" err="1">
                <a:solidFill>
                  <a:schemeClr val="dk1"/>
                </a:solidFill>
                <a:latin typeface="Lato"/>
                <a:ea typeface="Lato"/>
                <a:cs typeface="Lato"/>
              </a:rPr>
              <a:t>konsep</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enkapsulasi</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kelas</a:t>
            </a:r>
            <a:r>
              <a:rPr lang="en-ID" sz="1800" dirty="0">
                <a:solidFill>
                  <a:schemeClr val="dk1"/>
                </a:solidFill>
                <a:latin typeface="Lato"/>
                <a:ea typeface="Lato"/>
                <a:cs typeface="Lato"/>
              </a:rPr>
              <a:t>, dan </a:t>
            </a:r>
            <a:r>
              <a:rPr lang="en-ID" sz="1800" dirty="0" err="1">
                <a:solidFill>
                  <a:schemeClr val="dk1"/>
                </a:solidFill>
                <a:latin typeface="Lato"/>
                <a:ea typeface="Lato"/>
                <a:cs typeface="Lato"/>
              </a:rPr>
              <a:t>algoritma</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siklus</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hidup</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objek</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dengan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mendemonstrasikan</a:t>
            </a:r>
            <a:r>
              <a:rPr lang="en-ID" sz="1800" dirty="0">
                <a:solidFill>
                  <a:schemeClr val="dk1"/>
                </a:solidFill>
                <a:latin typeface="Lato"/>
                <a:ea typeface="Lato"/>
                <a:cs typeface="Lato"/>
              </a:rPr>
              <a:t> (P3) </a:t>
            </a:r>
            <a:r>
              <a:rPr lang="en-ID" sz="1800" dirty="0" err="1">
                <a:solidFill>
                  <a:schemeClr val="dk1"/>
                </a:solidFill>
                <a:latin typeface="Lato"/>
                <a:ea typeface="Lato"/>
                <a:cs typeface="Lato"/>
              </a:rPr>
              <a:t>dalam</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bahasa</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pemrograman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tertentu</a:t>
            </a:r>
            <a:r>
              <a:rPr lang="en-ID" sz="1800" dirty="0">
                <a:solidFill>
                  <a:schemeClr val="dk1"/>
                </a:solidFill>
                <a:latin typeface="Lato"/>
                <a:ea typeface="Lato"/>
                <a:cs typeface="Lato"/>
              </a:rPr>
              <a:t>.</a:t>
            </a:r>
          </a:p>
          <a:p>
            <a:pPr marL="457200" indent="-457200" fontAlgn="base">
              <a:spcAft>
                <a:spcPts val="600"/>
              </a:spcAft>
              <a:buFont typeface="+mj-lt"/>
              <a:buAutoNum type="arabicPeriod"/>
            </a:pPr>
            <a:r>
              <a:rPr lang="en-ID" sz="1800" dirty="0">
                <a:solidFill>
                  <a:schemeClr val="dk1"/>
                </a:solidFill>
                <a:latin typeface="Lato"/>
                <a:ea typeface="Lato"/>
                <a:cs typeface="Lato"/>
              </a:rPr>
              <a:t>Mampu </a:t>
            </a:r>
            <a:r>
              <a:rPr lang="en-ID" sz="1800" dirty="0" err="1">
                <a:solidFill>
                  <a:schemeClr val="dk1"/>
                </a:solidFill>
                <a:latin typeface="Lato"/>
                <a:ea typeface="Lato"/>
                <a:cs typeface="Lato"/>
              </a:rPr>
              <a:t>menerapkan</a:t>
            </a:r>
            <a:r>
              <a:rPr lang="en-ID" sz="1800" dirty="0">
                <a:solidFill>
                  <a:schemeClr val="dk1"/>
                </a:solidFill>
                <a:latin typeface="Lato"/>
                <a:ea typeface="Lato"/>
                <a:cs typeface="Lato"/>
              </a:rPr>
              <a:t> (C3) </a:t>
            </a:r>
            <a:r>
              <a:rPr lang="en-ID" sz="1800" dirty="0" err="1">
                <a:solidFill>
                  <a:schemeClr val="dk1"/>
                </a:solidFill>
                <a:latin typeface="Lato"/>
                <a:ea typeface="Lato"/>
                <a:cs typeface="Lato"/>
              </a:rPr>
              <a:t>konsep</a:t>
            </a:r>
            <a:r>
              <a:rPr lang="en-ID" sz="1800" dirty="0">
                <a:solidFill>
                  <a:schemeClr val="dk1"/>
                </a:solidFill>
                <a:latin typeface="Lato"/>
                <a:ea typeface="Lato"/>
                <a:cs typeface="Lato"/>
              </a:rPr>
              <a:t> dan </a:t>
            </a:r>
            <a:r>
              <a:rPr lang="en-ID" sz="1800" dirty="0" err="1">
                <a:solidFill>
                  <a:schemeClr val="dk1"/>
                </a:solidFill>
                <a:latin typeface="Lato"/>
                <a:ea typeface="Lato"/>
                <a:cs typeface="Lato"/>
              </a:rPr>
              <a:t>konsekuensi</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pewarisan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dengan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mengkonstruksi</a:t>
            </a:r>
            <a:r>
              <a:rPr lang="en-ID" sz="1800" dirty="0">
                <a:solidFill>
                  <a:schemeClr val="dk1"/>
                </a:solidFill>
                <a:latin typeface="Lato"/>
                <a:ea typeface="Lato"/>
                <a:cs typeface="Lato"/>
              </a:rPr>
              <a:t> (P4) </a:t>
            </a:r>
            <a:r>
              <a:rPr lang="en-ID" sz="1800" dirty="0" err="1">
                <a:solidFill>
                  <a:schemeClr val="dk1"/>
                </a:solidFill>
                <a:latin typeface="Lato"/>
                <a:ea typeface="Lato"/>
                <a:cs typeface="Lato"/>
              </a:rPr>
              <a:t>kelas</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dalam</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bahasa</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pemrograman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tertentu</a:t>
            </a:r>
            <a:r>
              <a:rPr lang="en-ID" sz="1800" dirty="0">
                <a:solidFill>
                  <a:schemeClr val="dk1"/>
                </a:solidFill>
                <a:latin typeface="Lato"/>
                <a:ea typeface="Lato"/>
                <a:cs typeface="Lato"/>
              </a:rPr>
              <a:t>.</a:t>
            </a:r>
          </a:p>
          <a:p>
            <a:pPr marL="457200" indent="-457200" fontAlgn="base">
              <a:spcAft>
                <a:spcPts val="600"/>
              </a:spcAft>
              <a:buFont typeface="+mj-lt"/>
              <a:buAutoNum type="arabicPeriod"/>
            </a:pPr>
            <a:r>
              <a:rPr lang="en-ID" sz="1800" dirty="0">
                <a:solidFill>
                  <a:schemeClr val="dk1"/>
                </a:solidFill>
                <a:latin typeface="Lato"/>
                <a:ea typeface="Lato"/>
                <a:cs typeface="Lato"/>
              </a:rPr>
              <a:t>Mampu </a:t>
            </a:r>
            <a:r>
              <a:rPr lang="en-ID" sz="1800" dirty="0" err="1">
                <a:solidFill>
                  <a:schemeClr val="dk1"/>
                </a:solidFill>
                <a:latin typeface="Lato"/>
                <a:ea typeface="Lato"/>
                <a:cs typeface="Lato"/>
              </a:rPr>
              <a:t>menganalisis</a:t>
            </a:r>
            <a:r>
              <a:rPr lang="en-ID" sz="1800" dirty="0">
                <a:solidFill>
                  <a:schemeClr val="dk1"/>
                </a:solidFill>
                <a:latin typeface="Lato"/>
                <a:ea typeface="Lato"/>
                <a:cs typeface="Lato"/>
              </a:rPr>
              <a:t> (C4) </a:t>
            </a:r>
            <a:r>
              <a:rPr lang="en-ID" sz="1800" dirty="0" err="1">
                <a:solidFill>
                  <a:schemeClr val="dk1"/>
                </a:solidFill>
                <a:latin typeface="Lato"/>
                <a:ea typeface="Lato"/>
                <a:cs typeface="Lato"/>
              </a:rPr>
              <a:t>polimorfisme</a:t>
            </a:r>
            <a:r>
              <a:rPr lang="en-ID" sz="1800" dirty="0">
                <a:solidFill>
                  <a:schemeClr val="dk1"/>
                </a:solidFill>
                <a:latin typeface="Lato"/>
                <a:ea typeface="Lato"/>
                <a:cs typeface="Lato"/>
              </a:rPr>
              <a:t> dan </a:t>
            </a:r>
            <a:r>
              <a:rPr lang="en-ID" sz="1800" dirty="0" err="1">
                <a:solidFill>
                  <a:schemeClr val="dk1"/>
                </a:solidFill>
                <a:latin typeface="Lato"/>
                <a:ea typeface="Lato"/>
                <a:cs typeface="Lato"/>
              </a:rPr>
              <a:t>generik</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dengan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mengembangkan</a:t>
            </a:r>
            <a:r>
              <a:rPr lang="en-ID" sz="1800" dirty="0">
                <a:solidFill>
                  <a:schemeClr val="dk1"/>
                </a:solidFill>
                <a:latin typeface="Lato"/>
                <a:ea typeface="Lato"/>
                <a:cs typeface="Lato"/>
              </a:rPr>
              <a:t> (P4) </a:t>
            </a:r>
            <a:r>
              <a:rPr lang="en-ID" sz="1800" dirty="0" err="1">
                <a:solidFill>
                  <a:schemeClr val="dk1"/>
                </a:solidFill>
                <a:latin typeface="Lato"/>
                <a:ea typeface="Lato"/>
                <a:cs typeface="Lato"/>
              </a:rPr>
              <a:t>kasus</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dalam</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bahasa</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pemrograman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tertentu</a:t>
            </a:r>
            <a:r>
              <a:rPr lang="en-ID" sz="1800" dirty="0">
                <a:solidFill>
                  <a:schemeClr val="dk1"/>
                </a:solidFill>
                <a:latin typeface="Lato"/>
                <a:ea typeface="Lato"/>
                <a:cs typeface="Lato"/>
              </a:rPr>
              <a:t>.</a:t>
            </a:r>
          </a:p>
          <a:p>
            <a:pPr marL="457200" indent="-457200" fontAlgn="base">
              <a:spcAft>
                <a:spcPts val="600"/>
              </a:spcAft>
              <a:buFont typeface="+mj-lt"/>
              <a:buAutoNum type="arabicPeriod"/>
            </a:pPr>
            <a:r>
              <a:rPr lang="en-ID" sz="1800" dirty="0">
                <a:solidFill>
                  <a:schemeClr val="dk1"/>
                </a:solidFill>
                <a:latin typeface="Lato"/>
                <a:ea typeface="Lato"/>
                <a:cs typeface="Lato"/>
              </a:rPr>
              <a:t>Mampu </a:t>
            </a:r>
            <a:r>
              <a:rPr lang="en-ID" sz="1800" dirty="0" err="1">
                <a:solidFill>
                  <a:schemeClr val="dk1"/>
                </a:solidFill>
                <a:latin typeface="Lato"/>
                <a:ea typeface="Lato"/>
                <a:cs typeface="Lato"/>
              </a:rPr>
              <a:t>mendesain</a:t>
            </a:r>
            <a:r>
              <a:rPr lang="en-ID" sz="1800" dirty="0">
                <a:solidFill>
                  <a:schemeClr val="dk1"/>
                </a:solidFill>
                <a:latin typeface="Lato"/>
                <a:ea typeface="Lato"/>
                <a:cs typeface="Lato"/>
              </a:rPr>
              <a:t> (C6) </a:t>
            </a:r>
            <a:r>
              <a:rPr lang="en-ID" sz="1800" dirty="0" err="1">
                <a:solidFill>
                  <a:schemeClr val="dk1"/>
                </a:solidFill>
                <a:latin typeface="Lato"/>
                <a:ea typeface="Lato"/>
                <a:cs typeface="Lato"/>
              </a:rPr>
              <a:t>koleksi</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objek</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persisten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dengan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mendemonstrasikan</a:t>
            </a:r>
            <a:r>
              <a:rPr lang="en-ID" sz="1800" dirty="0">
                <a:solidFill>
                  <a:schemeClr val="dk1"/>
                </a:solidFill>
                <a:latin typeface="Lato"/>
                <a:ea typeface="Lato"/>
                <a:cs typeface="Lato"/>
              </a:rPr>
              <a:t> (P3) </a:t>
            </a:r>
            <a:r>
              <a:rPr lang="en-ID" sz="1800" dirty="0" err="1">
                <a:solidFill>
                  <a:schemeClr val="dk1"/>
                </a:solidFill>
                <a:latin typeface="Lato"/>
                <a:ea typeface="Lato"/>
                <a:cs typeface="Lato"/>
              </a:rPr>
              <a:t>penyelesaian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permasalahan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kompleks</a:t>
            </a:r>
            <a:r>
              <a:rPr lang="en-ID" sz="1800" dirty="0">
                <a:solidFill>
                  <a:schemeClr val="dk1"/>
                </a:solidFill>
                <a:latin typeface="Lato"/>
                <a:ea typeface="Lato"/>
                <a:cs typeface="Lato"/>
              </a:rPr>
              <a:t>.</a:t>
            </a:r>
          </a:p>
          <a:p>
            <a:pPr marL="457200" indent="-457200" fontAlgn="base">
              <a:spcAft>
                <a:spcPts val="600"/>
              </a:spcAft>
              <a:buFont typeface="+mj-lt"/>
              <a:buAutoNum type="arabicPeriod"/>
            </a:pPr>
            <a:r>
              <a:rPr lang="en-ID" sz="1800" dirty="0">
                <a:solidFill>
                  <a:schemeClr val="dk1"/>
                </a:solidFill>
                <a:latin typeface="Lato"/>
                <a:ea typeface="Lato"/>
                <a:cs typeface="Lato"/>
              </a:rPr>
              <a:t>Mampu </a:t>
            </a:r>
            <a:r>
              <a:rPr lang="en-ID" sz="1800" dirty="0" err="1">
                <a:solidFill>
                  <a:schemeClr val="dk1"/>
                </a:solidFill>
                <a:latin typeface="Lato"/>
                <a:ea typeface="Lato"/>
                <a:cs typeface="Lato"/>
              </a:rPr>
              <a:t>memadukan</a:t>
            </a:r>
            <a:r>
              <a:rPr lang="en-ID" sz="1800" dirty="0">
                <a:solidFill>
                  <a:schemeClr val="dk1"/>
                </a:solidFill>
                <a:latin typeface="Lato"/>
                <a:ea typeface="Lato"/>
                <a:cs typeface="Lato"/>
              </a:rPr>
              <a:t> (C6) </a:t>
            </a:r>
            <a:r>
              <a:rPr lang="en-ID" sz="1800" dirty="0" err="1">
                <a:solidFill>
                  <a:schemeClr val="dk1"/>
                </a:solidFill>
                <a:latin typeface="Lato"/>
                <a:ea typeface="Lato"/>
                <a:cs typeface="Lato"/>
              </a:rPr>
              <a:t>prinsip</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rancangan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berorientasi</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objek</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dengan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paradigma</a:t>
            </a:r>
            <a:r>
              <a:rPr lang="en-ID" sz="1800" dirty="0">
                <a:solidFill>
                  <a:schemeClr val="dk1"/>
                </a:solidFill>
                <a:latin typeface="Lato"/>
                <a:ea typeface="Lato"/>
                <a:cs typeface="Lato"/>
              </a:rPr>
              <a:t> lain yang </a:t>
            </a:r>
            <a:r>
              <a:rPr lang="en-ID" sz="1800" dirty="0" err="1">
                <a:solidFill>
                  <a:schemeClr val="dk1"/>
                </a:solidFill>
                <a:latin typeface="Lato"/>
                <a:ea typeface="Lato"/>
                <a:cs typeface="Lato"/>
              </a:rPr>
              <a:t>relevan</a:t>
            </a:r>
            <a:r>
              <a:rPr lang="en-ID" sz="1800" dirty="0">
                <a:solidFill>
                  <a:schemeClr val="dk1"/>
                </a:solidFill>
                <a:latin typeface="Lato"/>
                <a:ea typeface="Lato"/>
                <a:cs typeface="Lato"/>
              </a:rPr>
              <a:t>.</a:t>
            </a:r>
          </a:p>
          <a:p>
            <a:pPr marL="457200" lvl="0" indent="-457200" algn="l" rtl="0">
              <a:spcBef>
                <a:spcPts val="0"/>
              </a:spcBef>
              <a:spcAft>
                <a:spcPts val="600"/>
              </a:spcAft>
              <a:buFont typeface="+mj-lt"/>
              <a:buAutoNum type="arabicPeriod"/>
            </a:pPr>
            <a:endParaRPr lang="en" sz="18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D5CB3A65-AB3D-08B3-D62F-A84D5803EC62}"/>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3B868FD7-6B3C-23D1-4F20-5D276DE2285A}"/>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8AF1EB8-A826-0F07-7C35-1C245C3A10CA}"/>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B137147B-B383-226D-CF5E-EA84C64FE795}"/>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A7A12EF0-285C-78A4-20D5-9C89F2826A0F}"/>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D67A4FAE-45F6-E4D6-16B9-25DD41CAFC3F}"/>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35953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Materi (Sebelum UTS)</a:t>
            </a:r>
            <a:endParaRPr dirty="0"/>
          </a:p>
        </p:txBody>
      </p:sp>
      <p:sp>
        <p:nvSpPr>
          <p:cNvPr id="664" name="Google Shape;664;p38"/>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Object Orientation</a:t>
            </a:r>
          </a:p>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Object &amp; Class (</a:t>
            </a:r>
            <a:r>
              <a:rPr lang="en" sz="2000" i="1" dirty="0">
                <a:solidFill>
                  <a:schemeClr val="dk1"/>
                </a:solidFill>
                <a:latin typeface="Lato"/>
                <a:ea typeface="Lato"/>
                <a:cs typeface="Lato"/>
                <a:sym typeface="Lato"/>
              </a:rPr>
              <a:t>atribute, method, message passing</a:t>
            </a:r>
            <a:r>
              <a:rPr lang="en" sz="2000" dirty="0">
                <a:solidFill>
                  <a:schemeClr val="dk1"/>
                </a:solidFill>
                <a:latin typeface="Lato"/>
                <a:ea typeface="Lato"/>
                <a:cs typeface="Lato"/>
                <a:sym typeface="Lato"/>
              </a:rPr>
              <a:t>)</a:t>
            </a:r>
          </a:p>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Constructor dan Destructor (</a:t>
            </a:r>
            <a:r>
              <a:rPr lang="en" sz="2000" i="1" dirty="0">
                <a:solidFill>
                  <a:schemeClr val="dk1"/>
                </a:solidFill>
                <a:latin typeface="Lato"/>
                <a:ea typeface="Lato"/>
                <a:cs typeface="Lato"/>
                <a:sym typeface="Lato"/>
              </a:rPr>
              <a:t>default, overloading</a:t>
            </a:r>
            <a:r>
              <a:rPr lang="en" sz="2000" dirty="0">
                <a:solidFill>
                  <a:schemeClr val="dk1"/>
                </a:solidFill>
                <a:latin typeface="Lato"/>
                <a:ea typeface="Lato"/>
                <a:cs typeface="Lato"/>
                <a:sym typeface="Lato"/>
              </a:rPr>
              <a:t>)</a:t>
            </a:r>
          </a:p>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Enkapsulasi dan Information Hiding </a:t>
            </a:r>
          </a:p>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Exception dan Assertion</a:t>
            </a:r>
          </a:p>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Inheritance (</a:t>
            </a:r>
            <a:r>
              <a:rPr lang="en" sz="2000" i="1" dirty="0">
                <a:solidFill>
                  <a:schemeClr val="dk1"/>
                </a:solidFill>
                <a:latin typeface="Lato"/>
                <a:ea typeface="Lato"/>
                <a:cs typeface="Lato"/>
                <a:sym typeface="Lato"/>
              </a:rPr>
              <a:t>single, multiple, repeated</a:t>
            </a:r>
            <a:r>
              <a:rPr lang="en" sz="2000" dirty="0">
                <a:solidFill>
                  <a:schemeClr val="dk1"/>
                </a:solidFill>
                <a:latin typeface="Lato"/>
                <a:ea typeface="Lato"/>
                <a:cs typeface="Lato"/>
                <a:sym typeface="Lato"/>
              </a:rPr>
              <a:t>)</a:t>
            </a:r>
          </a:p>
          <a:p>
            <a:pPr marL="457200" lvl="0" indent="-457200" algn="l" rtl="0">
              <a:spcBef>
                <a:spcPts val="0"/>
              </a:spcBef>
              <a:spcAft>
                <a:spcPts val="600"/>
              </a:spcAft>
              <a:buFont typeface="+mj-lt"/>
              <a:buAutoNum type="arabicPeriod"/>
            </a:pPr>
            <a:r>
              <a:rPr lang="en" sz="2000" dirty="0">
                <a:solidFill>
                  <a:schemeClr val="dk1"/>
                </a:solidFill>
                <a:latin typeface="Lato"/>
                <a:ea typeface="Lato"/>
                <a:cs typeface="Lato"/>
                <a:sym typeface="Lato"/>
              </a:rPr>
              <a:t>Kelas Abstrak dan Interface</a:t>
            </a: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94260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Materi (Setelah UTS)</a:t>
            </a:r>
            <a:endParaRPr dirty="0"/>
          </a:p>
        </p:txBody>
      </p:sp>
      <p:sp>
        <p:nvSpPr>
          <p:cNvPr id="664" name="Google Shape;664;p38"/>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mj-lt"/>
              <a:buAutoNum type="arabicPeriod" startAt="8"/>
            </a:pPr>
            <a:r>
              <a:rPr lang="en-ID" sz="2000" dirty="0" err="1">
                <a:solidFill>
                  <a:schemeClr val="dk1"/>
                </a:solidFill>
                <a:latin typeface="Lato"/>
                <a:ea typeface="Lato"/>
                <a:cs typeface="Lato"/>
                <a:sym typeface="Lato"/>
              </a:rPr>
              <a:t>Polimorfisme</a:t>
            </a:r>
            <a:r>
              <a:rPr lang="en-ID" sz="2000" dirty="0">
                <a:solidFill>
                  <a:schemeClr val="dk1"/>
                </a:solidFill>
                <a:latin typeface="Lato"/>
                <a:ea typeface="Lato"/>
                <a:cs typeface="Lato"/>
                <a:sym typeface="Lato"/>
              </a:rPr>
              <a:t> &amp; Binding</a:t>
            </a:r>
          </a:p>
          <a:p>
            <a:pPr marL="457200" lvl="0" indent="-457200" algn="l" rtl="0">
              <a:spcBef>
                <a:spcPts val="0"/>
              </a:spcBef>
              <a:spcAft>
                <a:spcPts val="600"/>
              </a:spcAft>
              <a:buFont typeface="+mj-lt"/>
              <a:buAutoNum type="arabicPeriod" startAt="8"/>
            </a:pPr>
            <a:r>
              <a:rPr lang="en-ID" sz="2000" dirty="0">
                <a:solidFill>
                  <a:schemeClr val="dk1"/>
                </a:solidFill>
                <a:latin typeface="Lato"/>
                <a:ea typeface="Lato"/>
                <a:cs typeface="Lato"/>
                <a:sym typeface="Lato"/>
              </a:rPr>
              <a:t>Genericity</a:t>
            </a:r>
          </a:p>
          <a:p>
            <a:pPr marL="457200" lvl="0" indent="-457200" algn="l" rtl="0">
              <a:spcBef>
                <a:spcPts val="0"/>
              </a:spcBef>
              <a:spcAft>
                <a:spcPts val="600"/>
              </a:spcAft>
              <a:buFont typeface="+mj-lt"/>
              <a:buAutoNum type="arabicPeriod" startAt="8"/>
            </a:pPr>
            <a:r>
              <a:rPr lang="en-ID" sz="2000" dirty="0">
                <a:solidFill>
                  <a:schemeClr val="dk1"/>
                </a:solidFill>
                <a:latin typeface="Lato"/>
                <a:ea typeface="Lato"/>
                <a:cs typeface="Lato"/>
                <a:sym typeface="Lato"/>
              </a:rPr>
              <a:t>Collection</a:t>
            </a:r>
          </a:p>
          <a:p>
            <a:pPr marL="457200" lvl="0" indent="-457200" algn="l" rtl="0">
              <a:spcBef>
                <a:spcPts val="0"/>
              </a:spcBef>
              <a:spcAft>
                <a:spcPts val="600"/>
              </a:spcAft>
              <a:buFont typeface="+mj-lt"/>
              <a:buAutoNum type="arabicPeriod" startAt="8"/>
            </a:pPr>
            <a:r>
              <a:rPr lang="en-ID" sz="2000" dirty="0">
                <a:solidFill>
                  <a:schemeClr val="dk1"/>
                </a:solidFill>
                <a:latin typeface="Lato"/>
                <a:ea typeface="Lato"/>
                <a:cs typeface="Lato"/>
                <a:sym typeface="Lato"/>
              </a:rPr>
              <a:t>Persistent object</a:t>
            </a:r>
          </a:p>
          <a:p>
            <a:pPr marL="457200" lvl="0" indent="-457200" algn="l" rtl="0">
              <a:spcBef>
                <a:spcPts val="0"/>
              </a:spcBef>
              <a:spcAft>
                <a:spcPts val="600"/>
              </a:spcAft>
              <a:buFont typeface="+mj-lt"/>
              <a:buAutoNum type="arabicPeriod" startAt="8"/>
            </a:pPr>
            <a:r>
              <a:rPr lang="en-ID" sz="2000" dirty="0" err="1">
                <a:solidFill>
                  <a:schemeClr val="dk1"/>
                </a:solidFill>
                <a:latin typeface="Lato"/>
                <a:ea typeface="Lato"/>
                <a:cs typeface="Lato"/>
                <a:sym typeface="Lato"/>
              </a:rPr>
              <a:t>Implementasi</a:t>
            </a:r>
            <a:r>
              <a:rPr lang="en-ID" sz="2000" dirty="0">
                <a:solidFill>
                  <a:schemeClr val="dk1"/>
                </a:solidFill>
                <a:latin typeface="Lato"/>
                <a:ea typeface="Lato"/>
                <a:cs typeface="Lato"/>
                <a:sym typeface="Lato"/>
              </a:rPr>
              <a:t> </a:t>
            </a:r>
            <a:r>
              <a:rPr lang="en-ID" sz="2000" dirty="0" err="1">
                <a:solidFill>
                  <a:schemeClr val="dk1"/>
                </a:solidFill>
                <a:latin typeface="Lato"/>
                <a:ea typeface="Lato"/>
                <a:cs typeface="Lato"/>
                <a:sym typeface="Lato"/>
              </a:rPr>
              <a:t>Konsep</a:t>
            </a:r>
            <a:r>
              <a:rPr lang="en-ID" sz="2000" dirty="0">
                <a:solidFill>
                  <a:schemeClr val="dk1"/>
                </a:solidFill>
                <a:latin typeface="Lato"/>
                <a:ea typeface="Lato"/>
                <a:cs typeface="Lato"/>
                <a:sym typeface="Lato"/>
              </a:rPr>
              <a:t> Object Oriented</a:t>
            </a:r>
          </a:p>
          <a:p>
            <a:pPr marL="457200" lvl="0" indent="-457200" algn="l" rtl="0">
              <a:spcBef>
                <a:spcPts val="0"/>
              </a:spcBef>
              <a:spcAft>
                <a:spcPts val="600"/>
              </a:spcAft>
              <a:buFont typeface="+mj-lt"/>
              <a:buAutoNum type="arabicPeriod" startAt="8"/>
            </a:pPr>
            <a:r>
              <a:rPr lang="en-ID" sz="2000" dirty="0">
                <a:solidFill>
                  <a:schemeClr val="dk1"/>
                </a:solidFill>
                <a:latin typeface="Lato"/>
                <a:ea typeface="Lato"/>
                <a:cs typeface="Lato"/>
                <a:sym typeface="Lato"/>
              </a:rPr>
              <a:t>Multi-paradigm programming</a:t>
            </a:r>
          </a:p>
          <a:p>
            <a:pPr marL="457200" lvl="0" indent="-457200" algn="l" rtl="0">
              <a:spcBef>
                <a:spcPts val="0"/>
              </a:spcBef>
              <a:spcAft>
                <a:spcPts val="600"/>
              </a:spcAft>
              <a:buFont typeface="+mj-lt"/>
              <a:buAutoNum type="arabicPeriod" startAt="8"/>
            </a:pPr>
            <a:r>
              <a:rPr lang="en-ID" sz="2000" dirty="0">
                <a:solidFill>
                  <a:schemeClr val="dk1"/>
                </a:solidFill>
                <a:latin typeface="Lato"/>
                <a:ea typeface="Lato"/>
                <a:cs typeface="Lato"/>
                <a:sym typeface="Lato"/>
              </a:rPr>
              <a:t>Object-oriented Design Principle</a:t>
            </a:r>
          </a:p>
          <a:p>
            <a:pPr marL="457200" lvl="0" indent="-457200" algn="l" rtl="0">
              <a:spcBef>
                <a:spcPts val="0"/>
              </a:spcBef>
              <a:spcAft>
                <a:spcPts val="600"/>
              </a:spcAft>
              <a:buFont typeface="+mj-lt"/>
              <a:buAutoNum type="arabicPeriod" startAt="8"/>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Kriteria Penilaian</a:t>
            </a:r>
            <a:endParaRPr dirty="0"/>
          </a:p>
        </p:txBody>
      </p:sp>
      <p:sp>
        <p:nvSpPr>
          <p:cNvPr id="664" name="Google Shape;664;p38"/>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ID" sz="2000" dirty="0" err="1">
                <a:solidFill>
                  <a:schemeClr val="dk1"/>
                </a:solidFill>
                <a:latin typeface="Lato"/>
                <a:ea typeface="Lato"/>
                <a:cs typeface="Lato"/>
                <a:sym typeface="Lato"/>
              </a:rPr>
              <a:t>Kuis</a:t>
            </a:r>
            <a:r>
              <a:rPr lang="en-ID" sz="2000" dirty="0">
                <a:solidFill>
                  <a:schemeClr val="dk1"/>
                </a:solidFill>
                <a:latin typeface="Lato"/>
                <a:ea typeface="Lato"/>
                <a:cs typeface="Lato"/>
                <a:sym typeface="Lato"/>
              </a:rPr>
              <a:t>/</a:t>
            </a:r>
            <a:r>
              <a:rPr lang="en-ID" sz="2000" dirty="0" err="1">
                <a:solidFill>
                  <a:schemeClr val="dk1"/>
                </a:solidFill>
                <a:latin typeface="Lato"/>
                <a:ea typeface="Lato"/>
                <a:cs typeface="Lato"/>
                <a:sym typeface="Lato"/>
              </a:rPr>
              <a:t>Aktivitas</a:t>
            </a:r>
            <a:r>
              <a:rPr lang="en-ID" sz="2000" dirty="0">
                <a:solidFill>
                  <a:schemeClr val="dk1"/>
                </a:solidFill>
                <a:latin typeface="Lato"/>
                <a:ea typeface="Lato"/>
                <a:cs typeface="Lato"/>
                <a:sym typeface="Lato"/>
              </a:rPr>
              <a:t> </a:t>
            </a:r>
            <a:r>
              <a:rPr lang="en-ID" sz="2000" dirty="0" err="1">
                <a:solidFill>
                  <a:schemeClr val="dk1"/>
                </a:solidFill>
                <a:latin typeface="Lato"/>
                <a:ea typeface="Lato"/>
                <a:cs typeface="Lato"/>
                <a:sym typeface="Lato"/>
              </a:rPr>
              <a:t>Partisipatif</a:t>
            </a: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Wingdings" panose="05000000000000000000" pitchFamily="2" charset="2"/>
              <a:buChar char="q"/>
            </a:pPr>
            <a:r>
              <a:rPr lang="en-ID" sz="2000" dirty="0" err="1">
                <a:solidFill>
                  <a:schemeClr val="dk1"/>
                </a:solidFill>
                <a:latin typeface="Lato"/>
                <a:ea typeface="Lato"/>
                <a:cs typeface="Lato"/>
                <a:sym typeface="Lato"/>
              </a:rPr>
              <a:t>Tugas</a:t>
            </a: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Wingdings" panose="05000000000000000000" pitchFamily="2" charset="2"/>
              <a:buChar char="q"/>
            </a:pPr>
            <a:r>
              <a:rPr lang="en-ID" sz="2000" dirty="0">
                <a:solidFill>
                  <a:schemeClr val="dk1"/>
                </a:solidFill>
                <a:latin typeface="Lato"/>
                <a:ea typeface="Lato"/>
                <a:cs typeface="Lato"/>
                <a:sym typeface="Lato"/>
              </a:rPr>
              <a:t>Hasil </a:t>
            </a:r>
            <a:r>
              <a:rPr lang="en-ID" sz="2000" dirty="0" err="1">
                <a:solidFill>
                  <a:schemeClr val="dk1"/>
                </a:solidFill>
                <a:latin typeface="Lato"/>
                <a:ea typeface="Lato"/>
                <a:cs typeface="Lato"/>
                <a:sym typeface="Lato"/>
              </a:rPr>
              <a:t>Proyek</a:t>
            </a:r>
            <a:r>
              <a:rPr lang="en-ID" sz="2000" dirty="0">
                <a:solidFill>
                  <a:schemeClr val="dk1"/>
                </a:solidFill>
                <a:latin typeface="Lato"/>
                <a:ea typeface="Lato"/>
                <a:cs typeface="Lato"/>
                <a:sym typeface="Lato"/>
              </a:rPr>
              <a:t>/ </a:t>
            </a:r>
            <a:r>
              <a:rPr lang="en-ID" sz="2000" dirty="0" err="1">
                <a:solidFill>
                  <a:schemeClr val="dk1"/>
                </a:solidFill>
                <a:latin typeface="Lato"/>
                <a:ea typeface="Lato"/>
                <a:cs typeface="Lato"/>
                <a:sym typeface="Lato"/>
              </a:rPr>
              <a:t>Tugas</a:t>
            </a:r>
            <a:r>
              <a:rPr lang="en-ID" sz="2000" dirty="0">
                <a:solidFill>
                  <a:schemeClr val="dk1"/>
                </a:solidFill>
                <a:latin typeface="Lato"/>
                <a:ea typeface="Lato"/>
                <a:cs typeface="Lato"/>
                <a:sym typeface="Lato"/>
              </a:rPr>
              <a:t> </a:t>
            </a:r>
            <a:r>
              <a:rPr lang="en-ID" sz="2000" dirty="0" err="1">
                <a:solidFill>
                  <a:schemeClr val="dk1"/>
                </a:solidFill>
                <a:latin typeface="Lato"/>
                <a:ea typeface="Lato"/>
                <a:cs typeface="Lato"/>
                <a:sym typeface="Lato"/>
              </a:rPr>
              <a:t>Besar</a:t>
            </a: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Wingdings" panose="05000000000000000000" pitchFamily="2" charset="2"/>
              <a:buChar char="q"/>
            </a:pPr>
            <a:r>
              <a:rPr lang="en-ID" sz="2000" dirty="0" err="1">
                <a:solidFill>
                  <a:schemeClr val="dk1"/>
                </a:solidFill>
                <a:latin typeface="Lato"/>
                <a:ea typeface="Lato"/>
                <a:cs typeface="Lato"/>
                <a:sym typeface="Lato"/>
              </a:rPr>
              <a:t>Praktikum</a:t>
            </a: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Wingdings" panose="05000000000000000000" pitchFamily="2" charset="2"/>
              <a:buChar char="q"/>
            </a:pPr>
            <a:r>
              <a:rPr lang="en-ID" sz="2000" dirty="0">
                <a:solidFill>
                  <a:schemeClr val="dk1"/>
                </a:solidFill>
                <a:latin typeface="Lato"/>
                <a:ea typeface="Lato"/>
                <a:cs typeface="Lato"/>
                <a:sym typeface="Lato"/>
              </a:rPr>
              <a:t>UTS</a:t>
            </a:r>
          </a:p>
          <a:p>
            <a:pPr marL="457200" lvl="0" indent="-457200" algn="l" rtl="0">
              <a:spcBef>
                <a:spcPts val="0"/>
              </a:spcBef>
              <a:spcAft>
                <a:spcPts val="600"/>
              </a:spcAft>
              <a:buFont typeface="Wingdings" panose="05000000000000000000" pitchFamily="2" charset="2"/>
              <a:buChar char="q"/>
            </a:pPr>
            <a:r>
              <a:rPr lang="en-ID" sz="2000" dirty="0">
                <a:solidFill>
                  <a:schemeClr val="dk1"/>
                </a:solidFill>
                <a:latin typeface="Lato"/>
                <a:ea typeface="Lato"/>
                <a:cs typeface="Lato"/>
                <a:sym typeface="Lato"/>
              </a:rPr>
              <a:t>UAS</a:t>
            </a:r>
          </a:p>
          <a:p>
            <a:pPr marL="457200" lvl="0" indent="-457200" algn="l" rtl="0">
              <a:spcBef>
                <a:spcPts val="0"/>
              </a:spcBef>
              <a:spcAft>
                <a:spcPts val="600"/>
              </a:spcAft>
              <a:buFont typeface="Arial" panose="020B0604020202020204" pitchFamily="34" charset="0"/>
              <a:buChar char="•"/>
            </a:pPr>
            <a:endParaRPr lang="en-ID" sz="2000" dirty="0">
              <a:solidFill>
                <a:schemeClr val="dk1"/>
              </a:solidFill>
              <a:latin typeface="Lato"/>
              <a:ea typeface="Lato"/>
              <a:cs typeface="Lato"/>
              <a:sym typeface="Lato"/>
            </a:endParaRPr>
          </a:p>
          <a:p>
            <a:pPr algn="ctr">
              <a:spcAft>
                <a:spcPts val="600"/>
              </a:spcAft>
            </a:pPr>
            <a:r>
              <a:rPr lang="en-US" sz="2000" b="1" dirty="0" err="1">
                <a:solidFill>
                  <a:schemeClr val="dk1"/>
                </a:solidFill>
                <a:latin typeface="Poppins" panose="00000500000000000000" pitchFamily="2" charset="0"/>
                <a:ea typeface="Lato"/>
                <a:cs typeface="Poppins" panose="00000500000000000000" pitchFamily="2" charset="0"/>
              </a:rPr>
              <a:t>Semua</a:t>
            </a:r>
            <a:r>
              <a:rPr lang="en-US" sz="2000" b="1" dirty="0">
                <a:solidFill>
                  <a:schemeClr val="dk1"/>
                </a:solidFill>
                <a:latin typeface="Poppins" panose="00000500000000000000" pitchFamily="2" charset="0"/>
                <a:ea typeface="Lato"/>
                <a:cs typeface="Poppins" panose="00000500000000000000" pitchFamily="2" charset="0"/>
              </a:rPr>
              <a:t> </a:t>
            </a:r>
            <a:r>
              <a:rPr lang="en-US" sz="2000" b="1" dirty="0" err="1">
                <a:solidFill>
                  <a:schemeClr val="dk1"/>
                </a:solidFill>
                <a:latin typeface="Poppins" panose="00000500000000000000" pitchFamily="2" charset="0"/>
                <a:ea typeface="Lato"/>
                <a:cs typeface="Poppins" panose="00000500000000000000" pitchFamily="2" charset="0"/>
              </a:rPr>
              <a:t>komponen</a:t>
            </a:r>
            <a:r>
              <a:rPr lang="en-US" sz="2000" b="1" dirty="0">
                <a:solidFill>
                  <a:schemeClr val="dk1"/>
                </a:solidFill>
                <a:latin typeface="Poppins" panose="00000500000000000000" pitchFamily="2" charset="0"/>
                <a:ea typeface="Lato"/>
                <a:cs typeface="Poppins" panose="00000500000000000000" pitchFamily="2" charset="0"/>
              </a:rPr>
              <a:t> </a:t>
            </a:r>
            <a:r>
              <a:rPr lang="en-US" sz="2000" b="1" dirty="0" err="1">
                <a:solidFill>
                  <a:schemeClr val="dk1"/>
                </a:solidFill>
                <a:latin typeface="Poppins" panose="00000500000000000000" pitchFamily="2" charset="0"/>
                <a:ea typeface="Lato"/>
                <a:cs typeface="Poppins" panose="00000500000000000000" pitchFamily="2" charset="0"/>
              </a:rPr>
              <a:t>wajib</a:t>
            </a:r>
            <a:r>
              <a:rPr lang="en-US" sz="2000" b="1" dirty="0">
                <a:solidFill>
                  <a:schemeClr val="dk1"/>
                </a:solidFill>
                <a:latin typeface="Poppins" panose="00000500000000000000" pitchFamily="2" charset="0"/>
                <a:ea typeface="Lato"/>
                <a:cs typeface="Poppins" panose="00000500000000000000" pitchFamily="2" charset="0"/>
              </a:rPr>
              <a:t> </a:t>
            </a:r>
            <a:r>
              <a:rPr lang="en-US" sz="2000" b="1" dirty="0" err="1">
                <a:solidFill>
                  <a:schemeClr val="dk1"/>
                </a:solidFill>
                <a:latin typeface="Poppins" panose="00000500000000000000" pitchFamily="2" charset="0"/>
                <a:ea typeface="Lato"/>
                <a:cs typeface="Poppins" panose="00000500000000000000" pitchFamily="2" charset="0"/>
              </a:rPr>
              <a:t>diikuti</a:t>
            </a:r>
            <a:r>
              <a:rPr lang="en-US" sz="2000" b="1" dirty="0">
                <a:solidFill>
                  <a:schemeClr val="dk1"/>
                </a:solidFill>
                <a:latin typeface="Poppins" panose="00000500000000000000" pitchFamily="2" charset="0"/>
                <a:ea typeface="Lato"/>
                <a:cs typeface="Poppins" panose="00000500000000000000" pitchFamily="2" charset="0"/>
              </a:rPr>
              <a:t> oleh </a:t>
            </a:r>
            <a:r>
              <a:rPr lang="en-US" sz="2000" b="1" dirty="0" err="1">
                <a:solidFill>
                  <a:schemeClr val="dk1"/>
                </a:solidFill>
                <a:latin typeface="Poppins" panose="00000500000000000000" pitchFamily="2" charset="0"/>
                <a:ea typeface="Lato"/>
                <a:cs typeface="Poppins" panose="00000500000000000000" pitchFamily="2" charset="0"/>
              </a:rPr>
              <a:t>mahasiswa</a:t>
            </a:r>
            <a:r>
              <a:rPr lang="en-US" sz="2000" b="1" dirty="0">
                <a:solidFill>
                  <a:schemeClr val="dk1"/>
                </a:solidFill>
                <a:latin typeface="Poppins" panose="00000500000000000000" pitchFamily="2" charset="0"/>
                <a:ea typeface="Lato"/>
                <a:cs typeface="Poppins" panose="00000500000000000000" pitchFamily="2" charset="0"/>
              </a:rPr>
              <a:t> :</a:t>
            </a:r>
            <a:br>
              <a:rPr lang="en-US" sz="2000" b="1" dirty="0">
                <a:solidFill>
                  <a:schemeClr val="dk1"/>
                </a:solidFill>
                <a:latin typeface="Poppins" panose="00000500000000000000" pitchFamily="2" charset="0"/>
                <a:ea typeface="Lato"/>
                <a:cs typeface="Poppins" panose="00000500000000000000" pitchFamily="2" charset="0"/>
              </a:rPr>
            </a:br>
            <a:r>
              <a:rPr lang="en-US" sz="2000" b="1" dirty="0">
                <a:solidFill>
                  <a:schemeClr val="dk1"/>
                </a:solidFill>
                <a:latin typeface="Poppins" panose="00000500000000000000" pitchFamily="2" charset="0"/>
                <a:ea typeface="Lato"/>
                <a:cs typeface="Poppins" panose="00000500000000000000" pitchFamily="2" charset="0"/>
              </a:rPr>
              <a:t>Baru, </a:t>
            </a:r>
            <a:r>
              <a:rPr lang="en-US" sz="2000" b="1" dirty="0" err="1">
                <a:solidFill>
                  <a:schemeClr val="dk1"/>
                </a:solidFill>
                <a:latin typeface="Poppins" panose="00000500000000000000" pitchFamily="2" charset="0"/>
                <a:ea typeface="Lato"/>
                <a:cs typeface="Poppins" panose="00000500000000000000" pitchFamily="2" charset="0"/>
              </a:rPr>
              <a:t>Perbaikan</a:t>
            </a:r>
            <a:r>
              <a:rPr lang="en-US" sz="2000" b="1" dirty="0">
                <a:solidFill>
                  <a:schemeClr val="dk1"/>
                </a:solidFill>
                <a:latin typeface="Poppins" panose="00000500000000000000" pitchFamily="2" charset="0"/>
                <a:ea typeface="Lato"/>
                <a:cs typeface="Poppins" panose="00000500000000000000" pitchFamily="2" charset="0"/>
              </a:rPr>
              <a:t>, </a:t>
            </a:r>
            <a:r>
              <a:rPr lang="en-US" sz="2000" b="1" dirty="0" err="1">
                <a:solidFill>
                  <a:schemeClr val="dk1"/>
                </a:solidFill>
                <a:latin typeface="Poppins" panose="00000500000000000000" pitchFamily="2" charset="0"/>
                <a:ea typeface="Lato"/>
                <a:cs typeface="Poppins" panose="00000500000000000000" pitchFamily="2" charset="0"/>
              </a:rPr>
              <a:t>atau</a:t>
            </a:r>
            <a:r>
              <a:rPr lang="en-US" sz="2000" b="1" dirty="0">
                <a:solidFill>
                  <a:schemeClr val="dk1"/>
                </a:solidFill>
                <a:latin typeface="Poppins" panose="00000500000000000000" pitchFamily="2" charset="0"/>
                <a:ea typeface="Lato"/>
                <a:cs typeface="Poppins" panose="00000500000000000000" pitchFamily="2" charset="0"/>
              </a:rPr>
              <a:t> </a:t>
            </a:r>
            <a:r>
              <a:rPr lang="en-US" sz="2000" b="1" dirty="0" err="1">
                <a:solidFill>
                  <a:schemeClr val="dk1"/>
                </a:solidFill>
                <a:latin typeface="Poppins" panose="00000500000000000000" pitchFamily="2" charset="0"/>
                <a:ea typeface="Lato"/>
                <a:cs typeface="Poppins" panose="00000500000000000000" pitchFamily="2" charset="0"/>
              </a:rPr>
              <a:t>Ulang</a:t>
            </a:r>
            <a:r>
              <a:rPr lang="en-US" sz="2000" b="1" dirty="0">
                <a:solidFill>
                  <a:schemeClr val="dk1"/>
                </a:solidFill>
                <a:latin typeface="Poppins" panose="00000500000000000000" pitchFamily="2" charset="0"/>
                <a:ea typeface="Lato"/>
                <a:cs typeface="Poppins" panose="00000500000000000000" pitchFamily="2" charset="0"/>
              </a:rPr>
              <a:t> (B/P/U)</a:t>
            </a:r>
            <a:endParaRPr lang="en-ID" sz="2000" b="1" dirty="0">
              <a:solidFill>
                <a:schemeClr val="dk1"/>
              </a:solidFill>
              <a:latin typeface="Poppins" panose="00000500000000000000" pitchFamily="2" charset="0"/>
              <a:ea typeface="Lato"/>
              <a:cs typeface="Poppins" panose="00000500000000000000" pitchFamily="2" charset="0"/>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22805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Referensi</a:t>
            </a:r>
            <a:endParaRPr dirty="0"/>
          </a:p>
        </p:txBody>
      </p:sp>
      <p:sp>
        <p:nvSpPr>
          <p:cNvPr id="664" name="Google Shape;664;p38"/>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ID" sz="1800" dirty="0">
                <a:solidFill>
                  <a:schemeClr val="dk1"/>
                </a:solidFill>
                <a:latin typeface="Lato"/>
                <a:ea typeface="Lato"/>
                <a:cs typeface="Lato"/>
              </a:rPr>
              <a:t>Panji Wisnu </a:t>
            </a:r>
            <a:r>
              <a:rPr lang="en-ID" sz="1800" dirty="0" err="1">
                <a:solidFill>
                  <a:schemeClr val="dk1"/>
                </a:solidFill>
                <a:latin typeface="Lato"/>
                <a:ea typeface="Lato"/>
                <a:cs typeface="Lato"/>
              </a:rPr>
              <a:t>Wirawan</a:t>
            </a:r>
            <a:r>
              <a:rPr lang="en-ID" sz="1800" dirty="0">
                <a:solidFill>
                  <a:schemeClr val="dk1"/>
                </a:solidFill>
                <a:latin typeface="Lato"/>
                <a:ea typeface="Lato"/>
                <a:cs typeface="Lato"/>
              </a:rPr>
              <a:t>, Indra </a:t>
            </a:r>
            <a:r>
              <a:rPr lang="en-ID" sz="1800" dirty="0" err="1">
                <a:solidFill>
                  <a:schemeClr val="dk1"/>
                </a:solidFill>
                <a:latin typeface="Lato"/>
                <a:ea typeface="Lato"/>
                <a:cs typeface="Lato"/>
              </a:rPr>
              <a:t>Waspada</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Satriyo</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Adhy</a:t>
            </a:r>
            <a:r>
              <a:rPr lang="en-ID" sz="1800" dirty="0">
                <a:solidFill>
                  <a:schemeClr val="dk1"/>
                </a:solidFill>
                <a:latin typeface="Lato"/>
                <a:ea typeface="Lato"/>
                <a:cs typeface="Lato"/>
              </a:rPr>
              <a:t>. 2018. </a:t>
            </a:r>
            <a:r>
              <a:rPr lang="en-ID" sz="1800" b="1" i="1" dirty="0" err="1">
                <a:solidFill>
                  <a:schemeClr val="dk1"/>
                </a:solidFill>
                <a:latin typeface="Lato"/>
                <a:ea typeface="Lato"/>
                <a:cs typeface="Lato"/>
              </a:rPr>
              <a:t>Buku</a:t>
            </a:r>
            <a:r>
              <a:rPr lang="en-ID" sz="1800" b="1" i="1" dirty="0">
                <a:solidFill>
                  <a:schemeClr val="dk1"/>
                </a:solidFill>
                <a:latin typeface="Lato"/>
                <a:ea typeface="Lato"/>
                <a:cs typeface="Lato"/>
              </a:rPr>
              <a:t> Ajar </a:t>
            </a:r>
            <a:r>
              <a:rPr lang="en-ID" sz="1800" b="1" i="1" dirty="0" err="1">
                <a:solidFill>
                  <a:schemeClr val="dk1"/>
                </a:solidFill>
                <a:latin typeface="Lato"/>
                <a:ea typeface="Lato"/>
                <a:cs typeface="Lato"/>
              </a:rPr>
              <a:t>Pemrograman</a:t>
            </a:r>
            <a:r>
              <a:rPr lang="en-ID" sz="1800" b="1" i="1" dirty="0">
                <a:solidFill>
                  <a:schemeClr val="dk1"/>
                </a:solidFill>
                <a:latin typeface="Lato"/>
                <a:ea typeface="Lato"/>
                <a:cs typeface="Lato"/>
              </a:rPr>
              <a:t> </a:t>
            </a:r>
            <a:r>
              <a:rPr lang="en-ID" sz="1800" b="1" i="1" dirty="0" err="1">
                <a:solidFill>
                  <a:schemeClr val="dk1"/>
                </a:solidFill>
                <a:latin typeface="Lato"/>
                <a:ea typeface="Lato"/>
                <a:cs typeface="Lato"/>
              </a:rPr>
              <a:t>Berorientasi</a:t>
            </a:r>
            <a:r>
              <a:rPr lang="en-ID" sz="1800" b="1" i="1" dirty="0">
                <a:solidFill>
                  <a:schemeClr val="dk1"/>
                </a:solidFill>
                <a:latin typeface="Lato"/>
                <a:ea typeface="Lato"/>
                <a:cs typeface="Lato"/>
              </a:rPr>
              <a:t> </a:t>
            </a:r>
            <a:r>
              <a:rPr lang="en-ID" sz="1800" b="1" i="1" dirty="0" err="1">
                <a:solidFill>
                  <a:schemeClr val="dk1"/>
                </a:solidFill>
                <a:latin typeface="Lato"/>
                <a:ea typeface="Lato"/>
                <a:cs typeface="Lato"/>
              </a:rPr>
              <a:t>Objek</a:t>
            </a:r>
            <a:r>
              <a:rPr lang="en-ID" sz="18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ID" sz="1800" dirty="0" err="1">
                <a:solidFill>
                  <a:schemeClr val="dk1"/>
                </a:solidFill>
                <a:latin typeface="Lato"/>
                <a:ea typeface="Lato"/>
                <a:cs typeface="Lato"/>
              </a:rPr>
              <a:t>Vaskaran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Sarcar</a:t>
            </a:r>
            <a:r>
              <a:rPr lang="en-ID" sz="1800" dirty="0">
                <a:solidFill>
                  <a:schemeClr val="dk1"/>
                </a:solidFill>
                <a:latin typeface="Lato"/>
                <a:ea typeface="Lato"/>
                <a:cs typeface="Lato"/>
              </a:rPr>
              <a:t>. 2020.  </a:t>
            </a:r>
            <a:r>
              <a:rPr lang="en-ID" sz="1800" b="1" i="1" dirty="0">
                <a:solidFill>
                  <a:schemeClr val="dk1"/>
                </a:solidFill>
                <a:latin typeface="Lato"/>
                <a:ea typeface="Lato"/>
                <a:cs typeface="Lato"/>
              </a:rPr>
              <a:t>Interactive Object-Oriented Programming in Java</a:t>
            </a:r>
            <a:r>
              <a:rPr lang="en-ID" sz="18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ID" sz="1800" dirty="0">
                <a:solidFill>
                  <a:schemeClr val="dk1"/>
                </a:solidFill>
                <a:latin typeface="Lato"/>
                <a:ea typeface="Lato"/>
                <a:cs typeface="Lato"/>
                <a:sym typeface="Lato"/>
              </a:rPr>
              <a:t>Daniel Y. Liang, </a:t>
            </a:r>
            <a:r>
              <a:rPr lang="en-ID" sz="1800" b="1" i="1" dirty="0">
                <a:solidFill>
                  <a:schemeClr val="dk1"/>
                </a:solidFill>
                <a:latin typeface="Lato"/>
                <a:ea typeface="Lato"/>
                <a:cs typeface="Lato"/>
                <a:sym typeface="Lato"/>
              </a:rPr>
              <a:t>Introduction into Java Programming Comprehensive Version 10</a:t>
            </a:r>
            <a:r>
              <a:rPr lang="en-ID" sz="1800" b="1" i="1" baseline="30000" dirty="0">
                <a:solidFill>
                  <a:schemeClr val="dk1"/>
                </a:solidFill>
                <a:latin typeface="Lato"/>
                <a:ea typeface="Lato"/>
                <a:cs typeface="Lato"/>
                <a:sym typeface="Lato"/>
              </a:rPr>
              <a:t>th</a:t>
            </a:r>
            <a:r>
              <a:rPr lang="en-ID" sz="1800" b="1" i="1" dirty="0">
                <a:solidFill>
                  <a:schemeClr val="dk1"/>
                </a:solidFill>
                <a:latin typeface="Lato"/>
                <a:ea typeface="Lato"/>
                <a:cs typeface="Lato"/>
                <a:sym typeface="Lato"/>
              </a:rPr>
              <a:t> Edition</a:t>
            </a:r>
            <a:r>
              <a:rPr lang="en-ID" sz="1800" i="1" dirty="0">
                <a:solidFill>
                  <a:schemeClr val="dk1"/>
                </a:solidFill>
                <a:latin typeface="Lato"/>
                <a:ea typeface="Lato"/>
                <a:cs typeface="Lato"/>
                <a:sym typeface="Lato"/>
              </a:rPr>
              <a:t>, </a:t>
            </a:r>
            <a:r>
              <a:rPr lang="en-ID" sz="1800" dirty="0">
                <a:solidFill>
                  <a:schemeClr val="dk1"/>
                </a:solidFill>
                <a:latin typeface="Lato"/>
                <a:ea typeface="Lato"/>
                <a:cs typeface="Lato"/>
                <a:sym typeface="Lato"/>
              </a:rPr>
              <a:t>2015, Pearson.</a:t>
            </a:r>
          </a:p>
          <a:p>
            <a:pPr marL="457200" indent="-457200">
              <a:spcAft>
                <a:spcPts val="600"/>
              </a:spcAft>
              <a:buFont typeface="Wingdings" panose="05000000000000000000" pitchFamily="2" charset="2"/>
              <a:buChar char="q"/>
            </a:pPr>
            <a:r>
              <a:rPr lang="en-ID" sz="1800" dirty="0" err="1">
                <a:solidFill>
                  <a:schemeClr val="dk1"/>
                </a:solidFill>
                <a:latin typeface="Lato"/>
                <a:ea typeface="Lato"/>
                <a:cs typeface="Lato"/>
              </a:rPr>
              <a:t>Inggriani</a:t>
            </a:r>
            <a:r>
              <a:rPr lang="en-ID" sz="1800" dirty="0">
                <a:solidFill>
                  <a:schemeClr val="dk1"/>
                </a:solidFill>
                <a:latin typeface="Lato"/>
                <a:ea typeface="Lato"/>
                <a:cs typeface="Lato"/>
              </a:rPr>
              <a:t> Liem, Diktat </a:t>
            </a:r>
            <a:r>
              <a:rPr lang="en-ID" sz="1800" dirty="0" err="1">
                <a:solidFill>
                  <a:schemeClr val="dk1"/>
                </a:solidFill>
                <a:latin typeface="Lato"/>
                <a:ea typeface="Lato"/>
                <a:cs typeface="Lato"/>
              </a:rPr>
              <a:t>Kuliah</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Pemrograman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Berorientasi</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Objek</a:t>
            </a:r>
            <a:r>
              <a:rPr lang="en-ID" sz="1800" dirty="0">
                <a:solidFill>
                  <a:schemeClr val="dk1"/>
                </a:solidFill>
                <a:latin typeface="Lato"/>
                <a:ea typeface="Lato"/>
                <a:cs typeface="Lato"/>
              </a:rPr>
              <a:t>, ITB.</a:t>
            </a:r>
          </a:p>
          <a:p>
            <a:pPr marL="457200" indent="-457200">
              <a:spcAft>
                <a:spcPts val="600"/>
              </a:spcAft>
              <a:buFont typeface="Wingdings" panose="05000000000000000000" pitchFamily="2" charset="2"/>
              <a:buChar char="q"/>
            </a:pPr>
            <a:r>
              <a:rPr lang="en-ID" sz="1800" dirty="0">
                <a:solidFill>
                  <a:schemeClr val="dk1"/>
                </a:solidFill>
                <a:latin typeface="Lato"/>
                <a:ea typeface="Lato"/>
                <a:cs typeface="Lato"/>
              </a:rPr>
              <a:t>Herbert </a:t>
            </a:r>
            <a:r>
              <a:rPr lang="en-ID" sz="1800" dirty="0" err="1">
                <a:solidFill>
                  <a:schemeClr val="dk1"/>
                </a:solidFill>
                <a:latin typeface="Lato"/>
                <a:ea typeface="Lato"/>
                <a:cs typeface="Lato"/>
              </a:rPr>
              <a:t>Schildt</a:t>
            </a:r>
            <a:r>
              <a:rPr lang="en-ID" sz="1800" dirty="0">
                <a:solidFill>
                  <a:schemeClr val="dk1"/>
                </a:solidFill>
                <a:latin typeface="Lato"/>
                <a:ea typeface="Lato"/>
                <a:cs typeface="Lato"/>
              </a:rPr>
              <a:t>. 2019. </a:t>
            </a:r>
            <a:r>
              <a:rPr lang="en-ID" sz="1800" b="1" i="1" dirty="0">
                <a:solidFill>
                  <a:schemeClr val="dk1"/>
                </a:solidFill>
                <a:latin typeface="Lato"/>
                <a:ea typeface="Lato"/>
                <a:cs typeface="Lato"/>
              </a:rPr>
              <a:t>Java The Complete Reference, 11th edition</a:t>
            </a:r>
            <a:r>
              <a:rPr lang="en-ID" sz="18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ID" sz="1800" dirty="0">
                <a:solidFill>
                  <a:schemeClr val="dk1"/>
                </a:solidFill>
                <a:latin typeface="Lato"/>
                <a:ea typeface="Lato"/>
                <a:cs typeface="Lato"/>
              </a:rPr>
              <a:t>Robert C. Martin. 2013. Agile Software Development, Principles, Patterns, and Practices, 1st edition.</a:t>
            </a:r>
          </a:p>
          <a:p>
            <a:pPr marL="457200" indent="-457200">
              <a:spcAft>
                <a:spcPts val="600"/>
              </a:spcAft>
              <a:buFont typeface="Wingdings" panose="05000000000000000000" pitchFamily="2" charset="2"/>
              <a:buChar char="q"/>
            </a:pPr>
            <a:r>
              <a:rPr lang="en-ID" sz="1800" dirty="0">
                <a:solidFill>
                  <a:schemeClr val="dk1"/>
                </a:solidFill>
                <a:latin typeface="Lato"/>
                <a:ea typeface="Lato"/>
                <a:cs typeface="Lato"/>
              </a:rPr>
              <a:t>Peter </a:t>
            </a:r>
            <a:r>
              <a:rPr lang="en-ID" sz="1800" dirty="0" err="1">
                <a:solidFill>
                  <a:schemeClr val="dk1"/>
                </a:solidFill>
                <a:latin typeface="Lato"/>
                <a:ea typeface="Lato"/>
                <a:cs typeface="Lato"/>
              </a:rPr>
              <a:t>Sestoft</a:t>
            </a:r>
            <a:r>
              <a:rPr lang="en-ID" sz="1800" dirty="0">
                <a:solidFill>
                  <a:schemeClr val="dk1"/>
                </a:solidFill>
                <a:latin typeface="Lato"/>
                <a:ea typeface="Lato"/>
                <a:cs typeface="Lato"/>
              </a:rPr>
              <a:t>. 2017. Programming Language Concepts, 2nd edition.</a:t>
            </a:r>
            <a:endParaRPr lang="en-ID" sz="18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94260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D4AF5DE9-8C55-5279-CADD-E4950AD892CD}"/>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C8459CD8-ABAF-F118-7D0F-462AFD93780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Perkuliahan</a:t>
            </a:r>
            <a:endParaRPr dirty="0"/>
          </a:p>
        </p:txBody>
      </p:sp>
      <p:sp>
        <p:nvSpPr>
          <p:cNvPr id="664" name="Google Shape;664;p38">
            <a:extLst>
              <a:ext uri="{FF2B5EF4-FFF2-40B4-BE49-F238E27FC236}">
                <a16:creationId xmlns:a16="http://schemas.microsoft.com/office/drawing/2014/main" id="{D6BBC62A-CECA-E50C-2D56-F9BE70816BEE}"/>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id-ID" sz="2000" dirty="0">
                <a:solidFill>
                  <a:schemeClr val="dk1"/>
                </a:solidFill>
                <a:latin typeface="Lato"/>
                <a:ea typeface="Lato"/>
                <a:cs typeface="Lato"/>
              </a:rPr>
              <a:t>Materi dan penugasan diberikan di Kulon Undip.</a:t>
            </a:r>
            <a:endParaRPr lang="en-ID"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Presensi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melalui</a:t>
            </a:r>
            <a:r>
              <a:rPr lang="en-US" sz="2000" dirty="0">
                <a:solidFill>
                  <a:schemeClr val="dk1"/>
                </a:solidFill>
                <a:latin typeface="Lato"/>
                <a:ea typeface="Lato"/>
                <a:cs typeface="Lato"/>
              </a:rPr>
              <a:t> SIAP </a:t>
            </a:r>
            <a:r>
              <a:rPr lang="en-US" sz="2000" dirty="0" err="1">
                <a:solidFill>
                  <a:schemeClr val="dk1"/>
                </a:solidFill>
                <a:latin typeface="Lato"/>
                <a:ea typeface="Lato"/>
                <a:cs typeface="Lato"/>
              </a:rPr>
              <a:t>dilakukan</a:t>
            </a:r>
            <a:r>
              <a:rPr lang="en-US" sz="2000" dirty="0">
                <a:solidFill>
                  <a:schemeClr val="dk1"/>
                </a:solidFill>
                <a:latin typeface="Lato"/>
                <a:ea typeface="Lato"/>
                <a:cs typeface="Lato"/>
              </a:rPr>
              <a:t> pada </a:t>
            </a:r>
            <a:r>
              <a:rPr lang="en-US" sz="2000" dirty="0" err="1">
                <a:solidFill>
                  <a:schemeClr val="dk1"/>
                </a:solidFill>
                <a:latin typeface="Lato"/>
                <a:ea typeface="Lato"/>
                <a:cs typeface="Lato"/>
              </a:rPr>
              <a:t>saat</a:t>
            </a:r>
            <a:r>
              <a:rPr lang="en-US" sz="2000" dirty="0">
                <a:solidFill>
                  <a:schemeClr val="dk1"/>
                </a:solidFill>
                <a:latin typeface="Lato"/>
                <a:ea typeface="Lato"/>
                <a:cs typeface="Lato"/>
              </a:rPr>
              <a:t> jam </a:t>
            </a:r>
            <a:r>
              <a:rPr lang="en-US" sz="2000" dirty="0" err="1">
                <a:solidFill>
                  <a:schemeClr val="dk1"/>
                </a:solidFill>
                <a:latin typeface="Lato"/>
                <a:ea typeface="Lato"/>
                <a:cs typeface="Lato"/>
              </a:rPr>
              <a:t>perkuliahan</a:t>
            </a:r>
            <a:r>
              <a:rPr lang="en-US" sz="2000" dirty="0">
                <a:solidFill>
                  <a:schemeClr val="dk1"/>
                </a:solidFill>
                <a:latin typeface="Lato"/>
                <a:ea typeface="Lato"/>
                <a:cs typeface="Lato"/>
              </a:rPr>
              <a:t>.</a:t>
            </a:r>
            <a:endParaRPr lang="en-ID" sz="2000" dirty="0">
              <a:solidFill>
                <a:schemeClr val="dk1"/>
              </a:solidFill>
              <a:latin typeface="Lato"/>
              <a:ea typeface="Lato"/>
              <a:cs typeface="Lato"/>
            </a:endParaRPr>
          </a:p>
          <a:p>
            <a:pPr marL="457200" lvl="1" indent="-457200">
              <a:spcAft>
                <a:spcPts val="600"/>
              </a:spcAft>
              <a:buFont typeface="Wingdings" panose="05000000000000000000" pitchFamily="2" charset="2"/>
              <a:buChar char="q"/>
            </a:pPr>
            <a:r>
              <a:rPr lang="en-US" sz="2000" dirty="0" err="1">
                <a:solidFill>
                  <a:schemeClr val="dk1"/>
                </a:solidFill>
                <a:latin typeface="Lato"/>
                <a:ea typeface="Lato"/>
                <a:cs typeface="Lato"/>
              </a:rPr>
              <a:t>Ijin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atau</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sakit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harus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ada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surat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pengantar</a:t>
            </a:r>
            <a:r>
              <a:rPr lang="en-US" sz="2000" dirty="0">
                <a:solidFill>
                  <a:schemeClr val="dk1"/>
                </a:solidFill>
                <a:latin typeface="Lato"/>
                <a:ea typeface="Lato"/>
                <a:cs typeface="Lato"/>
              </a:rPr>
              <a:t>.</a:t>
            </a:r>
            <a:endParaRPr lang="en-ID"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Minimal </a:t>
            </a:r>
            <a:r>
              <a:rPr lang="en-US" sz="2000" dirty="0" err="1">
                <a:solidFill>
                  <a:schemeClr val="dk1"/>
                </a:solidFill>
                <a:latin typeface="Lato"/>
                <a:ea typeface="Lato"/>
                <a:cs typeface="Lato"/>
              </a:rPr>
              <a:t>presensi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untuk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mengikuti</a:t>
            </a:r>
            <a:r>
              <a:rPr lang="en-US" sz="2000" dirty="0">
                <a:solidFill>
                  <a:schemeClr val="dk1"/>
                </a:solidFill>
                <a:latin typeface="Lato"/>
                <a:ea typeface="Lato"/>
                <a:cs typeface="Lato"/>
              </a:rPr>
              <a:t> UAS </a:t>
            </a:r>
            <a:r>
              <a:rPr lang="en-US" sz="2000" dirty="0" err="1">
                <a:solidFill>
                  <a:schemeClr val="dk1"/>
                </a:solidFill>
                <a:latin typeface="Lato"/>
                <a:ea typeface="Lato"/>
                <a:cs typeface="Lato"/>
              </a:rPr>
              <a:t>adalah</a:t>
            </a:r>
            <a:r>
              <a:rPr lang="en-US" sz="2000" dirty="0">
                <a:solidFill>
                  <a:schemeClr val="dk1"/>
                </a:solidFill>
                <a:latin typeface="Lato"/>
                <a:ea typeface="Lato"/>
                <a:cs typeface="Lato"/>
              </a:rPr>
              <a:t> 75%.</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Pada </a:t>
            </a:r>
            <a:r>
              <a:rPr lang="en-US" sz="2000" dirty="0" err="1">
                <a:solidFill>
                  <a:schemeClr val="dk1"/>
                </a:solidFill>
                <a:latin typeface="Lato"/>
                <a:ea typeface="Lato"/>
                <a:cs typeface="Lato"/>
              </a:rPr>
              <a:t>saat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kuliah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mahasiswa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menyiapkan</a:t>
            </a:r>
            <a:r>
              <a:rPr lang="en-US" sz="2000" dirty="0">
                <a:solidFill>
                  <a:schemeClr val="dk1"/>
                </a:solidFill>
                <a:latin typeface="Lato"/>
                <a:ea typeface="Lato"/>
                <a:cs typeface="Lato"/>
              </a:rPr>
              <a:t> handphone/ laptop </a:t>
            </a:r>
            <a:r>
              <a:rPr lang="en-US" sz="2000" dirty="0" err="1">
                <a:solidFill>
                  <a:schemeClr val="dk1"/>
                </a:solidFill>
                <a:latin typeface="Lato"/>
                <a:ea typeface="Lato"/>
                <a:cs typeface="Lato"/>
              </a:rPr>
              <a:t>untuk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presensi</a:t>
            </a:r>
            <a:r>
              <a:rPr lang="en-US" sz="2000" dirty="0">
                <a:solidFill>
                  <a:schemeClr val="dk1"/>
                </a:solidFill>
                <a:latin typeface="Lato"/>
                <a:ea typeface="Lato"/>
                <a:cs typeface="Lato"/>
              </a:rPr>
              <a:t> dan </a:t>
            </a:r>
            <a:r>
              <a:rPr lang="en-US" sz="2000" dirty="0" err="1">
                <a:solidFill>
                  <a:schemeClr val="dk1"/>
                </a:solidFill>
                <a:latin typeface="Lato"/>
                <a:ea typeface="Lato"/>
                <a:cs typeface="Lato"/>
              </a:rPr>
              <a:t>mengerjakan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kuis</a:t>
            </a:r>
            <a:r>
              <a:rPr lang="en-US" sz="2000" dirty="0">
                <a:solidFill>
                  <a:schemeClr val="dk1"/>
                </a:solidFill>
                <a:latin typeface="Lato"/>
                <a:ea typeface="Lato"/>
                <a:cs typeface="Lato"/>
              </a:rPr>
              <a:t> di </a:t>
            </a:r>
            <a:r>
              <a:rPr lang="en-US" sz="2000" dirty="0" err="1">
                <a:solidFill>
                  <a:schemeClr val="dk1"/>
                </a:solidFill>
                <a:latin typeface="Lato"/>
                <a:ea typeface="Lato"/>
                <a:cs typeface="Lato"/>
              </a:rPr>
              <a:t>kelas</a:t>
            </a:r>
            <a:r>
              <a:rPr lang="en-US" sz="2000" dirty="0">
                <a:solidFill>
                  <a:schemeClr val="dk1"/>
                </a:solidFill>
                <a:latin typeface="Lato"/>
                <a:ea typeface="Lato"/>
                <a:cs typeface="Lato"/>
              </a:rPr>
              <a:t>.</a:t>
            </a:r>
            <a:endParaRPr lang="en-ID" sz="2000" dirty="0">
              <a:solidFill>
                <a:schemeClr val="dk1"/>
              </a:solidFill>
              <a:latin typeface="Lato"/>
              <a:ea typeface="Lato"/>
              <a:cs typeface="Lato"/>
            </a:endParaRPr>
          </a:p>
          <a:p>
            <a:pPr marL="457200" lvl="0" indent="-457200" algn="l" rtl="0">
              <a:spcBef>
                <a:spcPts val="0"/>
              </a:spcBef>
              <a:spcAft>
                <a:spcPts val="600"/>
              </a:spcAft>
              <a:buFont typeface="Arial" panose="020B0604020202020204" pitchFamily="34" charset="0"/>
              <a:buChar char="•"/>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EDC13D20-9A0B-501B-5575-8669B9B5DC86}"/>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EC5623B3-0C44-4636-8D88-2DB9942DA7C9}"/>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8892A52D-2176-AE93-7960-209F5FD615D3}"/>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93F1C88C-49AF-6D99-C7DA-078E575A529C}"/>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906DB7E1-2F4C-8DDF-3390-9E13E88F5F10}"/>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B640BB61-5063-F2E1-8535-FEFF63A57D67}"/>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00494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Pola Belajar</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Belajar</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mandiri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diutamakan</a:t>
            </a:r>
            <a:r>
              <a:rPr lang="en-US" sz="2000" dirty="0">
                <a:solidFill>
                  <a:schemeClr val="dk1"/>
                </a:solidFill>
                <a:latin typeface="Lato"/>
                <a:ea typeface="Lato"/>
                <a:cs typeface="Lato"/>
              </a:rPr>
              <a:t> :</a:t>
            </a:r>
          </a:p>
          <a:p>
            <a:pPr marL="788987" lvl="5" indent="-342900">
              <a:spcAft>
                <a:spcPts val="600"/>
              </a:spcAft>
              <a:buFont typeface="Arial" panose="020B0604020202020204" pitchFamily="34" charset="0"/>
              <a:buChar char="•"/>
            </a:pPr>
            <a:r>
              <a:rPr lang="en-US" sz="2000" dirty="0" err="1">
                <a:solidFill>
                  <a:schemeClr val="dk1"/>
                </a:solidFill>
                <a:latin typeface="Lato"/>
                <a:ea typeface="Lato"/>
                <a:cs typeface="Lato"/>
              </a:rPr>
              <a:t>Memiliki</a:t>
            </a:r>
            <a:r>
              <a:rPr lang="en-US" sz="2000" dirty="0">
                <a:solidFill>
                  <a:schemeClr val="dk1"/>
                </a:solidFill>
                <a:latin typeface="Lato"/>
                <a:ea typeface="Lato"/>
                <a:cs typeface="Lato"/>
              </a:rPr>
              <a:t> &amp; </a:t>
            </a:r>
            <a:r>
              <a:rPr lang="en-US" sz="2000" dirty="0" err="1">
                <a:solidFill>
                  <a:schemeClr val="dk1"/>
                </a:solidFill>
                <a:latin typeface="Lato"/>
                <a:ea typeface="Lato"/>
                <a:cs typeface="Lato"/>
              </a:rPr>
              <a:t>membaca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referensi</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telah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ditunjukkan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maupun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referensi</a:t>
            </a:r>
            <a:r>
              <a:rPr lang="en-US" sz="2000" dirty="0">
                <a:solidFill>
                  <a:schemeClr val="dk1"/>
                </a:solidFill>
                <a:latin typeface="Lato"/>
                <a:ea typeface="Lato"/>
                <a:cs typeface="Lato"/>
              </a:rPr>
              <a:t> lain yang </a:t>
            </a:r>
            <a:r>
              <a:rPr lang="en-US" sz="2000" dirty="0" err="1">
                <a:solidFill>
                  <a:schemeClr val="dk1"/>
                </a:solidFill>
                <a:latin typeface="Lato"/>
                <a:ea typeface="Lato"/>
                <a:cs typeface="Lato"/>
              </a:rPr>
              <a:t>bersesuaian</a:t>
            </a:r>
            <a:r>
              <a:rPr lang="en-US" sz="2000" dirty="0">
                <a:solidFill>
                  <a:schemeClr val="dk1"/>
                </a:solidFill>
                <a:latin typeface="Lato"/>
                <a:ea typeface="Lato"/>
                <a:cs typeface="Lato"/>
              </a:rPr>
              <a:t>.</a:t>
            </a:r>
          </a:p>
          <a:p>
            <a:pPr marL="788987" lvl="1" indent="-342900">
              <a:spcAft>
                <a:spcPts val="600"/>
              </a:spcAft>
              <a:buFont typeface="Arial" panose="020B0604020202020204" pitchFamily="34" charset="0"/>
              <a:buChar char="•"/>
            </a:pPr>
            <a:r>
              <a:rPr lang="en-US" sz="2000" dirty="0" err="1">
                <a:solidFill>
                  <a:schemeClr val="dk1"/>
                </a:solidFill>
                <a:latin typeface="Lato"/>
                <a:ea typeface="Lato"/>
                <a:cs typeface="Lato"/>
              </a:rPr>
              <a:t>Eksplorasi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mandiri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bahasa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pemrograman</a:t>
            </a:r>
            <a:r>
              <a:rPr lang="en-US" sz="2000" dirty="0">
                <a:solidFill>
                  <a:schemeClr val="dk1"/>
                </a:solidFill>
                <a:latin typeface="Lato"/>
                <a:ea typeface="Lato"/>
                <a:cs typeface="Lato"/>
              </a:rPr>
              <a:t> : </a:t>
            </a:r>
            <a:r>
              <a:rPr lang="en-US" sz="2000" dirty="0" err="1">
                <a:solidFill>
                  <a:schemeClr val="dk1"/>
                </a:solidFill>
                <a:latin typeface="Lato"/>
                <a:ea typeface="Lato"/>
                <a:cs typeface="Lato"/>
              </a:rPr>
              <a:t>mencoba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sendiri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kode-kode</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telah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diberikan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maupun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contoh-contoh</a:t>
            </a:r>
            <a:r>
              <a:rPr lang="en-US" sz="2000" dirty="0">
                <a:solidFill>
                  <a:schemeClr val="dk1"/>
                </a:solidFill>
                <a:latin typeface="Lato"/>
                <a:ea typeface="Lato"/>
                <a:cs typeface="Lato"/>
              </a:rPr>
              <a:t> lain </a:t>
            </a:r>
            <a:r>
              <a:rPr lang="en-US" sz="2000" dirty="0" err="1">
                <a:solidFill>
                  <a:schemeClr val="dk1"/>
                </a:solidFill>
                <a:latin typeface="Lato"/>
                <a:ea typeface="Lato"/>
                <a:cs typeface="Lato"/>
              </a:rPr>
              <a:t>dari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berbagai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referensi</a:t>
            </a:r>
            <a:r>
              <a:rPr lang="en-US" sz="2000" dirty="0">
                <a:solidFill>
                  <a:schemeClr val="dk1"/>
                </a:solidFill>
                <a:latin typeface="Lato"/>
                <a:ea typeface="Lato"/>
                <a:cs typeface="Lato"/>
              </a:rPr>
              <a:t>.</a:t>
            </a:r>
          </a:p>
          <a:p>
            <a:pPr marL="788987" lvl="1" indent="-342900">
              <a:spcAft>
                <a:spcPts val="600"/>
              </a:spcAft>
              <a:buFont typeface="Arial" panose="020B0604020202020204" pitchFamily="34" charset="0"/>
              <a:buChar char="•"/>
            </a:pPr>
            <a:r>
              <a:rPr lang="en-US" sz="2000" dirty="0" err="1">
                <a:solidFill>
                  <a:schemeClr val="dk1"/>
                </a:solidFill>
                <a:latin typeface="Lato"/>
                <a:ea typeface="Lato"/>
                <a:cs typeface="Lato"/>
              </a:rPr>
              <a:t>Mengulang</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kembali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praktikum</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telah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dikerjakan</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Hindari</a:t>
            </a:r>
            <a:r>
              <a:rPr lang="en-US" sz="2000" dirty="0">
                <a:solidFill>
                  <a:schemeClr val="dk1"/>
                </a:solidFill>
                <a:latin typeface="Lato"/>
                <a:ea typeface="Lato"/>
                <a:cs typeface="Lato"/>
              </a:rPr>
              <a:t> </a:t>
            </a:r>
            <a:r>
              <a:rPr lang="en-US" sz="2000" b="1" dirty="0" err="1">
                <a:solidFill>
                  <a:srgbClr val="FF0000"/>
                </a:solidFill>
                <a:latin typeface="Lato"/>
                <a:ea typeface="Lato"/>
                <a:cs typeface="Lato"/>
              </a:rPr>
              <a:t>S</a:t>
            </a:r>
            <a:r>
              <a:rPr lang="en-US" sz="2000" dirty="0" err="1">
                <a:solidFill>
                  <a:schemeClr val="dk1"/>
                </a:solidFill>
                <a:latin typeface="Lato"/>
                <a:ea typeface="Lato"/>
                <a:cs typeface="Lato"/>
              </a:rPr>
              <a:t>istem</a:t>
            </a:r>
            <a:r>
              <a:rPr lang="en-US" sz="2000" dirty="0">
                <a:solidFill>
                  <a:schemeClr val="dk1"/>
                </a:solidFill>
                <a:latin typeface="Lato"/>
                <a:ea typeface="Lato"/>
                <a:cs typeface="Lato"/>
              </a:rPr>
              <a:t> </a:t>
            </a:r>
            <a:r>
              <a:rPr lang="en-US" sz="2000" b="1" dirty="0" err="1">
                <a:solidFill>
                  <a:srgbClr val="FF0000"/>
                </a:solidFill>
                <a:latin typeface="Lato"/>
                <a:ea typeface="Lato"/>
                <a:cs typeface="Lato"/>
              </a:rPr>
              <a:t>K</a:t>
            </a:r>
            <a:r>
              <a:rPr lang="en-US" sz="2000" dirty="0" err="1">
                <a:solidFill>
                  <a:schemeClr val="dk1"/>
                </a:solidFill>
                <a:latin typeface="Lato"/>
                <a:ea typeface="Lato"/>
                <a:cs typeface="Lato"/>
              </a:rPr>
              <a:t>ebut</a:t>
            </a:r>
            <a:r>
              <a:rPr lang="en-US" sz="2000" dirty="0">
                <a:solidFill>
                  <a:schemeClr val="dk1"/>
                </a:solidFill>
                <a:latin typeface="Lato"/>
                <a:ea typeface="Lato"/>
                <a:cs typeface="Lato"/>
              </a:rPr>
              <a:t> </a:t>
            </a:r>
            <a:r>
              <a:rPr lang="en-US" sz="2000" b="1" dirty="0" err="1">
                <a:solidFill>
                  <a:srgbClr val="FF0000"/>
                </a:solidFill>
                <a:latin typeface="Lato"/>
                <a:ea typeface="Lato"/>
                <a:cs typeface="Lato"/>
              </a:rPr>
              <a:t>S</a:t>
            </a:r>
            <a:r>
              <a:rPr lang="en-US" sz="2000" dirty="0" err="1">
                <a:solidFill>
                  <a:schemeClr val="dk1"/>
                </a:solidFill>
                <a:latin typeface="Lato"/>
                <a:ea typeface="Lato"/>
                <a:cs typeface="Lato"/>
              </a:rPr>
              <a:t>emalam</a:t>
            </a:r>
            <a:r>
              <a:rPr lang="en-US" sz="2000" dirty="0">
                <a:solidFill>
                  <a:schemeClr val="dk1"/>
                </a:solidFill>
                <a:latin typeface="Lato"/>
                <a:ea typeface="Lato"/>
                <a:cs typeface="Lato"/>
              </a:rPr>
              <a:t>.</a:t>
            </a:r>
          </a:p>
          <a:p>
            <a:pPr marL="457200" lvl="0" indent="-457200" algn="l" rtl="0">
              <a:spcBef>
                <a:spcPts val="0"/>
              </a:spcBef>
              <a:spcAft>
                <a:spcPts val="600"/>
              </a:spcAft>
              <a:buFont typeface="Arial" panose="020B0604020202020204" pitchFamily="34" charset="0"/>
              <a:buChar char="•"/>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46412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 SKS artinya …</a:t>
            </a:r>
            <a:endParaRPr dirty="0"/>
          </a:p>
        </p:txBody>
      </p:sp>
      <p:sp>
        <p:nvSpPr>
          <p:cNvPr id="1341" name="Google Shape;1341;p45"/>
          <p:cNvSpPr txBox="1">
            <a:spLocks noGrp="1"/>
          </p:cNvSpPr>
          <p:nvPr>
            <p:ph type="subTitle" idx="1"/>
          </p:nvPr>
        </p:nvSpPr>
        <p:spPr>
          <a:xfrm>
            <a:off x="937625" y="3291862"/>
            <a:ext cx="2175300" cy="85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50 menit/ minggu/ semester</a:t>
            </a:r>
            <a:endParaRPr dirty="0"/>
          </a:p>
        </p:txBody>
      </p:sp>
      <p:sp>
        <p:nvSpPr>
          <p:cNvPr id="1342" name="Google Shape;1342;p45"/>
          <p:cNvSpPr txBox="1">
            <a:spLocks noGrp="1"/>
          </p:cNvSpPr>
          <p:nvPr>
            <p:ph type="subTitle" idx="2"/>
          </p:nvPr>
        </p:nvSpPr>
        <p:spPr>
          <a:xfrm>
            <a:off x="3484347" y="3291862"/>
            <a:ext cx="2175300" cy="85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D" dirty="0"/>
              <a:t>60 </a:t>
            </a:r>
            <a:r>
              <a:rPr lang="en-ID" dirty="0" err="1"/>
              <a:t>menit</a:t>
            </a:r>
            <a:r>
              <a:rPr lang="en-ID" dirty="0"/>
              <a:t>/ </a:t>
            </a:r>
            <a:r>
              <a:rPr lang="en-ID" dirty="0" err="1"/>
              <a:t>minggu</a:t>
            </a:r>
            <a:r>
              <a:rPr lang="en-ID" dirty="0"/>
              <a:t>/ semester</a:t>
            </a:r>
          </a:p>
        </p:txBody>
      </p:sp>
      <p:sp>
        <p:nvSpPr>
          <p:cNvPr id="1343" name="Google Shape;1343;p45"/>
          <p:cNvSpPr txBox="1">
            <a:spLocks noGrp="1"/>
          </p:cNvSpPr>
          <p:nvPr>
            <p:ph type="subTitle" idx="3"/>
          </p:nvPr>
        </p:nvSpPr>
        <p:spPr>
          <a:xfrm>
            <a:off x="6031075" y="3291862"/>
            <a:ext cx="2175300" cy="859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D" dirty="0"/>
              <a:t>60 </a:t>
            </a:r>
            <a:r>
              <a:rPr lang="en-ID" dirty="0" err="1"/>
              <a:t>menit</a:t>
            </a:r>
            <a:r>
              <a:rPr lang="en-ID" dirty="0"/>
              <a:t>/ </a:t>
            </a:r>
            <a:r>
              <a:rPr lang="en-ID" dirty="0" err="1"/>
              <a:t>minggu</a:t>
            </a:r>
            <a:r>
              <a:rPr lang="en-ID" dirty="0"/>
              <a:t>/ semester</a:t>
            </a:r>
          </a:p>
        </p:txBody>
      </p:sp>
      <p:sp>
        <p:nvSpPr>
          <p:cNvPr id="1344" name="Google Shape;1344;p45"/>
          <p:cNvSpPr txBox="1">
            <a:spLocks noGrp="1"/>
          </p:cNvSpPr>
          <p:nvPr>
            <p:ph type="subTitle" idx="4"/>
          </p:nvPr>
        </p:nvSpPr>
        <p:spPr>
          <a:xfrm>
            <a:off x="937625" y="2817610"/>
            <a:ext cx="2175300" cy="49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Tatap </a:t>
            </a:r>
          </a:p>
          <a:p>
            <a:pPr marL="0" lvl="0" indent="0" algn="ctr" rtl="0">
              <a:spcBef>
                <a:spcPts val="0"/>
              </a:spcBef>
              <a:spcAft>
                <a:spcPts val="0"/>
              </a:spcAft>
              <a:buNone/>
            </a:pPr>
            <a:r>
              <a:rPr lang="en" dirty="0"/>
              <a:t>Muka</a:t>
            </a:r>
            <a:endParaRPr dirty="0"/>
          </a:p>
        </p:txBody>
      </p:sp>
      <p:sp>
        <p:nvSpPr>
          <p:cNvPr id="1345" name="Google Shape;1345;p45"/>
          <p:cNvSpPr txBox="1">
            <a:spLocks noGrp="1"/>
          </p:cNvSpPr>
          <p:nvPr>
            <p:ph type="subTitle" idx="5"/>
          </p:nvPr>
        </p:nvSpPr>
        <p:spPr>
          <a:xfrm>
            <a:off x="3484350" y="2817610"/>
            <a:ext cx="2175300" cy="49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Penugasan Terstruktur</a:t>
            </a:r>
            <a:endParaRPr dirty="0"/>
          </a:p>
        </p:txBody>
      </p:sp>
      <p:sp>
        <p:nvSpPr>
          <p:cNvPr id="1346" name="Google Shape;1346;p45"/>
          <p:cNvSpPr txBox="1">
            <a:spLocks noGrp="1"/>
          </p:cNvSpPr>
          <p:nvPr>
            <p:ph type="subTitle" idx="6"/>
          </p:nvPr>
        </p:nvSpPr>
        <p:spPr>
          <a:xfrm>
            <a:off x="6031075" y="2817610"/>
            <a:ext cx="2175300" cy="49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Kegiatan Mandiri</a:t>
            </a:r>
            <a:endParaRPr dirty="0"/>
          </a:p>
        </p:txBody>
      </p:sp>
      <p:sp>
        <p:nvSpPr>
          <p:cNvPr id="2" name="Google Shape;1307;p44">
            <a:extLst>
              <a:ext uri="{FF2B5EF4-FFF2-40B4-BE49-F238E27FC236}">
                <a16:creationId xmlns:a16="http://schemas.microsoft.com/office/drawing/2014/main" id="{2CAEE502-A256-84EF-059A-41F8703D8312}"/>
              </a:ext>
            </a:extLst>
          </p:cNvPr>
          <p:cNvSpPr/>
          <p:nvPr/>
        </p:nvSpPr>
        <p:spPr>
          <a:xfrm>
            <a:off x="1598095" y="1788320"/>
            <a:ext cx="754638" cy="708563"/>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 name="Google Shape;1310;p44">
            <a:extLst>
              <a:ext uri="{FF2B5EF4-FFF2-40B4-BE49-F238E27FC236}">
                <a16:creationId xmlns:a16="http://schemas.microsoft.com/office/drawing/2014/main" id="{F8CFFF34-83F1-F4BA-AC98-C7667B4310F0}"/>
              </a:ext>
            </a:extLst>
          </p:cNvPr>
          <p:cNvGrpSpPr/>
          <p:nvPr/>
        </p:nvGrpSpPr>
        <p:grpSpPr>
          <a:xfrm>
            <a:off x="1803759" y="2011599"/>
            <a:ext cx="343315" cy="262005"/>
            <a:chOff x="3342744" y="1167512"/>
            <a:chExt cx="343315" cy="262005"/>
          </a:xfrm>
        </p:grpSpPr>
        <p:sp>
          <p:nvSpPr>
            <p:cNvPr id="4" name="Google Shape;1311;p44">
              <a:extLst>
                <a:ext uri="{FF2B5EF4-FFF2-40B4-BE49-F238E27FC236}">
                  <a16:creationId xmlns:a16="http://schemas.microsoft.com/office/drawing/2014/main" id="{E0E852BF-02A3-CE27-EA31-5F0C5C4C3856}"/>
                </a:ext>
              </a:extLst>
            </p:cNvPr>
            <p:cNvSpPr/>
            <p:nvPr/>
          </p:nvSpPr>
          <p:spPr>
            <a:xfrm>
              <a:off x="3406279" y="1373179"/>
              <a:ext cx="279780" cy="56338"/>
            </a:xfrm>
            <a:custGeom>
              <a:avLst/>
              <a:gdLst/>
              <a:ahLst/>
              <a:cxnLst/>
              <a:rect l="l" t="t" r="r" b="b"/>
              <a:pathLst>
                <a:path w="12167" h="2450" extrusionOk="0">
                  <a:moveTo>
                    <a:pt x="11946" y="1"/>
                  </a:moveTo>
                  <a:cubicBezTo>
                    <a:pt x="11829" y="1"/>
                    <a:pt x="11730" y="123"/>
                    <a:pt x="11730" y="245"/>
                  </a:cubicBezTo>
                  <a:lnTo>
                    <a:pt x="11730" y="1333"/>
                  </a:lnTo>
                  <a:cubicBezTo>
                    <a:pt x="11730" y="1722"/>
                    <a:pt x="11440" y="2013"/>
                    <a:pt x="11050" y="2013"/>
                  </a:cubicBezTo>
                  <a:lnTo>
                    <a:pt x="221" y="2013"/>
                  </a:lnTo>
                  <a:cubicBezTo>
                    <a:pt x="99" y="2013"/>
                    <a:pt x="0" y="2106"/>
                    <a:pt x="0" y="2228"/>
                  </a:cubicBezTo>
                  <a:cubicBezTo>
                    <a:pt x="0" y="2350"/>
                    <a:pt x="99" y="2449"/>
                    <a:pt x="221" y="2449"/>
                  </a:cubicBezTo>
                  <a:lnTo>
                    <a:pt x="11050" y="2449"/>
                  </a:lnTo>
                  <a:cubicBezTo>
                    <a:pt x="11684" y="2449"/>
                    <a:pt x="12167" y="1937"/>
                    <a:pt x="12167" y="1333"/>
                  </a:cubicBezTo>
                  <a:lnTo>
                    <a:pt x="12167" y="245"/>
                  </a:lnTo>
                  <a:cubicBezTo>
                    <a:pt x="12167" y="123"/>
                    <a:pt x="12068" y="1"/>
                    <a:pt x="119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312;p44">
              <a:extLst>
                <a:ext uri="{FF2B5EF4-FFF2-40B4-BE49-F238E27FC236}">
                  <a16:creationId xmlns:a16="http://schemas.microsoft.com/office/drawing/2014/main" id="{9030BE23-7287-24D3-57E2-90EBDC3E12B3}"/>
                </a:ext>
              </a:extLst>
            </p:cNvPr>
            <p:cNvSpPr/>
            <p:nvPr/>
          </p:nvSpPr>
          <p:spPr>
            <a:xfrm>
              <a:off x="3342744" y="1167512"/>
              <a:ext cx="343315" cy="262005"/>
            </a:xfrm>
            <a:custGeom>
              <a:avLst/>
              <a:gdLst/>
              <a:ahLst/>
              <a:cxnLst/>
              <a:rect l="l" t="t" r="r" b="b"/>
              <a:pathLst>
                <a:path w="14930" h="11394" extrusionOk="0">
                  <a:moveTo>
                    <a:pt x="1141" y="0"/>
                  </a:moveTo>
                  <a:cubicBezTo>
                    <a:pt x="512" y="0"/>
                    <a:pt x="1" y="512"/>
                    <a:pt x="1" y="1140"/>
                  </a:cubicBezTo>
                  <a:lnTo>
                    <a:pt x="1" y="10277"/>
                  </a:lnTo>
                  <a:cubicBezTo>
                    <a:pt x="1" y="10881"/>
                    <a:pt x="512" y="11393"/>
                    <a:pt x="1141" y="11393"/>
                  </a:cubicBezTo>
                  <a:lnTo>
                    <a:pt x="1891" y="11393"/>
                  </a:lnTo>
                  <a:cubicBezTo>
                    <a:pt x="2013" y="11393"/>
                    <a:pt x="2112" y="11294"/>
                    <a:pt x="2112" y="11172"/>
                  </a:cubicBezTo>
                  <a:cubicBezTo>
                    <a:pt x="2112" y="11050"/>
                    <a:pt x="2013" y="10957"/>
                    <a:pt x="1891" y="10957"/>
                  </a:cubicBezTo>
                  <a:lnTo>
                    <a:pt x="1141" y="10957"/>
                  </a:lnTo>
                  <a:cubicBezTo>
                    <a:pt x="751" y="10957"/>
                    <a:pt x="437" y="10666"/>
                    <a:pt x="437" y="10277"/>
                  </a:cubicBezTo>
                  <a:lnTo>
                    <a:pt x="437" y="2937"/>
                  </a:lnTo>
                  <a:lnTo>
                    <a:pt x="14493" y="2937"/>
                  </a:lnTo>
                  <a:lnTo>
                    <a:pt x="14493" y="8072"/>
                  </a:lnTo>
                  <a:cubicBezTo>
                    <a:pt x="14493" y="8195"/>
                    <a:pt x="14592" y="8288"/>
                    <a:pt x="14709" y="8288"/>
                  </a:cubicBezTo>
                  <a:cubicBezTo>
                    <a:pt x="14831" y="8288"/>
                    <a:pt x="14930" y="8195"/>
                    <a:pt x="14930" y="8072"/>
                  </a:cubicBezTo>
                  <a:lnTo>
                    <a:pt x="14930" y="1140"/>
                  </a:lnTo>
                  <a:cubicBezTo>
                    <a:pt x="14930" y="512"/>
                    <a:pt x="14447" y="0"/>
                    <a:pt x="13813" y="0"/>
                  </a:cubicBezTo>
                  <a:lnTo>
                    <a:pt x="10085" y="0"/>
                  </a:lnTo>
                  <a:cubicBezTo>
                    <a:pt x="9963" y="0"/>
                    <a:pt x="9864" y="99"/>
                    <a:pt x="9864" y="221"/>
                  </a:cubicBezTo>
                  <a:cubicBezTo>
                    <a:pt x="9864" y="343"/>
                    <a:pt x="9963" y="436"/>
                    <a:pt x="10085" y="436"/>
                  </a:cubicBezTo>
                  <a:lnTo>
                    <a:pt x="13813" y="436"/>
                  </a:lnTo>
                  <a:cubicBezTo>
                    <a:pt x="14203" y="436"/>
                    <a:pt x="14493" y="756"/>
                    <a:pt x="14493" y="1140"/>
                  </a:cubicBezTo>
                  <a:lnTo>
                    <a:pt x="14493" y="2501"/>
                  </a:lnTo>
                  <a:lnTo>
                    <a:pt x="437" y="2501"/>
                  </a:lnTo>
                  <a:lnTo>
                    <a:pt x="437" y="1140"/>
                  </a:lnTo>
                  <a:cubicBezTo>
                    <a:pt x="437" y="756"/>
                    <a:pt x="751" y="436"/>
                    <a:pt x="1141" y="436"/>
                  </a:cubicBezTo>
                  <a:lnTo>
                    <a:pt x="8945" y="436"/>
                  </a:lnTo>
                  <a:cubicBezTo>
                    <a:pt x="9067" y="436"/>
                    <a:pt x="9160" y="343"/>
                    <a:pt x="9160" y="221"/>
                  </a:cubicBezTo>
                  <a:cubicBezTo>
                    <a:pt x="9160" y="99"/>
                    <a:pt x="9067" y="0"/>
                    <a:pt x="89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13;p44">
              <a:extLst>
                <a:ext uri="{FF2B5EF4-FFF2-40B4-BE49-F238E27FC236}">
                  <a16:creationId xmlns:a16="http://schemas.microsoft.com/office/drawing/2014/main" id="{F5E2BA4B-AC50-FCFF-9DC0-C379BD7A884E}"/>
                </a:ext>
              </a:extLst>
            </p:cNvPr>
            <p:cNvSpPr/>
            <p:nvPr/>
          </p:nvSpPr>
          <p:spPr>
            <a:xfrm>
              <a:off x="3375121" y="1191910"/>
              <a:ext cx="20604" cy="18741"/>
            </a:xfrm>
            <a:custGeom>
              <a:avLst/>
              <a:gdLst/>
              <a:ahLst/>
              <a:cxnLst/>
              <a:rect l="l" t="t" r="r" b="b"/>
              <a:pathLst>
                <a:path w="896" h="815" extrusionOk="0">
                  <a:moveTo>
                    <a:pt x="460" y="1"/>
                  </a:moveTo>
                  <a:cubicBezTo>
                    <a:pt x="356" y="1"/>
                    <a:pt x="253" y="44"/>
                    <a:pt x="169" y="131"/>
                  </a:cubicBezTo>
                  <a:cubicBezTo>
                    <a:pt x="0" y="277"/>
                    <a:pt x="0" y="539"/>
                    <a:pt x="169" y="684"/>
                  </a:cubicBezTo>
                  <a:cubicBezTo>
                    <a:pt x="253" y="771"/>
                    <a:pt x="356" y="815"/>
                    <a:pt x="460" y="815"/>
                  </a:cubicBezTo>
                  <a:cubicBezTo>
                    <a:pt x="563" y="815"/>
                    <a:pt x="666" y="771"/>
                    <a:pt x="750" y="684"/>
                  </a:cubicBezTo>
                  <a:cubicBezTo>
                    <a:pt x="896" y="539"/>
                    <a:pt x="896" y="277"/>
                    <a:pt x="750" y="131"/>
                  </a:cubicBezTo>
                  <a:cubicBezTo>
                    <a:pt x="666" y="44"/>
                    <a:pt x="563" y="1"/>
                    <a:pt x="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314;p44">
              <a:extLst>
                <a:ext uri="{FF2B5EF4-FFF2-40B4-BE49-F238E27FC236}">
                  <a16:creationId xmlns:a16="http://schemas.microsoft.com/office/drawing/2014/main" id="{A7F1958A-F2B1-4E35-A5A7-B17C66464ADD}"/>
                </a:ext>
              </a:extLst>
            </p:cNvPr>
            <p:cNvSpPr/>
            <p:nvPr/>
          </p:nvSpPr>
          <p:spPr>
            <a:xfrm>
              <a:off x="3404140" y="1191910"/>
              <a:ext cx="20604" cy="18741"/>
            </a:xfrm>
            <a:custGeom>
              <a:avLst/>
              <a:gdLst/>
              <a:ahLst/>
              <a:cxnLst/>
              <a:rect l="l" t="t" r="r" b="b"/>
              <a:pathLst>
                <a:path w="896" h="815" extrusionOk="0">
                  <a:moveTo>
                    <a:pt x="445" y="1"/>
                  </a:moveTo>
                  <a:cubicBezTo>
                    <a:pt x="339" y="1"/>
                    <a:pt x="230" y="44"/>
                    <a:pt x="146" y="131"/>
                  </a:cubicBezTo>
                  <a:cubicBezTo>
                    <a:pt x="0" y="277"/>
                    <a:pt x="0" y="539"/>
                    <a:pt x="146" y="684"/>
                  </a:cubicBezTo>
                  <a:cubicBezTo>
                    <a:pt x="230" y="771"/>
                    <a:pt x="339" y="815"/>
                    <a:pt x="445" y="815"/>
                  </a:cubicBezTo>
                  <a:cubicBezTo>
                    <a:pt x="551" y="815"/>
                    <a:pt x="654" y="771"/>
                    <a:pt x="727" y="684"/>
                  </a:cubicBezTo>
                  <a:cubicBezTo>
                    <a:pt x="896" y="539"/>
                    <a:pt x="896" y="277"/>
                    <a:pt x="727" y="131"/>
                  </a:cubicBezTo>
                  <a:cubicBezTo>
                    <a:pt x="654" y="44"/>
                    <a:pt x="551" y="1"/>
                    <a:pt x="4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315;p44">
              <a:extLst>
                <a:ext uri="{FF2B5EF4-FFF2-40B4-BE49-F238E27FC236}">
                  <a16:creationId xmlns:a16="http://schemas.microsoft.com/office/drawing/2014/main" id="{B5D17A10-9EA2-08A5-8CB1-B8149A415BD4}"/>
                </a:ext>
              </a:extLst>
            </p:cNvPr>
            <p:cNvSpPr/>
            <p:nvPr/>
          </p:nvSpPr>
          <p:spPr>
            <a:xfrm>
              <a:off x="3432493" y="1192185"/>
              <a:ext cx="21132" cy="18718"/>
            </a:xfrm>
            <a:custGeom>
              <a:avLst/>
              <a:gdLst/>
              <a:ahLst/>
              <a:cxnLst/>
              <a:rect l="l" t="t" r="r" b="b"/>
              <a:pathLst>
                <a:path w="919" h="814" extrusionOk="0">
                  <a:moveTo>
                    <a:pt x="448" y="0"/>
                  </a:moveTo>
                  <a:cubicBezTo>
                    <a:pt x="304" y="0"/>
                    <a:pt x="164" y="78"/>
                    <a:pt x="99" y="213"/>
                  </a:cubicBezTo>
                  <a:cubicBezTo>
                    <a:pt x="0" y="410"/>
                    <a:pt x="76" y="649"/>
                    <a:pt x="268" y="771"/>
                  </a:cubicBezTo>
                  <a:cubicBezTo>
                    <a:pt x="324" y="800"/>
                    <a:pt x="384" y="814"/>
                    <a:pt x="445" y="814"/>
                  </a:cubicBezTo>
                  <a:cubicBezTo>
                    <a:pt x="592" y="814"/>
                    <a:pt x="739" y="731"/>
                    <a:pt x="826" y="579"/>
                  </a:cubicBezTo>
                  <a:cubicBezTo>
                    <a:pt x="919" y="381"/>
                    <a:pt x="849" y="143"/>
                    <a:pt x="628" y="44"/>
                  </a:cubicBezTo>
                  <a:cubicBezTo>
                    <a:pt x="571" y="14"/>
                    <a:pt x="509" y="0"/>
                    <a:pt x="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316;p44">
              <a:extLst>
                <a:ext uri="{FF2B5EF4-FFF2-40B4-BE49-F238E27FC236}">
                  <a16:creationId xmlns:a16="http://schemas.microsoft.com/office/drawing/2014/main" id="{D4EEB835-D9EC-EBD5-E245-CADB053FA551}"/>
                </a:ext>
              </a:extLst>
            </p:cNvPr>
            <p:cNvSpPr/>
            <p:nvPr/>
          </p:nvSpPr>
          <p:spPr>
            <a:xfrm>
              <a:off x="3372844" y="1252823"/>
              <a:ext cx="76918" cy="10049"/>
            </a:xfrm>
            <a:custGeom>
              <a:avLst/>
              <a:gdLst/>
              <a:ahLst/>
              <a:cxnLst/>
              <a:rect l="l" t="t" r="r" b="b"/>
              <a:pathLst>
                <a:path w="3345" h="437" extrusionOk="0">
                  <a:moveTo>
                    <a:pt x="221" y="1"/>
                  </a:moveTo>
                  <a:cubicBezTo>
                    <a:pt x="99" y="1"/>
                    <a:pt x="0" y="100"/>
                    <a:pt x="0" y="216"/>
                  </a:cubicBezTo>
                  <a:cubicBezTo>
                    <a:pt x="0" y="338"/>
                    <a:pt x="99" y="437"/>
                    <a:pt x="221" y="437"/>
                  </a:cubicBezTo>
                  <a:lnTo>
                    <a:pt x="3129" y="437"/>
                  </a:lnTo>
                  <a:cubicBezTo>
                    <a:pt x="3251" y="437"/>
                    <a:pt x="3344" y="338"/>
                    <a:pt x="3344" y="216"/>
                  </a:cubicBezTo>
                  <a:cubicBezTo>
                    <a:pt x="3344" y="100"/>
                    <a:pt x="3251" y="1"/>
                    <a:pt x="3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317;p44">
              <a:extLst>
                <a:ext uri="{FF2B5EF4-FFF2-40B4-BE49-F238E27FC236}">
                  <a16:creationId xmlns:a16="http://schemas.microsoft.com/office/drawing/2014/main" id="{F045214D-BF88-B475-E9A5-CAF0CC9DC58A}"/>
                </a:ext>
              </a:extLst>
            </p:cNvPr>
            <p:cNvSpPr/>
            <p:nvPr/>
          </p:nvSpPr>
          <p:spPr>
            <a:xfrm>
              <a:off x="3462042" y="1252823"/>
              <a:ext cx="26237" cy="10049"/>
            </a:xfrm>
            <a:custGeom>
              <a:avLst/>
              <a:gdLst/>
              <a:ahLst/>
              <a:cxnLst/>
              <a:rect l="l" t="t" r="r" b="b"/>
              <a:pathLst>
                <a:path w="1141" h="437" extrusionOk="0">
                  <a:moveTo>
                    <a:pt x="216" y="1"/>
                  </a:moveTo>
                  <a:cubicBezTo>
                    <a:pt x="99" y="1"/>
                    <a:pt x="0" y="100"/>
                    <a:pt x="0" y="216"/>
                  </a:cubicBezTo>
                  <a:cubicBezTo>
                    <a:pt x="0" y="338"/>
                    <a:pt x="99" y="437"/>
                    <a:pt x="216" y="437"/>
                  </a:cubicBezTo>
                  <a:lnTo>
                    <a:pt x="919" y="437"/>
                  </a:lnTo>
                  <a:cubicBezTo>
                    <a:pt x="1041" y="437"/>
                    <a:pt x="1140" y="338"/>
                    <a:pt x="1140" y="216"/>
                  </a:cubicBezTo>
                  <a:cubicBezTo>
                    <a:pt x="1140" y="100"/>
                    <a:pt x="1041" y="1"/>
                    <a:pt x="9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318;p44">
              <a:extLst>
                <a:ext uri="{FF2B5EF4-FFF2-40B4-BE49-F238E27FC236}">
                  <a16:creationId xmlns:a16="http://schemas.microsoft.com/office/drawing/2014/main" id="{2E10960D-A1EF-66EE-7BBA-6AF507841D18}"/>
                </a:ext>
              </a:extLst>
            </p:cNvPr>
            <p:cNvSpPr/>
            <p:nvPr/>
          </p:nvSpPr>
          <p:spPr>
            <a:xfrm>
              <a:off x="3501616" y="1252823"/>
              <a:ext cx="47899" cy="10049"/>
            </a:xfrm>
            <a:custGeom>
              <a:avLst/>
              <a:gdLst/>
              <a:ahLst/>
              <a:cxnLst/>
              <a:rect l="l" t="t" r="r" b="b"/>
              <a:pathLst>
                <a:path w="2083" h="437" extrusionOk="0">
                  <a:moveTo>
                    <a:pt x="216" y="1"/>
                  </a:moveTo>
                  <a:cubicBezTo>
                    <a:pt x="94" y="1"/>
                    <a:pt x="1" y="100"/>
                    <a:pt x="1" y="216"/>
                  </a:cubicBezTo>
                  <a:cubicBezTo>
                    <a:pt x="1" y="338"/>
                    <a:pt x="94" y="437"/>
                    <a:pt x="216" y="437"/>
                  </a:cubicBezTo>
                  <a:lnTo>
                    <a:pt x="1868" y="437"/>
                  </a:lnTo>
                  <a:cubicBezTo>
                    <a:pt x="1984" y="437"/>
                    <a:pt x="2083" y="338"/>
                    <a:pt x="2083" y="216"/>
                  </a:cubicBezTo>
                  <a:cubicBezTo>
                    <a:pt x="2083" y="100"/>
                    <a:pt x="1984" y="1"/>
                    <a:pt x="18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319;p44">
              <a:extLst>
                <a:ext uri="{FF2B5EF4-FFF2-40B4-BE49-F238E27FC236}">
                  <a16:creationId xmlns:a16="http://schemas.microsoft.com/office/drawing/2014/main" id="{28B248B4-ACE9-8682-CDBA-2AEB0324CA28}"/>
                </a:ext>
              </a:extLst>
            </p:cNvPr>
            <p:cNvSpPr/>
            <p:nvPr/>
          </p:nvSpPr>
          <p:spPr>
            <a:xfrm>
              <a:off x="3372844" y="1277290"/>
              <a:ext cx="40126" cy="10072"/>
            </a:xfrm>
            <a:custGeom>
              <a:avLst/>
              <a:gdLst/>
              <a:ahLst/>
              <a:cxnLst/>
              <a:rect l="l" t="t" r="r" b="b"/>
              <a:pathLst>
                <a:path w="1745" h="438" extrusionOk="0">
                  <a:moveTo>
                    <a:pt x="221" y="1"/>
                  </a:moveTo>
                  <a:cubicBezTo>
                    <a:pt x="99" y="1"/>
                    <a:pt x="0" y="100"/>
                    <a:pt x="0" y="222"/>
                  </a:cubicBezTo>
                  <a:cubicBezTo>
                    <a:pt x="0" y="344"/>
                    <a:pt x="99" y="437"/>
                    <a:pt x="221" y="437"/>
                  </a:cubicBezTo>
                  <a:lnTo>
                    <a:pt x="1530" y="437"/>
                  </a:lnTo>
                  <a:cubicBezTo>
                    <a:pt x="1652" y="437"/>
                    <a:pt x="1745" y="344"/>
                    <a:pt x="1745" y="222"/>
                  </a:cubicBezTo>
                  <a:cubicBezTo>
                    <a:pt x="1745" y="100"/>
                    <a:pt x="1652" y="1"/>
                    <a:pt x="15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20;p44">
              <a:extLst>
                <a:ext uri="{FF2B5EF4-FFF2-40B4-BE49-F238E27FC236}">
                  <a16:creationId xmlns:a16="http://schemas.microsoft.com/office/drawing/2014/main" id="{8BB6B8A9-9E53-20DC-459D-CF8E4B2E4D5E}"/>
                </a:ext>
              </a:extLst>
            </p:cNvPr>
            <p:cNvSpPr/>
            <p:nvPr/>
          </p:nvSpPr>
          <p:spPr>
            <a:xfrm>
              <a:off x="3424721" y="1277290"/>
              <a:ext cx="42288" cy="10072"/>
            </a:xfrm>
            <a:custGeom>
              <a:avLst/>
              <a:gdLst/>
              <a:ahLst/>
              <a:cxnLst/>
              <a:rect l="l" t="t" r="r" b="b"/>
              <a:pathLst>
                <a:path w="1839" h="438" extrusionOk="0">
                  <a:moveTo>
                    <a:pt x="216" y="1"/>
                  </a:moveTo>
                  <a:cubicBezTo>
                    <a:pt x="94" y="1"/>
                    <a:pt x="1" y="100"/>
                    <a:pt x="1" y="222"/>
                  </a:cubicBezTo>
                  <a:cubicBezTo>
                    <a:pt x="1" y="344"/>
                    <a:pt x="94" y="437"/>
                    <a:pt x="216" y="437"/>
                  </a:cubicBezTo>
                  <a:lnTo>
                    <a:pt x="1600" y="437"/>
                  </a:lnTo>
                  <a:cubicBezTo>
                    <a:pt x="1722" y="437"/>
                    <a:pt x="1839" y="344"/>
                    <a:pt x="1839" y="222"/>
                  </a:cubicBezTo>
                  <a:cubicBezTo>
                    <a:pt x="1839" y="100"/>
                    <a:pt x="1722" y="1"/>
                    <a:pt x="1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21;p44">
              <a:extLst>
                <a:ext uri="{FF2B5EF4-FFF2-40B4-BE49-F238E27FC236}">
                  <a16:creationId xmlns:a16="http://schemas.microsoft.com/office/drawing/2014/main" id="{62D8B661-DDC3-4334-F1DB-E5D9B58084B7}"/>
                </a:ext>
              </a:extLst>
            </p:cNvPr>
            <p:cNvSpPr/>
            <p:nvPr/>
          </p:nvSpPr>
          <p:spPr>
            <a:xfrm>
              <a:off x="3579592" y="1277290"/>
              <a:ext cx="57396" cy="10072"/>
            </a:xfrm>
            <a:custGeom>
              <a:avLst/>
              <a:gdLst/>
              <a:ahLst/>
              <a:cxnLst/>
              <a:rect l="l" t="t" r="r" b="b"/>
              <a:pathLst>
                <a:path w="2496" h="438" extrusionOk="0">
                  <a:moveTo>
                    <a:pt x="221" y="1"/>
                  </a:moveTo>
                  <a:cubicBezTo>
                    <a:pt x="99" y="1"/>
                    <a:pt x="0" y="100"/>
                    <a:pt x="0" y="222"/>
                  </a:cubicBezTo>
                  <a:cubicBezTo>
                    <a:pt x="0" y="344"/>
                    <a:pt x="99" y="437"/>
                    <a:pt x="221" y="437"/>
                  </a:cubicBezTo>
                  <a:lnTo>
                    <a:pt x="2280" y="437"/>
                  </a:lnTo>
                  <a:cubicBezTo>
                    <a:pt x="2402" y="437"/>
                    <a:pt x="2495" y="344"/>
                    <a:pt x="2495" y="222"/>
                  </a:cubicBezTo>
                  <a:cubicBezTo>
                    <a:pt x="2495" y="100"/>
                    <a:pt x="2402" y="1"/>
                    <a:pt x="2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322;p44">
              <a:extLst>
                <a:ext uri="{FF2B5EF4-FFF2-40B4-BE49-F238E27FC236}">
                  <a16:creationId xmlns:a16="http://schemas.microsoft.com/office/drawing/2014/main" id="{BCE6CCB2-BDCF-8671-7789-578CB5F068A8}"/>
                </a:ext>
              </a:extLst>
            </p:cNvPr>
            <p:cNvSpPr/>
            <p:nvPr/>
          </p:nvSpPr>
          <p:spPr>
            <a:xfrm>
              <a:off x="3479817" y="1277290"/>
              <a:ext cx="86415" cy="10072"/>
            </a:xfrm>
            <a:custGeom>
              <a:avLst/>
              <a:gdLst/>
              <a:ahLst/>
              <a:cxnLst/>
              <a:rect l="l" t="t" r="r" b="b"/>
              <a:pathLst>
                <a:path w="3758" h="438" extrusionOk="0">
                  <a:moveTo>
                    <a:pt x="222" y="1"/>
                  </a:moveTo>
                  <a:cubicBezTo>
                    <a:pt x="100" y="1"/>
                    <a:pt x="1" y="100"/>
                    <a:pt x="1" y="222"/>
                  </a:cubicBezTo>
                  <a:cubicBezTo>
                    <a:pt x="1" y="344"/>
                    <a:pt x="100" y="437"/>
                    <a:pt x="222" y="437"/>
                  </a:cubicBezTo>
                  <a:lnTo>
                    <a:pt x="3543" y="437"/>
                  </a:lnTo>
                  <a:cubicBezTo>
                    <a:pt x="3659" y="437"/>
                    <a:pt x="3758" y="344"/>
                    <a:pt x="3758" y="222"/>
                  </a:cubicBezTo>
                  <a:cubicBezTo>
                    <a:pt x="3758" y="100"/>
                    <a:pt x="3659" y="1"/>
                    <a:pt x="3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323;p44">
              <a:extLst>
                <a:ext uri="{FF2B5EF4-FFF2-40B4-BE49-F238E27FC236}">
                  <a16:creationId xmlns:a16="http://schemas.microsoft.com/office/drawing/2014/main" id="{FD790685-0242-98AC-A6D7-13B8E15245B6}"/>
                </a:ext>
              </a:extLst>
            </p:cNvPr>
            <p:cNvSpPr/>
            <p:nvPr/>
          </p:nvSpPr>
          <p:spPr>
            <a:xfrm>
              <a:off x="3372844" y="1353128"/>
              <a:ext cx="21270" cy="10049"/>
            </a:xfrm>
            <a:custGeom>
              <a:avLst/>
              <a:gdLst/>
              <a:ahLst/>
              <a:cxnLst/>
              <a:rect l="l" t="t" r="r" b="b"/>
              <a:pathLst>
                <a:path w="925" h="437" extrusionOk="0">
                  <a:moveTo>
                    <a:pt x="221" y="0"/>
                  </a:moveTo>
                  <a:cubicBezTo>
                    <a:pt x="99" y="0"/>
                    <a:pt x="0" y="99"/>
                    <a:pt x="0" y="216"/>
                  </a:cubicBezTo>
                  <a:cubicBezTo>
                    <a:pt x="0" y="338"/>
                    <a:pt x="99" y="437"/>
                    <a:pt x="221" y="437"/>
                  </a:cubicBezTo>
                  <a:lnTo>
                    <a:pt x="704" y="437"/>
                  </a:lnTo>
                  <a:cubicBezTo>
                    <a:pt x="826" y="437"/>
                    <a:pt x="925" y="338"/>
                    <a:pt x="925" y="216"/>
                  </a:cubicBezTo>
                  <a:cubicBezTo>
                    <a:pt x="925" y="99"/>
                    <a:pt x="826" y="0"/>
                    <a:pt x="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324;p44">
              <a:extLst>
                <a:ext uri="{FF2B5EF4-FFF2-40B4-BE49-F238E27FC236}">
                  <a16:creationId xmlns:a16="http://schemas.microsoft.com/office/drawing/2014/main" id="{DA489F85-759C-6D71-4367-A11C5C79CC12}"/>
                </a:ext>
              </a:extLst>
            </p:cNvPr>
            <p:cNvSpPr/>
            <p:nvPr/>
          </p:nvSpPr>
          <p:spPr>
            <a:xfrm>
              <a:off x="3406279" y="1353128"/>
              <a:ext cx="82000" cy="10049"/>
            </a:xfrm>
            <a:custGeom>
              <a:avLst/>
              <a:gdLst/>
              <a:ahLst/>
              <a:cxnLst/>
              <a:rect l="l" t="t" r="r" b="b"/>
              <a:pathLst>
                <a:path w="3566" h="437" extrusionOk="0">
                  <a:moveTo>
                    <a:pt x="221" y="0"/>
                  </a:moveTo>
                  <a:cubicBezTo>
                    <a:pt x="99" y="0"/>
                    <a:pt x="0" y="99"/>
                    <a:pt x="0" y="216"/>
                  </a:cubicBezTo>
                  <a:cubicBezTo>
                    <a:pt x="0" y="338"/>
                    <a:pt x="99" y="437"/>
                    <a:pt x="221" y="437"/>
                  </a:cubicBezTo>
                  <a:lnTo>
                    <a:pt x="3344" y="437"/>
                  </a:lnTo>
                  <a:cubicBezTo>
                    <a:pt x="3466" y="437"/>
                    <a:pt x="3565" y="338"/>
                    <a:pt x="3565" y="216"/>
                  </a:cubicBezTo>
                  <a:cubicBezTo>
                    <a:pt x="3565" y="99"/>
                    <a:pt x="3466" y="0"/>
                    <a:pt x="33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325;p44">
              <a:extLst>
                <a:ext uri="{FF2B5EF4-FFF2-40B4-BE49-F238E27FC236}">
                  <a16:creationId xmlns:a16="http://schemas.microsoft.com/office/drawing/2014/main" id="{85DABA1E-5263-B580-E432-71BFF768A62E}"/>
                </a:ext>
              </a:extLst>
            </p:cNvPr>
            <p:cNvSpPr/>
            <p:nvPr/>
          </p:nvSpPr>
          <p:spPr>
            <a:xfrm>
              <a:off x="3501616" y="1353128"/>
              <a:ext cx="47899" cy="10049"/>
            </a:xfrm>
            <a:custGeom>
              <a:avLst/>
              <a:gdLst/>
              <a:ahLst/>
              <a:cxnLst/>
              <a:rect l="l" t="t" r="r" b="b"/>
              <a:pathLst>
                <a:path w="2083" h="437" extrusionOk="0">
                  <a:moveTo>
                    <a:pt x="216" y="0"/>
                  </a:moveTo>
                  <a:cubicBezTo>
                    <a:pt x="94" y="0"/>
                    <a:pt x="1" y="99"/>
                    <a:pt x="1" y="216"/>
                  </a:cubicBezTo>
                  <a:cubicBezTo>
                    <a:pt x="1" y="338"/>
                    <a:pt x="94" y="437"/>
                    <a:pt x="216" y="437"/>
                  </a:cubicBezTo>
                  <a:lnTo>
                    <a:pt x="1868" y="437"/>
                  </a:lnTo>
                  <a:cubicBezTo>
                    <a:pt x="1984" y="437"/>
                    <a:pt x="2083" y="338"/>
                    <a:pt x="2083" y="216"/>
                  </a:cubicBezTo>
                  <a:cubicBezTo>
                    <a:pt x="2083" y="99"/>
                    <a:pt x="1984" y="0"/>
                    <a:pt x="1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326;p44">
              <a:extLst>
                <a:ext uri="{FF2B5EF4-FFF2-40B4-BE49-F238E27FC236}">
                  <a16:creationId xmlns:a16="http://schemas.microsoft.com/office/drawing/2014/main" id="{B2033147-2600-A809-FDE1-01E44BEF95A7}"/>
                </a:ext>
              </a:extLst>
            </p:cNvPr>
            <p:cNvSpPr/>
            <p:nvPr/>
          </p:nvSpPr>
          <p:spPr>
            <a:xfrm>
              <a:off x="3372844" y="1378123"/>
              <a:ext cx="40126" cy="10072"/>
            </a:xfrm>
            <a:custGeom>
              <a:avLst/>
              <a:gdLst/>
              <a:ahLst/>
              <a:cxnLst/>
              <a:rect l="l" t="t" r="r" b="b"/>
              <a:pathLst>
                <a:path w="1745" h="438" extrusionOk="0">
                  <a:moveTo>
                    <a:pt x="221" y="1"/>
                  </a:moveTo>
                  <a:cubicBezTo>
                    <a:pt x="99" y="1"/>
                    <a:pt x="0" y="100"/>
                    <a:pt x="0" y="222"/>
                  </a:cubicBezTo>
                  <a:cubicBezTo>
                    <a:pt x="0" y="344"/>
                    <a:pt x="99" y="437"/>
                    <a:pt x="221" y="437"/>
                  </a:cubicBezTo>
                  <a:lnTo>
                    <a:pt x="1530" y="437"/>
                  </a:lnTo>
                  <a:cubicBezTo>
                    <a:pt x="1652" y="437"/>
                    <a:pt x="1745" y="344"/>
                    <a:pt x="1745" y="222"/>
                  </a:cubicBezTo>
                  <a:cubicBezTo>
                    <a:pt x="1745" y="100"/>
                    <a:pt x="1652" y="1"/>
                    <a:pt x="15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27;p44">
              <a:extLst>
                <a:ext uri="{FF2B5EF4-FFF2-40B4-BE49-F238E27FC236}">
                  <a16:creationId xmlns:a16="http://schemas.microsoft.com/office/drawing/2014/main" id="{B8E5696F-A2AE-0A50-6E48-00E9A54CEA55}"/>
                </a:ext>
              </a:extLst>
            </p:cNvPr>
            <p:cNvSpPr/>
            <p:nvPr/>
          </p:nvSpPr>
          <p:spPr>
            <a:xfrm>
              <a:off x="3424721" y="1378123"/>
              <a:ext cx="42288" cy="10072"/>
            </a:xfrm>
            <a:custGeom>
              <a:avLst/>
              <a:gdLst/>
              <a:ahLst/>
              <a:cxnLst/>
              <a:rect l="l" t="t" r="r" b="b"/>
              <a:pathLst>
                <a:path w="1839" h="438" extrusionOk="0">
                  <a:moveTo>
                    <a:pt x="216" y="1"/>
                  </a:moveTo>
                  <a:cubicBezTo>
                    <a:pt x="94" y="1"/>
                    <a:pt x="1" y="100"/>
                    <a:pt x="1" y="222"/>
                  </a:cubicBezTo>
                  <a:cubicBezTo>
                    <a:pt x="1" y="344"/>
                    <a:pt x="94" y="437"/>
                    <a:pt x="216" y="437"/>
                  </a:cubicBezTo>
                  <a:lnTo>
                    <a:pt x="1600" y="437"/>
                  </a:lnTo>
                  <a:cubicBezTo>
                    <a:pt x="1722" y="437"/>
                    <a:pt x="1839" y="344"/>
                    <a:pt x="1839" y="222"/>
                  </a:cubicBezTo>
                  <a:cubicBezTo>
                    <a:pt x="1839" y="100"/>
                    <a:pt x="1722" y="1"/>
                    <a:pt x="1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28;p44">
              <a:extLst>
                <a:ext uri="{FF2B5EF4-FFF2-40B4-BE49-F238E27FC236}">
                  <a16:creationId xmlns:a16="http://schemas.microsoft.com/office/drawing/2014/main" id="{DFC56FD3-ADA5-55E0-5BDB-E4FC84013F0D}"/>
                </a:ext>
              </a:extLst>
            </p:cNvPr>
            <p:cNvSpPr/>
            <p:nvPr/>
          </p:nvSpPr>
          <p:spPr>
            <a:xfrm>
              <a:off x="3579592" y="1378123"/>
              <a:ext cx="28514" cy="10072"/>
            </a:xfrm>
            <a:custGeom>
              <a:avLst/>
              <a:gdLst/>
              <a:ahLst/>
              <a:cxnLst/>
              <a:rect l="l" t="t" r="r" b="b"/>
              <a:pathLst>
                <a:path w="1240" h="438" extrusionOk="0">
                  <a:moveTo>
                    <a:pt x="221" y="1"/>
                  </a:moveTo>
                  <a:cubicBezTo>
                    <a:pt x="99" y="1"/>
                    <a:pt x="0" y="100"/>
                    <a:pt x="0" y="222"/>
                  </a:cubicBezTo>
                  <a:cubicBezTo>
                    <a:pt x="0" y="344"/>
                    <a:pt x="99" y="437"/>
                    <a:pt x="221" y="437"/>
                  </a:cubicBezTo>
                  <a:lnTo>
                    <a:pt x="1018" y="437"/>
                  </a:lnTo>
                  <a:cubicBezTo>
                    <a:pt x="1140" y="437"/>
                    <a:pt x="1239" y="344"/>
                    <a:pt x="1239" y="222"/>
                  </a:cubicBezTo>
                  <a:cubicBezTo>
                    <a:pt x="1239" y="100"/>
                    <a:pt x="1140" y="1"/>
                    <a:pt x="10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329;p44">
              <a:extLst>
                <a:ext uri="{FF2B5EF4-FFF2-40B4-BE49-F238E27FC236}">
                  <a16:creationId xmlns:a16="http://schemas.microsoft.com/office/drawing/2014/main" id="{9FE113A7-18E6-86BC-2B9C-8B45A451E07F}"/>
                </a:ext>
              </a:extLst>
            </p:cNvPr>
            <p:cNvSpPr/>
            <p:nvPr/>
          </p:nvSpPr>
          <p:spPr>
            <a:xfrm>
              <a:off x="3479817" y="1378123"/>
              <a:ext cx="86415" cy="10072"/>
            </a:xfrm>
            <a:custGeom>
              <a:avLst/>
              <a:gdLst/>
              <a:ahLst/>
              <a:cxnLst/>
              <a:rect l="l" t="t" r="r" b="b"/>
              <a:pathLst>
                <a:path w="3758" h="438" extrusionOk="0">
                  <a:moveTo>
                    <a:pt x="222" y="1"/>
                  </a:moveTo>
                  <a:cubicBezTo>
                    <a:pt x="100" y="1"/>
                    <a:pt x="1" y="100"/>
                    <a:pt x="1" y="222"/>
                  </a:cubicBezTo>
                  <a:cubicBezTo>
                    <a:pt x="1" y="344"/>
                    <a:pt x="100" y="437"/>
                    <a:pt x="222" y="437"/>
                  </a:cubicBezTo>
                  <a:lnTo>
                    <a:pt x="3543" y="437"/>
                  </a:lnTo>
                  <a:cubicBezTo>
                    <a:pt x="3659" y="437"/>
                    <a:pt x="3758" y="344"/>
                    <a:pt x="3758" y="222"/>
                  </a:cubicBezTo>
                  <a:cubicBezTo>
                    <a:pt x="3758" y="100"/>
                    <a:pt x="3659" y="1"/>
                    <a:pt x="35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30;p44">
              <a:extLst>
                <a:ext uri="{FF2B5EF4-FFF2-40B4-BE49-F238E27FC236}">
                  <a16:creationId xmlns:a16="http://schemas.microsoft.com/office/drawing/2014/main" id="{CBF46AA9-A8AD-9FE6-4470-F7807D3FEDCF}"/>
                </a:ext>
              </a:extLst>
            </p:cNvPr>
            <p:cNvSpPr/>
            <p:nvPr/>
          </p:nvSpPr>
          <p:spPr>
            <a:xfrm>
              <a:off x="3409084" y="1303504"/>
              <a:ext cx="77447" cy="10049"/>
            </a:xfrm>
            <a:custGeom>
              <a:avLst/>
              <a:gdLst/>
              <a:ahLst/>
              <a:cxnLst/>
              <a:rect l="l" t="t" r="r" b="b"/>
              <a:pathLst>
                <a:path w="3368" h="437" extrusionOk="0">
                  <a:moveTo>
                    <a:pt x="221" y="1"/>
                  </a:moveTo>
                  <a:cubicBezTo>
                    <a:pt x="99" y="1"/>
                    <a:pt x="0" y="100"/>
                    <a:pt x="0" y="222"/>
                  </a:cubicBezTo>
                  <a:cubicBezTo>
                    <a:pt x="0" y="338"/>
                    <a:pt x="99" y="437"/>
                    <a:pt x="221" y="437"/>
                  </a:cubicBezTo>
                  <a:lnTo>
                    <a:pt x="3129" y="437"/>
                  </a:lnTo>
                  <a:cubicBezTo>
                    <a:pt x="3245" y="437"/>
                    <a:pt x="3368" y="338"/>
                    <a:pt x="3368" y="222"/>
                  </a:cubicBezTo>
                  <a:cubicBezTo>
                    <a:pt x="3368" y="100"/>
                    <a:pt x="3245" y="1"/>
                    <a:pt x="3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31;p44">
              <a:extLst>
                <a:ext uri="{FF2B5EF4-FFF2-40B4-BE49-F238E27FC236}">
                  <a16:creationId xmlns:a16="http://schemas.microsoft.com/office/drawing/2014/main" id="{927627F1-D7EE-844E-99FB-CB6AE54C3F35}"/>
                </a:ext>
              </a:extLst>
            </p:cNvPr>
            <p:cNvSpPr/>
            <p:nvPr/>
          </p:nvSpPr>
          <p:spPr>
            <a:xfrm>
              <a:off x="3498811" y="1303504"/>
              <a:ext cx="24490" cy="10049"/>
            </a:xfrm>
            <a:custGeom>
              <a:avLst/>
              <a:gdLst/>
              <a:ahLst/>
              <a:cxnLst/>
              <a:rect l="l" t="t" r="r" b="b"/>
              <a:pathLst>
                <a:path w="1065" h="437" extrusionOk="0">
                  <a:moveTo>
                    <a:pt x="216" y="1"/>
                  </a:moveTo>
                  <a:cubicBezTo>
                    <a:pt x="100" y="1"/>
                    <a:pt x="1" y="100"/>
                    <a:pt x="1" y="222"/>
                  </a:cubicBezTo>
                  <a:cubicBezTo>
                    <a:pt x="1" y="338"/>
                    <a:pt x="100" y="437"/>
                    <a:pt x="216" y="437"/>
                  </a:cubicBezTo>
                  <a:lnTo>
                    <a:pt x="850" y="437"/>
                  </a:lnTo>
                  <a:cubicBezTo>
                    <a:pt x="972" y="437"/>
                    <a:pt x="1065" y="338"/>
                    <a:pt x="1065" y="222"/>
                  </a:cubicBezTo>
                  <a:cubicBezTo>
                    <a:pt x="1065" y="100"/>
                    <a:pt x="972" y="1"/>
                    <a:pt x="8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32;p44">
              <a:extLst>
                <a:ext uri="{FF2B5EF4-FFF2-40B4-BE49-F238E27FC236}">
                  <a16:creationId xmlns:a16="http://schemas.microsoft.com/office/drawing/2014/main" id="{23290939-FC6F-A2FD-232E-218B4CAEB1C3}"/>
                </a:ext>
              </a:extLst>
            </p:cNvPr>
            <p:cNvSpPr/>
            <p:nvPr/>
          </p:nvSpPr>
          <p:spPr>
            <a:xfrm>
              <a:off x="3535580" y="1303504"/>
              <a:ext cx="50175" cy="10049"/>
            </a:xfrm>
            <a:custGeom>
              <a:avLst/>
              <a:gdLst/>
              <a:ahLst/>
              <a:cxnLst/>
              <a:rect l="l" t="t" r="r" b="b"/>
              <a:pathLst>
                <a:path w="2182" h="437" extrusionOk="0">
                  <a:moveTo>
                    <a:pt x="216" y="1"/>
                  </a:moveTo>
                  <a:cubicBezTo>
                    <a:pt x="100" y="1"/>
                    <a:pt x="1" y="100"/>
                    <a:pt x="1" y="222"/>
                  </a:cubicBezTo>
                  <a:cubicBezTo>
                    <a:pt x="1" y="338"/>
                    <a:pt x="100" y="437"/>
                    <a:pt x="216" y="437"/>
                  </a:cubicBezTo>
                  <a:lnTo>
                    <a:pt x="1961" y="437"/>
                  </a:lnTo>
                  <a:cubicBezTo>
                    <a:pt x="2083" y="437"/>
                    <a:pt x="2182" y="338"/>
                    <a:pt x="2182" y="222"/>
                  </a:cubicBezTo>
                  <a:cubicBezTo>
                    <a:pt x="2182" y="100"/>
                    <a:pt x="2083" y="1"/>
                    <a:pt x="19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33;p44">
              <a:extLst>
                <a:ext uri="{FF2B5EF4-FFF2-40B4-BE49-F238E27FC236}">
                  <a16:creationId xmlns:a16="http://schemas.microsoft.com/office/drawing/2014/main" id="{8EB90402-D1CE-6E53-24C2-86647B400B13}"/>
                </a:ext>
              </a:extLst>
            </p:cNvPr>
            <p:cNvSpPr/>
            <p:nvPr/>
          </p:nvSpPr>
          <p:spPr>
            <a:xfrm>
              <a:off x="3409084" y="1327994"/>
              <a:ext cx="40149" cy="10049"/>
            </a:xfrm>
            <a:custGeom>
              <a:avLst/>
              <a:gdLst/>
              <a:ahLst/>
              <a:cxnLst/>
              <a:rect l="l" t="t" r="r" b="b"/>
              <a:pathLst>
                <a:path w="1746" h="437" extrusionOk="0">
                  <a:moveTo>
                    <a:pt x="221" y="0"/>
                  </a:moveTo>
                  <a:cubicBezTo>
                    <a:pt x="99" y="0"/>
                    <a:pt x="0" y="99"/>
                    <a:pt x="0" y="221"/>
                  </a:cubicBezTo>
                  <a:cubicBezTo>
                    <a:pt x="0" y="343"/>
                    <a:pt x="99" y="436"/>
                    <a:pt x="221" y="436"/>
                  </a:cubicBezTo>
                  <a:lnTo>
                    <a:pt x="1530" y="436"/>
                  </a:lnTo>
                  <a:cubicBezTo>
                    <a:pt x="1646" y="436"/>
                    <a:pt x="1745" y="343"/>
                    <a:pt x="1745" y="221"/>
                  </a:cubicBezTo>
                  <a:cubicBezTo>
                    <a:pt x="1745" y="99"/>
                    <a:pt x="1646" y="0"/>
                    <a:pt x="1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34;p44">
              <a:extLst>
                <a:ext uri="{FF2B5EF4-FFF2-40B4-BE49-F238E27FC236}">
                  <a16:creationId xmlns:a16="http://schemas.microsoft.com/office/drawing/2014/main" id="{CEA48CCA-564B-39BC-1520-24617D17EA4E}"/>
                </a:ext>
              </a:extLst>
            </p:cNvPr>
            <p:cNvSpPr/>
            <p:nvPr/>
          </p:nvSpPr>
          <p:spPr>
            <a:xfrm>
              <a:off x="3461513" y="1327994"/>
              <a:ext cx="66869" cy="10049"/>
            </a:xfrm>
            <a:custGeom>
              <a:avLst/>
              <a:gdLst/>
              <a:ahLst/>
              <a:cxnLst/>
              <a:rect l="l" t="t" r="r" b="b"/>
              <a:pathLst>
                <a:path w="2908" h="437" extrusionOk="0">
                  <a:moveTo>
                    <a:pt x="215" y="0"/>
                  </a:moveTo>
                  <a:cubicBezTo>
                    <a:pt x="93" y="0"/>
                    <a:pt x="0" y="99"/>
                    <a:pt x="0" y="221"/>
                  </a:cubicBezTo>
                  <a:cubicBezTo>
                    <a:pt x="0" y="343"/>
                    <a:pt x="93" y="436"/>
                    <a:pt x="215" y="436"/>
                  </a:cubicBezTo>
                  <a:lnTo>
                    <a:pt x="2687" y="436"/>
                  </a:lnTo>
                  <a:cubicBezTo>
                    <a:pt x="2809" y="436"/>
                    <a:pt x="2908" y="343"/>
                    <a:pt x="2908" y="221"/>
                  </a:cubicBezTo>
                  <a:cubicBezTo>
                    <a:pt x="2908" y="99"/>
                    <a:pt x="2809" y="0"/>
                    <a:pt x="2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35;p44">
              <a:extLst>
                <a:ext uri="{FF2B5EF4-FFF2-40B4-BE49-F238E27FC236}">
                  <a16:creationId xmlns:a16="http://schemas.microsoft.com/office/drawing/2014/main" id="{3B1227F9-DCB5-4717-2C8E-192365B7AC70}"/>
                </a:ext>
              </a:extLst>
            </p:cNvPr>
            <p:cNvSpPr/>
            <p:nvPr/>
          </p:nvSpPr>
          <p:spPr>
            <a:xfrm>
              <a:off x="3539995" y="1327994"/>
              <a:ext cx="63558" cy="10049"/>
            </a:xfrm>
            <a:custGeom>
              <a:avLst/>
              <a:gdLst/>
              <a:ahLst/>
              <a:cxnLst/>
              <a:rect l="l" t="t" r="r" b="b"/>
              <a:pathLst>
                <a:path w="2764" h="437" extrusionOk="0">
                  <a:moveTo>
                    <a:pt x="222" y="0"/>
                  </a:moveTo>
                  <a:cubicBezTo>
                    <a:pt x="100" y="0"/>
                    <a:pt x="1" y="99"/>
                    <a:pt x="1" y="221"/>
                  </a:cubicBezTo>
                  <a:cubicBezTo>
                    <a:pt x="1" y="343"/>
                    <a:pt x="100" y="436"/>
                    <a:pt x="222" y="436"/>
                  </a:cubicBezTo>
                  <a:lnTo>
                    <a:pt x="2548" y="436"/>
                  </a:lnTo>
                  <a:cubicBezTo>
                    <a:pt x="2670" y="436"/>
                    <a:pt x="2763" y="343"/>
                    <a:pt x="2763" y="221"/>
                  </a:cubicBezTo>
                  <a:cubicBezTo>
                    <a:pt x="2763" y="99"/>
                    <a:pt x="2670" y="0"/>
                    <a:pt x="25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1308;p44">
            <a:extLst>
              <a:ext uri="{FF2B5EF4-FFF2-40B4-BE49-F238E27FC236}">
                <a16:creationId xmlns:a16="http://schemas.microsoft.com/office/drawing/2014/main" id="{B47413D1-42AE-87DC-AE82-7405089B1A84}"/>
              </a:ext>
            </a:extLst>
          </p:cNvPr>
          <p:cNvSpPr/>
          <p:nvPr/>
        </p:nvSpPr>
        <p:spPr>
          <a:xfrm>
            <a:off x="4096783" y="1742628"/>
            <a:ext cx="754638" cy="708563"/>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09;p44">
            <a:extLst>
              <a:ext uri="{FF2B5EF4-FFF2-40B4-BE49-F238E27FC236}">
                <a16:creationId xmlns:a16="http://schemas.microsoft.com/office/drawing/2014/main" id="{52F9629A-88BA-6B6D-EC69-A6D2C74BFB44}"/>
              </a:ext>
            </a:extLst>
          </p:cNvPr>
          <p:cNvSpPr/>
          <p:nvPr/>
        </p:nvSpPr>
        <p:spPr>
          <a:xfrm>
            <a:off x="4302504" y="1976804"/>
            <a:ext cx="343177" cy="240206"/>
          </a:xfrm>
          <a:custGeom>
            <a:avLst/>
            <a:gdLst/>
            <a:ahLst/>
            <a:cxnLst/>
            <a:rect l="l" t="t" r="r" b="b"/>
            <a:pathLst>
              <a:path w="14924" h="10446" extrusionOk="0">
                <a:moveTo>
                  <a:pt x="7270" y="1937"/>
                </a:moveTo>
                <a:lnTo>
                  <a:pt x="7270" y="2664"/>
                </a:lnTo>
                <a:lnTo>
                  <a:pt x="6514" y="2664"/>
                </a:lnTo>
                <a:lnTo>
                  <a:pt x="6514" y="1937"/>
                </a:lnTo>
                <a:close/>
                <a:moveTo>
                  <a:pt x="6078" y="3101"/>
                </a:moveTo>
                <a:lnTo>
                  <a:pt x="6078" y="3804"/>
                </a:lnTo>
                <a:lnTo>
                  <a:pt x="5327" y="3804"/>
                </a:lnTo>
                <a:lnTo>
                  <a:pt x="5327" y="3101"/>
                </a:lnTo>
                <a:close/>
                <a:moveTo>
                  <a:pt x="7270" y="3101"/>
                </a:moveTo>
                <a:lnTo>
                  <a:pt x="7270" y="3804"/>
                </a:lnTo>
                <a:lnTo>
                  <a:pt x="6514" y="3804"/>
                </a:lnTo>
                <a:lnTo>
                  <a:pt x="6514" y="3101"/>
                </a:lnTo>
                <a:close/>
                <a:moveTo>
                  <a:pt x="436" y="3758"/>
                </a:moveTo>
                <a:lnTo>
                  <a:pt x="942" y="5985"/>
                </a:lnTo>
                <a:lnTo>
                  <a:pt x="942" y="6322"/>
                </a:lnTo>
                <a:lnTo>
                  <a:pt x="797" y="6322"/>
                </a:lnTo>
                <a:cubicBezTo>
                  <a:pt x="605" y="6322"/>
                  <a:pt x="436" y="6154"/>
                  <a:pt x="436" y="5939"/>
                </a:cubicBezTo>
                <a:lnTo>
                  <a:pt x="436" y="3758"/>
                </a:lnTo>
                <a:close/>
                <a:moveTo>
                  <a:pt x="12161" y="1524"/>
                </a:moveTo>
                <a:cubicBezTo>
                  <a:pt x="12329" y="1524"/>
                  <a:pt x="12452" y="1647"/>
                  <a:pt x="12452" y="1815"/>
                </a:cubicBezTo>
                <a:lnTo>
                  <a:pt x="12452" y="4578"/>
                </a:lnTo>
                <a:cubicBezTo>
                  <a:pt x="12452" y="4700"/>
                  <a:pt x="12550" y="4799"/>
                  <a:pt x="12673" y="4799"/>
                </a:cubicBezTo>
                <a:cubicBezTo>
                  <a:pt x="12795" y="4799"/>
                  <a:pt x="12888" y="4700"/>
                  <a:pt x="12888" y="4578"/>
                </a:cubicBezTo>
                <a:lnTo>
                  <a:pt x="12888" y="2932"/>
                </a:lnTo>
                <a:cubicBezTo>
                  <a:pt x="12888" y="2763"/>
                  <a:pt x="13033" y="2618"/>
                  <a:pt x="13202" y="2618"/>
                </a:cubicBezTo>
                <a:cubicBezTo>
                  <a:pt x="13277" y="2618"/>
                  <a:pt x="13347" y="2641"/>
                  <a:pt x="13423" y="2688"/>
                </a:cubicBezTo>
                <a:cubicBezTo>
                  <a:pt x="13469" y="2763"/>
                  <a:pt x="13522" y="2833"/>
                  <a:pt x="13522" y="2909"/>
                </a:cubicBezTo>
                <a:lnTo>
                  <a:pt x="13522" y="6904"/>
                </a:lnTo>
                <a:cubicBezTo>
                  <a:pt x="13522" y="7218"/>
                  <a:pt x="13400" y="7509"/>
                  <a:pt x="13179" y="7730"/>
                </a:cubicBezTo>
                <a:cubicBezTo>
                  <a:pt x="13109" y="7829"/>
                  <a:pt x="13056" y="7945"/>
                  <a:pt x="13056" y="8044"/>
                </a:cubicBezTo>
                <a:lnTo>
                  <a:pt x="13056" y="10010"/>
                </a:lnTo>
                <a:lnTo>
                  <a:pt x="10468" y="10010"/>
                </a:lnTo>
                <a:lnTo>
                  <a:pt x="10468" y="8090"/>
                </a:lnTo>
                <a:cubicBezTo>
                  <a:pt x="10468" y="7945"/>
                  <a:pt x="10416" y="7776"/>
                  <a:pt x="10294" y="7707"/>
                </a:cubicBezTo>
                <a:lnTo>
                  <a:pt x="9567" y="7270"/>
                </a:lnTo>
                <a:cubicBezTo>
                  <a:pt x="9329" y="7148"/>
                  <a:pt x="9131" y="6956"/>
                  <a:pt x="8985" y="6735"/>
                </a:cubicBezTo>
                <a:lnTo>
                  <a:pt x="8020" y="5427"/>
                </a:lnTo>
                <a:lnTo>
                  <a:pt x="8165" y="5427"/>
                </a:lnTo>
                <a:cubicBezTo>
                  <a:pt x="8201" y="5421"/>
                  <a:pt x="8236" y="5418"/>
                  <a:pt x="8269" y="5418"/>
                </a:cubicBezTo>
                <a:cubicBezTo>
                  <a:pt x="8371" y="5418"/>
                  <a:pt x="8462" y="5445"/>
                  <a:pt x="8549" y="5502"/>
                </a:cubicBezTo>
                <a:lnTo>
                  <a:pt x="9666" y="6131"/>
                </a:lnTo>
                <a:cubicBezTo>
                  <a:pt x="9704" y="6154"/>
                  <a:pt x="9746" y="6165"/>
                  <a:pt x="9785" y="6165"/>
                </a:cubicBezTo>
                <a:cubicBezTo>
                  <a:pt x="9824" y="6165"/>
                  <a:pt x="9861" y="6154"/>
                  <a:pt x="9887" y="6131"/>
                </a:cubicBezTo>
                <a:cubicBezTo>
                  <a:pt x="9957" y="6084"/>
                  <a:pt x="10003" y="6008"/>
                  <a:pt x="10003" y="5939"/>
                </a:cubicBezTo>
                <a:lnTo>
                  <a:pt x="10003" y="5549"/>
                </a:lnTo>
                <a:cubicBezTo>
                  <a:pt x="10003" y="5526"/>
                  <a:pt x="10003" y="5502"/>
                  <a:pt x="9980" y="5473"/>
                </a:cubicBezTo>
                <a:lnTo>
                  <a:pt x="9131" y="2856"/>
                </a:lnTo>
                <a:cubicBezTo>
                  <a:pt x="9084" y="2688"/>
                  <a:pt x="9183" y="2519"/>
                  <a:pt x="9352" y="2472"/>
                </a:cubicBezTo>
                <a:cubicBezTo>
                  <a:pt x="9382" y="2461"/>
                  <a:pt x="9414" y="2456"/>
                  <a:pt x="9446" y="2456"/>
                </a:cubicBezTo>
                <a:cubicBezTo>
                  <a:pt x="9564" y="2456"/>
                  <a:pt x="9682" y="2531"/>
                  <a:pt x="9741" y="2664"/>
                </a:cubicBezTo>
                <a:lnTo>
                  <a:pt x="10370" y="4630"/>
                </a:lnTo>
                <a:cubicBezTo>
                  <a:pt x="10389" y="4728"/>
                  <a:pt x="10479" y="4781"/>
                  <a:pt x="10566" y="4781"/>
                </a:cubicBezTo>
                <a:cubicBezTo>
                  <a:pt x="10582" y="4781"/>
                  <a:pt x="10598" y="4779"/>
                  <a:pt x="10614" y="4775"/>
                </a:cubicBezTo>
                <a:cubicBezTo>
                  <a:pt x="10707" y="4775"/>
                  <a:pt x="10806" y="4677"/>
                  <a:pt x="10806" y="4578"/>
                </a:cubicBezTo>
                <a:lnTo>
                  <a:pt x="10806" y="1815"/>
                </a:lnTo>
                <a:cubicBezTo>
                  <a:pt x="10806" y="1647"/>
                  <a:pt x="10928" y="1524"/>
                  <a:pt x="11096" y="1524"/>
                </a:cubicBezTo>
                <a:cubicBezTo>
                  <a:pt x="11265" y="1524"/>
                  <a:pt x="11411" y="1647"/>
                  <a:pt x="11411" y="1815"/>
                </a:cubicBezTo>
                <a:lnTo>
                  <a:pt x="11411" y="4578"/>
                </a:lnTo>
                <a:cubicBezTo>
                  <a:pt x="11411" y="4700"/>
                  <a:pt x="11509" y="4799"/>
                  <a:pt x="11632" y="4799"/>
                </a:cubicBezTo>
                <a:cubicBezTo>
                  <a:pt x="11748" y="4799"/>
                  <a:pt x="11847" y="4700"/>
                  <a:pt x="11847" y="4578"/>
                </a:cubicBezTo>
                <a:lnTo>
                  <a:pt x="11847" y="1815"/>
                </a:lnTo>
                <a:cubicBezTo>
                  <a:pt x="11847" y="1647"/>
                  <a:pt x="11992" y="1524"/>
                  <a:pt x="12161" y="1524"/>
                </a:cubicBezTo>
                <a:close/>
                <a:moveTo>
                  <a:pt x="797" y="1"/>
                </a:moveTo>
                <a:cubicBezTo>
                  <a:pt x="361" y="1"/>
                  <a:pt x="0" y="361"/>
                  <a:pt x="0" y="798"/>
                </a:cubicBezTo>
                <a:lnTo>
                  <a:pt x="0" y="5939"/>
                </a:lnTo>
                <a:cubicBezTo>
                  <a:pt x="0" y="6398"/>
                  <a:pt x="361" y="6759"/>
                  <a:pt x="797" y="6759"/>
                </a:cubicBezTo>
                <a:lnTo>
                  <a:pt x="942" y="6759"/>
                </a:lnTo>
                <a:lnTo>
                  <a:pt x="942" y="6904"/>
                </a:lnTo>
                <a:cubicBezTo>
                  <a:pt x="942" y="7340"/>
                  <a:pt x="1088" y="7730"/>
                  <a:pt x="1378" y="8044"/>
                </a:cubicBezTo>
                <a:lnTo>
                  <a:pt x="1402" y="8044"/>
                </a:lnTo>
                <a:lnTo>
                  <a:pt x="1402" y="8916"/>
                </a:lnTo>
                <a:cubicBezTo>
                  <a:pt x="1402" y="9038"/>
                  <a:pt x="1501" y="9137"/>
                  <a:pt x="1623" y="9137"/>
                </a:cubicBezTo>
                <a:cubicBezTo>
                  <a:pt x="1745" y="9137"/>
                  <a:pt x="1838" y="9038"/>
                  <a:pt x="1838" y="8916"/>
                </a:cubicBezTo>
                <a:lnTo>
                  <a:pt x="1838" y="8044"/>
                </a:lnTo>
                <a:cubicBezTo>
                  <a:pt x="1838" y="7945"/>
                  <a:pt x="1791" y="7829"/>
                  <a:pt x="1692" y="7730"/>
                </a:cubicBezTo>
                <a:cubicBezTo>
                  <a:pt x="1501" y="7509"/>
                  <a:pt x="1378" y="7218"/>
                  <a:pt x="1378" y="6904"/>
                </a:cubicBezTo>
                <a:lnTo>
                  <a:pt x="1378" y="5962"/>
                </a:lnTo>
                <a:lnTo>
                  <a:pt x="1378" y="5910"/>
                </a:lnTo>
                <a:lnTo>
                  <a:pt x="820" y="3467"/>
                </a:lnTo>
                <a:cubicBezTo>
                  <a:pt x="797" y="3391"/>
                  <a:pt x="820" y="3292"/>
                  <a:pt x="872" y="3223"/>
                </a:cubicBezTo>
                <a:cubicBezTo>
                  <a:pt x="896" y="3176"/>
                  <a:pt x="965" y="3124"/>
                  <a:pt x="1041" y="3101"/>
                </a:cubicBezTo>
                <a:cubicBezTo>
                  <a:pt x="1066" y="3094"/>
                  <a:pt x="1090" y="3091"/>
                  <a:pt x="1112" y="3091"/>
                </a:cubicBezTo>
                <a:cubicBezTo>
                  <a:pt x="1174" y="3091"/>
                  <a:pt x="1228" y="3113"/>
                  <a:pt x="1280" y="3147"/>
                </a:cubicBezTo>
                <a:cubicBezTo>
                  <a:pt x="1355" y="3176"/>
                  <a:pt x="1402" y="3246"/>
                  <a:pt x="1425" y="3322"/>
                </a:cubicBezTo>
                <a:lnTo>
                  <a:pt x="1745" y="4723"/>
                </a:lnTo>
                <a:cubicBezTo>
                  <a:pt x="1765" y="4828"/>
                  <a:pt x="1836" y="4898"/>
                  <a:pt x="1918" y="4898"/>
                </a:cubicBezTo>
                <a:cubicBezTo>
                  <a:pt x="1931" y="4898"/>
                  <a:pt x="1946" y="4896"/>
                  <a:pt x="1960" y="4892"/>
                </a:cubicBezTo>
                <a:cubicBezTo>
                  <a:pt x="2082" y="4892"/>
                  <a:pt x="2152" y="4799"/>
                  <a:pt x="2152" y="4677"/>
                </a:cubicBezTo>
                <a:lnTo>
                  <a:pt x="2152" y="1815"/>
                </a:lnTo>
                <a:cubicBezTo>
                  <a:pt x="2152" y="1647"/>
                  <a:pt x="2297" y="1524"/>
                  <a:pt x="2472" y="1524"/>
                </a:cubicBezTo>
                <a:cubicBezTo>
                  <a:pt x="2640" y="1524"/>
                  <a:pt x="2786" y="1647"/>
                  <a:pt x="2786" y="1815"/>
                </a:cubicBezTo>
                <a:lnTo>
                  <a:pt x="2786" y="4578"/>
                </a:lnTo>
                <a:cubicBezTo>
                  <a:pt x="2786" y="4700"/>
                  <a:pt x="2879" y="4799"/>
                  <a:pt x="3001" y="4799"/>
                </a:cubicBezTo>
                <a:cubicBezTo>
                  <a:pt x="3123" y="4799"/>
                  <a:pt x="3222" y="4700"/>
                  <a:pt x="3222" y="4578"/>
                </a:cubicBezTo>
                <a:lnTo>
                  <a:pt x="3222" y="1815"/>
                </a:lnTo>
                <a:cubicBezTo>
                  <a:pt x="3222" y="1647"/>
                  <a:pt x="3367" y="1524"/>
                  <a:pt x="3536" y="1524"/>
                </a:cubicBezTo>
                <a:cubicBezTo>
                  <a:pt x="3705" y="1524"/>
                  <a:pt x="3827" y="1647"/>
                  <a:pt x="3827" y="1815"/>
                </a:cubicBezTo>
                <a:lnTo>
                  <a:pt x="3827" y="4578"/>
                </a:lnTo>
                <a:cubicBezTo>
                  <a:pt x="3827" y="4700"/>
                  <a:pt x="3926" y="4799"/>
                  <a:pt x="4042" y="4799"/>
                </a:cubicBezTo>
                <a:cubicBezTo>
                  <a:pt x="4164" y="4799"/>
                  <a:pt x="4263" y="4700"/>
                  <a:pt x="4263" y="4578"/>
                </a:cubicBezTo>
                <a:lnTo>
                  <a:pt x="4263" y="2496"/>
                </a:lnTo>
                <a:cubicBezTo>
                  <a:pt x="4263" y="2420"/>
                  <a:pt x="4310" y="2327"/>
                  <a:pt x="4362" y="2275"/>
                </a:cubicBezTo>
                <a:cubicBezTo>
                  <a:pt x="4432" y="2228"/>
                  <a:pt x="4507" y="2182"/>
                  <a:pt x="4600" y="2182"/>
                </a:cubicBezTo>
                <a:cubicBezTo>
                  <a:pt x="4746" y="2205"/>
                  <a:pt x="4891" y="2350"/>
                  <a:pt x="4891" y="2519"/>
                </a:cubicBezTo>
                <a:lnTo>
                  <a:pt x="4891" y="5863"/>
                </a:lnTo>
                <a:cubicBezTo>
                  <a:pt x="4891" y="5962"/>
                  <a:pt x="4943" y="6055"/>
                  <a:pt x="5013" y="6107"/>
                </a:cubicBezTo>
                <a:cubicBezTo>
                  <a:pt x="5063" y="6131"/>
                  <a:pt x="5111" y="6142"/>
                  <a:pt x="5159" y="6142"/>
                </a:cubicBezTo>
                <a:cubicBezTo>
                  <a:pt x="5207" y="6142"/>
                  <a:pt x="5255" y="6131"/>
                  <a:pt x="5304" y="6107"/>
                </a:cubicBezTo>
                <a:lnTo>
                  <a:pt x="6345" y="5526"/>
                </a:lnTo>
                <a:cubicBezTo>
                  <a:pt x="6420" y="5469"/>
                  <a:pt x="6521" y="5441"/>
                  <a:pt x="6618" y="5441"/>
                </a:cubicBezTo>
                <a:cubicBezTo>
                  <a:pt x="6650" y="5441"/>
                  <a:pt x="6681" y="5444"/>
                  <a:pt x="6711" y="5450"/>
                </a:cubicBezTo>
                <a:lnTo>
                  <a:pt x="6880" y="5450"/>
                </a:lnTo>
                <a:lnTo>
                  <a:pt x="5909" y="6782"/>
                </a:lnTo>
                <a:cubicBezTo>
                  <a:pt x="5740" y="7003"/>
                  <a:pt x="5548" y="7172"/>
                  <a:pt x="5327" y="7317"/>
                </a:cubicBezTo>
                <a:lnTo>
                  <a:pt x="4600" y="7730"/>
                </a:lnTo>
                <a:cubicBezTo>
                  <a:pt x="4507" y="7800"/>
                  <a:pt x="4432" y="7922"/>
                  <a:pt x="4432" y="8044"/>
                </a:cubicBezTo>
                <a:lnTo>
                  <a:pt x="4432" y="10010"/>
                </a:lnTo>
                <a:lnTo>
                  <a:pt x="1838" y="10010"/>
                </a:lnTo>
                <a:lnTo>
                  <a:pt x="1838" y="9957"/>
                </a:lnTo>
                <a:cubicBezTo>
                  <a:pt x="1838" y="9835"/>
                  <a:pt x="1745" y="9742"/>
                  <a:pt x="1623" y="9742"/>
                </a:cubicBezTo>
                <a:cubicBezTo>
                  <a:pt x="1501" y="9742"/>
                  <a:pt x="1402" y="9835"/>
                  <a:pt x="1402" y="9957"/>
                </a:cubicBezTo>
                <a:lnTo>
                  <a:pt x="1402" y="10079"/>
                </a:lnTo>
                <a:cubicBezTo>
                  <a:pt x="1402" y="10271"/>
                  <a:pt x="1547" y="10446"/>
                  <a:pt x="1768" y="10446"/>
                </a:cubicBezTo>
                <a:lnTo>
                  <a:pt x="4507" y="10446"/>
                </a:lnTo>
                <a:cubicBezTo>
                  <a:pt x="4699" y="10446"/>
                  <a:pt x="4868" y="10271"/>
                  <a:pt x="4868" y="10079"/>
                </a:cubicBezTo>
                <a:lnTo>
                  <a:pt x="4868" y="8090"/>
                </a:lnTo>
                <a:lnTo>
                  <a:pt x="5548" y="7683"/>
                </a:lnTo>
                <a:cubicBezTo>
                  <a:pt x="5816" y="7509"/>
                  <a:pt x="6054" y="7294"/>
                  <a:pt x="6275" y="7026"/>
                </a:cubicBezTo>
                <a:lnTo>
                  <a:pt x="6467" y="6759"/>
                </a:lnTo>
                <a:lnTo>
                  <a:pt x="8433" y="6759"/>
                </a:lnTo>
                <a:lnTo>
                  <a:pt x="8625" y="7003"/>
                </a:lnTo>
                <a:cubicBezTo>
                  <a:pt x="8817" y="7270"/>
                  <a:pt x="9061" y="7486"/>
                  <a:pt x="9352" y="7654"/>
                </a:cubicBezTo>
                <a:lnTo>
                  <a:pt x="10032" y="8044"/>
                </a:lnTo>
                <a:lnTo>
                  <a:pt x="10032" y="8090"/>
                </a:lnTo>
                <a:lnTo>
                  <a:pt x="10032" y="10079"/>
                </a:lnTo>
                <a:cubicBezTo>
                  <a:pt x="10032" y="10271"/>
                  <a:pt x="10201" y="10446"/>
                  <a:pt x="10393" y="10446"/>
                </a:cubicBezTo>
                <a:lnTo>
                  <a:pt x="13132" y="10446"/>
                </a:lnTo>
                <a:cubicBezTo>
                  <a:pt x="13324" y="10446"/>
                  <a:pt x="13493" y="10271"/>
                  <a:pt x="13493" y="10079"/>
                </a:cubicBezTo>
                <a:lnTo>
                  <a:pt x="13493" y="8044"/>
                </a:lnTo>
                <a:cubicBezTo>
                  <a:pt x="13783" y="7730"/>
                  <a:pt x="13958" y="7340"/>
                  <a:pt x="13958" y="6904"/>
                </a:cubicBezTo>
                <a:lnTo>
                  <a:pt x="13958" y="6759"/>
                </a:lnTo>
                <a:lnTo>
                  <a:pt x="14126" y="6759"/>
                </a:lnTo>
                <a:cubicBezTo>
                  <a:pt x="14563" y="6759"/>
                  <a:pt x="14923" y="6398"/>
                  <a:pt x="14923" y="5939"/>
                </a:cubicBezTo>
                <a:lnTo>
                  <a:pt x="14923" y="798"/>
                </a:lnTo>
                <a:cubicBezTo>
                  <a:pt x="14923" y="361"/>
                  <a:pt x="14563" y="1"/>
                  <a:pt x="14126" y="1"/>
                </a:cubicBezTo>
                <a:lnTo>
                  <a:pt x="12475" y="1"/>
                </a:lnTo>
                <a:cubicBezTo>
                  <a:pt x="12359" y="1"/>
                  <a:pt x="12260" y="94"/>
                  <a:pt x="12260" y="216"/>
                </a:cubicBezTo>
                <a:cubicBezTo>
                  <a:pt x="12260" y="338"/>
                  <a:pt x="12359" y="437"/>
                  <a:pt x="12475" y="437"/>
                </a:cubicBezTo>
                <a:lnTo>
                  <a:pt x="14126" y="437"/>
                </a:lnTo>
                <a:cubicBezTo>
                  <a:pt x="14318" y="437"/>
                  <a:pt x="14487" y="606"/>
                  <a:pt x="14487" y="798"/>
                </a:cubicBezTo>
                <a:lnTo>
                  <a:pt x="14487" y="5939"/>
                </a:lnTo>
                <a:cubicBezTo>
                  <a:pt x="14487" y="6154"/>
                  <a:pt x="14318" y="6322"/>
                  <a:pt x="14126" y="6322"/>
                </a:cubicBezTo>
                <a:lnTo>
                  <a:pt x="13958" y="6322"/>
                </a:lnTo>
                <a:lnTo>
                  <a:pt x="13958" y="2909"/>
                </a:lnTo>
                <a:cubicBezTo>
                  <a:pt x="13958" y="2711"/>
                  <a:pt x="13882" y="2519"/>
                  <a:pt x="13737" y="2374"/>
                </a:cubicBezTo>
                <a:cubicBezTo>
                  <a:pt x="13590" y="2247"/>
                  <a:pt x="13442" y="2177"/>
                  <a:pt x="13260" y="2177"/>
                </a:cubicBezTo>
                <a:cubicBezTo>
                  <a:pt x="13234" y="2177"/>
                  <a:pt x="13206" y="2179"/>
                  <a:pt x="13179" y="2182"/>
                </a:cubicBezTo>
                <a:cubicBezTo>
                  <a:pt x="13085" y="2182"/>
                  <a:pt x="12987" y="2205"/>
                  <a:pt x="12888" y="2228"/>
                </a:cubicBezTo>
                <a:lnTo>
                  <a:pt x="12888" y="1815"/>
                </a:lnTo>
                <a:cubicBezTo>
                  <a:pt x="12888" y="1402"/>
                  <a:pt x="12574" y="1088"/>
                  <a:pt x="12161" y="1088"/>
                </a:cubicBezTo>
                <a:cubicBezTo>
                  <a:pt x="11946" y="1088"/>
                  <a:pt x="11777" y="1164"/>
                  <a:pt x="11632" y="1309"/>
                </a:cubicBezTo>
                <a:cubicBezTo>
                  <a:pt x="11486" y="1164"/>
                  <a:pt x="11312" y="1088"/>
                  <a:pt x="11096" y="1088"/>
                </a:cubicBezTo>
                <a:cubicBezTo>
                  <a:pt x="10684" y="1088"/>
                  <a:pt x="10370" y="1402"/>
                  <a:pt x="10370" y="1815"/>
                </a:cubicBezTo>
                <a:lnTo>
                  <a:pt x="10370" y="3176"/>
                </a:lnTo>
                <a:lnTo>
                  <a:pt x="10149" y="2542"/>
                </a:lnTo>
                <a:cubicBezTo>
                  <a:pt x="10056" y="2212"/>
                  <a:pt x="9758" y="2023"/>
                  <a:pt x="9443" y="2023"/>
                </a:cubicBezTo>
                <a:cubicBezTo>
                  <a:pt x="9364" y="2023"/>
                  <a:pt x="9284" y="2035"/>
                  <a:pt x="9206" y="2060"/>
                </a:cubicBezTo>
                <a:cubicBezTo>
                  <a:pt x="8817" y="2182"/>
                  <a:pt x="8602" y="2595"/>
                  <a:pt x="8724" y="3002"/>
                </a:cubicBezTo>
                <a:lnTo>
                  <a:pt x="9567" y="5572"/>
                </a:lnTo>
                <a:lnTo>
                  <a:pt x="8770" y="5113"/>
                </a:lnTo>
                <a:cubicBezTo>
                  <a:pt x="8611" y="5031"/>
                  <a:pt x="8432" y="4985"/>
                  <a:pt x="8252" y="4985"/>
                </a:cubicBezTo>
                <a:cubicBezTo>
                  <a:pt x="8216" y="4985"/>
                  <a:pt x="8179" y="4987"/>
                  <a:pt x="8142" y="4991"/>
                </a:cubicBezTo>
                <a:lnTo>
                  <a:pt x="7968" y="4991"/>
                </a:lnTo>
                <a:cubicBezTo>
                  <a:pt x="7799" y="5014"/>
                  <a:pt x="7677" y="5113"/>
                  <a:pt x="7607" y="5258"/>
                </a:cubicBezTo>
                <a:cubicBezTo>
                  <a:pt x="7531" y="5404"/>
                  <a:pt x="7561" y="5572"/>
                  <a:pt x="7654" y="5694"/>
                </a:cubicBezTo>
                <a:lnTo>
                  <a:pt x="8113" y="6322"/>
                </a:lnTo>
                <a:lnTo>
                  <a:pt x="6804" y="6322"/>
                </a:lnTo>
                <a:lnTo>
                  <a:pt x="7241" y="5718"/>
                </a:lnTo>
                <a:cubicBezTo>
                  <a:pt x="7316" y="5595"/>
                  <a:pt x="7340" y="5427"/>
                  <a:pt x="7293" y="5281"/>
                </a:cubicBezTo>
                <a:cubicBezTo>
                  <a:pt x="7217" y="5136"/>
                  <a:pt x="7072" y="5037"/>
                  <a:pt x="6927" y="5037"/>
                </a:cubicBezTo>
                <a:lnTo>
                  <a:pt x="6758" y="5014"/>
                </a:lnTo>
                <a:cubicBezTo>
                  <a:pt x="6721" y="5010"/>
                  <a:pt x="6685" y="5008"/>
                  <a:pt x="6648" y="5008"/>
                </a:cubicBezTo>
                <a:cubicBezTo>
                  <a:pt x="6468" y="5008"/>
                  <a:pt x="6289" y="5054"/>
                  <a:pt x="6130" y="5136"/>
                </a:cubicBezTo>
                <a:lnTo>
                  <a:pt x="5327" y="5595"/>
                </a:lnTo>
                <a:lnTo>
                  <a:pt x="5327" y="4240"/>
                </a:lnTo>
                <a:lnTo>
                  <a:pt x="6078" y="4240"/>
                </a:lnTo>
                <a:lnTo>
                  <a:pt x="6078" y="4601"/>
                </a:lnTo>
                <a:cubicBezTo>
                  <a:pt x="6078" y="4723"/>
                  <a:pt x="6176" y="4822"/>
                  <a:pt x="6299" y="4822"/>
                </a:cubicBezTo>
                <a:cubicBezTo>
                  <a:pt x="6421" y="4822"/>
                  <a:pt x="6514" y="4723"/>
                  <a:pt x="6514" y="4601"/>
                </a:cubicBezTo>
                <a:lnTo>
                  <a:pt x="6514" y="4240"/>
                </a:lnTo>
                <a:lnTo>
                  <a:pt x="7270" y="4240"/>
                </a:lnTo>
                <a:lnTo>
                  <a:pt x="7270" y="4601"/>
                </a:lnTo>
                <a:cubicBezTo>
                  <a:pt x="7270" y="4723"/>
                  <a:pt x="7363" y="4822"/>
                  <a:pt x="7485" y="4822"/>
                </a:cubicBezTo>
                <a:cubicBezTo>
                  <a:pt x="7607" y="4822"/>
                  <a:pt x="7706" y="4723"/>
                  <a:pt x="7706" y="4601"/>
                </a:cubicBezTo>
                <a:lnTo>
                  <a:pt x="7706" y="4240"/>
                </a:lnTo>
                <a:lnTo>
                  <a:pt x="8235" y="4240"/>
                </a:lnTo>
                <a:cubicBezTo>
                  <a:pt x="8357" y="4240"/>
                  <a:pt x="8456" y="4142"/>
                  <a:pt x="8456" y="4019"/>
                </a:cubicBezTo>
                <a:cubicBezTo>
                  <a:pt x="8456" y="3903"/>
                  <a:pt x="8357" y="3804"/>
                  <a:pt x="8235" y="3804"/>
                </a:cubicBezTo>
                <a:lnTo>
                  <a:pt x="7706" y="3804"/>
                </a:lnTo>
                <a:lnTo>
                  <a:pt x="7706" y="3101"/>
                </a:lnTo>
                <a:lnTo>
                  <a:pt x="7822" y="3101"/>
                </a:lnTo>
                <a:cubicBezTo>
                  <a:pt x="7944" y="3101"/>
                  <a:pt x="8043" y="3002"/>
                  <a:pt x="8043" y="2885"/>
                </a:cubicBezTo>
                <a:cubicBezTo>
                  <a:pt x="8043" y="2763"/>
                  <a:pt x="7944" y="2664"/>
                  <a:pt x="7822" y="2664"/>
                </a:cubicBezTo>
                <a:lnTo>
                  <a:pt x="7706" y="2664"/>
                </a:lnTo>
                <a:lnTo>
                  <a:pt x="7706" y="1937"/>
                </a:lnTo>
                <a:lnTo>
                  <a:pt x="8648" y="1937"/>
                </a:lnTo>
                <a:cubicBezTo>
                  <a:pt x="8770" y="1937"/>
                  <a:pt x="8869" y="1839"/>
                  <a:pt x="8869" y="1722"/>
                </a:cubicBezTo>
                <a:cubicBezTo>
                  <a:pt x="8869" y="1600"/>
                  <a:pt x="8770" y="1501"/>
                  <a:pt x="8648" y="1501"/>
                </a:cubicBezTo>
                <a:lnTo>
                  <a:pt x="7706" y="1501"/>
                </a:lnTo>
                <a:lnTo>
                  <a:pt x="7706" y="1356"/>
                </a:lnTo>
                <a:cubicBezTo>
                  <a:pt x="7706" y="1234"/>
                  <a:pt x="7607" y="1141"/>
                  <a:pt x="7485" y="1141"/>
                </a:cubicBezTo>
                <a:cubicBezTo>
                  <a:pt x="7363" y="1141"/>
                  <a:pt x="7270" y="1234"/>
                  <a:pt x="7270" y="1356"/>
                </a:cubicBezTo>
                <a:lnTo>
                  <a:pt x="7270" y="1501"/>
                </a:lnTo>
                <a:lnTo>
                  <a:pt x="6514" y="1501"/>
                </a:lnTo>
                <a:lnTo>
                  <a:pt x="6514" y="1356"/>
                </a:lnTo>
                <a:cubicBezTo>
                  <a:pt x="6514" y="1234"/>
                  <a:pt x="6421" y="1141"/>
                  <a:pt x="6299" y="1141"/>
                </a:cubicBezTo>
                <a:cubicBezTo>
                  <a:pt x="6176" y="1141"/>
                  <a:pt x="6078" y="1234"/>
                  <a:pt x="6078" y="1356"/>
                </a:cubicBezTo>
                <a:lnTo>
                  <a:pt x="6078" y="1501"/>
                </a:lnTo>
                <a:lnTo>
                  <a:pt x="5862" y="1501"/>
                </a:lnTo>
                <a:cubicBezTo>
                  <a:pt x="5740" y="1501"/>
                  <a:pt x="5641" y="1600"/>
                  <a:pt x="5641" y="1722"/>
                </a:cubicBezTo>
                <a:cubicBezTo>
                  <a:pt x="5641" y="1839"/>
                  <a:pt x="5740" y="1937"/>
                  <a:pt x="5862" y="1937"/>
                </a:cubicBezTo>
                <a:lnTo>
                  <a:pt x="6078" y="1937"/>
                </a:lnTo>
                <a:lnTo>
                  <a:pt x="6078" y="2664"/>
                </a:lnTo>
                <a:lnTo>
                  <a:pt x="5327" y="2664"/>
                </a:lnTo>
                <a:lnTo>
                  <a:pt x="5327" y="2519"/>
                </a:lnTo>
                <a:cubicBezTo>
                  <a:pt x="5327" y="2106"/>
                  <a:pt x="5013" y="1769"/>
                  <a:pt x="4600" y="1745"/>
                </a:cubicBezTo>
                <a:cubicBezTo>
                  <a:pt x="4478" y="1745"/>
                  <a:pt x="4385" y="1769"/>
                  <a:pt x="4263" y="1815"/>
                </a:cubicBezTo>
                <a:cubicBezTo>
                  <a:pt x="4263" y="1402"/>
                  <a:pt x="3926" y="1088"/>
                  <a:pt x="3536" y="1088"/>
                </a:cubicBezTo>
                <a:cubicBezTo>
                  <a:pt x="3315" y="1088"/>
                  <a:pt x="3123" y="1164"/>
                  <a:pt x="3001" y="1309"/>
                </a:cubicBezTo>
                <a:cubicBezTo>
                  <a:pt x="2856" y="1164"/>
                  <a:pt x="2687" y="1088"/>
                  <a:pt x="2472" y="1088"/>
                </a:cubicBezTo>
                <a:cubicBezTo>
                  <a:pt x="2059" y="1088"/>
                  <a:pt x="1716" y="1402"/>
                  <a:pt x="1716" y="1815"/>
                </a:cubicBezTo>
                <a:lnTo>
                  <a:pt x="1716" y="2978"/>
                </a:lnTo>
                <a:cubicBezTo>
                  <a:pt x="1669" y="2885"/>
                  <a:pt x="1599" y="2810"/>
                  <a:pt x="1524" y="2763"/>
                </a:cubicBezTo>
                <a:cubicBezTo>
                  <a:pt x="1400" y="2691"/>
                  <a:pt x="1263" y="2646"/>
                  <a:pt x="1121" y="2646"/>
                </a:cubicBezTo>
                <a:cubicBezTo>
                  <a:pt x="1070" y="2646"/>
                  <a:pt x="1018" y="2652"/>
                  <a:pt x="965" y="2664"/>
                </a:cubicBezTo>
                <a:cubicBezTo>
                  <a:pt x="727" y="2740"/>
                  <a:pt x="529" y="2885"/>
                  <a:pt x="436" y="3101"/>
                </a:cubicBezTo>
                <a:lnTo>
                  <a:pt x="436" y="1937"/>
                </a:lnTo>
                <a:lnTo>
                  <a:pt x="1332" y="1937"/>
                </a:lnTo>
                <a:cubicBezTo>
                  <a:pt x="1454" y="1937"/>
                  <a:pt x="1547" y="1839"/>
                  <a:pt x="1547" y="1722"/>
                </a:cubicBezTo>
                <a:cubicBezTo>
                  <a:pt x="1547" y="1600"/>
                  <a:pt x="1454" y="1501"/>
                  <a:pt x="1332" y="1501"/>
                </a:cubicBezTo>
                <a:lnTo>
                  <a:pt x="436" y="1501"/>
                </a:lnTo>
                <a:lnTo>
                  <a:pt x="436" y="798"/>
                </a:lnTo>
                <a:cubicBezTo>
                  <a:pt x="436" y="606"/>
                  <a:pt x="605" y="437"/>
                  <a:pt x="797" y="437"/>
                </a:cubicBezTo>
                <a:lnTo>
                  <a:pt x="11387" y="437"/>
                </a:lnTo>
                <a:cubicBezTo>
                  <a:pt x="11509" y="437"/>
                  <a:pt x="11602" y="338"/>
                  <a:pt x="11602" y="216"/>
                </a:cubicBezTo>
                <a:cubicBezTo>
                  <a:pt x="11602" y="94"/>
                  <a:pt x="11509" y="1"/>
                  <a:pt x="11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08;p44">
            <a:extLst>
              <a:ext uri="{FF2B5EF4-FFF2-40B4-BE49-F238E27FC236}">
                <a16:creationId xmlns:a16="http://schemas.microsoft.com/office/drawing/2014/main" id="{E68E45FE-08BB-6C67-27BC-05B3BCE435DE}"/>
              </a:ext>
            </a:extLst>
          </p:cNvPr>
          <p:cNvSpPr/>
          <p:nvPr/>
        </p:nvSpPr>
        <p:spPr>
          <a:xfrm>
            <a:off x="6595471" y="1622522"/>
            <a:ext cx="754638" cy="708563"/>
          </a:xfrm>
          <a:custGeom>
            <a:avLst/>
            <a:gdLst/>
            <a:ahLst/>
            <a:cxnLst/>
            <a:rect l="l" t="t" r="r" b="b"/>
            <a:pathLst>
              <a:path w="13414" h="12595" extrusionOk="0">
                <a:moveTo>
                  <a:pt x="6393" y="1"/>
                </a:moveTo>
                <a:cubicBezTo>
                  <a:pt x="6010" y="1"/>
                  <a:pt x="5626" y="38"/>
                  <a:pt x="5242" y="124"/>
                </a:cubicBezTo>
                <a:cubicBezTo>
                  <a:pt x="2766" y="598"/>
                  <a:pt x="354" y="2515"/>
                  <a:pt x="177" y="5048"/>
                </a:cubicBezTo>
                <a:cubicBezTo>
                  <a:pt x="0" y="7821"/>
                  <a:pt x="3063" y="10064"/>
                  <a:pt x="5129" y="11330"/>
                </a:cubicBezTo>
                <a:cubicBezTo>
                  <a:pt x="6309" y="12076"/>
                  <a:pt x="7558" y="12595"/>
                  <a:pt x="8729" y="12595"/>
                </a:cubicBezTo>
                <a:cubicBezTo>
                  <a:pt x="9868" y="12595"/>
                  <a:pt x="10932" y="12105"/>
                  <a:pt x="11786" y="10856"/>
                </a:cubicBezTo>
                <a:cubicBezTo>
                  <a:pt x="13144" y="8854"/>
                  <a:pt x="13413" y="6137"/>
                  <a:pt x="12409" y="3959"/>
                </a:cubicBezTo>
                <a:cubicBezTo>
                  <a:pt x="11404" y="1751"/>
                  <a:pt x="9169" y="160"/>
                  <a:pt x="6749" y="11"/>
                </a:cubicBezTo>
                <a:cubicBezTo>
                  <a:pt x="6631" y="4"/>
                  <a:pt x="6512" y="1"/>
                  <a:pt x="6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09;p44">
            <a:extLst>
              <a:ext uri="{FF2B5EF4-FFF2-40B4-BE49-F238E27FC236}">
                <a16:creationId xmlns:a16="http://schemas.microsoft.com/office/drawing/2014/main" id="{36335ACD-017D-8291-DBDA-E09AB400F822}"/>
              </a:ext>
            </a:extLst>
          </p:cNvPr>
          <p:cNvSpPr/>
          <p:nvPr/>
        </p:nvSpPr>
        <p:spPr>
          <a:xfrm>
            <a:off x="6801192" y="1856698"/>
            <a:ext cx="343177" cy="240206"/>
          </a:xfrm>
          <a:custGeom>
            <a:avLst/>
            <a:gdLst/>
            <a:ahLst/>
            <a:cxnLst/>
            <a:rect l="l" t="t" r="r" b="b"/>
            <a:pathLst>
              <a:path w="14924" h="10446" extrusionOk="0">
                <a:moveTo>
                  <a:pt x="7270" y="1937"/>
                </a:moveTo>
                <a:lnTo>
                  <a:pt x="7270" y="2664"/>
                </a:lnTo>
                <a:lnTo>
                  <a:pt x="6514" y="2664"/>
                </a:lnTo>
                <a:lnTo>
                  <a:pt x="6514" y="1937"/>
                </a:lnTo>
                <a:close/>
                <a:moveTo>
                  <a:pt x="6078" y="3101"/>
                </a:moveTo>
                <a:lnTo>
                  <a:pt x="6078" y="3804"/>
                </a:lnTo>
                <a:lnTo>
                  <a:pt x="5327" y="3804"/>
                </a:lnTo>
                <a:lnTo>
                  <a:pt x="5327" y="3101"/>
                </a:lnTo>
                <a:close/>
                <a:moveTo>
                  <a:pt x="7270" y="3101"/>
                </a:moveTo>
                <a:lnTo>
                  <a:pt x="7270" y="3804"/>
                </a:lnTo>
                <a:lnTo>
                  <a:pt x="6514" y="3804"/>
                </a:lnTo>
                <a:lnTo>
                  <a:pt x="6514" y="3101"/>
                </a:lnTo>
                <a:close/>
                <a:moveTo>
                  <a:pt x="436" y="3758"/>
                </a:moveTo>
                <a:lnTo>
                  <a:pt x="942" y="5985"/>
                </a:lnTo>
                <a:lnTo>
                  <a:pt x="942" y="6322"/>
                </a:lnTo>
                <a:lnTo>
                  <a:pt x="797" y="6322"/>
                </a:lnTo>
                <a:cubicBezTo>
                  <a:pt x="605" y="6322"/>
                  <a:pt x="436" y="6154"/>
                  <a:pt x="436" y="5939"/>
                </a:cubicBezTo>
                <a:lnTo>
                  <a:pt x="436" y="3758"/>
                </a:lnTo>
                <a:close/>
                <a:moveTo>
                  <a:pt x="12161" y="1524"/>
                </a:moveTo>
                <a:cubicBezTo>
                  <a:pt x="12329" y="1524"/>
                  <a:pt x="12452" y="1647"/>
                  <a:pt x="12452" y="1815"/>
                </a:cubicBezTo>
                <a:lnTo>
                  <a:pt x="12452" y="4578"/>
                </a:lnTo>
                <a:cubicBezTo>
                  <a:pt x="12452" y="4700"/>
                  <a:pt x="12550" y="4799"/>
                  <a:pt x="12673" y="4799"/>
                </a:cubicBezTo>
                <a:cubicBezTo>
                  <a:pt x="12795" y="4799"/>
                  <a:pt x="12888" y="4700"/>
                  <a:pt x="12888" y="4578"/>
                </a:cubicBezTo>
                <a:lnTo>
                  <a:pt x="12888" y="2932"/>
                </a:lnTo>
                <a:cubicBezTo>
                  <a:pt x="12888" y="2763"/>
                  <a:pt x="13033" y="2618"/>
                  <a:pt x="13202" y="2618"/>
                </a:cubicBezTo>
                <a:cubicBezTo>
                  <a:pt x="13277" y="2618"/>
                  <a:pt x="13347" y="2641"/>
                  <a:pt x="13423" y="2688"/>
                </a:cubicBezTo>
                <a:cubicBezTo>
                  <a:pt x="13469" y="2763"/>
                  <a:pt x="13522" y="2833"/>
                  <a:pt x="13522" y="2909"/>
                </a:cubicBezTo>
                <a:lnTo>
                  <a:pt x="13522" y="6904"/>
                </a:lnTo>
                <a:cubicBezTo>
                  <a:pt x="13522" y="7218"/>
                  <a:pt x="13400" y="7509"/>
                  <a:pt x="13179" y="7730"/>
                </a:cubicBezTo>
                <a:cubicBezTo>
                  <a:pt x="13109" y="7829"/>
                  <a:pt x="13056" y="7945"/>
                  <a:pt x="13056" y="8044"/>
                </a:cubicBezTo>
                <a:lnTo>
                  <a:pt x="13056" y="10010"/>
                </a:lnTo>
                <a:lnTo>
                  <a:pt x="10468" y="10010"/>
                </a:lnTo>
                <a:lnTo>
                  <a:pt x="10468" y="8090"/>
                </a:lnTo>
                <a:cubicBezTo>
                  <a:pt x="10468" y="7945"/>
                  <a:pt x="10416" y="7776"/>
                  <a:pt x="10294" y="7707"/>
                </a:cubicBezTo>
                <a:lnTo>
                  <a:pt x="9567" y="7270"/>
                </a:lnTo>
                <a:cubicBezTo>
                  <a:pt x="9329" y="7148"/>
                  <a:pt x="9131" y="6956"/>
                  <a:pt x="8985" y="6735"/>
                </a:cubicBezTo>
                <a:lnTo>
                  <a:pt x="8020" y="5427"/>
                </a:lnTo>
                <a:lnTo>
                  <a:pt x="8165" y="5427"/>
                </a:lnTo>
                <a:cubicBezTo>
                  <a:pt x="8201" y="5421"/>
                  <a:pt x="8236" y="5418"/>
                  <a:pt x="8269" y="5418"/>
                </a:cubicBezTo>
                <a:cubicBezTo>
                  <a:pt x="8371" y="5418"/>
                  <a:pt x="8462" y="5445"/>
                  <a:pt x="8549" y="5502"/>
                </a:cubicBezTo>
                <a:lnTo>
                  <a:pt x="9666" y="6131"/>
                </a:lnTo>
                <a:cubicBezTo>
                  <a:pt x="9704" y="6154"/>
                  <a:pt x="9746" y="6165"/>
                  <a:pt x="9785" y="6165"/>
                </a:cubicBezTo>
                <a:cubicBezTo>
                  <a:pt x="9824" y="6165"/>
                  <a:pt x="9861" y="6154"/>
                  <a:pt x="9887" y="6131"/>
                </a:cubicBezTo>
                <a:cubicBezTo>
                  <a:pt x="9957" y="6084"/>
                  <a:pt x="10003" y="6008"/>
                  <a:pt x="10003" y="5939"/>
                </a:cubicBezTo>
                <a:lnTo>
                  <a:pt x="10003" y="5549"/>
                </a:lnTo>
                <a:cubicBezTo>
                  <a:pt x="10003" y="5526"/>
                  <a:pt x="10003" y="5502"/>
                  <a:pt x="9980" y="5473"/>
                </a:cubicBezTo>
                <a:lnTo>
                  <a:pt x="9131" y="2856"/>
                </a:lnTo>
                <a:cubicBezTo>
                  <a:pt x="9084" y="2688"/>
                  <a:pt x="9183" y="2519"/>
                  <a:pt x="9352" y="2472"/>
                </a:cubicBezTo>
                <a:cubicBezTo>
                  <a:pt x="9382" y="2461"/>
                  <a:pt x="9414" y="2456"/>
                  <a:pt x="9446" y="2456"/>
                </a:cubicBezTo>
                <a:cubicBezTo>
                  <a:pt x="9564" y="2456"/>
                  <a:pt x="9682" y="2531"/>
                  <a:pt x="9741" y="2664"/>
                </a:cubicBezTo>
                <a:lnTo>
                  <a:pt x="10370" y="4630"/>
                </a:lnTo>
                <a:cubicBezTo>
                  <a:pt x="10389" y="4728"/>
                  <a:pt x="10479" y="4781"/>
                  <a:pt x="10566" y="4781"/>
                </a:cubicBezTo>
                <a:cubicBezTo>
                  <a:pt x="10582" y="4781"/>
                  <a:pt x="10598" y="4779"/>
                  <a:pt x="10614" y="4775"/>
                </a:cubicBezTo>
                <a:cubicBezTo>
                  <a:pt x="10707" y="4775"/>
                  <a:pt x="10806" y="4677"/>
                  <a:pt x="10806" y="4578"/>
                </a:cubicBezTo>
                <a:lnTo>
                  <a:pt x="10806" y="1815"/>
                </a:lnTo>
                <a:cubicBezTo>
                  <a:pt x="10806" y="1647"/>
                  <a:pt x="10928" y="1524"/>
                  <a:pt x="11096" y="1524"/>
                </a:cubicBezTo>
                <a:cubicBezTo>
                  <a:pt x="11265" y="1524"/>
                  <a:pt x="11411" y="1647"/>
                  <a:pt x="11411" y="1815"/>
                </a:cubicBezTo>
                <a:lnTo>
                  <a:pt x="11411" y="4578"/>
                </a:lnTo>
                <a:cubicBezTo>
                  <a:pt x="11411" y="4700"/>
                  <a:pt x="11509" y="4799"/>
                  <a:pt x="11632" y="4799"/>
                </a:cubicBezTo>
                <a:cubicBezTo>
                  <a:pt x="11748" y="4799"/>
                  <a:pt x="11847" y="4700"/>
                  <a:pt x="11847" y="4578"/>
                </a:cubicBezTo>
                <a:lnTo>
                  <a:pt x="11847" y="1815"/>
                </a:lnTo>
                <a:cubicBezTo>
                  <a:pt x="11847" y="1647"/>
                  <a:pt x="11992" y="1524"/>
                  <a:pt x="12161" y="1524"/>
                </a:cubicBezTo>
                <a:close/>
                <a:moveTo>
                  <a:pt x="797" y="1"/>
                </a:moveTo>
                <a:cubicBezTo>
                  <a:pt x="361" y="1"/>
                  <a:pt x="0" y="361"/>
                  <a:pt x="0" y="798"/>
                </a:cubicBezTo>
                <a:lnTo>
                  <a:pt x="0" y="5939"/>
                </a:lnTo>
                <a:cubicBezTo>
                  <a:pt x="0" y="6398"/>
                  <a:pt x="361" y="6759"/>
                  <a:pt x="797" y="6759"/>
                </a:cubicBezTo>
                <a:lnTo>
                  <a:pt x="942" y="6759"/>
                </a:lnTo>
                <a:lnTo>
                  <a:pt x="942" y="6904"/>
                </a:lnTo>
                <a:cubicBezTo>
                  <a:pt x="942" y="7340"/>
                  <a:pt x="1088" y="7730"/>
                  <a:pt x="1378" y="8044"/>
                </a:cubicBezTo>
                <a:lnTo>
                  <a:pt x="1402" y="8044"/>
                </a:lnTo>
                <a:lnTo>
                  <a:pt x="1402" y="8916"/>
                </a:lnTo>
                <a:cubicBezTo>
                  <a:pt x="1402" y="9038"/>
                  <a:pt x="1501" y="9137"/>
                  <a:pt x="1623" y="9137"/>
                </a:cubicBezTo>
                <a:cubicBezTo>
                  <a:pt x="1745" y="9137"/>
                  <a:pt x="1838" y="9038"/>
                  <a:pt x="1838" y="8916"/>
                </a:cubicBezTo>
                <a:lnTo>
                  <a:pt x="1838" y="8044"/>
                </a:lnTo>
                <a:cubicBezTo>
                  <a:pt x="1838" y="7945"/>
                  <a:pt x="1791" y="7829"/>
                  <a:pt x="1692" y="7730"/>
                </a:cubicBezTo>
                <a:cubicBezTo>
                  <a:pt x="1501" y="7509"/>
                  <a:pt x="1378" y="7218"/>
                  <a:pt x="1378" y="6904"/>
                </a:cubicBezTo>
                <a:lnTo>
                  <a:pt x="1378" y="5962"/>
                </a:lnTo>
                <a:lnTo>
                  <a:pt x="1378" y="5910"/>
                </a:lnTo>
                <a:lnTo>
                  <a:pt x="820" y="3467"/>
                </a:lnTo>
                <a:cubicBezTo>
                  <a:pt x="797" y="3391"/>
                  <a:pt x="820" y="3292"/>
                  <a:pt x="872" y="3223"/>
                </a:cubicBezTo>
                <a:cubicBezTo>
                  <a:pt x="896" y="3176"/>
                  <a:pt x="965" y="3124"/>
                  <a:pt x="1041" y="3101"/>
                </a:cubicBezTo>
                <a:cubicBezTo>
                  <a:pt x="1066" y="3094"/>
                  <a:pt x="1090" y="3091"/>
                  <a:pt x="1112" y="3091"/>
                </a:cubicBezTo>
                <a:cubicBezTo>
                  <a:pt x="1174" y="3091"/>
                  <a:pt x="1228" y="3113"/>
                  <a:pt x="1280" y="3147"/>
                </a:cubicBezTo>
                <a:cubicBezTo>
                  <a:pt x="1355" y="3176"/>
                  <a:pt x="1402" y="3246"/>
                  <a:pt x="1425" y="3322"/>
                </a:cubicBezTo>
                <a:lnTo>
                  <a:pt x="1745" y="4723"/>
                </a:lnTo>
                <a:cubicBezTo>
                  <a:pt x="1765" y="4828"/>
                  <a:pt x="1836" y="4898"/>
                  <a:pt x="1918" y="4898"/>
                </a:cubicBezTo>
                <a:cubicBezTo>
                  <a:pt x="1931" y="4898"/>
                  <a:pt x="1946" y="4896"/>
                  <a:pt x="1960" y="4892"/>
                </a:cubicBezTo>
                <a:cubicBezTo>
                  <a:pt x="2082" y="4892"/>
                  <a:pt x="2152" y="4799"/>
                  <a:pt x="2152" y="4677"/>
                </a:cubicBezTo>
                <a:lnTo>
                  <a:pt x="2152" y="1815"/>
                </a:lnTo>
                <a:cubicBezTo>
                  <a:pt x="2152" y="1647"/>
                  <a:pt x="2297" y="1524"/>
                  <a:pt x="2472" y="1524"/>
                </a:cubicBezTo>
                <a:cubicBezTo>
                  <a:pt x="2640" y="1524"/>
                  <a:pt x="2786" y="1647"/>
                  <a:pt x="2786" y="1815"/>
                </a:cubicBezTo>
                <a:lnTo>
                  <a:pt x="2786" y="4578"/>
                </a:lnTo>
                <a:cubicBezTo>
                  <a:pt x="2786" y="4700"/>
                  <a:pt x="2879" y="4799"/>
                  <a:pt x="3001" y="4799"/>
                </a:cubicBezTo>
                <a:cubicBezTo>
                  <a:pt x="3123" y="4799"/>
                  <a:pt x="3222" y="4700"/>
                  <a:pt x="3222" y="4578"/>
                </a:cubicBezTo>
                <a:lnTo>
                  <a:pt x="3222" y="1815"/>
                </a:lnTo>
                <a:cubicBezTo>
                  <a:pt x="3222" y="1647"/>
                  <a:pt x="3367" y="1524"/>
                  <a:pt x="3536" y="1524"/>
                </a:cubicBezTo>
                <a:cubicBezTo>
                  <a:pt x="3705" y="1524"/>
                  <a:pt x="3827" y="1647"/>
                  <a:pt x="3827" y="1815"/>
                </a:cubicBezTo>
                <a:lnTo>
                  <a:pt x="3827" y="4578"/>
                </a:lnTo>
                <a:cubicBezTo>
                  <a:pt x="3827" y="4700"/>
                  <a:pt x="3926" y="4799"/>
                  <a:pt x="4042" y="4799"/>
                </a:cubicBezTo>
                <a:cubicBezTo>
                  <a:pt x="4164" y="4799"/>
                  <a:pt x="4263" y="4700"/>
                  <a:pt x="4263" y="4578"/>
                </a:cubicBezTo>
                <a:lnTo>
                  <a:pt x="4263" y="2496"/>
                </a:lnTo>
                <a:cubicBezTo>
                  <a:pt x="4263" y="2420"/>
                  <a:pt x="4310" y="2327"/>
                  <a:pt x="4362" y="2275"/>
                </a:cubicBezTo>
                <a:cubicBezTo>
                  <a:pt x="4432" y="2228"/>
                  <a:pt x="4507" y="2182"/>
                  <a:pt x="4600" y="2182"/>
                </a:cubicBezTo>
                <a:cubicBezTo>
                  <a:pt x="4746" y="2205"/>
                  <a:pt x="4891" y="2350"/>
                  <a:pt x="4891" y="2519"/>
                </a:cubicBezTo>
                <a:lnTo>
                  <a:pt x="4891" y="5863"/>
                </a:lnTo>
                <a:cubicBezTo>
                  <a:pt x="4891" y="5962"/>
                  <a:pt x="4943" y="6055"/>
                  <a:pt x="5013" y="6107"/>
                </a:cubicBezTo>
                <a:cubicBezTo>
                  <a:pt x="5063" y="6131"/>
                  <a:pt x="5111" y="6142"/>
                  <a:pt x="5159" y="6142"/>
                </a:cubicBezTo>
                <a:cubicBezTo>
                  <a:pt x="5207" y="6142"/>
                  <a:pt x="5255" y="6131"/>
                  <a:pt x="5304" y="6107"/>
                </a:cubicBezTo>
                <a:lnTo>
                  <a:pt x="6345" y="5526"/>
                </a:lnTo>
                <a:cubicBezTo>
                  <a:pt x="6420" y="5469"/>
                  <a:pt x="6521" y="5441"/>
                  <a:pt x="6618" y="5441"/>
                </a:cubicBezTo>
                <a:cubicBezTo>
                  <a:pt x="6650" y="5441"/>
                  <a:pt x="6681" y="5444"/>
                  <a:pt x="6711" y="5450"/>
                </a:cubicBezTo>
                <a:lnTo>
                  <a:pt x="6880" y="5450"/>
                </a:lnTo>
                <a:lnTo>
                  <a:pt x="5909" y="6782"/>
                </a:lnTo>
                <a:cubicBezTo>
                  <a:pt x="5740" y="7003"/>
                  <a:pt x="5548" y="7172"/>
                  <a:pt x="5327" y="7317"/>
                </a:cubicBezTo>
                <a:lnTo>
                  <a:pt x="4600" y="7730"/>
                </a:lnTo>
                <a:cubicBezTo>
                  <a:pt x="4507" y="7800"/>
                  <a:pt x="4432" y="7922"/>
                  <a:pt x="4432" y="8044"/>
                </a:cubicBezTo>
                <a:lnTo>
                  <a:pt x="4432" y="10010"/>
                </a:lnTo>
                <a:lnTo>
                  <a:pt x="1838" y="10010"/>
                </a:lnTo>
                <a:lnTo>
                  <a:pt x="1838" y="9957"/>
                </a:lnTo>
                <a:cubicBezTo>
                  <a:pt x="1838" y="9835"/>
                  <a:pt x="1745" y="9742"/>
                  <a:pt x="1623" y="9742"/>
                </a:cubicBezTo>
                <a:cubicBezTo>
                  <a:pt x="1501" y="9742"/>
                  <a:pt x="1402" y="9835"/>
                  <a:pt x="1402" y="9957"/>
                </a:cubicBezTo>
                <a:lnTo>
                  <a:pt x="1402" y="10079"/>
                </a:lnTo>
                <a:cubicBezTo>
                  <a:pt x="1402" y="10271"/>
                  <a:pt x="1547" y="10446"/>
                  <a:pt x="1768" y="10446"/>
                </a:cubicBezTo>
                <a:lnTo>
                  <a:pt x="4507" y="10446"/>
                </a:lnTo>
                <a:cubicBezTo>
                  <a:pt x="4699" y="10446"/>
                  <a:pt x="4868" y="10271"/>
                  <a:pt x="4868" y="10079"/>
                </a:cubicBezTo>
                <a:lnTo>
                  <a:pt x="4868" y="8090"/>
                </a:lnTo>
                <a:lnTo>
                  <a:pt x="5548" y="7683"/>
                </a:lnTo>
                <a:cubicBezTo>
                  <a:pt x="5816" y="7509"/>
                  <a:pt x="6054" y="7294"/>
                  <a:pt x="6275" y="7026"/>
                </a:cubicBezTo>
                <a:lnTo>
                  <a:pt x="6467" y="6759"/>
                </a:lnTo>
                <a:lnTo>
                  <a:pt x="8433" y="6759"/>
                </a:lnTo>
                <a:lnTo>
                  <a:pt x="8625" y="7003"/>
                </a:lnTo>
                <a:cubicBezTo>
                  <a:pt x="8817" y="7270"/>
                  <a:pt x="9061" y="7486"/>
                  <a:pt x="9352" y="7654"/>
                </a:cubicBezTo>
                <a:lnTo>
                  <a:pt x="10032" y="8044"/>
                </a:lnTo>
                <a:lnTo>
                  <a:pt x="10032" y="8090"/>
                </a:lnTo>
                <a:lnTo>
                  <a:pt x="10032" y="10079"/>
                </a:lnTo>
                <a:cubicBezTo>
                  <a:pt x="10032" y="10271"/>
                  <a:pt x="10201" y="10446"/>
                  <a:pt x="10393" y="10446"/>
                </a:cubicBezTo>
                <a:lnTo>
                  <a:pt x="13132" y="10446"/>
                </a:lnTo>
                <a:cubicBezTo>
                  <a:pt x="13324" y="10446"/>
                  <a:pt x="13493" y="10271"/>
                  <a:pt x="13493" y="10079"/>
                </a:cubicBezTo>
                <a:lnTo>
                  <a:pt x="13493" y="8044"/>
                </a:lnTo>
                <a:cubicBezTo>
                  <a:pt x="13783" y="7730"/>
                  <a:pt x="13958" y="7340"/>
                  <a:pt x="13958" y="6904"/>
                </a:cubicBezTo>
                <a:lnTo>
                  <a:pt x="13958" y="6759"/>
                </a:lnTo>
                <a:lnTo>
                  <a:pt x="14126" y="6759"/>
                </a:lnTo>
                <a:cubicBezTo>
                  <a:pt x="14563" y="6759"/>
                  <a:pt x="14923" y="6398"/>
                  <a:pt x="14923" y="5939"/>
                </a:cubicBezTo>
                <a:lnTo>
                  <a:pt x="14923" y="798"/>
                </a:lnTo>
                <a:cubicBezTo>
                  <a:pt x="14923" y="361"/>
                  <a:pt x="14563" y="1"/>
                  <a:pt x="14126" y="1"/>
                </a:cubicBezTo>
                <a:lnTo>
                  <a:pt x="12475" y="1"/>
                </a:lnTo>
                <a:cubicBezTo>
                  <a:pt x="12359" y="1"/>
                  <a:pt x="12260" y="94"/>
                  <a:pt x="12260" y="216"/>
                </a:cubicBezTo>
                <a:cubicBezTo>
                  <a:pt x="12260" y="338"/>
                  <a:pt x="12359" y="437"/>
                  <a:pt x="12475" y="437"/>
                </a:cubicBezTo>
                <a:lnTo>
                  <a:pt x="14126" y="437"/>
                </a:lnTo>
                <a:cubicBezTo>
                  <a:pt x="14318" y="437"/>
                  <a:pt x="14487" y="606"/>
                  <a:pt x="14487" y="798"/>
                </a:cubicBezTo>
                <a:lnTo>
                  <a:pt x="14487" y="5939"/>
                </a:lnTo>
                <a:cubicBezTo>
                  <a:pt x="14487" y="6154"/>
                  <a:pt x="14318" y="6322"/>
                  <a:pt x="14126" y="6322"/>
                </a:cubicBezTo>
                <a:lnTo>
                  <a:pt x="13958" y="6322"/>
                </a:lnTo>
                <a:lnTo>
                  <a:pt x="13958" y="2909"/>
                </a:lnTo>
                <a:cubicBezTo>
                  <a:pt x="13958" y="2711"/>
                  <a:pt x="13882" y="2519"/>
                  <a:pt x="13737" y="2374"/>
                </a:cubicBezTo>
                <a:cubicBezTo>
                  <a:pt x="13590" y="2247"/>
                  <a:pt x="13442" y="2177"/>
                  <a:pt x="13260" y="2177"/>
                </a:cubicBezTo>
                <a:cubicBezTo>
                  <a:pt x="13234" y="2177"/>
                  <a:pt x="13206" y="2179"/>
                  <a:pt x="13179" y="2182"/>
                </a:cubicBezTo>
                <a:cubicBezTo>
                  <a:pt x="13085" y="2182"/>
                  <a:pt x="12987" y="2205"/>
                  <a:pt x="12888" y="2228"/>
                </a:cubicBezTo>
                <a:lnTo>
                  <a:pt x="12888" y="1815"/>
                </a:lnTo>
                <a:cubicBezTo>
                  <a:pt x="12888" y="1402"/>
                  <a:pt x="12574" y="1088"/>
                  <a:pt x="12161" y="1088"/>
                </a:cubicBezTo>
                <a:cubicBezTo>
                  <a:pt x="11946" y="1088"/>
                  <a:pt x="11777" y="1164"/>
                  <a:pt x="11632" y="1309"/>
                </a:cubicBezTo>
                <a:cubicBezTo>
                  <a:pt x="11486" y="1164"/>
                  <a:pt x="11312" y="1088"/>
                  <a:pt x="11096" y="1088"/>
                </a:cubicBezTo>
                <a:cubicBezTo>
                  <a:pt x="10684" y="1088"/>
                  <a:pt x="10370" y="1402"/>
                  <a:pt x="10370" y="1815"/>
                </a:cubicBezTo>
                <a:lnTo>
                  <a:pt x="10370" y="3176"/>
                </a:lnTo>
                <a:lnTo>
                  <a:pt x="10149" y="2542"/>
                </a:lnTo>
                <a:cubicBezTo>
                  <a:pt x="10056" y="2212"/>
                  <a:pt x="9758" y="2023"/>
                  <a:pt x="9443" y="2023"/>
                </a:cubicBezTo>
                <a:cubicBezTo>
                  <a:pt x="9364" y="2023"/>
                  <a:pt x="9284" y="2035"/>
                  <a:pt x="9206" y="2060"/>
                </a:cubicBezTo>
                <a:cubicBezTo>
                  <a:pt x="8817" y="2182"/>
                  <a:pt x="8602" y="2595"/>
                  <a:pt x="8724" y="3002"/>
                </a:cubicBezTo>
                <a:lnTo>
                  <a:pt x="9567" y="5572"/>
                </a:lnTo>
                <a:lnTo>
                  <a:pt x="8770" y="5113"/>
                </a:lnTo>
                <a:cubicBezTo>
                  <a:pt x="8611" y="5031"/>
                  <a:pt x="8432" y="4985"/>
                  <a:pt x="8252" y="4985"/>
                </a:cubicBezTo>
                <a:cubicBezTo>
                  <a:pt x="8216" y="4985"/>
                  <a:pt x="8179" y="4987"/>
                  <a:pt x="8142" y="4991"/>
                </a:cubicBezTo>
                <a:lnTo>
                  <a:pt x="7968" y="4991"/>
                </a:lnTo>
                <a:cubicBezTo>
                  <a:pt x="7799" y="5014"/>
                  <a:pt x="7677" y="5113"/>
                  <a:pt x="7607" y="5258"/>
                </a:cubicBezTo>
                <a:cubicBezTo>
                  <a:pt x="7531" y="5404"/>
                  <a:pt x="7561" y="5572"/>
                  <a:pt x="7654" y="5694"/>
                </a:cubicBezTo>
                <a:lnTo>
                  <a:pt x="8113" y="6322"/>
                </a:lnTo>
                <a:lnTo>
                  <a:pt x="6804" y="6322"/>
                </a:lnTo>
                <a:lnTo>
                  <a:pt x="7241" y="5718"/>
                </a:lnTo>
                <a:cubicBezTo>
                  <a:pt x="7316" y="5595"/>
                  <a:pt x="7340" y="5427"/>
                  <a:pt x="7293" y="5281"/>
                </a:cubicBezTo>
                <a:cubicBezTo>
                  <a:pt x="7217" y="5136"/>
                  <a:pt x="7072" y="5037"/>
                  <a:pt x="6927" y="5037"/>
                </a:cubicBezTo>
                <a:lnTo>
                  <a:pt x="6758" y="5014"/>
                </a:lnTo>
                <a:cubicBezTo>
                  <a:pt x="6721" y="5010"/>
                  <a:pt x="6685" y="5008"/>
                  <a:pt x="6648" y="5008"/>
                </a:cubicBezTo>
                <a:cubicBezTo>
                  <a:pt x="6468" y="5008"/>
                  <a:pt x="6289" y="5054"/>
                  <a:pt x="6130" y="5136"/>
                </a:cubicBezTo>
                <a:lnTo>
                  <a:pt x="5327" y="5595"/>
                </a:lnTo>
                <a:lnTo>
                  <a:pt x="5327" y="4240"/>
                </a:lnTo>
                <a:lnTo>
                  <a:pt x="6078" y="4240"/>
                </a:lnTo>
                <a:lnTo>
                  <a:pt x="6078" y="4601"/>
                </a:lnTo>
                <a:cubicBezTo>
                  <a:pt x="6078" y="4723"/>
                  <a:pt x="6176" y="4822"/>
                  <a:pt x="6299" y="4822"/>
                </a:cubicBezTo>
                <a:cubicBezTo>
                  <a:pt x="6421" y="4822"/>
                  <a:pt x="6514" y="4723"/>
                  <a:pt x="6514" y="4601"/>
                </a:cubicBezTo>
                <a:lnTo>
                  <a:pt x="6514" y="4240"/>
                </a:lnTo>
                <a:lnTo>
                  <a:pt x="7270" y="4240"/>
                </a:lnTo>
                <a:lnTo>
                  <a:pt x="7270" y="4601"/>
                </a:lnTo>
                <a:cubicBezTo>
                  <a:pt x="7270" y="4723"/>
                  <a:pt x="7363" y="4822"/>
                  <a:pt x="7485" y="4822"/>
                </a:cubicBezTo>
                <a:cubicBezTo>
                  <a:pt x="7607" y="4822"/>
                  <a:pt x="7706" y="4723"/>
                  <a:pt x="7706" y="4601"/>
                </a:cubicBezTo>
                <a:lnTo>
                  <a:pt x="7706" y="4240"/>
                </a:lnTo>
                <a:lnTo>
                  <a:pt x="8235" y="4240"/>
                </a:lnTo>
                <a:cubicBezTo>
                  <a:pt x="8357" y="4240"/>
                  <a:pt x="8456" y="4142"/>
                  <a:pt x="8456" y="4019"/>
                </a:cubicBezTo>
                <a:cubicBezTo>
                  <a:pt x="8456" y="3903"/>
                  <a:pt x="8357" y="3804"/>
                  <a:pt x="8235" y="3804"/>
                </a:cubicBezTo>
                <a:lnTo>
                  <a:pt x="7706" y="3804"/>
                </a:lnTo>
                <a:lnTo>
                  <a:pt x="7706" y="3101"/>
                </a:lnTo>
                <a:lnTo>
                  <a:pt x="7822" y="3101"/>
                </a:lnTo>
                <a:cubicBezTo>
                  <a:pt x="7944" y="3101"/>
                  <a:pt x="8043" y="3002"/>
                  <a:pt x="8043" y="2885"/>
                </a:cubicBezTo>
                <a:cubicBezTo>
                  <a:pt x="8043" y="2763"/>
                  <a:pt x="7944" y="2664"/>
                  <a:pt x="7822" y="2664"/>
                </a:cubicBezTo>
                <a:lnTo>
                  <a:pt x="7706" y="2664"/>
                </a:lnTo>
                <a:lnTo>
                  <a:pt x="7706" y="1937"/>
                </a:lnTo>
                <a:lnTo>
                  <a:pt x="8648" y="1937"/>
                </a:lnTo>
                <a:cubicBezTo>
                  <a:pt x="8770" y="1937"/>
                  <a:pt x="8869" y="1839"/>
                  <a:pt x="8869" y="1722"/>
                </a:cubicBezTo>
                <a:cubicBezTo>
                  <a:pt x="8869" y="1600"/>
                  <a:pt x="8770" y="1501"/>
                  <a:pt x="8648" y="1501"/>
                </a:cubicBezTo>
                <a:lnTo>
                  <a:pt x="7706" y="1501"/>
                </a:lnTo>
                <a:lnTo>
                  <a:pt x="7706" y="1356"/>
                </a:lnTo>
                <a:cubicBezTo>
                  <a:pt x="7706" y="1234"/>
                  <a:pt x="7607" y="1141"/>
                  <a:pt x="7485" y="1141"/>
                </a:cubicBezTo>
                <a:cubicBezTo>
                  <a:pt x="7363" y="1141"/>
                  <a:pt x="7270" y="1234"/>
                  <a:pt x="7270" y="1356"/>
                </a:cubicBezTo>
                <a:lnTo>
                  <a:pt x="7270" y="1501"/>
                </a:lnTo>
                <a:lnTo>
                  <a:pt x="6514" y="1501"/>
                </a:lnTo>
                <a:lnTo>
                  <a:pt x="6514" y="1356"/>
                </a:lnTo>
                <a:cubicBezTo>
                  <a:pt x="6514" y="1234"/>
                  <a:pt x="6421" y="1141"/>
                  <a:pt x="6299" y="1141"/>
                </a:cubicBezTo>
                <a:cubicBezTo>
                  <a:pt x="6176" y="1141"/>
                  <a:pt x="6078" y="1234"/>
                  <a:pt x="6078" y="1356"/>
                </a:cubicBezTo>
                <a:lnTo>
                  <a:pt x="6078" y="1501"/>
                </a:lnTo>
                <a:lnTo>
                  <a:pt x="5862" y="1501"/>
                </a:lnTo>
                <a:cubicBezTo>
                  <a:pt x="5740" y="1501"/>
                  <a:pt x="5641" y="1600"/>
                  <a:pt x="5641" y="1722"/>
                </a:cubicBezTo>
                <a:cubicBezTo>
                  <a:pt x="5641" y="1839"/>
                  <a:pt x="5740" y="1937"/>
                  <a:pt x="5862" y="1937"/>
                </a:cubicBezTo>
                <a:lnTo>
                  <a:pt x="6078" y="1937"/>
                </a:lnTo>
                <a:lnTo>
                  <a:pt x="6078" y="2664"/>
                </a:lnTo>
                <a:lnTo>
                  <a:pt x="5327" y="2664"/>
                </a:lnTo>
                <a:lnTo>
                  <a:pt x="5327" y="2519"/>
                </a:lnTo>
                <a:cubicBezTo>
                  <a:pt x="5327" y="2106"/>
                  <a:pt x="5013" y="1769"/>
                  <a:pt x="4600" y="1745"/>
                </a:cubicBezTo>
                <a:cubicBezTo>
                  <a:pt x="4478" y="1745"/>
                  <a:pt x="4385" y="1769"/>
                  <a:pt x="4263" y="1815"/>
                </a:cubicBezTo>
                <a:cubicBezTo>
                  <a:pt x="4263" y="1402"/>
                  <a:pt x="3926" y="1088"/>
                  <a:pt x="3536" y="1088"/>
                </a:cubicBezTo>
                <a:cubicBezTo>
                  <a:pt x="3315" y="1088"/>
                  <a:pt x="3123" y="1164"/>
                  <a:pt x="3001" y="1309"/>
                </a:cubicBezTo>
                <a:cubicBezTo>
                  <a:pt x="2856" y="1164"/>
                  <a:pt x="2687" y="1088"/>
                  <a:pt x="2472" y="1088"/>
                </a:cubicBezTo>
                <a:cubicBezTo>
                  <a:pt x="2059" y="1088"/>
                  <a:pt x="1716" y="1402"/>
                  <a:pt x="1716" y="1815"/>
                </a:cubicBezTo>
                <a:lnTo>
                  <a:pt x="1716" y="2978"/>
                </a:lnTo>
                <a:cubicBezTo>
                  <a:pt x="1669" y="2885"/>
                  <a:pt x="1599" y="2810"/>
                  <a:pt x="1524" y="2763"/>
                </a:cubicBezTo>
                <a:cubicBezTo>
                  <a:pt x="1400" y="2691"/>
                  <a:pt x="1263" y="2646"/>
                  <a:pt x="1121" y="2646"/>
                </a:cubicBezTo>
                <a:cubicBezTo>
                  <a:pt x="1070" y="2646"/>
                  <a:pt x="1018" y="2652"/>
                  <a:pt x="965" y="2664"/>
                </a:cubicBezTo>
                <a:cubicBezTo>
                  <a:pt x="727" y="2740"/>
                  <a:pt x="529" y="2885"/>
                  <a:pt x="436" y="3101"/>
                </a:cubicBezTo>
                <a:lnTo>
                  <a:pt x="436" y="1937"/>
                </a:lnTo>
                <a:lnTo>
                  <a:pt x="1332" y="1937"/>
                </a:lnTo>
                <a:cubicBezTo>
                  <a:pt x="1454" y="1937"/>
                  <a:pt x="1547" y="1839"/>
                  <a:pt x="1547" y="1722"/>
                </a:cubicBezTo>
                <a:cubicBezTo>
                  <a:pt x="1547" y="1600"/>
                  <a:pt x="1454" y="1501"/>
                  <a:pt x="1332" y="1501"/>
                </a:cubicBezTo>
                <a:lnTo>
                  <a:pt x="436" y="1501"/>
                </a:lnTo>
                <a:lnTo>
                  <a:pt x="436" y="798"/>
                </a:lnTo>
                <a:cubicBezTo>
                  <a:pt x="436" y="606"/>
                  <a:pt x="605" y="437"/>
                  <a:pt x="797" y="437"/>
                </a:cubicBezTo>
                <a:lnTo>
                  <a:pt x="11387" y="437"/>
                </a:lnTo>
                <a:cubicBezTo>
                  <a:pt x="11509" y="437"/>
                  <a:pt x="11602" y="338"/>
                  <a:pt x="11602" y="216"/>
                </a:cubicBezTo>
                <a:cubicBezTo>
                  <a:pt x="11602" y="94"/>
                  <a:pt x="11509" y="1"/>
                  <a:pt x="11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88619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7DD13E66-B77D-FC95-5717-4306F2AB9C6B}"/>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D4C9F873-C7EF-DC49-76B9-21DFE0A4028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Tools</a:t>
            </a:r>
            <a:endParaRPr dirty="0"/>
          </a:p>
        </p:txBody>
      </p:sp>
      <p:sp>
        <p:nvSpPr>
          <p:cNvPr id="664" name="Google Shape;664;p38">
            <a:extLst>
              <a:ext uri="{FF2B5EF4-FFF2-40B4-BE49-F238E27FC236}">
                <a16:creationId xmlns:a16="http://schemas.microsoft.com/office/drawing/2014/main" id="{41730659-DB3D-D323-A099-55E22BF11613}"/>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lnSpc>
                <a:spcPct val="108000"/>
              </a:lnSpc>
              <a:spcAft>
                <a:spcPts val="600"/>
              </a:spcAft>
              <a:buFont typeface="Wingdings" panose="05000000000000000000" pitchFamily="2" charset="2"/>
              <a:buChar char="q"/>
            </a:pPr>
            <a:r>
              <a:rPr lang="en-US" sz="1800" dirty="0">
                <a:solidFill>
                  <a:schemeClr val="dk1"/>
                </a:solidFill>
                <a:latin typeface="Lato"/>
                <a:ea typeface="Lato"/>
                <a:cs typeface="Lato"/>
              </a:rPr>
              <a:t>Java Development Kit (JDK)</a:t>
            </a:r>
          </a:p>
          <a:p>
            <a:pPr marL="788987" lvl="5" indent="-342900">
              <a:lnSpc>
                <a:spcPct val="108000"/>
              </a:lnSpc>
              <a:spcAft>
                <a:spcPts val="600"/>
              </a:spcAft>
              <a:buFont typeface="Arial" panose="020B0604020202020204" pitchFamily="34" charset="0"/>
              <a:buChar char="•"/>
            </a:pPr>
            <a:r>
              <a:rPr lang="en-US" altLang="en-US" sz="1800" dirty="0" err="1">
                <a:solidFill>
                  <a:schemeClr val="dk1"/>
                </a:solidFill>
                <a:latin typeface="Lato"/>
                <a:ea typeface="Lato"/>
                <a:cs typeface="Lato"/>
              </a:rPr>
              <a:t>Berisi</a:t>
            </a:r>
            <a:r>
              <a:rPr lang="en-US" altLang="en-US" sz="1800" dirty="0">
                <a:solidFill>
                  <a:schemeClr val="dk1"/>
                </a:solidFill>
                <a:latin typeface="Lato"/>
                <a:ea typeface="Lato"/>
                <a:cs typeface="Lato"/>
              </a:rPr>
              <a:t> </a:t>
            </a:r>
            <a:r>
              <a:rPr lang="en-US" altLang="en-US" sz="1800" dirty="0" err="1">
                <a:solidFill>
                  <a:schemeClr val="dk1"/>
                </a:solidFill>
                <a:latin typeface="Lato"/>
                <a:ea typeface="Lato"/>
                <a:cs typeface="Lato"/>
              </a:rPr>
              <a:t>kompilator</a:t>
            </a:r>
            <a:r>
              <a:rPr lang="en-US" altLang="en-US" sz="1800" dirty="0">
                <a:solidFill>
                  <a:schemeClr val="dk1"/>
                </a:solidFill>
                <a:latin typeface="Lato"/>
                <a:ea typeface="Lato"/>
                <a:cs typeface="Lato"/>
              </a:rPr>
              <a:t> Java (</a:t>
            </a:r>
            <a:r>
              <a:rPr lang="en-US" altLang="en-US" sz="1800" dirty="0" err="1">
                <a:solidFill>
                  <a:schemeClr val="dk1"/>
                </a:solidFill>
                <a:latin typeface="Lato"/>
                <a:ea typeface="Lato"/>
                <a:cs typeface="Lato"/>
              </a:rPr>
              <a:t>javac</a:t>
            </a:r>
            <a:r>
              <a:rPr lang="en-US" altLang="en-US" sz="1800" dirty="0">
                <a:solidFill>
                  <a:schemeClr val="dk1"/>
                </a:solidFill>
                <a:latin typeface="Lato"/>
                <a:ea typeface="Lato"/>
                <a:cs typeface="Lato"/>
              </a:rPr>
              <a:t>), Java Runtime Environment (JRE), dan </a:t>
            </a:r>
            <a:r>
              <a:rPr lang="en-US" altLang="en-US" sz="1800" dirty="0" err="1">
                <a:solidFill>
                  <a:schemeClr val="dk1"/>
                </a:solidFill>
                <a:latin typeface="Lato"/>
                <a:ea typeface="Lato"/>
                <a:cs typeface="Lato"/>
              </a:rPr>
              <a:t>berbagai</a:t>
            </a:r>
            <a:r>
              <a:rPr lang="en-US" altLang="en-US" sz="1800" dirty="0">
                <a:solidFill>
                  <a:schemeClr val="dk1"/>
                </a:solidFill>
                <a:latin typeface="Lato"/>
                <a:ea typeface="Lato"/>
                <a:cs typeface="Lato"/>
              </a:rPr>
              <a:t> </a:t>
            </a:r>
            <a:r>
              <a:rPr lang="en-US" altLang="en-US" sz="1800" dirty="0" err="1">
                <a:solidFill>
                  <a:schemeClr val="dk1"/>
                </a:solidFill>
                <a:latin typeface="Lato"/>
                <a:ea typeface="Lato"/>
                <a:cs typeface="Lato"/>
              </a:rPr>
              <a:t>alat</a:t>
            </a:r>
            <a:r>
              <a:rPr lang="en-US" altLang="en-US" sz="1800" dirty="0">
                <a:solidFill>
                  <a:schemeClr val="dk1"/>
                </a:solidFill>
                <a:latin typeface="Lato"/>
                <a:ea typeface="Lato"/>
                <a:cs typeface="Lato"/>
              </a:rPr>
              <a:t> </a:t>
            </a:r>
            <a:r>
              <a:rPr lang="en-US" altLang="en-US" sz="1800" dirty="0" err="1">
                <a:solidFill>
                  <a:schemeClr val="dk1"/>
                </a:solidFill>
                <a:latin typeface="Lato"/>
                <a:ea typeface="Lato"/>
                <a:cs typeface="Lato"/>
              </a:rPr>
              <a:t>lainnya</a:t>
            </a:r>
            <a:r>
              <a:rPr lang="en-US" altLang="en-US" sz="1800" dirty="0">
                <a:solidFill>
                  <a:schemeClr val="dk1"/>
                </a:solidFill>
                <a:latin typeface="Lato"/>
                <a:ea typeface="Lato"/>
                <a:cs typeface="Lato"/>
              </a:rPr>
              <a:t> </a:t>
            </a:r>
            <a:r>
              <a:rPr lang="en-US" altLang="en-US" sz="1800" dirty="0" err="1">
                <a:solidFill>
                  <a:schemeClr val="dk1"/>
                </a:solidFill>
                <a:latin typeface="Lato"/>
                <a:ea typeface="Lato"/>
                <a:cs typeface="Lato"/>
              </a:rPr>
              <a:t>untuk</a:t>
            </a:r>
            <a:r>
              <a:rPr lang="en-US" altLang="en-US" sz="1800" dirty="0">
                <a:solidFill>
                  <a:schemeClr val="dk1"/>
                </a:solidFill>
                <a:latin typeface="Lato"/>
                <a:ea typeface="Lato"/>
                <a:cs typeface="Lato"/>
              </a:rPr>
              <a:t> </a:t>
            </a:r>
            <a:r>
              <a:rPr lang="en-US" altLang="en-US" sz="1800" dirty="0" err="1">
                <a:solidFill>
                  <a:schemeClr val="dk1"/>
                </a:solidFill>
                <a:latin typeface="Lato"/>
                <a:ea typeface="Lato"/>
                <a:cs typeface="Lato"/>
              </a:rPr>
              <a:t>pengembangan</a:t>
            </a:r>
            <a:r>
              <a:rPr lang="en-US" altLang="en-US" sz="1800" dirty="0">
                <a:solidFill>
                  <a:schemeClr val="dk1"/>
                </a:solidFill>
                <a:latin typeface="Lato"/>
                <a:ea typeface="Lato"/>
                <a:cs typeface="Lato"/>
              </a:rPr>
              <a:t> Java.</a:t>
            </a:r>
            <a:endParaRPr lang="en-US" sz="1800" dirty="0">
              <a:solidFill>
                <a:schemeClr val="dk1"/>
              </a:solidFill>
              <a:latin typeface="Lato"/>
              <a:ea typeface="Lato"/>
              <a:cs typeface="Lato"/>
            </a:endParaRPr>
          </a:p>
          <a:p>
            <a:pPr marL="457200" indent="-457200">
              <a:lnSpc>
                <a:spcPct val="108000"/>
              </a:lnSpc>
              <a:spcAft>
                <a:spcPts val="600"/>
              </a:spcAft>
              <a:buFont typeface="Wingdings" panose="05000000000000000000" pitchFamily="2" charset="2"/>
              <a:buChar char="q"/>
            </a:pPr>
            <a:r>
              <a:rPr lang="en-ID" sz="1800" dirty="0">
                <a:solidFill>
                  <a:schemeClr val="dk1"/>
                </a:solidFill>
                <a:latin typeface="Lato"/>
                <a:ea typeface="Lato"/>
                <a:cs typeface="Lato"/>
              </a:rPr>
              <a:t>IDE </a:t>
            </a:r>
            <a:r>
              <a:rPr lang="en-US" altLang="en-US" sz="1800" dirty="0">
                <a:solidFill>
                  <a:schemeClr val="dk1"/>
                </a:solidFill>
                <a:latin typeface="Lato"/>
                <a:ea typeface="Lato"/>
                <a:cs typeface="Lato"/>
              </a:rPr>
              <a:t>(Integrated Development Environment</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atau</a:t>
            </a:r>
            <a:r>
              <a:rPr lang="en-ID" sz="1800" dirty="0">
                <a:solidFill>
                  <a:schemeClr val="dk1"/>
                </a:solidFill>
                <a:latin typeface="Lato"/>
                <a:ea typeface="Lato"/>
                <a:cs typeface="Lato"/>
              </a:rPr>
              <a:t> Code Editor</a:t>
            </a:r>
          </a:p>
          <a:p>
            <a:pPr marL="788987" lvl="5" indent="-342900" defTabSz="914400" eaLnBrk="0" fontAlgn="base" latinLnBrk="0" hangingPunct="0">
              <a:lnSpc>
                <a:spcPct val="108000"/>
              </a:lnSpc>
              <a:spcAft>
                <a:spcPts val="600"/>
              </a:spcAft>
              <a:buSzTx/>
              <a:buFont typeface="Arial" panose="020B0604020202020204" pitchFamily="34" charset="0"/>
              <a:buChar char="•"/>
              <a:tabLst/>
            </a:pPr>
            <a:r>
              <a:rPr lang="en-US" altLang="en-US" sz="1800" dirty="0" err="1">
                <a:solidFill>
                  <a:schemeClr val="dk1"/>
                </a:solidFill>
                <a:latin typeface="Lato"/>
                <a:ea typeface="Lato"/>
                <a:cs typeface="Lato"/>
              </a:rPr>
              <a:t>Contoh</a:t>
            </a:r>
            <a:r>
              <a:rPr lang="en-US" altLang="en-US" sz="1800" dirty="0">
                <a:solidFill>
                  <a:schemeClr val="dk1"/>
                </a:solidFill>
                <a:latin typeface="Lato"/>
                <a:ea typeface="Lato"/>
                <a:cs typeface="Lato"/>
              </a:rPr>
              <a:t> IDE: IntelliJ IDEA, Eclipse, NetBeans</a:t>
            </a:r>
          </a:p>
          <a:p>
            <a:pPr marL="788987" lvl="5" indent="-342900" defTabSz="914400" eaLnBrk="0" fontAlgn="base" latinLnBrk="0" hangingPunct="0">
              <a:lnSpc>
                <a:spcPct val="108000"/>
              </a:lnSpc>
              <a:spcAft>
                <a:spcPts val="600"/>
              </a:spcAft>
              <a:buSzTx/>
              <a:buFont typeface="Arial" panose="020B0604020202020204" pitchFamily="34" charset="0"/>
              <a:buChar char="•"/>
              <a:tabLst/>
            </a:pPr>
            <a:r>
              <a:rPr lang="en-US" altLang="en-US" sz="1800" dirty="0" err="1">
                <a:solidFill>
                  <a:schemeClr val="dk1"/>
                </a:solidFill>
                <a:latin typeface="Lato"/>
                <a:ea typeface="Lato"/>
                <a:cs typeface="Lato"/>
              </a:rPr>
              <a:t>Contoh</a:t>
            </a:r>
            <a:r>
              <a:rPr lang="en-US" altLang="en-US" sz="1800" dirty="0">
                <a:solidFill>
                  <a:schemeClr val="dk1"/>
                </a:solidFill>
                <a:latin typeface="Lato"/>
                <a:ea typeface="Lato"/>
                <a:cs typeface="Lato"/>
              </a:rPr>
              <a:t> Code Editor: VS Code, Sublime Text</a:t>
            </a:r>
          </a:p>
          <a:p>
            <a:pPr marL="457200" indent="-457200">
              <a:lnSpc>
                <a:spcPct val="108000"/>
              </a:lnSpc>
              <a:spcAft>
                <a:spcPts val="600"/>
              </a:spcAft>
              <a:buFont typeface="Wingdings" panose="05000000000000000000" pitchFamily="2" charset="2"/>
              <a:buChar char="q"/>
            </a:pPr>
            <a:r>
              <a:rPr lang="en-ID" sz="1800" dirty="0">
                <a:solidFill>
                  <a:schemeClr val="dk1"/>
                </a:solidFill>
                <a:latin typeface="Lato"/>
                <a:ea typeface="Lato"/>
                <a:cs typeface="Lato"/>
              </a:rPr>
              <a:t>Java Runtime Environment (JRE)</a:t>
            </a:r>
          </a:p>
          <a:p>
            <a:pPr marL="788987" lvl="5" indent="-342900">
              <a:lnSpc>
                <a:spcPct val="108000"/>
              </a:lnSpc>
              <a:spcAft>
                <a:spcPts val="600"/>
              </a:spcAft>
              <a:buFont typeface="Arial" panose="020B0604020202020204" pitchFamily="34" charset="0"/>
              <a:buChar char="•"/>
            </a:pPr>
            <a:r>
              <a:rPr lang="en-ID" sz="1800" dirty="0">
                <a:solidFill>
                  <a:schemeClr val="dk1"/>
                </a:solidFill>
                <a:latin typeface="Lato"/>
                <a:ea typeface="Lato"/>
                <a:cs typeface="Lato"/>
              </a:rPr>
              <a:t>Jika </a:t>
            </a:r>
            <a:r>
              <a:rPr lang="en-ID" sz="1800" dirty="0" err="1">
                <a:solidFill>
                  <a:schemeClr val="dk1"/>
                </a:solidFill>
                <a:latin typeface="Lato"/>
                <a:ea typeface="Lato"/>
                <a:cs typeface="Lato"/>
              </a:rPr>
              <a:t>hanya</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ingin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menjalankan</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aplikasi</a:t>
            </a:r>
            <a:r>
              <a:rPr lang="en-ID" sz="1800" dirty="0">
                <a:solidFill>
                  <a:schemeClr val="dk1"/>
                </a:solidFill>
                <a:latin typeface="Lato"/>
                <a:ea typeface="Lato"/>
                <a:cs typeface="Lato"/>
              </a:rPr>
              <a:t> Java, JRE </a:t>
            </a:r>
            <a:r>
              <a:rPr lang="en-ID" sz="1800" dirty="0" err="1">
                <a:solidFill>
                  <a:schemeClr val="dk1"/>
                </a:solidFill>
                <a:latin typeface="Lato"/>
                <a:ea typeface="Lato"/>
                <a:cs typeface="Lato"/>
              </a:rPr>
              <a:t>sudah</a:t>
            </a:r>
            <a:r>
              <a:rPr lang="en-ID" sz="1800" dirty="0">
                <a:solidFill>
                  <a:schemeClr val="dk1"/>
                </a:solidFill>
                <a:latin typeface="Lato"/>
                <a:ea typeface="Lato"/>
                <a:cs typeface="Lato"/>
              </a:rPr>
              <a:t> </a:t>
            </a:r>
            <a:r>
              <a:rPr lang="en-ID" sz="1800" dirty="0" err="1">
                <a:solidFill>
                  <a:schemeClr val="dk1"/>
                </a:solidFill>
                <a:latin typeface="Lato"/>
                <a:ea typeface="Lato"/>
                <a:cs typeface="Lato"/>
              </a:rPr>
              <a:t>cukup</a:t>
            </a:r>
            <a:r>
              <a:rPr lang="en-ID" sz="1800" dirty="0">
                <a:solidFill>
                  <a:schemeClr val="dk1"/>
                </a:solidFill>
                <a:latin typeface="Lato"/>
                <a:ea typeface="Lato"/>
                <a:cs typeface="Lato"/>
              </a:rPr>
              <a:t>.</a:t>
            </a:r>
            <a:endParaRPr lang="en-US" altLang="en-US" sz="1800" dirty="0">
              <a:solidFill>
                <a:schemeClr val="dk1"/>
              </a:solidFill>
              <a:latin typeface="Lato"/>
              <a:ea typeface="Lato"/>
              <a:cs typeface="Lato"/>
            </a:endParaRPr>
          </a:p>
          <a:p>
            <a:pPr marL="457200" indent="-457200">
              <a:lnSpc>
                <a:spcPct val="108000"/>
              </a:lnSpc>
              <a:spcAft>
                <a:spcPts val="600"/>
              </a:spcAft>
              <a:buFont typeface="Wingdings" panose="05000000000000000000" pitchFamily="2" charset="2"/>
              <a:buChar char="q"/>
            </a:pPr>
            <a:endParaRPr lang="en-ID" sz="1800" dirty="0">
              <a:solidFill>
                <a:schemeClr val="dk1"/>
              </a:solidFill>
              <a:latin typeface="Lato"/>
              <a:ea typeface="Lato"/>
              <a:cs typeface="Lato"/>
            </a:endParaRPr>
          </a:p>
          <a:p>
            <a:pPr marL="457200" indent="-457200">
              <a:lnSpc>
                <a:spcPct val="108000"/>
              </a:lnSpc>
              <a:spcAft>
                <a:spcPts val="600"/>
              </a:spcAft>
              <a:buFont typeface="Wingdings" panose="05000000000000000000" pitchFamily="2" charset="2"/>
              <a:buChar char="q"/>
            </a:pPr>
            <a:endParaRPr lang="en-US" sz="1800" dirty="0">
              <a:solidFill>
                <a:schemeClr val="dk1"/>
              </a:solidFill>
              <a:latin typeface="Lato"/>
              <a:ea typeface="Lato"/>
              <a:cs typeface="Lato"/>
            </a:endParaRPr>
          </a:p>
          <a:p>
            <a:pPr marL="457200" lvl="0" indent="-457200" algn="l" rtl="0">
              <a:lnSpc>
                <a:spcPct val="108000"/>
              </a:lnSpc>
              <a:spcBef>
                <a:spcPts val="0"/>
              </a:spcBef>
              <a:spcAft>
                <a:spcPts val="600"/>
              </a:spcAft>
              <a:buFont typeface="Arial" panose="020B0604020202020204" pitchFamily="34" charset="0"/>
              <a:buChar char="•"/>
            </a:pPr>
            <a:endParaRPr lang="en-ID" sz="1800" dirty="0">
              <a:solidFill>
                <a:schemeClr val="dk1"/>
              </a:solidFill>
              <a:latin typeface="Lato"/>
              <a:ea typeface="Lato"/>
              <a:cs typeface="Lato"/>
              <a:sym typeface="Lato"/>
            </a:endParaRPr>
          </a:p>
          <a:p>
            <a:pPr marL="457200" lvl="0" indent="-457200" algn="l" rtl="0">
              <a:lnSpc>
                <a:spcPct val="108000"/>
              </a:lnSpc>
              <a:spcBef>
                <a:spcPts val="0"/>
              </a:spcBef>
              <a:spcAft>
                <a:spcPts val="600"/>
              </a:spcAft>
              <a:buFont typeface="Arial" panose="020B0604020202020204" pitchFamily="34" charset="0"/>
              <a:buChar char="•"/>
            </a:pPr>
            <a:endParaRPr sz="18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8CF7A5B2-A837-12A2-FD12-729E5817E7BD}"/>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E8C17A52-ED48-8510-139A-6C54D9CDE1C9}"/>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1030CE05-4C8A-8C01-7437-1F88C9D50937}"/>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65AC462D-2B36-5943-2DB4-B4C89E4FF201}"/>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4D2A7002-C04C-89C9-7821-B1773D89C43D}"/>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B3A64128-93ED-03D1-AE3F-D4B1E6AD26B6}"/>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41882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9">
          <a:extLst>
            <a:ext uri="{FF2B5EF4-FFF2-40B4-BE49-F238E27FC236}">
              <a16:creationId xmlns:a16="http://schemas.microsoft.com/office/drawing/2014/main" id="{41EC9DFA-7A30-2367-78B9-1A0DD4503324}"/>
            </a:ext>
          </a:extLst>
        </p:cNvPr>
        <p:cNvGrpSpPr/>
        <p:nvPr/>
      </p:nvGrpSpPr>
      <p:grpSpPr>
        <a:xfrm>
          <a:off x="0" y="0"/>
          <a:ext cx="0" cy="0"/>
          <a:chOff x="0" y="0"/>
          <a:chExt cx="0" cy="0"/>
        </a:xfrm>
      </p:grpSpPr>
      <p:sp>
        <p:nvSpPr>
          <p:cNvPr id="1340" name="Google Shape;1340;p45">
            <a:extLst>
              <a:ext uri="{FF2B5EF4-FFF2-40B4-BE49-F238E27FC236}">
                <a16:creationId xmlns:a16="http://schemas.microsoft.com/office/drawing/2014/main" id="{3973F14B-3636-42F3-540B-CE895B4BAEC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Membuat dan Menjalankan Program Java</a:t>
            </a:r>
            <a:endParaRPr sz="2400" dirty="0"/>
          </a:p>
        </p:txBody>
      </p:sp>
      <p:graphicFrame>
        <p:nvGraphicFramePr>
          <p:cNvPr id="45" name="Diagram 44">
            <a:extLst>
              <a:ext uri="{FF2B5EF4-FFF2-40B4-BE49-F238E27FC236}">
                <a16:creationId xmlns:a16="http://schemas.microsoft.com/office/drawing/2014/main" id="{107DF949-3654-412A-D769-22CDF3CB7511}"/>
              </a:ext>
            </a:extLst>
          </p:cNvPr>
          <p:cNvGraphicFramePr/>
          <p:nvPr/>
        </p:nvGraphicFramePr>
        <p:xfrm>
          <a:off x="1194707" y="1468073"/>
          <a:ext cx="6754586" cy="28834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5538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41"/>
          <p:cNvSpPr txBox="1">
            <a:spLocks noGrp="1"/>
          </p:cNvSpPr>
          <p:nvPr>
            <p:ph type="title"/>
          </p:nvPr>
        </p:nvSpPr>
        <p:spPr>
          <a:xfrm>
            <a:off x="713225" y="2324851"/>
            <a:ext cx="461992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000" dirty="0"/>
              <a:t>Object Oriented</a:t>
            </a:r>
            <a:endParaRPr sz="4000" dirty="0"/>
          </a:p>
        </p:txBody>
      </p:sp>
      <p:sp>
        <p:nvSpPr>
          <p:cNvPr id="910" name="Google Shape;910;p41"/>
          <p:cNvSpPr txBox="1">
            <a:spLocks noGrp="1"/>
          </p:cNvSpPr>
          <p:nvPr>
            <p:ph type="title" idx="2"/>
          </p:nvPr>
        </p:nvSpPr>
        <p:spPr>
          <a:xfrm>
            <a:off x="708165" y="1791810"/>
            <a:ext cx="1377681" cy="67227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400" dirty="0"/>
              <a:t>02</a:t>
            </a:r>
            <a:endParaRPr sz="5400" dirty="0"/>
          </a:p>
        </p:txBody>
      </p:sp>
      <p:sp>
        <p:nvSpPr>
          <p:cNvPr id="911" name="Google Shape;911;p41"/>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2" name="Google Shape;912;p41"/>
          <p:cNvSpPr/>
          <p:nvPr/>
        </p:nvSpPr>
        <p:spPr>
          <a:xfrm>
            <a:off x="5294150" y="10129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1"/>
          <p:cNvGrpSpPr/>
          <p:nvPr/>
        </p:nvGrpSpPr>
        <p:grpSpPr>
          <a:xfrm>
            <a:off x="4091402" y="4414375"/>
            <a:ext cx="367931" cy="258297"/>
            <a:chOff x="4992850" y="4345375"/>
            <a:chExt cx="619413" cy="638400"/>
          </a:xfrm>
        </p:grpSpPr>
        <p:sp>
          <p:nvSpPr>
            <p:cNvPr id="914" name="Google Shape;914;p41"/>
            <p:cNvSpPr/>
            <p:nvPr/>
          </p:nvSpPr>
          <p:spPr>
            <a:xfrm>
              <a:off x="4992850"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p:cNvSpPr/>
            <p:nvPr/>
          </p:nvSpPr>
          <p:spPr>
            <a:xfrm rot="10800000">
              <a:off x="5386363"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41"/>
          <p:cNvSpPr/>
          <p:nvPr/>
        </p:nvSpPr>
        <p:spPr>
          <a:xfrm>
            <a:off x="6956400" y="4144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1"/>
          <p:cNvGrpSpPr/>
          <p:nvPr/>
        </p:nvGrpSpPr>
        <p:grpSpPr>
          <a:xfrm>
            <a:off x="5293908" y="1087072"/>
            <a:ext cx="3381870" cy="3516739"/>
            <a:chOff x="5222815" y="1012953"/>
            <a:chExt cx="3453354" cy="3591074"/>
          </a:xfrm>
        </p:grpSpPr>
        <p:sp>
          <p:nvSpPr>
            <p:cNvPr id="918" name="Google Shape;918;p41"/>
            <p:cNvSpPr/>
            <p:nvPr/>
          </p:nvSpPr>
          <p:spPr>
            <a:xfrm>
              <a:off x="5222815" y="1012953"/>
              <a:ext cx="3453354" cy="3346964"/>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41"/>
            <p:cNvGrpSpPr/>
            <p:nvPr/>
          </p:nvGrpSpPr>
          <p:grpSpPr>
            <a:xfrm>
              <a:off x="6352264" y="1624259"/>
              <a:ext cx="378942" cy="384502"/>
              <a:chOff x="5033016" y="2415353"/>
              <a:chExt cx="132303" cy="134249"/>
            </a:xfrm>
          </p:grpSpPr>
          <p:sp>
            <p:nvSpPr>
              <p:cNvPr id="920" name="Google Shape;920;p41"/>
              <p:cNvSpPr/>
              <p:nvPr/>
            </p:nvSpPr>
            <p:spPr>
              <a:xfrm>
                <a:off x="5033016" y="2415353"/>
                <a:ext cx="132303" cy="134249"/>
              </a:xfrm>
              <a:custGeom>
                <a:avLst/>
                <a:gdLst/>
                <a:ahLst/>
                <a:cxnLst/>
                <a:rect l="l" t="t" r="r" b="b"/>
                <a:pathLst>
                  <a:path w="3807" h="3863" extrusionOk="0">
                    <a:moveTo>
                      <a:pt x="1925" y="963"/>
                    </a:moveTo>
                    <a:cubicBezTo>
                      <a:pt x="2394" y="963"/>
                      <a:pt x="2807" y="1326"/>
                      <a:pt x="2858" y="1804"/>
                    </a:cubicBezTo>
                    <a:cubicBezTo>
                      <a:pt x="2922" y="2335"/>
                      <a:pt x="2568" y="2830"/>
                      <a:pt x="2038" y="2922"/>
                    </a:cubicBezTo>
                    <a:cubicBezTo>
                      <a:pt x="2003" y="2926"/>
                      <a:pt x="1968" y="2927"/>
                      <a:pt x="1933" y="2927"/>
                    </a:cubicBezTo>
                    <a:cubicBezTo>
                      <a:pt x="1446" y="2927"/>
                      <a:pt x="1027" y="2562"/>
                      <a:pt x="948" y="2066"/>
                    </a:cubicBezTo>
                    <a:cubicBezTo>
                      <a:pt x="884" y="1535"/>
                      <a:pt x="1238" y="1033"/>
                      <a:pt x="1769" y="976"/>
                    </a:cubicBezTo>
                    <a:cubicBezTo>
                      <a:pt x="1821" y="967"/>
                      <a:pt x="1874" y="963"/>
                      <a:pt x="1925" y="963"/>
                    </a:cubicBezTo>
                    <a:close/>
                    <a:moveTo>
                      <a:pt x="1974" y="0"/>
                    </a:moveTo>
                    <a:lnTo>
                      <a:pt x="1974" y="36"/>
                    </a:lnTo>
                    <a:cubicBezTo>
                      <a:pt x="2009" y="212"/>
                      <a:pt x="1889" y="389"/>
                      <a:pt x="1712" y="389"/>
                    </a:cubicBezTo>
                    <a:cubicBezTo>
                      <a:pt x="1695" y="392"/>
                      <a:pt x="1678" y="393"/>
                      <a:pt x="1661" y="393"/>
                    </a:cubicBezTo>
                    <a:cubicBezTo>
                      <a:pt x="1507" y="393"/>
                      <a:pt x="1384" y="280"/>
                      <a:pt x="1358" y="120"/>
                    </a:cubicBezTo>
                    <a:lnTo>
                      <a:pt x="1358" y="92"/>
                    </a:lnTo>
                    <a:cubicBezTo>
                      <a:pt x="1238" y="120"/>
                      <a:pt x="1125" y="177"/>
                      <a:pt x="1005" y="241"/>
                    </a:cubicBezTo>
                    <a:cubicBezTo>
                      <a:pt x="1033" y="241"/>
                      <a:pt x="1033" y="241"/>
                      <a:pt x="1033" y="269"/>
                    </a:cubicBezTo>
                    <a:cubicBezTo>
                      <a:pt x="1153" y="389"/>
                      <a:pt x="1125" y="594"/>
                      <a:pt x="976" y="708"/>
                    </a:cubicBezTo>
                    <a:cubicBezTo>
                      <a:pt x="923" y="748"/>
                      <a:pt x="854" y="771"/>
                      <a:pt x="783" y="771"/>
                    </a:cubicBezTo>
                    <a:cubicBezTo>
                      <a:pt x="692" y="771"/>
                      <a:pt x="598" y="734"/>
                      <a:pt x="531" y="651"/>
                    </a:cubicBezTo>
                    <a:lnTo>
                      <a:pt x="531" y="623"/>
                    </a:lnTo>
                    <a:cubicBezTo>
                      <a:pt x="446" y="708"/>
                      <a:pt x="354" y="800"/>
                      <a:pt x="297" y="920"/>
                    </a:cubicBezTo>
                    <a:lnTo>
                      <a:pt x="326" y="920"/>
                    </a:lnTo>
                    <a:cubicBezTo>
                      <a:pt x="502" y="976"/>
                      <a:pt x="559" y="1182"/>
                      <a:pt x="502" y="1330"/>
                    </a:cubicBezTo>
                    <a:cubicBezTo>
                      <a:pt x="460" y="1463"/>
                      <a:pt x="349" y="1528"/>
                      <a:pt x="222" y="1528"/>
                    </a:cubicBezTo>
                    <a:cubicBezTo>
                      <a:pt x="180" y="1528"/>
                      <a:pt x="136" y="1521"/>
                      <a:pt x="92" y="1507"/>
                    </a:cubicBezTo>
                    <a:lnTo>
                      <a:pt x="64" y="1507"/>
                    </a:lnTo>
                    <a:cubicBezTo>
                      <a:pt x="28" y="1627"/>
                      <a:pt x="0" y="1741"/>
                      <a:pt x="0" y="1861"/>
                    </a:cubicBezTo>
                    <a:lnTo>
                      <a:pt x="64" y="1861"/>
                    </a:lnTo>
                    <a:cubicBezTo>
                      <a:pt x="78" y="1858"/>
                      <a:pt x="93" y="1856"/>
                      <a:pt x="108" y="1856"/>
                    </a:cubicBezTo>
                    <a:cubicBezTo>
                      <a:pt x="240" y="1856"/>
                      <a:pt x="382" y="1964"/>
                      <a:pt x="382" y="2123"/>
                    </a:cubicBezTo>
                    <a:cubicBezTo>
                      <a:pt x="417" y="2299"/>
                      <a:pt x="297" y="2476"/>
                      <a:pt x="120" y="2476"/>
                    </a:cubicBezTo>
                    <a:lnTo>
                      <a:pt x="92" y="2476"/>
                    </a:lnTo>
                    <a:cubicBezTo>
                      <a:pt x="120" y="2625"/>
                      <a:pt x="177" y="2745"/>
                      <a:pt x="241" y="2830"/>
                    </a:cubicBezTo>
                    <a:lnTo>
                      <a:pt x="269" y="2802"/>
                    </a:lnTo>
                    <a:cubicBezTo>
                      <a:pt x="318" y="2765"/>
                      <a:pt x="385" y="2744"/>
                      <a:pt x="454" y="2744"/>
                    </a:cubicBezTo>
                    <a:cubicBezTo>
                      <a:pt x="546" y="2744"/>
                      <a:pt x="643" y="2781"/>
                      <a:pt x="708" y="2865"/>
                    </a:cubicBezTo>
                    <a:cubicBezTo>
                      <a:pt x="800" y="3007"/>
                      <a:pt x="771" y="3219"/>
                      <a:pt x="651" y="3304"/>
                    </a:cubicBezTo>
                    <a:cubicBezTo>
                      <a:pt x="623" y="3332"/>
                      <a:pt x="623" y="3332"/>
                      <a:pt x="594" y="3332"/>
                    </a:cubicBezTo>
                    <a:cubicBezTo>
                      <a:pt x="708" y="3424"/>
                      <a:pt x="800" y="3509"/>
                      <a:pt x="913" y="3573"/>
                    </a:cubicBezTo>
                    <a:lnTo>
                      <a:pt x="913" y="3537"/>
                    </a:lnTo>
                    <a:cubicBezTo>
                      <a:pt x="959" y="3408"/>
                      <a:pt x="1067" y="3327"/>
                      <a:pt x="1191" y="3327"/>
                    </a:cubicBezTo>
                    <a:cubicBezTo>
                      <a:pt x="1236" y="3327"/>
                      <a:pt x="1283" y="3338"/>
                      <a:pt x="1330" y="3361"/>
                    </a:cubicBezTo>
                    <a:cubicBezTo>
                      <a:pt x="1479" y="3424"/>
                      <a:pt x="1564" y="3601"/>
                      <a:pt x="1507" y="3778"/>
                    </a:cubicBezTo>
                    <a:lnTo>
                      <a:pt x="1479" y="3806"/>
                    </a:lnTo>
                    <a:cubicBezTo>
                      <a:pt x="1592" y="3835"/>
                      <a:pt x="1712" y="3863"/>
                      <a:pt x="1861" y="3863"/>
                    </a:cubicBezTo>
                    <a:cubicBezTo>
                      <a:pt x="1861" y="3835"/>
                      <a:pt x="1832" y="3835"/>
                      <a:pt x="1832" y="3806"/>
                    </a:cubicBezTo>
                    <a:cubicBezTo>
                      <a:pt x="1797" y="3629"/>
                      <a:pt x="1946" y="3481"/>
                      <a:pt x="2094" y="3453"/>
                    </a:cubicBezTo>
                    <a:cubicBezTo>
                      <a:pt x="2112" y="3450"/>
                      <a:pt x="2131" y="3448"/>
                      <a:pt x="2149" y="3448"/>
                    </a:cubicBezTo>
                    <a:cubicBezTo>
                      <a:pt x="2305" y="3448"/>
                      <a:pt x="2448" y="3556"/>
                      <a:pt x="2448" y="3714"/>
                    </a:cubicBezTo>
                    <a:lnTo>
                      <a:pt x="2448" y="3778"/>
                    </a:lnTo>
                    <a:cubicBezTo>
                      <a:pt x="2596" y="3750"/>
                      <a:pt x="2717" y="3686"/>
                      <a:pt x="2802" y="3629"/>
                    </a:cubicBezTo>
                    <a:lnTo>
                      <a:pt x="2773" y="3601"/>
                    </a:lnTo>
                    <a:cubicBezTo>
                      <a:pt x="2681" y="3453"/>
                      <a:pt x="2681" y="3247"/>
                      <a:pt x="2830" y="3155"/>
                    </a:cubicBezTo>
                    <a:cubicBezTo>
                      <a:pt x="2891" y="3109"/>
                      <a:pt x="2957" y="3086"/>
                      <a:pt x="3022" y="3086"/>
                    </a:cubicBezTo>
                    <a:cubicBezTo>
                      <a:pt x="3115" y="3086"/>
                      <a:pt x="3205" y="3132"/>
                      <a:pt x="3276" y="3219"/>
                    </a:cubicBezTo>
                    <a:lnTo>
                      <a:pt x="3304" y="3247"/>
                    </a:lnTo>
                    <a:cubicBezTo>
                      <a:pt x="3389" y="3155"/>
                      <a:pt x="3452" y="3042"/>
                      <a:pt x="3537" y="2950"/>
                    </a:cubicBezTo>
                    <a:cubicBezTo>
                      <a:pt x="3509" y="2950"/>
                      <a:pt x="3509" y="2950"/>
                      <a:pt x="3481" y="2922"/>
                    </a:cubicBezTo>
                    <a:cubicBezTo>
                      <a:pt x="3332" y="2865"/>
                      <a:pt x="3247" y="2688"/>
                      <a:pt x="3304" y="2512"/>
                    </a:cubicBezTo>
                    <a:cubicBezTo>
                      <a:pt x="3348" y="2396"/>
                      <a:pt x="3483" y="2314"/>
                      <a:pt x="3610" y="2314"/>
                    </a:cubicBezTo>
                    <a:cubicBezTo>
                      <a:pt x="3646" y="2314"/>
                      <a:pt x="3681" y="2321"/>
                      <a:pt x="3714" y="2335"/>
                    </a:cubicBezTo>
                    <a:lnTo>
                      <a:pt x="3742" y="2363"/>
                    </a:lnTo>
                    <a:cubicBezTo>
                      <a:pt x="3778" y="2243"/>
                      <a:pt x="3806" y="2123"/>
                      <a:pt x="3806" y="1981"/>
                    </a:cubicBezTo>
                    <a:lnTo>
                      <a:pt x="3806" y="1981"/>
                    </a:lnTo>
                    <a:lnTo>
                      <a:pt x="3778" y="2009"/>
                    </a:lnTo>
                    <a:cubicBezTo>
                      <a:pt x="3601" y="2009"/>
                      <a:pt x="3424" y="1889"/>
                      <a:pt x="3424" y="1712"/>
                    </a:cubicBezTo>
                    <a:cubicBezTo>
                      <a:pt x="3389" y="1535"/>
                      <a:pt x="3509" y="1387"/>
                      <a:pt x="3686" y="1359"/>
                    </a:cubicBezTo>
                    <a:lnTo>
                      <a:pt x="3714" y="1359"/>
                    </a:lnTo>
                    <a:cubicBezTo>
                      <a:pt x="3686" y="1238"/>
                      <a:pt x="3629" y="1125"/>
                      <a:pt x="3566" y="1005"/>
                    </a:cubicBezTo>
                    <a:cubicBezTo>
                      <a:pt x="3566" y="1033"/>
                      <a:pt x="3566" y="1033"/>
                      <a:pt x="3537" y="1033"/>
                    </a:cubicBezTo>
                    <a:cubicBezTo>
                      <a:pt x="3490" y="1084"/>
                      <a:pt x="3424" y="1108"/>
                      <a:pt x="3356" y="1108"/>
                    </a:cubicBezTo>
                    <a:cubicBezTo>
                      <a:pt x="3263" y="1108"/>
                      <a:pt x="3164" y="1062"/>
                      <a:pt x="3099" y="976"/>
                    </a:cubicBezTo>
                    <a:cubicBezTo>
                      <a:pt x="3007" y="856"/>
                      <a:pt x="3035" y="651"/>
                      <a:pt x="3155" y="531"/>
                    </a:cubicBezTo>
                    <a:lnTo>
                      <a:pt x="3184" y="531"/>
                    </a:lnTo>
                    <a:cubicBezTo>
                      <a:pt x="3099" y="446"/>
                      <a:pt x="3007" y="354"/>
                      <a:pt x="2894" y="297"/>
                    </a:cubicBezTo>
                    <a:lnTo>
                      <a:pt x="2894" y="326"/>
                    </a:lnTo>
                    <a:cubicBezTo>
                      <a:pt x="2844" y="442"/>
                      <a:pt x="2725" y="523"/>
                      <a:pt x="2592" y="523"/>
                    </a:cubicBezTo>
                    <a:cubicBezTo>
                      <a:pt x="2554" y="523"/>
                      <a:pt x="2515" y="517"/>
                      <a:pt x="2476" y="503"/>
                    </a:cubicBezTo>
                    <a:cubicBezTo>
                      <a:pt x="2328" y="446"/>
                      <a:pt x="2243" y="241"/>
                      <a:pt x="2299" y="92"/>
                    </a:cubicBezTo>
                    <a:lnTo>
                      <a:pt x="2328" y="64"/>
                    </a:lnTo>
                    <a:cubicBezTo>
                      <a:pt x="2214" y="36"/>
                      <a:pt x="2094" y="0"/>
                      <a:pt x="1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p:cNvSpPr/>
              <p:nvPr/>
            </p:nvSpPr>
            <p:spPr>
              <a:xfrm>
                <a:off x="5056613" y="2442148"/>
                <a:ext cx="85074" cy="80904"/>
              </a:xfrm>
              <a:custGeom>
                <a:avLst/>
                <a:gdLst/>
                <a:ahLst/>
                <a:cxnLst/>
                <a:rect l="l" t="t" r="r" b="b"/>
                <a:pathLst>
                  <a:path w="2448" h="2328" extrusionOk="0">
                    <a:moveTo>
                      <a:pt x="1238" y="57"/>
                    </a:moveTo>
                    <a:cubicBezTo>
                      <a:pt x="1769" y="57"/>
                      <a:pt x="2243" y="467"/>
                      <a:pt x="2299" y="998"/>
                    </a:cubicBezTo>
                    <a:cubicBezTo>
                      <a:pt x="2391" y="1620"/>
                      <a:pt x="1974" y="2179"/>
                      <a:pt x="1387" y="2271"/>
                    </a:cubicBezTo>
                    <a:lnTo>
                      <a:pt x="1238" y="2271"/>
                    </a:lnTo>
                    <a:cubicBezTo>
                      <a:pt x="679" y="2271"/>
                      <a:pt x="205" y="1854"/>
                      <a:pt x="149" y="1323"/>
                    </a:cubicBezTo>
                    <a:cubicBezTo>
                      <a:pt x="57" y="708"/>
                      <a:pt x="474" y="149"/>
                      <a:pt x="1090" y="57"/>
                    </a:cubicBezTo>
                    <a:close/>
                    <a:moveTo>
                      <a:pt x="1061" y="0"/>
                    </a:moveTo>
                    <a:cubicBezTo>
                      <a:pt x="446" y="85"/>
                      <a:pt x="0" y="679"/>
                      <a:pt x="92" y="1323"/>
                    </a:cubicBezTo>
                    <a:cubicBezTo>
                      <a:pt x="177" y="1882"/>
                      <a:pt x="651" y="2328"/>
                      <a:pt x="1238" y="2328"/>
                    </a:cubicBezTo>
                    <a:lnTo>
                      <a:pt x="1387" y="2328"/>
                    </a:lnTo>
                    <a:cubicBezTo>
                      <a:pt x="2002" y="2236"/>
                      <a:pt x="2448" y="1649"/>
                      <a:pt x="2356" y="998"/>
                    </a:cubicBezTo>
                    <a:cubicBezTo>
                      <a:pt x="2299" y="439"/>
                      <a:pt x="1797" y="0"/>
                      <a:pt x="1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41"/>
            <p:cNvGrpSpPr/>
            <p:nvPr/>
          </p:nvGrpSpPr>
          <p:grpSpPr>
            <a:xfrm>
              <a:off x="8150729" y="2571746"/>
              <a:ext cx="461359" cy="469107"/>
              <a:chOff x="5894466" y="2926705"/>
              <a:chExt cx="161078" cy="163789"/>
            </a:xfrm>
          </p:grpSpPr>
          <p:sp>
            <p:nvSpPr>
              <p:cNvPr id="923" name="Google Shape;923;p41"/>
              <p:cNvSpPr/>
              <p:nvPr/>
            </p:nvSpPr>
            <p:spPr>
              <a:xfrm>
                <a:off x="5894466" y="2926705"/>
                <a:ext cx="161078" cy="163789"/>
              </a:xfrm>
              <a:custGeom>
                <a:avLst/>
                <a:gdLst/>
                <a:ahLst/>
                <a:cxnLst/>
                <a:rect l="l" t="t" r="r" b="b"/>
                <a:pathLst>
                  <a:path w="4635" h="4713" extrusionOk="0">
                    <a:moveTo>
                      <a:pt x="2310" y="1165"/>
                    </a:moveTo>
                    <a:cubicBezTo>
                      <a:pt x="2893" y="1165"/>
                      <a:pt x="3403" y="1609"/>
                      <a:pt x="3481" y="2208"/>
                    </a:cubicBezTo>
                    <a:cubicBezTo>
                      <a:pt x="3573" y="2859"/>
                      <a:pt x="3128" y="3446"/>
                      <a:pt x="2477" y="3566"/>
                    </a:cubicBezTo>
                    <a:cubicBezTo>
                      <a:pt x="2426" y="3573"/>
                      <a:pt x="2375" y="3576"/>
                      <a:pt x="2325" y="3576"/>
                    </a:cubicBezTo>
                    <a:cubicBezTo>
                      <a:pt x="1742" y="3576"/>
                      <a:pt x="1232" y="3133"/>
                      <a:pt x="1154" y="2534"/>
                    </a:cubicBezTo>
                    <a:cubicBezTo>
                      <a:pt x="1062" y="1883"/>
                      <a:pt x="1507" y="1267"/>
                      <a:pt x="2158" y="1175"/>
                    </a:cubicBezTo>
                    <a:cubicBezTo>
                      <a:pt x="2209" y="1169"/>
                      <a:pt x="2260" y="1165"/>
                      <a:pt x="2310" y="1165"/>
                    </a:cubicBezTo>
                    <a:close/>
                    <a:moveTo>
                      <a:pt x="2392" y="1"/>
                    </a:moveTo>
                    <a:lnTo>
                      <a:pt x="2392" y="58"/>
                    </a:lnTo>
                    <a:cubicBezTo>
                      <a:pt x="2420" y="263"/>
                      <a:pt x="2272" y="468"/>
                      <a:pt x="2066" y="496"/>
                    </a:cubicBezTo>
                    <a:cubicBezTo>
                      <a:pt x="2046" y="500"/>
                      <a:pt x="2026" y="501"/>
                      <a:pt x="2007" y="501"/>
                    </a:cubicBezTo>
                    <a:cubicBezTo>
                      <a:pt x="1828" y="501"/>
                      <a:pt x="1682" y="359"/>
                      <a:pt x="1656" y="142"/>
                    </a:cubicBezTo>
                    <a:cubicBezTo>
                      <a:pt x="1628" y="142"/>
                      <a:pt x="1628" y="114"/>
                      <a:pt x="1628" y="114"/>
                    </a:cubicBezTo>
                    <a:cubicBezTo>
                      <a:pt x="1507" y="142"/>
                      <a:pt x="1359" y="206"/>
                      <a:pt x="1210" y="291"/>
                    </a:cubicBezTo>
                    <a:cubicBezTo>
                      <a:pt x="1239" y="291"/>
                      <a:pt x="1239" y="291"/>
                      <a:pt x="1239" y="319"/>
                    </a:cubicBezTo>
                    <a:cubicBezTo>
                      <a:pt x="1387" y="496"/>
                      <a:pt x="1359" y="737"/>
                      <a:pt x="1182" y="850"/>
                    </a:cubicBezTo>
                    <a:cubicBezTo>
                      <a:pt x="1105" y="914"/>
                      <a:pt x="1017" y="946"/>
                      <a:pt x="933" y="946"/>
                    </a:cubicBezTo>
                    <a:cubicBezTo>
                      <a:pt x="823" y="946"/>
                      <a:pt x="719" y="893"/>
                      <a:pt x="651" y="793"/>
                    </a:cubicBezTo>
                    <a:lnTo>
                      <a:pt x="623" y="765"/>
                    </a:lnTo>
                    <a:cubicBezTo>
                      <a:pt x="531" y="850"/>
                      <a:pt x="418" y="998"/>
                      <a:pt x="354" y="1119"/>
                    </a:cubicBezTo>
                    <a:lnTo>
                      <a:pt x="390" y="1119"/>
                    </a:lnTo>
                    <a:cubicBezTo>
                      <a:pt x="595" y="1204"/>
                      <a:pt x="680" y="1444"/>
                      <a:pt x="595" y="1649"/>
                    </a:cubicBezTo>
                    <a:cubicBezTo>
                      <a:pt x="546" y="1784"/>
                      <a:pt x="399" y="1886"/>
                      <a:pt x="241" y="1886"/>
                    </a:cubicBezTo>
                    <a:cubicBezTo>
                      <a:pt x="192" y="1886"/>
                      <a:pt x="141" y="1876"/>
                      <a:pt x="93" y="1854"/>
                    </a:cubicBezTo>
                    <a:lnTo>
                      <a:pt x="64" y="1826"/>
                    </a:lnTo>
                    <a:cubicBezTo>
                      <a:pt x="36" y="1975"/>
                      <a:pt x="1" y="2123"/>
                      <a:pt x="1" y="2265"/>
                    </a:cubicBezTo>
                    <a:lnTo>
                      <a:pt x="36" y="2265"/>
                    </a:lnTo>
                    <a:cubicBezTo>
                      <a:pt x="55" y="2262"/>
                      <a:pt x="74" y="2261"/>
                      <a:pt x="92" y="2261"/>
                    </a:cubicBezTo>
                    <a:cubicBezTo>
                      <a:pt x="298" y="2261"/>
                      <a:pt x="449" y="2402"/>
                      <a:pt x="475" y="2590"/>
                    </a:cubicBezTo>
                    <a:cubicBezTo>
                      <a:pt x="503" y="2831"/>
                      <a:pt x="354" y="3008"/>
                      <a:pt x="149" y="3036"/>
                    </a:cubicBezTo>
                    <a:lnTo>
                      <a:pt x="93" y="3036"/>
                    </a:lnTo>
                    <a:cubicBezTo>
                      <a:pt x="149" y="3184"/>
                      <a:pt x="213" y="3326"/>
                      <a:pt x="269" y="3474"/>
                    </a:cubicBezTo>
                    <a:cubicBezTo>
                      <a:pt x="269" y="3446"/>
                      <a:pt x="298" y="3446"/>
                      <a:pt x="298" y="3446"/>
                    </a:cubicBezTo>
                    <a:cubicBezTo>
                      <a:pt x="375" y="3381"/>
                      <a:pt x="462" y="3350"/>
                      <a:pt x="549" y="3350"/>
                    </a:cubicBezTo>
                    <a:cubicBezTo>
                      <a:pt x="662" y="3350"/>
                      <a:pt x="773" y="3403"/>
                      <a:pt x="857" y="3503"/>
                    </a:cubicBezTo>
                    <a:cubicBezTo>
                      <a:pt x="977" y="3680"/>
                      <a:pt x="949" y="3920"/>
                      <a:pt x="772" y="4033"/>
                    </a:cubicBezTo>
                    <a:cubicBezTo>
                      <a:pt x="772" y="4069"/>
                      <a:pt x="743" y="4069"/>
                      <a:pt x="743" y="4097"/>
                    </a:cubicBezTo>
                    <a:cubicBezTo>
                      <a:pt x="828" y="4182"/>
                      <a:pt x="977" y="4274"/>
                      <a:pt x="1097" y="4359"/>
                    </a:cubicBezTo>
                    <a:cubicBezTo>
                      <a:pt x="1097" y="4359"/>
                      <a:pt x="1097" y="4330"/>
                      <a:pt x="1125" y="4302"/>
                    </a:cubicBezTo>
                    <a:cubicBezTo>
                      <a:pt x="1169" y="4167"/>
                      <a:pt x="1315" y="4065"/>
                      <a:pt x="1460" y="4065"/>
                    </a:cubicBezTo>
                    <a:cubicBezTo>
                      <a:pt x="1505" y="4065"/>
                      <a:pt x="1550" y="4075"/>
                      <a:pt x="1592" y="4097"/>
                    </a:cubicBezTo>
                    <a:cubicBezTo>
                      <a:pt x="1805" y="4182"/>
                      <a:pt x="1889" y="4387"/>
                      <a:pt x="1833" y="4599"/>
                    </a:cubicBezTo>
                    <a:cubicBezTo>
                      <a:pt x="1805" y="4628"/>
                      <a:pt x="1805" y="4656"/>
                      <a:pt x="1805" y="4656"/>
                    </a:cubicBezTo>
                    <a:cubicBezTo>
                      <a:pt x="1946" y="4684"/>
                      <a:pt x="2095" y="4712"/>
                      <a:pt x="2243" y="4712"/>
                    </a:cubicBezTo>
                    <a:lnTo>
                      <a:pt x="2243" y="4656"/>
                    </a:lnTo>
                    <a:cubicBezTo>
                      <a:pt x="2215" y="4451"/>
                      <a:pt x="2363" y="4246"/>
                      <a:pt x="2569" y="4210"/>
                    </a:cubicBezTo>
                    <a:cubicBezTo>
                      <a:pt x="2585" y="4208"/>
                      <a:pt x="2602" y="4207"/>
                      <a:pt x="2618" y="4207"/>
                    </a:cubicBezTo>
                    <a:cubicBezTo>
                      <a:pt x="2802" y="4207"/>
                      <a:pt x="2953" y="4350"/>
                      <a:pt x="2979" y="4564"/>
                    </a:cubicBezTo>
                    <a:cubicBezTo>
                      <a:pt x="3007" y="4564"/>
                      <a:pt x="3007" y="4599"/>
                      <a:pt x="2979" y="4628"/>
                    </a:cubicBezTo>
                    <a:cubicBezTo>
                      <a:pt x="3156" y="4564"/>
                      <a:pt x="3276" y="4507"/>
                      <a:pt x="3425" y="4451"/>
                    </a:cubicBezTo>
                    <a:cubicBezTo>
                      <a:pt x="3396" y="4422"/>
                      <a:pt x="3396" y="4422"/>
                      <a:pt x="3396" y="4387"/>
                    </a:cubicBezTo>
                    <a:cubicBezTo>
                      <a:pt x="3248" y="4210"/>
                      <a:pt x="3276" y="3977"/>
                      <a:pt x="3453" y="3856"/>
                    </a:cubicBezTo>
                    <a:cubicBezTo>
                      <a:pt x="3529" y="3796"/>
                      <a:pt x="3615" y="3766"/>
                      <a:pt x="3698" y="3766"/>
                    </a:cubicBezTo>
                    <a:cubicBezTo>
                      <a:pt x="3809" y="3766"/>
                      <a:pt x="3915" y="3819"/>
                      <a:pt x="3984" y="3920"/>
                    </a:cubicBezTo>
                    <a:cubicBezTo>
                      <a:pt x="4012" y="3948"/>
                      <a:pt x="4012" y="3948"/>
                      <a:pt x="4012" y="3977"/>
                    </a:cubicBezTo>
                    <a:cubicBezTo>
                      <a:pt x="4132" y="3856"/>
                      <a:pt x="4217" y="3743"/>
                      <a:pt x="4309" y="3595"/>
                    </a:cubicBezTo>
                    <a:lnTo>
                      <a:pt x="4245" y="3595"/>
                    </a:lnTo>
                    <a:cubicBezTo>
                      <a:pt x="4040" y="3503"/>
                      <a:pt x="3955" y="3269"/>
                      <a:pt x="4040" y="3064"/>
                    </a:cubicBezTo>
                    <a:cubicBezTo>
                      <a:pt x="4089" y="2929"/>
                      <a:pt x="4236" y="2827"/>
                      <a:pt x="4394" y="2827"/>
                    </a:cubicBezTo>
                    <a:cubicBezTo>
                      <a:pt x="4443" y="2827"/>
                      <a:pt x="4494" y="2837"/>
                      <a:pt x="4542" y="2859"/>
                    </a:cubicBezTo>
                    <a:lnTo>
                      <a:pt x="4571" y="2887"/>
                    </a:lnTo>
                    <a:cubicBezTo>
                      <a:pt x="4599" y="2739"/>
                      <a:pt x="4634" y="2590"/>
                      <a:pt x="4634" y="2413"/>
                    </a:cubicBezTo>
                    <a:lnTo>
                      <a:pt x="4634" y="2413"/>
                    </a:lnTo>
                    <a:cubicBezTo>
                      <a:pt x="4634" y="2442"/>
                      <a:pt x="4599" y="2442"/>
                      <a:pt x="4599" y="2442"/>
                    </a:cubicBezTo>
                    <a:cubicBezTo>
                      <a:pt x="4576" y="2445"/>
                      <a:pt x="4553" y="2447"/>
                      <a:pt x="4531" y="2447"/>
                    </a:cubicBezTo>
                    <a:cubicBezTo>
                      <a:pt x="4332" y="2447"/>
                      <a:pt x="4186" y="2308"/>
                      <a:pt x="4160" y="2123"/>
                    </a:cubicBezTo>
                    <a:cubicBezTo>
                      <a:pt x="4132" y="1883"/>
                      <a:pt x="4281" y="1706"/>
                      <a:pt x="4486" y="1678"/>
                    </a:cubicBezTo>
                    <a:lnTo>
                      <a:pt x="4542" y="1678"/>
                    </a:lnTo>
                    <a:cubicBezTo>
                      <a:pt x="4486" y="1529"/>
                      <a:pt x="4422" y="1380"/>
                      <a:pt x="4366" y="1239"/>
                    </a:cubicBezTo>
                    <a:lnTo>
                      <a:pt x="4337" y="1267"/>
                    </a:lnTo>
                    <a:cubicBezTo>
                      <a:pt x="4262" y="1330"/>
                      <a:pt x="4177" y="1360"/>
                      <a:pt x="4092" y="1360"/>
                    </a:cubicBezTo>
                    <a:cubicBezTo>
                      <a:pt x="3977" y="1360"/>
                      <a:pt x="3864" y="1305"/>
                      <a:pt x="3778" y="1204"/>
                    </a:cubicBezTo>
                    <a:cubicBezTo>
                      <a:pt x="3658" y="1027"/>
                      <a:pt x="3686" y="793"/>
                      <a:pt x="3863" y="645"/>
                    </a:cubicBezTo>
                    <a:lnTo>
                      <a:pt x="3892" y="645"/>
                    </a:lnTo>
                    <a:cubicBezTo>
                      <a:pt x="3778" y="531"/>
                      <a:pt x="3658" y="440"/>
                      <a:pt x="3538" y="355"/>
                    </a:cubicBezTo>
                    <a:cubicBezTo>
                      <a:pt x="3538" y="383"/>
                      <a:pt x="3538" y="383"/>
                      <a:pt x="3510" y="411"/>
                    </a:cubicBezTo>
                    <a:cubicBezTo>
                      <a:pt x="3466" y="546"/>
                      <a:pt x="3320" y="648"/>
                      <a:pt x="3159" y="648"/>
                    </a:cubicBezTo>
                    <a:cubicBezTo>
                      <a:pt x="3109" y="648"/>
                      <a:pt x="3058" y="638"/>
                      <a:pt x="3007" y="616"/>
                    </a:cubicBezTo>
                    <a:cubicBezTo>
                      <a:pt x="2830" y="531"/>
                      <a:pt x="2745" y="291"/>
                      <a:pt x="2802" y="114"/>
                    </a:cubicBezTo>
                    <a:cubicBezTo>
                      <a:pt x="2830" y="86"/>
                      <a:pt x="2830" y="86"/>
                      <a:pt x="2830" y="58"/>
                    </a:cubicBezTo>
                    <a:cubicBezTo>
                      <a:pt x="2689" y="29"/>
                      <a:pt x="2540" y="29"/>
                      <a:pt x="23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1"/>
              <p:cNvSpPr/>
              <p:nvPr/>
            </p:nvSpPr>
            <p:spPr>
              <a:xfrm>
                <a:off x="5923241" y="2959407"/>
                <a:ext cx="103528" cy="98384"/>
              </a:xfrm>
              <a:custGeom>
                <a:avLst/>
                <a:gdLst/>
                <a:ahLst/>
                <a:cxnLst/>
                <a:rect l="l" t="t" r="r" b="b"/>
                <a:pathLst>
                  <a:path w="2979" h="2831" extrusionOk="0">
                    <a:moveTo>
                      <a:pt x="1507" y="57"/>
                    </a:moveTo>
                    <a:cubicBezTo>
                      <a:pt x="2151" y="57"/>
                      <a:pt x="2710" y="560"/>
                      <a:pt x="2802" y="1239"/>
                    </a:cubicBezTo>
                    <a:cubicBezTo>
                      <a:pt x="2922" y="1975"/>
                      <a:pt x="2391" y="2682"/>
                      <a:pt x="1684" y="2774"/>
                    </a:cubicBezTo>
                    <a:lnTo>
                      <a:pt x="1472" y="2774"/>
                    </a:lnTo>
                    <a:cubicBezTo>
                      <a:pt x="828" y="2774"/>
                      <a:pt x="269" y="2272"/>
                      <a:pt x="177" y="1621"/>
                    </a:cubicBezTo>
                    <a:cubicBezTo>
                      <a:pt x="57" y="857"/>
                      <a:pt x="588" y="178"/>
                      <a:pt x="1295" y="86"/>
                    </a:cubicBezTo>
                    <a:cubicBezTo>
                      <a:pt x="1359" y="57"/>
                      <a:pt x="1415" y="57"/>
                      <a:pt x="1507" y="57"/>
                    </a:cubicBezTo>
                    <a:close/>
                    <a:moveTo>
                      <a:pt x="1507" y="1"/>
                    </a:moveTo>
                    <a:cubicBezTo>
                      <a:pt x="1415" y="1"/>
                      <a:pt x="1359" y="1"/>
                      <a:pt x="1295" y="29"/>
                    </a:cubicBezTo>
                    <a:cubicBezTo>
                      <a:pt x="531" y="121"/>
                      <a:pt x="0" y="857"/>
                      <a:pt x="121" y="1621"/>
                    </a:cubicBezTo>
                    <a:cubicBezTo>
                      <a:pt x="206" y="2328"/>
                      <a:pt x="800" y="2831"/>
                      <a:pt x="1472" y="2831"/>
                    </a:cubicBezTo>
                    <a:lnTo>
                      <a:pt x="1684" y="2831"/>
                    </a:lnTo>
                    <a:cubicBezTo>
                      <a:pt x="2448" y="2710"/>
                      <a:pt x="2979" y="2003"/>
                      <a:pt x="2858" y="1239"/>
                    </a:cubicBezTo>
                    <a:cubicBezTo>
                      <a:pt x="2773" y="531"/>
                      <a:pt x="2179" y="1"/>
                      <a:pt x="1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41"/>
            <p:cNvGrpSpPr/>
            <p:nvPr/>
          </p:nvGrpSpPr>
          <p:grpSpPr>
            <a:xfrm>
              <a:off x="7790216" y="1173355"/>
              <a:ext cx="522575" cy="528230"/>
              <a:chOff x="5695820" y="2175629"/>
              <a:chExt cx="182451" cy="184432"/>
            </a:xfrm>
          </p:grpSpPr>
          <p:sp>
            <p:nvSpPr>
              <p:cNvPr id="926" name="Google Shape;926;p41"/>
              <p:cNvSpPr/>
              <p:nvPr/>
            </p:nvSpPr>
            <p:spPr>
              <a:xfrm>
                <a:off x="5695820" y="2175629"/>
                <a:ext cx="182451" cy="184432"/>
              </a:xfrm>
              <a:custGeom>
                <a:avLst/>
                <a:gdLst/>
                <a:ahLst/>
                <a:cxnLst/>
                <a:rect l="l" t="t" r="r" b="b"/>
                <a:pathLst>
                  <a:path w="5250" h="5307" extrusionOk="0">
                    <a:moveTo>
                      <a:pt x="2625" y="828"/>
                    </a:moveTo>
                    <a:cubicBezTo>
                      <a:pt x="3594" y="828"/>
                      <a:pt x="4394" y="1628"/>
                      <a:pt x="4394" y="2625"/>
                    </a:cubicBezTo>
                    <a:cubicBezTo>
                      <a:pt x="4422" y="3630"/>
                      <a:pt x="3630" y="4458"/>
                      <a:pt x="2625" y="4458"/>
                    </a:cubicBezTo>
                    <a:cubicBezTo>
                      <a:pt x="1649" y="4458"/>
                      <a:pt x="857" y="3658"/>
                      <a:pt x="857" y="2654"/>
                    </a:cubicBezTo>
                    <a:cubicBezTo>
                      <a:pt x="828" y="1656"/>
                      <a:pt x="1621" y="857"/>
                      <a:pt x="2625" y="828"/>
                    </a:cubicBezTo>
                    <a:close/>
                    <a:moveTo>
                      <a:pt x="2179" y="1"/>
                    </a:moveTo>
                    <a:cubicBezTo>
                      <a:pt x="2003" y="36"/>
                      <a:pt x="1861" y="64"/>
                      <a:pt x="1684" y="121"/>
                    </a:cubicBezTo>
                    <a:cubicBezTo>
                      <a:pt x="1713" y="149"/>
                      <a:pt x="1713" y="149"/>
                      <a:pt x="1713" y="178"/>
                    </a:cubicBezTo>
                    <a:cubicBezTo>
                      <a:pt x="1826" y="390"/>
                      <a:pt x="1769" y="652"/>
                      <a:pt x="1564" y="772"/>
                    </a:cubicBezTo>
                    <a:cubicBezTo>
                      <a:pt x="1494" y="810"/>
                      <a:pt x="1417" y="829"/>
                      <a:pt x="1341" y="829"/>
                    </a:cubicBezTo>
                    <a:cubicBezTo>
                      <a:pt x="1194" y="829"/>
                      <a:pt x="1051" y="759"/>
                      <a:pt x="977" y="623"/>
                    </a:cubicBezTo>
                    <a:cubicBezTo>
                      <a:pt x="941" y="595"/>
                      <a:pt x="941" y="595"/>
                      <a:pt x="941" y="567"/>
                    </a:cubicBezTo>
                    <a:cubicBezTo>
                      <a:pt x="800" y="680"/>
                      <a:pt x="680" y="800"/>
                      <a:pt x="588" y="949"/>
                    </a:cubicBezTo>
                    <a:cubicBezTo>
                      <a:pt x="588" y="949"/>
                      <a:pt x="623" y="949"/>
                      <a:pt x="623" y="977"/>
                    </a:cubicBezTo>
                    <a:cubicBezTo>
                      <a:pt x="828" y="1097"/>
                      <a:pt x="913" y="1359"/>
                      <a:pt x="800" y="1564"/>
                    </a:cubicBezTo>
                    <a:cubicBezTo>
                      <a:pt x="716" y="1707"/>
                      <a:pt x="561" y="1795"/>
                      <a:pt x="396" y="1795"/>
                    </a:cubicBezTo>
                    <a:cubicBezTo>
                      <a:pt x="323" y="1795"/>
                      <a:pt x="249" y="1778"/>
                      <a:pt x="177" y="1741"/>
                    </a:cubicBezTo>
                    <a:cubicBezTo>
                      <a:pt x="177" y="1713"/>
                      <a:pt x="149" y="1713"/>
                      <a:pt x="149" y="1713"/>
                    </a:cubicBezTo>
                    <a:cubicBezTo>
                      <a:pt x="93" y="1861"/>
                      <a:pt x="29" y="2038"/>
                      <a:pt x="1" y="2215"/>
                    </a:cubicBezTo>
                    <a:lnTo>
                      <a:pt x="57" y="2215"/>
                    </a:lnTo>
                    <a:cubicBezTo>
                      <a:pt x="298" y="2215"/>
                      <a:pt x="503" y="2392"/>
                      <a:pt x="503" y="2654"/>
                    </a:cubicBezTo>
                    <a:cubicBezTo>
                      <a:pt x="503" y="2894"/>
                      <a:pt x="326" y="3099"/>
                      <a:pt x="57" y="3099"/>
                    </a:cubicBezTo>
                    <a:lnTo>
                      <a:pt x="1" y="3099"/>
                    </a:lnTo>
                    <a:cubicBezTo>
                      <a:pt x="29" y="3276"/>
                      <a:pt x="93" y="3425"/>
                      <a:pt x="149" y="3602"/>
                    </a:cubicBezTo>
                    <a:cubicBezTo>
                      <a:pt x="149" y="3602"/>
                      <a:pt x="177" y="3573"/>
                      <a:pt x="206" y="3573"/>
                    </a:cubicBezTo>
                    <a:cubicBezTo>
                      <a:pt x="277" y="3522"/>
                      <a:pt x="356" y="3498"/>
                      <a:pt x="434" y="3498"/>
                    </a:cubicBezTo>
                    <a:cubicBezTo>
                      <a:pt x="580" y="3498"/>
                      <a:pt x="721" y="3581"/>
                      <a:pt x="800" y="3715"/>
                    </a:cubicBezTo>
                    <a:cubicBezTo>
                      <a:pt x="913" y="3927"/>
                      <a:pt x="857" y="4189"/>
                      <a:pt x="651" y="4337"/>
                    </a:cubicBezTo>
                    <a:cubicBezTo>
                      <a:pt x="623" y="4337"/>
                      <a:pt x="588" y="4337"/>
                      <a:pt x="559" y="4366"/>
                    </a:cubicBezTo>
                    <a:cubicBezTo>
                      <a:pt x="680" y="4486"/>
                      <a:pt x="800" y="4634"/>
                      <a:pt x="941" y="4719"/>
                    </a:cubicBezTo>
                    <a:cubicBezTo>
                      <a:pt x="941" y="4719"/>
                      <a:pt x="977" y="4691"/>
                      <a:pt x="977" y="4663"/>
                    </a:cubicBezTo>
                    <a:cubicBezTo>
                      <a:pt x="1052" y="4527"/>
                      <a:pt x="1194" y="4454"/>
                      <a:pt x="1341" y="4454"/>
                    </a:cubicBezTo>
                    <a:cubicBezTo>
                      <a:pt x="1417" y="4454"/>
                      <a:pt x="1494" y="4473"/>
                      <a:pt x="1564" y="4514"/>
                    </a:cubicBezTo>
                    <a:cubicBezTo>
                      <a:pt x="1769" y="4634"/>
                      <a:pt x="1861" y="4896"/>
                      <a:pt x="1741" y="5101"/>
                    </a:cubicBezTo>
                    <a:cubicBezTo>
                      <a:pt x="1713" y="5130"/>
                      <a:pt x="1713" y="5130"/>
                      <a:pt x="1684" y="5165"/>
                    </a:cubicBezTo>
                    <a:cubicBezTo>
                      <a:pt x="1861" y="5222"/>
                      <a:pt x="2038" y="5278"/>
                      <a:pt x="2215" y="5306"/>
                    </a:cubicBezTo>
                    <a:cubicBezTo>
                      <a:pt x="2215" y="5278"/>
                      <a:pt x="2179" y="5250"/>
                      <a:pt x="2179" y="5222"/>
                    </a:cubicBezTo>
                    <a:cubicBezTo>
                      <a:pt x="2179" y="4988"/>
                      <a:pt x="2392" y="4776"/>
                      <a:pt x="2625" y="4776"/>
                    </a:cubicBezTo>
                    <a:cubicBezTo>
                      <a:pt x="2859" y="4776"/>
                      <a:pt x="3064" y="4988"/>
                      <a:pt x="3064" y="5222"/>
                    </a:cubicBezTo>
                    <a:lnTo>
                      <a:pt x="3064" y="5306"/>
                    </a:lnTo>
                    <a:cubicBezTo>
                      <a:pt x="3241" y="5278"/>
                      <a:pt x="3417" y="5222"/>
                      <a:pt x="3566" y="5165"/>
                    </a:cubicBezTo>
                    <a:cubicBezTo>
                      <a:pt x="3566" y="5130"/>
                      <a:pt x="3538" y="5130"/>
                      <a:pt x="3538" y="5101"/>
                    </a:cubicBezTo>
                    <a:cubicBezTo>
                      <a:pt x="3417" y="4896"/>
                      <a:pt x="3481" y="4599"/>
                      <a:pt x="3686" y="4486"/>
                    </a:cubicBezTo>
                    <a:cubicBezTo>
                      <a:pt x="3758" y="4444"/>
                      <a:pt x="3836" y="4424"/>
                      <a:pt x="3914" y="4424"/>
                    </a:cubicBezTo>
                    <a:cubicBezTo>
                      <a:pt x="4059" y="4424"/>
                      <a:pt x="4200" y="4496"/>
                      <a:pt x="4273" y="4634"/>
                    </a:cubicBezTo>
                    <a:cubicBezTo>
                      <a:pt x="4302" y="4663"/>
                      <a:pt x="4302" y="4691"/>
                      <a:pt x="4302" y="4719"/>
                    </a:cubicBezTo>
                    <a:cubicBezTo>
                      <a:pt x="4450" y="4599"/>
                      <a:pt x="4571" y="4458"/>
                      <a:pt x="4691" y="4337"/>
                    </a:cubicBezTo>
                    <a:cubicBezTo>
                      <a:pt x="4655" y="4309"/>
                      <a:pt x="4655" y="4309"/>
                      <a:pt x="4627" y="4309"/>
                    </a:cubicBezTo>
                    <a:cubicBezTo>
                      <a:pt x="4422" y="4189"/>
                      <a:pt x="4337" y="3927"/>
                      <a:pt x="4450" y="3686"/>
                    </a:cubicBezTo>
                    <a:cubicBezTo>
                      <a:pt x="4530" y="3551"/>
                      <a:pt x="4670" y="3480"/>
                      <a:pt x="4826" y="3480"/>
                    </a:cubicBezTo>
                    <a:cubicBezTo>
                      <a:pt x="4907" y="3480"/>
                      <a:pt x="4991" y="3499"/>
                      <a:pt x="5073" y="3538"/>
                    </a:cubicBezTo>
                    <a:cubicBezTo>
                      <a:pt x="5073" y="3538"/>
                      <a:pt x="5101" y="3538"/>
                      <a:pt x="5101" y="3573"/>
                    </a:cubicBezTo>
                    <a:cubicBezTo>
                      <a:pt x="5158" y="3396"/>
                      <a:pt x="5221" y="3220"/>
                      <a:pt x="5250" y="3043"/>
                    </a:cubicBezTo>
                    <a:lnTo>
                      <a:pt x="5250" y="3043"/>
                    </a:lnTo>
                    <a:cubicBezTo>
                      <a:pt x="5221" y="3071"/>
                      <a:pt x="5221" y="3071"/>
                      <a:pt x="5186" y="3071"/>
                    </a:cubicBezTo>
                    <a:cubicBezTo>
                      <a:pt x="4953" y="3071"/>
                      <a:pt x="4747" y="2866"/>
                      <a:pt x="4747" y="2625"/>
                    </a:cubicBezTo>
                    <a:cubicBezTo>
                      <a:pt x="4747" y="2364"/>
                      <a:pt x="4924" y="2187"/>
                      <a:pt x="5186" y="2187"/>
                    </a:cubicBezTo>
                    <a:lnTo>
                      <a:pt x="5250" y="2187"/>
                    </a:lnTo>
                    <a:cubicBezTo>
                      <a:pt x="5221" y="2010"/>
                      <a:pt x="5158" y="1833"/>
                      <a:pt x="5101" y="1684"/>
                    </a:cubicBezTo>
                    <a:cubicBezTo>
                      <a:pt x="5073" y="1684"/>
                      <a:pt x="5073" y="1684"/>
                      <a:pt x="5045" y="1713"/>
                    </a:cubicBezTo>
                    <a:cubicBezTo>
                      <a:pt x="4974" y="1753"/>
                      <a:pt x="4899" y="1772"/>
                      <a:pt x="4824" y="1772"/>
                    </a:cubicBezTo>
                    <a:cubicBezTo>
                      <a:pt x="4675" y="1772"/>
                      <a:pt x="4531" y="1692"/>
                      <a:pt x="4450" y="1536"/>
                    </a:cubicBezTo>
                    <a:cubicBezTo>
                      <a:pt x="4337" y="1331"/>
                      <a:pt x="4394" y="1062"/>
                      <a:pt x="4599" y="949"/>
                    </a:cubicBezTo>
                    <a:cubicBezTo>
                      <a:pt x="4627" y="920"/>
                      <a:pt x="4655" y="920"/>
                      <a:pt x="4655" y="920"/>
                    </a:cubicBezTo>
                    <a:cubicBezTo>
                      <a:pt x="4542" y="772"/>
                      <a:pt x="4422" y="652"/>
                      <a:pt x="4302" y="567"/>
                    </a:cubicBezTo>
                    <a:cubicBezTo>
                      <a:pt x="4273" y="567"/>
                      <a:pt x="4273" y="595"/>
                      <a:pt x="4273" y="595"/>
                    </a:cubicBezTo>
                    <a:cubicBezTo>
                      <a:pt x="4195" y="738"/>
                      <a:pt x="4040" y="822"/>
                      <a:pt x="3885" y="822"/>
                    </a:cubicBezTo>
                    <a:cubicBezTo>
                      <a:pt x="3817" y="822"/>
                      <a:pt x="3749" y="806"/>
                      <a:pt x="3686" y="772"/>
                    </a:cubicBezTo>
                    <a:cubicBezTo>
                      <a:pt x="3481" y="652"/>
                      <a:pt x="3389" y="390"/>
                      <a:pt x="3509" y="149"/>
                    </a:cubicBezTo>
                    <a:lnTo>
                      <a:pt x="3538" y="121"/>
                    </a:lnTo>
                    <a:cubicBezTo>
                      <a:pt x="3389" y="64"/>
                      <a:pt x="3212" y="1"/>
                      <a:pt x="3035" y="1"/>
                    </a:cubicBezTo>
                    <a:lnTo>
                      <a:pt x="3064" y="36"/>
                    </a:lnTo>
                    <a:cubicBezTo>
                      <a:pt x="3064" y="270"/>
                      <a:pt x="2859" y="475"/>
                      <a:pt x="2625" y="475"/>
                    </a:cubicBezTo>
                    <a:cubicBezTo>
                      <a:pt x="2392" y="475"/>
                      <a:pt x="2179" y="298"/>
                      <a:pt x="2179" y="36"/>
                    </a:cubicBezTo>
                    <a:lnTo>
                      <a:pt x="2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1"/>
              <p:cNvSpPr/>
              <p:nvPr/>
            </p:nvSpPr>
            <p:spPr>
              <a:xfrm>
                <a:off x="5710068" y="2196342"/>
                <a:ext cx="154927" cy="142937"/>
              </a:xfrm>
              <a:custGeom>
                <a:avLst/>
                <a:gdLst/>
                <a:ahLst/>
                <a:cxnLst/>
                <a:rect l="l" t="t" r="r" b="b"/>
                <a:pathLst>
                  <a:path w="4458" h="4113" extrusionOk="0">
                    <a:moveTo>
                      <a:pt x="2208" y="669"/>
                    </a:moveTo>
                    <a:cubicBezTo>
                      <a:pt x="2309" y="669"/>
                      <a:pt x="2411" y="681"/>
                      <a:pt x="2512" y="706"/>
                    </a:cubicBezTo>
                    <a:cubicBezTo>
                      <a:pt x="3248" y="883"/>
                      <a:pt x="3715" y="1619"/>
                      <a:pt x="3538" y="2355"/>
                    </a:cubicBezTo>
                    <a:cubicBezTo>
                      <a:pt x="3386" y="2986"/>
                      <a:pt x="2823" y="3425"/>
                      <a:pt x="2219" y="3425"/>
                    </a:cubicBezTo>
                    <a:cubicBezTo>
                      <a:pt x="2119" y="3425"/>
                      <a:pt x="2018" y="3413"/>
                      <a:pt x="1918" y="3388"/>
                    </a:cubicBezTo>
                    <a:cubicBezTo>
                      <a:pt x="1182" y="3239"/>
                      <a:pt x="708" y="2475"/>
                      <a:pt x="885" y="1739"/>
                    </a:cubicBezTo>
                    <a:cubicBezTo>
                      <a:pt x="1037" y="1103"/>
                      <a:pt x="1604" y="669"/>
                      <a:pt x="2208" y="669"/>
                    </a:cubicBezTo>
                    <a:close/>
                    <a:moveTo>
                      <a:pt x="2228" y="1"/>
                    </a:moveTo>
                    <a:cubicBezTo>
                      <a:pt x="1302" y="1"/>
                      <a:pt x="466" y="655"/>
                      <a:pt x="241" y="1591"/>
                    </a:cubicBezTo>
                    <a:cubicBezTo>
                      <a:pt x="1" y="2708"/>
                      <a:pt x="680" y="3798"/>
                      <a:pt x="1741" y="4067"/>
                    </a:cubicBezTo>
                    <a:cubicBezTo>
                      <a:pt x="1885" y="4098"/>
                      <a:pt x="2030" y="4113"/>
                      <a:pt x="2173" y="4113"/>
                    </a:cubicBezTo>
                    <a:cubicBezTo>
                      <a:pt x="3106" y="4113"/>
                      <a:pt x="3962" y="3473"/>
                      <a:pt x="4189" y="2503"/>
                    </a:cubicBezTo>
                    <a:cubicBezTo>
                      <a:pt x="4458" y="1414"/>
                      <a:pt x="3750" y="289"/>
                      <a:pt x="2689" y="56"/>
                    </a:cubicBezTo>
                    <a:cubicBezTo>
                      <a:pt x="2534" y="19"/>
                      <a:pt x="2380" y="1"/>
                      <a:pt x="2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1"/>
              <p:cNvSpPr/>
              <p:nvPr/>
            </p:nvSpPr>
            <p:spPr>
              <a:xfrm>
                <a:off x="5724595" y="2209548"/>
                <a:ext cx="124935" cy="115830"/>
              </a:xfrm>
              <a:custGeom>
                <a:avLst/>
                <a:gdLst/>
                <a:ahLst/>
                <a:cxnLst/>
                <a:rect l="l" t="t" r="r" b="b"/>
                <a:pathLst>
                  <a:path w="3595" h="3333" extrusionOk="0">
                    <a:moveTo>
                      <a:pt x="1797" y="58"/>
                    </a:moveTo>
                    <a:cubicBezTo>
                      <a:pt x="1917" y="58"/>
                      <a:pt x="2031" y="86"/>
                      <a:pt x="2151" y="121"/>
                    </a:cubicBezTo>
                    <a:cubicBezTo>
                      <a:pt x="3007" y="298"/>
                      <a:pt x="3537" y="1182"/>
                      <a:pt x="3332" y="2031"/>
                    </a:cubicBezTo>
                    <a:cubicBezTo>
                      <a:pt x="3155" y="2739"/>
                      <a:pt x="2505" y="3269"/>
                      <a:pt x="1797" y="3269"/>
                    </a:cubicBezTo>
                    <a:cubicBezTo>
                      <a:pt x="1677" y="3269"/>
                      <a:pt x="1564" y="3241"/>
                      <a:pt x="1443" y="3213"/>
                    </a:cubicBezTo>
                    <a:cubicBezTo>
                      <a:pt x="587" y="3036"/>
                      <a:pt x="57" y="2180"/>
                      <a:pt x="262" y="1324"/>
                    </a:cubicBezTo>
                    <a:cubicBezTo>
                      <a:pt x="439" y="588"/>
                      <a:pt x="1090" y="58"/>
                      <a:pt x="1797" y="58"/>
                    </a:cubicBezTo>
                    <a:close/>
                    <a:moveTo>
                      <a:pt x="1797" y="1"/>
                    </a:moveTo>
                    <a:cubicBezTo>
                      <a:pt x="1061" y="1"/>
                      <a:pt x="382" y="560"/>
                      <a:pt x="205" y="1296"/>
                    </a:cubicBezTo>
                    <a:cubicBezTo>
                      <a:pt x="0" y="2180"/>
                      <a:pt x="559" y="3064"/>
                      <a:pt x="1443" y="3269"/>
                    </a:cubicBezTo>
                    <a:cubicBezTo>
                      <a:pt x="1564" y="3305"/>
                      <a:pt x="1677" y="3333"/>
                      <a:pt x="1797" y="3333"/>
                    </a:cubicBezTo>
                    <a:cubicBezTo>
                      <a:pt x="2533" y="3333"/>
                      <a:pt x="3212" y="2774"/>
                      <a:pt x="3389" y="2031"/>
                    </a:cubicBezTo>
                    <a:cubicBezTo>
                      <a:pt x="3594" y="1147"/>
                      <a:pt x="3035" y="263"/>
                      <a:pt x="2179" y="58"/>
                    </a:cubicBezTo>
                    <a:cubicBezTo>
                      <a:pt x="2031" y="29"/>
                      <a:pt x="1917" y="1"/>
                      <a:pt x="1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1"/>
            <p:cNvGrpSpPr/>
            <p:nvPr/>
          </p:nvGrpSpPr>
          <p:grpSpPr>
            <a:xfrm>
              <a:off x="7112761" y="1457153"/>
              <a:ext cx="1499343" cy="988678"/>
              <a:chOff x="5561570" y="3414250"/>
              <a:chExt cx="523477" cy="345197"/>
            </a:xfrm>
          </p:grpSpPr>
          <p:sp>
            <p:nvSpPr>
              <p:cNvPr id="930" name="Google Shape;930;p41"/>
              <p:cNvSpPr/>
              <p:nvPr/>
            </p:nvSpPr>
            <p:spPr>
              <a:xfrm>
                <a:off x="5561570" y="3414250"/>
                <a:ext cx="523477" cy="345197"/>
              </a:xfrm>
              <a:custGeom>
                <a:avLst/>
                <a:gdLst/>
                <a:ahLst/>
                <a:cxnLst/>
                <a:rect l="l" t="t" r="r" b="b"/>
                <a:pathLst>
                  <a:path w="15063" h="9933" extrusionOk="0">
                    <a:moveTo>
                      <a:pt x="178" y="0"/>
                    </a:moveTo>
                    <a:cubicBezTo>
                      <a:pt x="65" y="0"/>
                      <a:pt x="1" y="85"/>
                      <a:pt x="1" y="177"/>
                    </a:cubicBezTo>
                    <a:lnTo>
                      <a:pt x="1" y="9756"/>
                    </a:lnTo>
                    <a:cubicBezTo>
                      <a:pt x="1" y="9848"/>
                      <a:pt x="65" y="9933"/>
                      <a:pt x="178" y="9933"/>
                    </a:cubicBezTo>
                    <a:lnTo>
                      <a:pt x="14885" y="9933"/>
                    </a:lnTo>
                    <a:cubicBezTo>
                      <a:pt x="14977" y="9933"/>
                      <a:pt x="15062" y="9848"/>
                      <a:pt x="15062" y="9756"/>
                    </a:cubicBezTo>
                    <a:lnTo>
                      <a:pt x="15062" y="177"/>
                    </a:lnTo>
                    <a:cubicBezTo>
                      <a:pt x="15062" y="85"/>
                      <a:pt x="14977" y="0"/>
                      <a:pt x="14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p:cNvSpPr/>
              <p:nvPr/>
            </p:nvSpPr>
            <p:spPr>
              <a:xfrm>
                <a:off x="5609772" y="3650742"/>
                <a:ext cx="118784" cy="8410"/>
              </a:xfrm>
              <a:custGeom>
                <a:avLst/>
                <a:gdLst/>
                <a:ahLst/>
                <a:cxnLst/>
                <a:rect l="l" t="t" r="r" b="b"/>
                <a:pathLst>
                  <a:path w="3418" h="242" extrusionOk="0">
                    <a:moveTo>
                      <a:pt x="1" y="1"/>
                    </a:moveTo>
                    <a:lnTo>
                      <a:pt x="1" y="241"/>
                    </a:lnTo>
                    <a:lnTo>
                      <a:pt x="3417" y="241"/>
                    </a:lnTo>
                    <a:lnTo>
                      <a:pt x="3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p:cNvSpPr/>
              <p:nvPr/>
            </p:nvSpPr>
            <p:spPr>
              <a:xfrm>
                <a:off x="5748192" y="3650742"/>
                <a:ext cx="47958" cy="8410"/>
              </a:xfrm>
              <a:custGeom>
                <a:avLst/>
                <a:gdLst/>
                <a:ahLst/>
                <a:cxnLst/>
                <a:rect l="l" t="t" r="r" b="b"/>
                <a:pathLst>
                  <a:path w="1380" h="242" extrusionOk="0">
                    <a:moveTo>
                      <a:pt x="0" y="1"/>
                    </a:moveTo>
                    <a:lnTo>
                      <a:pt x="0" y="241"/>
                    </a:lnTo>
                    <a:lnTo>
                      <a:pt x="1380" y="241"/>
                    </a:lnTo>
                    <a:lnTo>
                      <a:pt x="13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p:cNvSpPr/>
              <p:nvPr/>
            </p:nvSpPr>
            <p:spPr>
              <a:xfrm>
                <a:off x="5808419" y="3650742"/>
                <a:ext cx="30756" cy="8410"/>
              </a:xfrm>
              <a:custGeom>
                <a:avLst/>
                <a:gdLst/>
                <a:ahLst/>
                <a:cxnLst/>
                <a:rect l="l" t="t" r="r" b="b"/>
                <a:pathLst>
                  <a:path w="885" h="242" extrusionOk="0">
                    <a:moveTo>
                      <a:pt x="1" y="1"/>
                    </a:moveTo>
                    <a:lnTo>
                      <a:pt x="1" y="241"/>
                    </a:lnTo>
                    <a:lnTo>
                      <a:pt x="885" y="241"/>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p:cNvSpPr/>
              <p:nvPr/>
            </p:nvSpPr>
            <p:spPr>
              <a:xfrm>
                <a:off x="5848488" y="3650742"/>
                <a:ext cx="12337" cy="8410"/>
              </a:xfrm>
              <a:custGeom>
                <a:avLst/>
                <a:gdLst/>
                <a:ahLst/>
                <a:cxnLst/>
                <a:rect l="l" t="t" r="r" b="b"/>
                <a:pathLst>
                  <a:path w="355" h="242" extrusionOk="0">
                    <a:moveTo>
                      <a:pt x="1" y="1"/>
                    </a:moveTo>
                    <a:lnTo>
                      <a:pt x="1" y="241"/>
                    </a:lnTo>
                    <a:lnTo>
                      <a:pt x="354" y="241"/>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p:cNvSpPr/>
              <p:nvPr/>
            </p:nvSpPr>
            <p:spPr>
              <a:xfrm>
                <a:off x="5878237" y="3650742"/>
                <a:ext cx="126916" cy="8410"/>
              </a:xfrm>
              <a:custGeom>
                <a:avLst/>
                <a:gdLst/>
                <a:ahLst/>
                <a:cxnLst/>
                <a:rect l="l" t="t" r="r" b="b"/>
                <a:pathLst>
                  <a:path w="3652" h="242" extrusionOk="0">
                    <a:moveTo>
                      <a:pt x="1" y="1"/>
                    </a:moveTo>
                    <a:lnTo>
                      <a:pt x="1" y="241"/>
                    </a:lnTo>
                    <a:lnTo>
                      <a:pt x="3651" y="241"/>
                    </a:lnTo>
                    <a:lnTo>
                      <a:pt x="36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p:cNvSpPr/>
              <p:nvPr/>
            </p:nvSpPr>
            <p:spPr>
              <a:xfrm>
                <a:off x="5712293" y="3620021"/>
                <a:ext cx="135257" cy="9383"/>
              </a:xfrm>
              <a:custGeom>
                <a:avLst/>
                <a:gdLst/>
                <a:ahLst/>
                <a:cxnLst/>
                <a:rect l="l" t="t" r="r" b="b"/>
                <a:pathLst>
                  <a:path w="3892" h="270" extrusionOk="0">
                    <a:moveTo>
                      <a:pt x="1" y="1"/>
                    </a:moveTo>
                    <a:lnTo>
                      <a:pt x="1" y="269"/>
                    </a:lnTo>
                    <a:lnTo>
                      <a:pt x="3891" y="269"/>
                    </a:lnTo>
                    <a:lnTo>
                      <a:pt x="38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p:cNvSpPr/>
              <p:nvPr/>
            </p:nvSpPr>
            <p:spPr>
              <a:xfrm>
                <a:off x="5869896" y="3623218"/>
                <a:ext cx="14527" cy="9140"/>
              </a:xfrm>
              <a:custGeom>
                <a:avLst/>
                <a:gdLst/>
                <a:ahLst/>
                <a:cxnLst/>
                <a:rect l="l" t="t" r="r" b="b"/>
                <a:pathLst>
                  <a:path w="418" h="263" extrusionOk="0">
                    <a:moveTo>
                      <a:pt x="0" y="1"/>
                    </a:moveTo>
                    <a:lnTo>
                      <a:pt x="0" y="262"/>
                    </a:lnTo>
                    <a:lnTo>
                      <a:pt x="418" y="262"/>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p:cNvSpPr/>
              <p:nvPr/>
            </p:nvSpPr>
            <p:spPr>
              <a:xfrm>
                <a:off x="5912920" y="3623218"/>
                <a:ext cx="67628" cy="9140"/>
              </a:xfrm>
              <a:custGeom>
                <a:avLst/>
                <a:gdLst/>
                <a:ahLst/>
                <a:cxnLst/>
                <a:rect l="l" t="t" r="r" b="b"/>
                <a:pathLst>
                  <a:path w="1946" h="263" extrusionOk="0">
                    <a:moveTo>
                      <a:pt x="0" y="1"/>
                    </a:moveTo>
                    <a:lnTo>
                      <a:pt x="0" y="262"/>
                    </a:lnTo>
                    <a:lnTo>
                      <a:pt x="1946" y="262"/>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p:cNvSpPr/>
              <p:nvPr/>
            </p:nvSpPr>
            <p:spPr>
              <a:xfrm>
                <a:off x="6002165" y="3623218"/>
                <a:ext cx="39861" cy="9140"/>
              </a:xfrm>
              <a:custGeom>
                <a:avLst/>
                <a:gdLst/>
                <a:ahLst/>
                <a:cxnLst/>
                <a:rect l="l" t="t" r="r" b="b"/>
                <a:pathLst>
                  <a:path w="1147" h="263" extrusionOk="0">
                    <a:moveTo>
                      <a:pt x="0" y="1"/>
                    </a:moveTo>
                    <a:lnTo>
                      <a:pt x="0" y="262"/>
                    </a:lnTo>
                    <a:lnTo>
                      <a:pt x="1146" y="262"/>
                    </a:lnTo>
                    <a:lnTo>
                      <a:pt x="11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p:cNvSpPr/>
              <p:nvPr/>
            </p:nvSpPr>
            <p:spPr>
              <a:xfrm>
                <a:off x="5673196" y="3592497"/>
                <a:ext cx="55361" cy="9140"/>
              </a:xfrm>
              <a:custGeom>
                <a:avLst/>
                <a:gdLst/>
                <a:ahLst/>
                <a:cxnLst/>
                <a:rect l="l" t="t" r="r" b="b"/>
                <a:pathLst>
                  <a:path w="1593" h="263" extrusionOk="0">
                    <a:moveTo>
                      <a:pt x="1" y="0"/>
                    </a:moveTo>
                    <a:lnTo>
                      <a:pt x="1" y="262"/>
                    </a:lnTo>
                    <a:lnTo>
                      <a:pt x="1592" y="262"/>
                    </a:lnTo>
                    <a:lnTo>
                      <a:pt x="15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p:cNvSpPr/>
              <p:nvPr/>
            </p:nvSpPr>
            <p:spPr>
              <a:xfrm>
                <a:off x="5748192" y="3592497"/>
                <a:ext cx="47958" cy="9140"/>
              </a:xfrm>
              <a:custGeom>
                <a:avLst/>
                <a:gdLst/>
                <a:ahLst/>
                <a:cxnLst/>
                <a:rect l="l" t="t" r="r" b="b"/>
                <a:pathLst>
                  <a:path w="1380" h="263" extrusionOk="0">
                    <a:moveTo>
                      <a:pt x="0" y="0"/>
                    </a:moveTo>
                    <a:lnTo>
                      <a:pt x="0" y="262"/>
                    </a:lnTo>
                    <a:lnTo>
                      <a:pt x="1380" y="262"/>
                    </a:lnTo>
                    <a:lnTo>
                      <a:pt x="13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p:cNvSpPr/>
              <p:nvPr/>
            </p:nvSpPr>
            <p:spPr>
              <a:xfrm>
                <a:off x="5808419" y="3592497"/>
                <a:ext cx="30756" cy="9140"/>
              </a:xfrm>
              <a:custGeom>
                <a:avLst/>
                <a:gdLst/>
                <a:ahLst/>
                <a:cxnLst/>
                <a:rect l="l" t="t" r="r" b="b"/>
                <a:pathLst>
                  <a:path w="885" h="263" extrusionOk="0">
                    <a:moveTo>
                      <a:pt x="1" y="0"/>
                    </a:moveTo>
                    <a:lnTo>
                      <a:pt x="1" y="262"/>
                    </a:lnTo>
                    <a:lnTo>
                      <a:pt x="885" y="262"/>
                    </a:lnTo>
                    <a:lnTo>
                      <a:pt x="8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p:cNvSpPr/>
              <p:nvPr/>
            </p:nvSpPr>
            <p:spPr>
              <a:xfrm>
                <a:off x="5848488" y="3592497"/>
                <a:ext cx="12337" cy="9140"/>
              </a:xfrm>
              <a:custGeom>
                <a:avLst/>
                <a:gdLst/>
                <a:ahLst/>
                <a:cxnLst/>
                <a:rect l="l" t="t" r="r" b="b"/>
                <a:pathLst>
                  <a:path w="355" h="263" extrusionOk="0">
                    <a:moveTo>
                      <a:pt x="1" y="0"/>
                    </a:moveTo>
                    <a:lnTo>
                      <a:pt x="1"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p:cNvSpPr/>
              <p:nvPr/>
            </p:nvSpPr>
            <p:spPr>
              <a:xfrm>
                <a:off x="5878237" y="3592497"/>
                <a:ext cx="126916" cy="9140"/>
              </a:xfrm>
              <a:custGeom>
                <a:avLst/>
                <a:gdLst/>
                <a:ahLst/>
                <a:cxnLst/>
                <a:rect l="l" t="t" r="r" b="b"/>
                <a:pathLst>
                  <a:path w="3652" h="263" extrusionOk="0">
                    <a:moveTo>
                      <a:pt x="1" y="0"/>
                    </a:moveTo>
                    <a:lnTo>
                      <a:pt x="1" y="262"/>
                    </a:lnTo>
                    <a:lnTo>
                      <a:pt x="3651" y="262"/>
                    </a:lnTo>
                    <a:lnTo>
                      <a:pt x="3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p:cNvSpPr/>
              <p:nvPr/>
            </p:nvSpPr>
            <p:spPr>
              <a:xfrm>
                <a:off x="5609772" y="3565946"/>
                <a:ext cx="77985" cy="9140"/>
              </a:xfrm>
              <a:custGeom>
                <a:avLst/>
                <a:gdLst/>
                <a:ahLst/>
                <a:cxnLst/>
                <a:rect l="l" t="t" r="r" b="b"/>
                <a:pathLst>
                  <a:path w="2244" h="263" extrusionOk="0">
                    <a:moveTo>
                      <a:pt x="1" y="0"/>
                    </a:moveTo>
                    <a:lnTo>
                      <a:pt x="1" y="262"/>
                    </a:lnTo>
                    <a:lnTo>
                      <a:pt x="2243" y="262"/>
                    </a:lnTo>
                    <a:lnTo>
                      <a:pt x="22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p:cNvSpPr/>
              <p:nvPr/>
            </p:nvSpPr>
            <p:spPr>
              <a:xfrm>
                <a:off x="5712293" y="3565946"/>
                <a:ext cx="111660" cy="9140"/>
              </a:xfrm>
              <a:custGeom>
                <a:avLst/>
                <a:gdLst/>
                <a:ahLst/>
                <a:cxnLst/>
                <a:rect l="l" t="t" r="r" b="b"/>
                <a:pathLst>
                  <a:path w="3213" h="263" extrusionOk="0">
                    <a:moveTo>
                      <a:pt x="1" y="0"/>
                    </a:moveTo>
                    <a:lnTo>
                      <a:pt x="1" y="262"/>
                    </a:lnTo>
                    <a:lnTo>
                      <a:pt x="3212" y="262"/>
                    </a:lnTo>
                    <a:lnTo>
                      <a:pt x="3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p:cNvSpPr/>
              <p:nvPr/>
            </p:nvSpPr>
            <p:spPr>
              <a:xfrm>
                <a:off x="5853667" y="3565946"/>
                <a:ext cx="12302" cy="9140"/>
              </a:xfrm>
              <a:custGeom>
                <a:avLst/>
                <a:gdLst/>
                <a:ahLst/>
                <a:cxnLst/>
                <a:rect l="l" t="t" r="r" b="b"/>
                <a:pathLst>
                  <a:path w="354" h="263" extrusionOk="0">
                    <a:moveTo>
                      <a:pt x="0" y="0"/>
                    </a:moveTo>
                    <a:lnTo>
                      <a:pt x="0"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p:cNvSpPr/>
              <p:nvPr/>
            </p:nvSpPr>
            <p:spPr>
              <a:xfrm>
                <a:off x="5886369" y="3565946"/>
                <a:ext cx="94179" cy="9140"/>
              </a:xfrm>
              <a:custGeom>
                <a:avLst/>
                <a:gdLst/>
                <a:ahLst/>
                <a:cxnLst/>
                <a:rect l="l" t="t" r="r" b="b"/>
                <a:pathLst>
                  <a:path w="2710" h="263" extrusionOk="0">
                    <a:moveTo>
                      <a:pt x="0" y="0"/>
                    </a:moveTo>
                    <a:lnTo>
                      <a:pt x="0" y="262"/>
                    </a:lnTo>
                    <a:lnTo>
                      <a:pt x="2710" y="262"/>
                    </a:lnTo>
                    <a:lnTo>
                      <a:pt x="27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p:cNvSpPr/>
              <p:nvPr/>
            </p:nvSpPr>
            <p:spPr>
              <a:xfrm>
                <a:off x="5994033" y="3565946"/>
                <a:ext cx="27593" cy="10113"/>
              </a:xfrm>
              <a:custGeom>
                <a:avLst/>
                <a:gdLst/>
                <a:ahLst/>
                <a:cxnLst/>
                <a:rect l="l" t="t" r="r" b="b"/>
                <a:pathLst>
                  <a:path w="794" h="291" extrusionOk="0">
                    <a:moveTo>
                      <a:pt x="1" y="0"/>
                    </a:moveTo>
                    <a:lnTo>
                      <a:pt x="1" y="262"/>
                    </a:lnTo>
                    <a:lnTo>
                      <a:pt x="765" y="290"/>
                    </a:lnTo>
                    <a:lnTo>
                      <a:pt x="793" y="2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p:cNvSpPr/>
              <p:nvPr/>
            </p:nvSpPr>
            <p:spPr>
              <a:xfrm>
                <a:off x="6069759" y="3527822"/>
                <a:ext cx="1008" cy="16507"/>
              </a:xfrm>
              <a:custGeom>
                <a:avLst/>
                <a:gdLst/>
                <a:ahLst/>
                <a:cxnLst/>
                <a:rect l="l" t="t" r="r" b="b"/>
                <a:pathLst>
                  <a:path w="29" h="475" extrusionOk="0">
                    <a:moveTo>
                      <a:pt x="1" y="1"/>
                    </a:moveTo>
                    <a:lnTo>
                      <a:pt x="1" y="475"/>
                    </a:lnTo>
                    <a:lnTo>
                      <a:pt x="29" y="475"/>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p:cNvSpPr/>
              <p:nvPr/>
            </p:nvSpPr>
            <p:spPr>
              <a:xfrm>
                <a:off x="6069759" y="3480871"/>
                <a:ext cx="1008" cy="33710"/>
              </a:xfrm>
              <a:custGeom>
                <a:avLst/>
                <a:gdLst/>
                <a:ahLst/>
                <a:cxnLst/>
                <a:rect l="l" t="t" r="r" b="b"/>
                <a:pathLst>
                  <a:path w="29" h="970" extrusionOk="0">
                    <a:moveTo>
                      <a:pt x="1" y="1"/>
                    </a:moveTo>
                    <a:lnTo>
                      <a:pt x="1" y="970"/>
                    </a:lnTo>
                    <a:lnTo>
                      <a:pt x="29" y="970"/>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41"/>
            <p:cNvSpPr/>
            <p:nvPr/>
          </p:nvSpPr>
          <p:spPr>
            <a:xfrm>
              <a:off x="5912220" y="3661765"/>
              <a:ext cx="710598" cy="111380"/>
            </a:xfrm>
            <a:custGeom>
              <a:avLst/>
              <a:gdLst/>
              <a:ahLst/>
              <a:cxnLst/>
              <a:rect l="l" t="t" r="r" b="b"/>
              <a:pathLst>
                <a:path w="7139" h="1119" extrusionOk="0">
                  <a:moveTo>
                    <a:pt x="149" y="0"/>
                  </a:moveTo>
                  <a:cubicBezTo>
                    <a:pt x="64" y="0"/>
                    <a:pt x="0" y="57"/>
                    <a:pt x="0" y="149"/>
                  </a:cubicBezTo>
                  <a:lnTo>
                    <a:pt x="0" y="1005"/>
                  </a:lnTo>
                  <a:cubicBezTo>
                    <a:pt x="0" y="1061"/>
                    <a:pt x="64" y="1118"/>
                    <a:pt x="149" y="1118"/>
                  </a:cubicBezTo>
                  <a:lnTo>
                    <a:pt x="6990" y="1118"/>
                  </a:lnTo>
                  <a:cubicBezTo>
                    <a:pt x="7075" y="1118"/>
                    <a:pt x="7138" y="1061"/>
                    <a:pt x="7138" y="1005"/>
                  </a:cubicBezTo>
                  <a:lnTo>
                    <a:pt x="7138" y="149"/>
                  </a:lnTo>
                  <a:cubicBezTo>
                    <a:pt x="7138" y="85"/>
                    <a:pt x="7075" y="0"/>
                    <a:pt x="6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p:cNvSpPr/>
            <p:nvPr/>
          </p:nvSpPr>
          <p:spPr>
            <a:xfrm>
              <a:off x="5912220" y="3717405"/>
              <a:ext cx="710598" cy="422526"/>
            </a:xfrm>
            <a:custGeom>
              <a:avLst/>
              <a:gdLst/>
              <a:ahLst/>
              <a:cxnLst/>
              <a:rect l="l" t="t" r="r" b="b"/>
              <a:pathLst>
                <a:path w="7139" h="4245" extrusionOk="0">
                  <a:moveTo>
                    <a:pt x="0" y="0"/>
                  </a:moveTo>
                  <a:lnTo>
                    <a:pt x="0" y="4245"/>
                  </a:lnTo>
                  <a:lnTo>
                    <a:pt x="7138" y="4245"/>
                  </a:lnTo>
                  <a:lnTo>
                    <a:pt x="71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p:cNvSpPr/>
            <p:nvPr/>
          </p:nvSpPr>
          <p:spPr>
            <a:xfrm>
              <a:off x="6056551" y="3773045"/>
              <a:ext cx="413479" cy="12044"/>
            </a:xfrm>
            <a:custGeom>
              <a:avLst/>
              <a:gdLst/>
              <a:ahLst/>
              <a:cxnLst/>
              <a:rect l="l" t="t" r="r" b="b"/>
              <a:pathLst>
                <a:path w="4154" h="121" extrusionOk="0">
                  <a:moveTo>
                    <a:pt x="57" y="0"/>
                  </a:moveTo>
                  <a:cubicBezTo>
                    <a:pt x="29" y="0"/>
                    <a:pt x="1" y="28"/>
                    <a:pt x="1" y="64"/>
                  </a:cubicBezTo>
                  <a:cubicBezTo>
                    <a:pt x="1" y="92"/>
                    <a:pt x="29" y="120"/>
                    <a:pt x="57" y="120"/>
                  </a:cubicBezTo>
                  <a:lnTo>
                    <a:pt x="4097" y="120"/>
                  </a:lnTo>
                  <a:cubicBezTo>
                    <a:pt x="4125" y="120"/>
                    <a:pt x="4153" y="92"/>
                    <a:pt x="4153" y="64"/>
                  </a:cubicBezTo>
                  <a:cubicBezTo>
                    <a:pt x="4153" y="28"/>
                    <a:pt x="4125"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p:cNvSpPr/>
            <p:nvPr/>
          </p:nvSpPr>
          <p:spPr>
            <a:xfrm>
              <a:off x="6056551" y="3834956"/>
              <a:ext cx="413479" cy="11347"/>
            </a:xfrm>
            <a:custGeom>
              <a:avLst/>
              <a:gdLst/>
              <a:ahLst/>
              <a:cxnLst/>
              <a:rect l="l" t="t" r="r" b="b"/>
              <a:pathLst>
                <a:path w="4154" h="114" extrusionOk="0">
                  <a:moveTo>
                    <a:pt x="57" y="1"/>
                  </a:moveTo>
                  <a:cubicBezTo>
                    <a:pt x="29" y="1"/>
                    <a:pt x="1" y="1"/>
                    <a:pt x="1" y="57"/>
                  </a:cubicBezTo>
                  <a:cubicBezTo>
                    <a:pt x="1" y="85"/>
                    <a:pt x="29" y="114"/>
                    <a:pt x="57" y="114"/>
                  </a:cubicBezTo>
                  <a:lnTo>
                    <a:pt x="4097" y="114"/>
                  </a:lnTo>
                  <a:cubicBezTo>
                    <a:pt x="4125" y="114"/>
                    <a:pt x="4153" y="85"/>
                    <a:pt x="4153" y="57"/>
                  </a:cubicBezTo>
                  <a:cubicBezTo>
                    <a:pt x="4153" y="1"/>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p:cNvSpPr/>
            <p:nvPr/>
          </p:nvSpPr>
          <p:spPr>
            <a:xfrm>
              <a:off x="6056551" y="3893384"/>
              <a:ext cx="413479" cy="12143"/>
            </a:xfrm>
            <a:custGeom>
              <a:avLst/>
              <a:gdLst/>
              <a:ahLst/>
              <a:cxnLst/>
              <a:rect l="l" t="t" r="r" b="b"/>
              <a:pathLst>
                <a:path w="4154" h="122" extrusionOk="0">
                  <a:moveTo>
                    <a:pt x="57" y="1"/>
                  </a:moveTo>
                  <a:cubicBezTo>
                    <a:pt x="29" y="1"/>
                    <a:pt x="1" y="29"/>
                    <a:pt x="1" y="57"/>
                  </a:cubicBezTo>
                  <a:cubicBezTo>
                    <a:pt x="1" y="93"/>
                    <a:pt x="29" y="121"/>
                    <a:pt x="57" y="121"/>
                  </a:cubicBezTo>
                  <a:lnTo>
                    <a:pt x="4097" y="121"/>
                  </a:lnTo>
                  <a:cubicBezTo>
                    <a:pt x="4125" y="121"/>
                    <a:pt x="4153" y="93"/>
                    <a:pt x="4153" y="57"/>
                  </a:cubicBezTo>
                  <a:cubicBezTo>
                    <a:pt x="4153" y="29"/>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1"/>
            <p:cNvSpPr/>
            <p:nvPr/>
          </p:nvSpPr>
          <p:spPr>
            <a:xfrm>
              <a:off x="6056551" y="3951811"/>
              <a:ext cx="413479" cy="12143"/>
            </a:xfrm>
            <a:custGeom>
              <a:avLst/>
              <a:gdLst/>
              <a:ahLst/>
              <a:cxnLst/>
              <a:rect l="l" t="t" r="r" b="b"/>
              <a:pathLst>
                <a:path w="4154" h="122" extrusionOk="0">
                  <a:moveTo>
                    <a:pt x="57" y="1"/>
                  </a:moveTo>
                  <a:cubicBezTo>
                    <a:pt x="29" y="1"/>
                    <a:pt x="1" y="36"/>
                    <a:pt x="1" y="65"/>
                  </a:cubicBezTo>
                  <a:cubicBezTo>
                    <a:pt x="1" y="93"/>
                    <a:pt x="29" y="121"/>
                    <a:pt x="57" y="121"/>
                  </a:cubicBezTo>
                  <a:lnTo>
                    <a:pt x="4097" y="121"/>
                  </a:lnTo>
                  <a:cubicBezTo>
                    <a:pt x="4125" y="121"/>
                    <a:pt x="4153" y="93"/>
                    <a:pt x="4153" y="65"/>
                  </a:cubicBezTo>
                  <a:cubicBezTo>
                    <a:pt x="4153" y="36"/>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1"/>
            <p:cNvSpPr/>
            <p:nvPr/>
          </p:nvSpPr>
          <p:spPr>
            <a:xfrm>
              <a:off x="5971346" y="3748560"/>
              <a:ext cx="52954" cy="62608"/>
            </a:xfrm>
            <a:custGeom>
              <a:avLst/>
              <a:gdLst/>
              <a:ahLst/>
              <a:cxnLst/>
              <a:rect l="l" t="t" r="r" b="b"/>
              <a:pathLst>
                <a:path w="532" h="629" extrusionOk="0">
                  <a:moveTo>
                    <a:pt x="61" y="1"/>
                  </a:moveTo>
                  <a:cubicBezTo>
                    <a:pt x="43" y="1"/>
                    <a:pt x="29" y="21"/>
                    <a:pt x="29" y="41"/>
                  </a:cubicBezTo>
                  <a:cubicBezTo>
                    <a:pt x="1" y="41"/>
                    <a:pt x="1" y="97"/>
                    <a:pt x="29" y="97"/>
                  </a:cubicBezTo>
                  <a:lnTo>
                    <a:pt x="326" y="310"/>
                  </a:lnTo>
                  <a:lnTo>
                    <a:pt x="29" y="543"/>
                  </a:lnTo>
                  <a:cubicBezTo>
                    <a:pt x="1" y="543"/>
                    <a:pt x="1" y="600"/>
                    <a:pt x="29" y="628"/>
                  </a:cubicBezTo>
                  <a:lnTo>
                    <a:pt x="85" y="628"/>
                  </a:lnTo>
                  <a:lnTo>
                    <a:pt x="531" y="310"/>
                  </a:lnTo>
                  <a:lnTo>
                    <a:pt x="85" y="13"/>
                  </a:lnTo>
                  <a:cubicBezTo>
                    <a:pt x="77" y="4"/>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41"/>
            <p:cNvGrpSpPr/>
            <p:nvPr/>
          </p:nvGrpSpPr>
          <p:grpSpPr>
            <a:xfrm>
              <a:off x="6352280" y="2402410"/>
              <a:ext cx="2259826" cy="2201617"/>
              <a:chOff x="5193782" y="4186768"/>
              <a:chExt cx="788990" cy="768694"/>
            </a:xfrm>
          </p:grpSpPr>
          <p:sp>
            <p:nvSpPr>
              <p:cNvPr id="960" name="Google Shape;960;p41"/>
              <p:cNvSpPr/>
              <p:nvPr/>
            </p:nvSpPr>
            <p:spPr>
              <a:xfrm>
                <a:off x="5229682" y="4210087"/>
                <a:ext cx="156873" cy="113224"/>
              </a:xfrm>
              <a:custGeom>
                <a:avLst/>
                <a:gdLst/>
                <a:ahLst/>
                <a:cxnLst/>
                <a:rect l="l" t="t" r="r" b="b"/>
                <a:pathLst>
                  <a:path w="4514" h="3258" extrusionOk="0">
                    <a:moveTo>
                      <a:pt x="3851" y="2390"/>
                    </a:moveTo>
                    <a:cubicBezTo>
                      <a:pt x="3886" y="2390"/>
                      <a:pt x="3923" y="2400"/>
                      <a:pt x="3955" y="2420"/>
                    </a:cubicBezTo>
                    <a:cubicBezTo>
                      <a:pt x="3983" y="2448"/>
                      <a:pt x="4012" y="2476"/>
                      <a:pt x="4012" y="2512"/>
                    </a:cubicBezTo>
                    <a:lnTo>
                      <a:pt x="4040" y="2512"/>
                    </a:lnTo>
                    <a:lnTo>
                      <a:pt x="4040" y="2540"/>
                    </a:lnTo>
                    <a:cubicBezTo>
                      <a:pt x="4040" y="2540"/>
                      <a:pt x="4040" y="2568"/>
                      <a:pt x="4068" y="2568"/>
                    </a:cubicBezTo>
                    <a:cubicBezTo>
                      <a:pt x="4097" y="2653"/>
                      <a:pt x="4012" y="2773"/>
                      <a:pt x="3920" y="2830"/>
                    </a:cubicBezTo>
                    <a:cubicBezTo>
                      <a:pt x="3863" y="2830"/>
                      <a:pt x="3807" y="2830"/>
                      <a:pt x="3743" y="2802"/>
                    </a:cubicBezTo>
                    <a:cubicBezTo>
                      <a:pt x="3724" y="2783"/>
                      <a:pt x="3705" y="2764"/>
                      <a:pt x="3686" y="2745"/>
                    </a:cubicBezTo>
                    <a:lnTo>
                      <a:pt x="3686" y="2745"/>
                    </a:lnTo>
                    <a:cubicBezTo>
                      <a:pt x="3630" y="2653"/>
                      <a:pt x="3630" y="2540"/>
                      <a:pt x="3686" y="2476"/>
                    </a:cubicBezTo>
                    <a:cubicBezTo>
                      <a:pt x="3723" y="2421"/>
                      <a:pt x="3786" y="2390"/>
                      <a:pt x="3851" y="2390"/>
                    </a:cubicBezTo>
                    <a:close/>
                    <a:moveTo>
                      <a:pt x="383" y="0"/>
                    </a:moveTo>
                    <a:lnTo>
                      <a:pt x="1" y="651"/>
                    </a:lnTo>
                    <a:lnTo>
                      <a:pt x="3184" y="2688"/>
                    </a:lnTo>
                    <a:cubicBezTo>
                      <a:pt x="3212" y="2830"/>
                      <a:pt x="3333" y="3070"/>
                      <a:pt x="3481" y="3155"/>
                    </a:cubicBezTo>
                    <a:cubicBezTo>
                      <a:pt x="3593" y="3225"/>
                      <a:pt x="3721" y="3258"/>
                      <a:pt x="3841" y="3258"/>
                    </a:cubicBezTo>
                    <a:cubicBezTo>
                      <a:pt x="3880" y="3258"/>
                      <a:pt x="3919" y="3254"/>
                      <a:pt x="3955" y="3247"/>
                    </a:cubicBezTo>
                    <a:cubicBezTo>
                      <a:pt x="4132" y="3219"/>
                      <a:pt x="4309" y="3099"/>
                      <a:pt x="4394" y="2922"/>
                    </a:cubicBezTo>
                    <a:cubicBezTo>
                      <a:pt x="4486" y="2773"/>
                      <a:pt x="4514" y="2596"/>
                      <a:pt x="4486" y="2420"/>
                    </a:cubicBezTo>
                    <a:cubicBezTo>
                      <a:pt x="4450" y="2243"/>
                      <a:pt x="4337" y="2094"/>
                      <a:pt x="4189" y="2009"/>
                    </a:cubicBezTo>
                    <a:cubicBezTo>
                      <a:pt x="4095" y="1969"/>
                      <a:pt x="3989" y="1920"/>
                      <a:pt x="3866" y="1920"/>
                    </a:cubicBezTo>
                    <a:cubicBezTo>
                      <a:pt x="3794" y="1920"/>
                      <a:pt x="3716" y="1937"/>
                      <a:pt x="3630" y="1981"/>
                    </a:cubicBezTo>
                    <a:lnTo>
                      <a:pt x="3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1"/>
              <p:cNvSpPr/>
              <p:nvPr/>
            </p:nvSpPr>
            <p:spPr>
              <a:xfrm>
                <a:off x="5233852" y="4225552"/>
                <a:ext cx="115830" cy="71833"/>
              </a:xfrm>
              <a:custGeom>
                <a:avLst/>
                <a:gdLst/>
                <a:ahLst/>
                <a:cxnLst/>
                <a:rect l="l" t="t" r="r" b="b"/>
                <a:pathLst>
                  <a:path w="3333" h="2067" extrusionOk="0">
                    <a:moveTo>
                      <a:pt x="1" y="1"/>
                    </a:moveTo>
                    <a:lnTo>
                      <a:pt x="1" y="57"/>
                    </a:lnTo>
                    <a:lnTo>
                      <a:pt x="3269" y="2067"/>
                    </a:lnTo>
                    <a:cubicBezTo>
                      <a:pt x="3305" y="2067"/>
                      <a:pt x="3305" y="2067"/>
                      <a:pt x="3305" y="2031"/>
                    </a:cubicBezTo>
                    <a:cubicBezTo>
                      <a:pt x="3333" y="2031"/>
                      <a:pt x="3305" y="2003"/>
                      <a:pt x="3305" y="2003"/>
                    </a:cubicBez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1"/>
              <p:cNvSpPr/>
              <p:nvPr/>
            </p:nvSpPr>
            <p:spPr>
              <a:xfrm>
                <a:off x="5238057" y="4218428"/>
                <a:ext cx="116803" cy="71590"/>
              </a:xfrm>
              <a:custGeom>
                <a:avLst/>
                <a:gdLst/>
                <a:ahLst/>
                <a:cxnLst/>
                <a:rect l="l" t="t" r="r" b="b"/>
                <a:pathLst>
                  <a:path w="3361" h="2060" extrusionOk="0">
                    <a:moveTo>
                      <a:pt x="28" y="1"/>
                    </a:moveTo>
                    <a:cubicBezTo>
                      <a:pt x="0" y="29"/>
                      <a:pt x="0" y="29"/>
                      <a:pt x="28" y="57"/>
                    </a:cubicBezTo>
                    <a:lnTo>
                      <a:pt x="3297" y="2059"/>
                    </a:lnTo>
                    <a:lnTo>
                      <a:pt x="3325" y="2059"/>
                    </a:lnTo>
                    <a:cubicBezTo>
                      <a:pt x="3360" y="2031"/>
                      <a:pt x="3325" y="2031"/>
                      <a:pt x="3325" y="2003"/>
                    </a:cubicBezTo>
                    <a:lnTo>
                      <a:pt x="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1"/>
              <p:cNvSpPr/>
              <p:nvPr/>
            </p:nvSpPr>
            <p:spPr>
              <a:xfrm>
                <a:off x="5193782" y="4186768"/>
                <a:ext cx="66655" cy="62798"/>
              </a:xfrm>
              <a:custGeom>
                <a:avLst/>
                <a:gdLst/>
                <a:ahLst/>
                <a:cxnLst/>
                <a:rect l="l" t="t" r="r" b="b"/>
                <a:pathLst>
                  <a:path w="1918" h="1807" extrusionOk="0">
                    <a:moveTo>
                      <a:pt x="874" y="0"/>
                    </a:moveTo>
                    <a:cubicBezTo>
                      <a:pt x="627" y="0"/>
                      <a:pt x="387" y="105"/>
                      <a:pt x="213" y="317"/>
                    </a:cubicBezTo>
                    <a:lnTo>
                      <a:pt x="121" y="438"/>
                    </a:lnTo>
                    <a:lnTo>
                      <a:pt x="920" y="558"/>
                    </a:lnTo>
                    <a:lnTo>
                      <a:pt x="828" y="1202"/>
                    </a:lnTo>
                    <a:lnTo>
                      <a:pt x="1" y="1060"/>
                    </a:lnTo>
                    <a:lnTo>
                      <a:pt x="36" y="1202"/>
                    </a:lnTo>
                    <a:cubicBezTo>
                      <a:pt x="121" y="1379"/>
                      <a:pt x="241" y="1555"/>
                      <a:pt x="418" y="1676"/>
                    </a:cubicBezTo>
                    <a:cubicBezTo>
                      <a:pt x="575" y="1768"/>
                      <a:pt x="733" y="1806"/>
                      <a:pt x="903" y="1806"/>
                    </a:cubicBezTo>
                    <a:cubicBezTo>
                      <a:pt x="955" y="1806"/>
                      <a:pt x="1007" y="1803"/>
                      <a:pt x="1062" y="1796"/>
                    </a:cubicBezTo>
                    <a:cubicBezTo>
                      <a:pt x="1062" y="1796"/>
                      <a:pt x="1097" y="1796"/>
                      <a:pt x="1097" y="1768"/>
                    </a:cubicBezTo>
                    <a:cubicBezTo>
                      <a:pt x="1331" y="1704"/>
                      <a:pt x="1536" y="1591"/>
                      <a:pt x="1656" y="1379"/>
                    </a:cubicBezTo>
                    <a:cubicBezTo>
                      <a:pt x="1918" y="940"/>
                      <a:pt x="1769" y="381"/>
                      <a:pt x="1359" y="141"/>
                    </a:cubicBezTo>
                    <a:cubicBezTo>
                      <a:pt x="1206" y="47"/>
                      <a:pt x="1038"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1"/>
              <p:cNvSpPr/>
              <p:nvPr/>
            </p:nvSpPr>
            <p:spPr>
              <a:xfrm>
                <a:off x="5343532" y="4283832"/>
                <a:ext cx="37880" cy="34961"/>
              </a:xfrm>
              <a:custGeom>
                <a:avLst/>
                <a:gdLst/>
                <a:ahLst/>
                <a:cxnLst/>
                <a:rect l="l" t="t" r="r" b="b"/>
                <a:pathLst>
                  <a:path w="1090" h="1006" extrusionOk="0">
                    <a:moveTo>
                      <a:pt x="587" y="64"/>
                    </a:moveTo>
                    <a:cubicBezTo>
                      <a:pt x="707" y="64"/>
                      <a:pt x="856" y="121"/>
                      <a:pt x="941" y="241"/>
                    </a:cubicBezTo>
                    <a:cubicBezTo>
                      <a:pt x="998" y="326"/>
                      <a:pt x="1033" y="446"/>
                      <a:pt x="998" y="566"/>
                    </a:cubicBezTo>
                    <a:cubicBezTo>
                      <a:pt x="998" y="680"/>
                      <a:pt x="941" y="800"/>
                      <a:pt x="821" y="856"/>
                    </a:cubicBezTo>
                    <a:cubicBezTo>
                      <a:pt x="764" y="920"/>
                      <a:pt x="679" y="948"/>
                      <a:pt x="587" y="948"/>
                    </a:cubicBezTo>
                    <a:cubicBezTo>
                      <a:pt x="439" y="948"/>
                      <a:pt x="290" y="885"/>
                      <a:pt x="205" y="772"/>
                    </a:cubicBezTo>
                    <a:cubicBezTo>
                      <a:pt x="85" y="566"/>
                      <a:pt x="113" y="269"/>
                      <a:pt x="325" y="149"/>
                    </a:cubicBezTo>
                    <a:cubicBezTo>
                      <a:pt x="382" y="92"/>
                      <a:pt x="467" y="64"/>
                      <a:pt x="587" y="64"/>
                    </a:cubicBezTo>
                    <a:close/>
                    <a:moveTo>
                      <a:pt x="587" y="0"/>
                    </a:moveTo>
                    <a:cubicBezTo>
                      <a:pt x="467" y="0"/>
                      <a:pt x="354" y="36"/>
                      <a:pt x="290" y="92"/>
                    </a:cubicBezTo>
                    <a:cubicBezTo>
                      <a:pt x="57" y="269"/>
                      <a:pt x="0" y="566"/>
                      <a:pt x="177" y="800"/>
                    </a:cubicBezTo>
                    <a:cubicBezTo>
                      <a:pt x="262" y="920"/>
                      <a:pt x="410" y="1005"/>
                      <a:pt x="587" y="1005"/>
                    </a:cubicBezTo>
                    <a:cubicBezTo>
                      <a:pt x="679" y="1005"/>
                      <a:pt x="792" y="977"/>
                      <a:pt x="884" y="920"/>
                    </a:cubicBezTo>
                    <a:cubicBezTo>
                      <a:pt x="969" y="828"/>
                      <a:pt x="1061" y="708"/>
                      <a:pt x="1061" y="566"/>
                    </a:cubicBezTo>
                    <a:cubicBezTo>
                      <a:pt x="1089" y="446"/>
                      <a:pt x="1061" y="298"/>
                      <a:pt x="969" y="213"/>
                    </a:cubicBezTo>
                    <a:cubicBezTo>
                      <a:pt x="884" y="64"/>
                      <a:pt x="736" y="0"/>
                      <a:pt x="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1"/>
              <p:cNvSpPr/>
              <p:nvPr/>
            </p:nvSpPr>
            <p:spPr>
              <a:xfrm>
                <a:off x="5292132" y="4263432"/>
                <a:ext cx="333172" cy="243094"/>
              </a:xfrm>
              <a:custGeom>
                <a:avLst/>
                <a:gdLst/>
                <a:ahLst/>
                <a:cxnLst/>
                <a:rect l="l" t="t" r="r" b="b"/>
                <a:pathLst>
                  <a:path w="9587" h="6995" extrusionOk="0">
                    <a:moveTo>
                      <a:pt x="1033" y="0"/>
                    </a:moveTo>
                    <a:cubicBezTo>
                      <a:pt x="1005" y="205"/>
                      <a:pt x="1005" y="411"/>
                      <a:pt x="856" y="531"/>
                    </a:cubicBezTo>
                    <a:cubicBezTo>
                      <a:pt x="780" y="613"/>
                      <a:pt x="657" y="626"/>
                      <a:pt x="530" y="626"/>
                    </a:cubicBezTo>
                    <a:cubicBezTo>
                      <a:pt x="471" y="626"/>
                      <a:pt x="411" y="623"/>
                      <a:pt x="354" y="623"/>
                    </a:cubicBezTo>
                    <a:cubicBezTo>
                      <a:pt x="318" y="608"/>
                      <a:pt x="287" y="599"/>
                      <a:pt x="258" y="599"/>
                    </a:cubicBezTo>
                    <a:cubicBezTo>
                      <a:pt x="220" y="599"/>
                      <a:pt x="186" y="615"/>
                      <a:pt x="149" y="651"/>
                    </a:cubicBezTo>
                    <a:cubicBezTo>
                      <a:pt x="0" y="828"/>
                      <a:pt x="418" y="1507"/>
                      <a:pt x="503" y="1684"/>
                    </a:cubicBezTo>
                    <a:cubicBezTo>
                      <a:pt x="828" y="2476"/>
                      <a:pt x="1182" y="3276"/>
                      <a:pt x="1507" y="4040"/>
                    </a:cubicBezTo>
                    <a:cubicBezTo>
                      <a:pt x="1741" y="4599"/>
                      <a:pt x="2010" y="5158"/>
                      <a:pt x="2363" y="5660"/>
                    </a:cubicBezTo>
                    <a:cubicBezTo>
                      <a:pt x="2866" y="6311"/>
                      <a:pt x="3686" y="6487"/>
                      <a:pt x="4422" y="6693"/>
                    </a:cubicBezTo>
                    <a:cubicBezTo>
                      <a:pt x="5310" y="6899"/>
                      <a:pt x="6197" y="6995"/>
                      <a:pt x="7080" y="6995"/>
                    </a:cubicBezTo>
                    <a:cubicBezTo>
                      <a:pt x="7196" y="6995"/>
                      <a:pt x="7312" y="6993"/>
                      <a:pt x="7429" y="6990"/>
                    </a:cubicBezTo>
                    <a:cubicBezTo>
                      <a:pt x="7903" y="6954"/>
                      <a:pt x="8313" y="6898"/>
                      <a:pt x="8702" y="6636"/>
                    </a:cubicBezTo>
                    <a:cubicBezTo>
                      <a:pt x="9056" y="6396"/>
                      <a:pt x="9317" y="6070"/>
                      <a:pt x="9466" y="5688"/>
                    </a:cubicBezTo>
                    <a:cubicBezTo>
                      <a:pt x="9523" y="5511"/>
                      <a:pt x="9586" y="5306"/>
                      <a:pt x="9551" y="5129"/>
                    </a:cubicBezTo>
                    <a:cubicBezTo>
                      <a:pt x="9551" y="4924"/>
                      <a:pt x="9466" y="4747"/>
                      <a:pt x="9346" y="4599"/>
                    </a:cubicBezTo>
                    <a:cubicBezTo>
                      <a:pt x="9233" y="4514"/>
                      <a:pt x="9084" y="4450"/>
                      <a:pt x="8935" y="4393"/>
                    </a:cubicBezTo>
                    <a:cubicBezTo>
                      <a:pt x="8396" y="4230"/>
                      <a:pt x="7856" y="4179"/>
                      <a:pt x="7316" y="4179"/>
                    </a:cubicBezTo>
                    <a:cubicBezTo>
                      <a:pt x="7177" y="4179"/>
                      <a:pt x="7037" y="4183"/>
                      <a:pt x="6898" y="4188"/>
                    </a:cubicBezTo>
                    <a:cubicBezTo>
                      <a:pt x="6544" y="4188"/>
                      <a:pt x="6191" y="4217"/>
                      <a:pt x="5837" y="4217"/>
                    </a:cubicBezTo>
                    <a:cubicBezTo>
                      <a:pt x="5776" y="4222"/>
                      <a:pt x="5716" y="4224"/>
                      <a:pt x="5657" y="4224"/>
                    </a:cubicBezTo>
                    <a:cubicBezTo>
                      <a:pt x="5405" y="4224"/>
                      <a:pt x="5165" y="4183"/>
                      <a:pt x="4924" y="4160"/>
                    </a:cubicBezTo>
                    <a:cubicBezTo>
                      <a:pt x="4634" y="4125"/>
                      <a:pt x="4280" y="4096"/>
                      <a:pt x="4104" y="3835"/>
                    </a:cubicBezTo>
                    <a:cubicBezTo>
                      <a:pt x="3248" y="2773"/>
                      <a:pt x="2540" y="1620"/>
                      <a:pt x="1684" y="559"/>
                    </a:cubicBezTo>
                    <a:cubicBezTo>
                      <a:pt x="1628" y="503"/>
                      <a:pt x="1592" y="474"/>
                      <a:pt x="1536" y="411"/>
                    </a:cubicBezTo>
                    <a:cubicBezTo>
                      <a:pt x="1387" y="234"/>
                      <a:pt x="1274" y="92"/>
                      <a:pt x="1033"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p:cNvSpPr/>
              <p:nvPr/>
            </p:nvSpPr>
            <p:spPr>
              <a:xfrm>
                <a:off x="5380404" y="4803316"/>
                <a:ext cx="560315" cy="2016"/>
              </a:xfrm>
              <a:custGeom>
                <a:avLst/>
                <a:gdLst/>
                <a:ahLst/>
                <a:cxnLst/>
                <a:rect l="l" t="t" r="r" b="b"/>
                <a:pathLst>
                  <a:path w="16123" h="58" extrusionOk="0">
                    <a:moveTo>
                      <a:pt x="28" y="1"/>
                    </a:moveTo>
                    <a:cubicBezTo>
                      <a:pt x="0" y="1"/>
                      <a:pt x="0" y="1"/>
                      <a:pt x="0" y="29"/>
                    </a:cubicBezTo>
                    <a:cubicBezTo>
                      <a:pt x="0" y="29"/>
                      <a:pt x="0" y="57"/>
                      <a:pt x="28" y="57"/>
                    </a:cubicBezTo>
                    <a:lnTo>
                      <a:pt x="16094" y="57"/>
                    </a:lnTo>
                    <a:cubicBezTo>
                      <a:pt x="16123" y="57"/>
                      <a:pt x="16123" y="29"/>
                      <a:pt x="16123" y="29"/>
                    </a:cubicBezTo>
                    <a:cubicBezTo>
                      <a:pt x="16123" y="1"/>
                      <a:pt x="16123" y="1"/>
                      <a:pt x="16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1"/>
              <p:cNvSpPr/>
              <p:nvPr/>
            </p:nvSpPr>
            <p:spPr>
              <a:xfrm>
                <a:off x="5344505" y="4784897"/>
                <a:ext cx="625962" cy="1981"/>
              </a:xfrm>
              <a:custGeom>
                <a:avLst/>
                <a:gdLst/>
                <a:ahLst/>
                <a:cxnLst/>
                <a:rect l="l" t="t" r="r" b="b"/>
                <a:pathLst>
                  <a:path w="18012" h="57" extrusionOk="0">
                    <a:moveTo>
                      <a:pt x="29" y="0"/>
                    </a:moveTo>
                    <a:lnTo>
                      <a:pt x="0" y="28"/>
                    </a:lnTo>
                    <a:cubicBezTo>
                      <a:pt x="0" y="57"/>
                      <a:pt x="29" y="57"/>
                      <a:pt x="29" y="57"/>
                    </a:cubicBezTo>
                    <a:lnTo>
                      <a:pt x="17983" y="57"/>
                    </a:lnTo>
                    <a:cubicBezTo>
                      <a:pt x="17983" y="57"/>
                      <a:pt x="18012" y="57"/>
                      <a:pt x="18012" y="28"/>
                    </a:cubicBezTo>
                    <a:lnTo>
                      <a:pt x="17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p:cNvSpPr/>
              <p:nvPr/>
            </p:nvSpPr>
            <p:spPr>
              <a:xfrm>
                <a:off x="5959141" y="4803316"/>
                <a:ext cx="23632" cy="2016"/>
              </a:xfrm>
              <a:custGeom>
                <a:avLst/>
                <a:gdLst/>
                <a:ahLst/>
                <a:cxnLst/>
                <a:rect l="l" t="t" r="r" b="b"/>
                <a:pathLst>
                  <a:path w="680" h="58" extrusionOk="0">
                    <a:moveTo>
                      <a:pt x="28" y="1"/>
                    </a:moveTo>
                    <a:cubicBezTo>
                      <a:pt x="0" y="1"/>
                      <a:pt x="0" y="1"/>
                      <a:pt x="0" y="29"/>
                    </a:cubicBezTo>
                    <a:cubicBezTo>
                      <a:pt x="0" y="29"/>
                      <a:pt x="0" y="57"/>
                      <a:pt x="28" y="57"/>
                    </a:cubicBezTo>
                    <a:lnTo>
                      <a:pt x="651" y="57"/>
                    </a:lnTo>
                    <a:cubicBezTo>
                      <a:pt x="679" y="57"/>
                      <a:pt x="679" y="29"/>
                      <a:pt x="679" y="29"/>
                    </a:cubicBezTo>
                    <a:cubicBezTo>
                      <a:pt x="679" y="1"/>
                      <a:pt x="679"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p:cNvSpPr/>
              <p:nvPr/>
            </p:nvSpPr>
            <p:spPr>
              <a:xfrm>
                <a:off x="5586175" y="4228541"/>
                <a:ext cx="174353" cy="238367"/>
              </a:xfrm>
              <a:custGeom>
                <a:avLst/>
                <a:gdLst/>
                <a:ahLst/>
                <a:cxnLst/>
                <a:rect l="l" t="t" r="r" b="b"/>
                <a:pathLst>
                  <a:path w="5017" h="6859" extrusionOk="0">
                    <a:moveTo>
                      <a:pt x="1785" y="0"/>
                    </a:moveTo>
                    <a:cubicBezTo>
                      <a:pt x="1456" y="0"/>
                      <a:pt x="1123" y="104"/>
                      <a:pt x="856" y="297"/>
                    </a:cubicBezTo>
                    <a:cubicBezTo>
                      <a:pt x="206" y="799"/>
                      <a:pt x="177" y="1712"/>
                      <a:pt x="298" y="2419"/>
                    </a:cubicBezTo>
                    <a:cubicBezTo>
                      <a:pt x="375" y="3093"/>
                      <a:pt x="708" y="3796"/>
                      <a:pt x="1415" y="3796"/>
                    </a:cubicBezTo>
                    <a:cubicBezTo>
                      <a:pt x="1480" y="3796"/>
                      <a:pt x="1549" y="3790"/>
                      <a:pt x="1620" y="3777"/>
                    </a:cubicBezTo>
                    <a:lnTo>
                      <a:pt x="1620" y="3777"/>
                    </a:lnTo>
                    <a:cubicBezTo>
                      <a:pt x="1592" y="3926"/>
                      <a:pt x="1564" y="4067"/>
                      <a:pt x="1536" y="4216"/>
                    </a:cubicBezTo>
                    <a:cubicBezTo>
                      <a:pt x="1536" y="4336"/>
                      <a:pt x="1507" y="4457"/>
                      <a:pt x="1444" y="4541"/>
                    </a:cubicBezTo>
                    <a:cubicBezTo>
                      <a:pt x="1238" y="4810"/>
                      <a:pt x="736" y="4775"/>
                      <a:pt x="446" y="4839"/>
                    </a:cubicBezTo>
                    <a:cubicBezTo>
                      <a:pt x="0" y="4987"/>
                      <a:pt x="64" y="5482"/>
                      <a:pt x="121" y="5900"/>
                    </a:cubicBezTo>
                    <a:lnTo>
                      <a:pt x="121" y="6013"/>
                    </a:lnTo>
                    <a:cubicBezTo>
                      <a:pt x="149" y="6190"/>
                      <a:pt x="206" y="6338"/>
                      <a:pt x="298" y="6487"/>
                    </a:cubicBezTo>
                    <a:cubicBezTo>
                      <a:pt x="477" y="6772"/>
                      <a:pt x="810" y="6859"/>
                      <a:pt x="1180" y="6859"/>
                    </a:cubicBezTo>
                    <a:cubicBezTo>
                      <a:pt x="1655" y="6859"/>
                      <a:pt x="2190" y="6715"/>
                      <a:pt x="2540" y="6664"/>
                    </a:cubicBezTo>
                    <a:cubicBezTo>
                      <a:pt x="3389" y="6515"/>
                      <a:pt x="4217" y="6282"/>
                      <a:pt x="5016" y="5928"/>
                    </a:cubicBezTo>
                    <a:cubicBezTo>
                      <a:pt x="4691" y="5631"/>
                      <a:pt x="4394" y="5249"/>
                      <a:pt x="4068" y="4923"/>
                    </a:cubicBezTo>
                    <a:cubicBezTo>
                      <a:pt x="4012" y="4867"/>
                      <a:pt x="3778" y="4895"/>
                      <a:pt x="3686" y="4839"/>
                    </a:cubicBezTo>
                    <a:cubicBezTo>
                      <a:pt x="3566" y="4775"/>
                      <a:pt x="3481" y="4690"/>
                      <a:pt x="3424" y="4570"/>
                    </a:cubicBezTo>
                    <a:cubicBezTo>
                      <a:pt x="3276" y="4308"/>
                      <a:pt x="3248" y="3983"/>
                      <a:pt x="3248" y="3685"/>
                    </a:cubicBezTo>
                    <a:cubicBezTo>
                      <a:pt x="3276" y="3247"/>
                      <a:pt x="3248" y="2511"/>
                      <a:pt x="3276" y="2094"/>
                    </a:cubicBezTo>
                    <a:cubicBezTo>
                      <a:pt x="3276" y="1712"/>
                      <a:pt x="3424" y="1563"/>
                      <a:pt x="3304" y="1209"/>
                    </a:cubicBezTo>
                    <a:cubicBezTo>
                      <a:pt x="3156" y="707"/>
                      <a:pt x="2802" y="269"/>
                      <a:pt x="2300" y="92"/>
                    </a:cubicBezTo>
                    <a:cubicBezTo>
                      <a:pt x="2136" y="30"/>
                      <a:pt x="1961" y="0"/>
                      <a:pt x="1785"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p:cNvSpPr/>
              <p:nvPr/>
            </p:nvSpPr>
            <p:spPr>
              <a:xfrm>
                <a:off x="5497173" y="4393477"/>
                <a:ext cx="341999" cy="333172"/>
              </a:xfrm>
              <a:custGeom>
                <a:avLst/>
                <a:gdLst/>
                <a:ahLst/>
                <a:cxnLst/>
                <a:rect l="l" t="t" r="r" b="b"/>
                <a:pathLst>
                  <a:path w="9841" h="9587" extrusionOk="0">
                    <a:moveTo>
                      <a:pt x="3538" y="1"/>
                    </a:moveTo>
                    <a:cubicBezTo>
                      <a:pt x="2356" y="121"/>
                      <a:pt x="1175" y="269"/>
                      <a:pt x="0" y="383"/>
                    </a:cubicBezTo>
                    <a:cubicBezTo>
                      <a:pt x="85" y="560"/>
                      <a:pt x="57" y="828"/>
                      <a:pt x="85" y="1033"/>
                    </a:cubicBezTo>
                    <a:cubicBezTo>
                      <a:pt x="85" y="1267"/>
                      <a:pt x="114" y="1507"/>
                      <a:pt x="114" y="1741"/>
                    </a:cubicBezTo>
                    <a:cubicBezTo>
                      <a:pt x="177" y="2187"/>
                      <a:pt x="206" y="2654"/>
                      <a:pt x="291" y="3128"/>
                    </a:cubicBezTo>
                    <a:cubicBezTo>
                      <a:pt x="291" y="3248"/>
                      <a:pt x="326" y="3389"/>
                      <a:pt x="354" y="3510"/>
                    </a:cubicBezTo>
                    <a:cubicBezTo>
                      <a:pt x="695" y="3475"/>
                      <a:pt x="1299" y="3417"/>
                      <a:pt x="1712" y="3417"/>
                    </a:cubicBezTo>
                    <a:cubicBezTo>
                      <a:pt x="1976" y="3417"/>
                      <a:pt x="2162" y="3441"/>
                      <a:pt x="2151" y="3510"/>
                    </a:cubicBezTo>
                    <a:cubicBezTo>
                      <a:pt x="2151" y="3778"/>
                      <a:pt x="2179" y="4012"/>
                      <a:pt x="2179" y="4274"/>
                    </a:cubicBezTo>
                    <a:cubicBezTo>
                      <a:pt x="2179" y="4804"/>
                      <a:pt x="2236" y="5306"/>
                      <a:pt x="2236" y="5809"/>
                    </a:cubicBezTo>
                    <a:cubicBezTo>
                      <a:pt x="2271" y="6339"/>
                      <a:pt x="2300" y="6898"/>
                      <a:pt x="2356" y="7429"/>
                    </a:cubicBezTo>
                    <a:cubicBezTo>
                      <a:pt x="2413" y="8051"/>
                      <a:pt x="2505" y="8638"/>
                      <a:pt x="2653" y="9261"/>
                    </a:cubicBezTo>
                    <a:cubicBezTo>
                      <a:pt x="3421" y="9504"/>
                      <a:pt x="4251" y="9586"/>
                      <a:pt x="5089" y="9586"/>
                    </a:cubicBezTo>
                    <a:cubicBezTo>
                      <a:pt x="5765" y="9586"/>
                      <a:pt x="6446" y="9532"/>
                      <a:pt x="7103" y="9466"/>
                    </a:cubicBezTo>
                    <a:cubicBezTo>
                      <a:pt x="7542" y="9438"/>
                      <a:pt x="7987" y="9374"/>
                      <a:pt x="8341" y="9169"/>
                    </a:cubicBezTo>
                    <a:cubicBezTo>
                      <a:pt x="9374" y="8554"/>
                      <a:pt x="9431" y="6750"/>
                      <a:pt x="9579" y="5688"/>
                    </a:cubicBezTo>
                    <a:cubicBezTo>
                      <a:pt x="9699" y="4896"/>
                      <a:pt x="9841" y="4132"/>
                      <a:pt x="9784" y="3304"/>
                    </a:cubicBezTo>
                    <a:cubicBezTo>
                      <a:pt x="9699" y="2243"/>
                      <a:pt x="9225" y="1154"/>
                      <a:pt x="8249" y="623"/>
                    </a:cubicBezTo>
                    <a:cubicBezTo>
                      <a:pt x="7895" y="446"/>
                      <a:pt x="7513" y="326"/>
                      <a:pt x="7131" y="206"/>
                    </a:cubicBezTo>
                    <a:cubicBezTo>
                      <a:pt x="6806" y="149"/>
                      <a:pt x="6481" y="121"/>
                      <a:pt x="6191" y="29"/>
                    </a:cubicBezTo>
                    <a:cubicBezTo>
                      <a:pt x="6070" y="326"/>
                      <a:pt x="5893" y="475"/>
                      <a:pt x="5596" y="595"/>
                    </a:cubicBezTo>
                    <a:cubicBezTo>
                      <a:pt x="5418" y="681"/>
                      <a:pt x="5202" y="718"/>
                      <a:pt x="4994" y="718"/>
                    </a:cubicBezTo>
                    <a:cubicBezTo>
                      <a:pt x="4930" y="718"/>
                      <a:pt x="4866" y="715"/>
                      <a:pt x="4804" y="708"/>
                    </a:cubicBezTo>
                    <a:cubicBezTo>
                      <a:pt x="4535" y="680"/>
                      <a:pt x="4302" y="623"/>
                      <a:pt x="4068" y="503"/>
                    </a:cubicBezTo>
                    <a:cubicBezTo>
                      <a:pt x="3976" y="446"/>
                      <a:pt x="3863" y="354"/>
                      <a:pt x="3771" y="269"/>
                    </a:cubicBezTo>
                    <a:cubicBezTo>
                      <a:pt x="3715" y="206"/>
                      <a:pt x="3651" y="121"/>
                      <a:pt x="3594" y="29"/>
                    </a:cubicBezTo>
                    <a:lnTo>
                      <a:pt x="35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p:cNvSpPr/>
              <p:nvPr/>
            </p:nvSpPr>
            <p:spPr>
              <a:xfrm>
                <a:off x="5506279" y="4504130"/>
                <a:ext cx="61477" cy="11329"/>
              </a:xfrm>
              <a:custGeom>
                <a:avLst/>
                <a:gdLst/>
                <a:ahLst/>
                <a:cxnLst/>
                <a:rect l="l" t="t" r="r" b="b"/>
                <a:pathLst>
                  <a:path w="1769" h="326" extrusionOk="0">
                    <a:moveTo>
                      <a:pt x="29" y="0"/>
                    </a:moveTo>
                    <a:lnTo>
                      <a:pt x="0" y="28"/>
                    </a:lnTo>
                    <a:cubicBezTo>
                      <a:pt x="0" y="92"/>
                      <a:pt x="29" y="120"/>
                      <a:pt x="29" y="149"/>
                    </a:cubicBezTo>
                    <a:lnTo>
                      <a:pt x="29" y="297"/>
                    </a:lnTo>
                    <a:lnTo>
                      <a:pt x="29" y="326"/>
                    </a:lnTo>
                    <a:lnTo>
                      <a:pt x="64" y="326"/>
                    </a:lnTo>
                    <a:cubicBezTo>
                      <a:pt x="559" y="326"/>
                      <a:pt x="1267" y="297"/>
                      <a:pt x="1741" y="269"/>
                    </a:cubicBezTo>
                    <a:lnTo>
                      <a:pt x="1769" y="241"/>
                    </a:lnTo>
                    <a:cubicBezTo>
                      <a:pt x="1769" y="205"/>
                      <a:pt x="1741" y="205"/>
                      <a:pt x="1741" y="205"/>
                    </a:cubicBezTo>
                    <a:cubicBezTo>
                      <a:pt x="1267" y="241"/>
                      <a:pt x="559" y="269"/>
                      <a:pt x="92" y="269"/>
                    </a:cubicBezTo>
                    <a:lnTo>
                      <a:pt x="92" y="149"/>
                    </a:lnTo>
                    <a:cubicBezTo>
                      <a:pt x="64" y="120"/>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p:cNvSpPr/>
              <p:nvPr/>
            </p:nvSpPr>
            <p:spPr>
              <a:xfrm>
                <a:off x="5497173" y="4397647"/>
                <a:ext cx="73780" cy="14318"/>
              </a:xfrm>
              <a:custGeom>
                <a:avLst/>
                <a:gdLst/>
                <a:ahLst/>
                <a:cxnLst/>
                <a:rect l="l" t="t" r="r" b="b"/>
                <a:pathLst>
                  <a:path w="2123" h="412" extrusionOk="0">
                    <a:moveTo>
                      <a:pt x="2094" y="1"/>
                    </a:moveTo>
                    <a:cubicBezTo>
                      <a:pt x="1854" y="29"/>
                      <a:pt x="1529" y="57"/>
                      <a:pt x="1210" y="86"/>
                    </a:cubicBezTo>
                    <a:cubicBezTo>
                      <a:pt x="765" y="149"/>
                      <a:pt x="354" y="178"/>
                      <a:pt x="29" y="206"/>
                    </a:cubicBezTo>
                    <a:lnTo>
                      <a:pt x="0" y="206"/>
                    </a:lnTo>
                    <a:lnTo>
                      <a:pt x="0" y="263"/>
                    </a:lnTo>
                    <a:lnTo>
                      <a:pt x="0" y="326"/>
                    </a:lnTo>
                    <a:lnTo>
                      <a:pt x="0" y="383"/>
                    </a:lnTo>
                    <a:cubicBezTo>
                      <a:pt x="0" y="411"/>
                      <a:pt x="29" y="411"/>
                      <a:pt x="29" y="411"/>
                    </a:cubicBezTo>
                    <a:lnTo>
                      <a:pt x="57" y="411"/>
                    </a:lnTo>
                    <a:lnTo>
                      <a:pt x="57" y="383"/>
                    </a:lnTo>
                    <a:lnTo>
                      <a:pt x="57" y="326"/>
                    </a:lnTo>
                    <a:lnTo>
                      <a:pt x="57" y="263"/>
                    </a:lnTo>
                    <a:cubicBezTo>
                      <a:pt x="383" y="234"/>
                      <a:pt x="793" y="206"/>
                      <a:pt x="1210" y="149"/>
                    </a:cubicBezTo>
                    <a:cubicBezTo>
                      <a:pt x="1529" y="121"/>
                      <a:pt x="1854" y="86"/>
                      <a:pt x="2094" y="57"/>
                    </a:cubicBezTo>
                    <a:cubicBezTo>
                      <a:pt x="2123" y="57"/>
                      <a:pt x="2123" y="57"/>
                      <a:pt x="2123" y="29"/>
                    </a:cubicBezTo>
                    <a:cubicBezTo>
                      <a:pt x="2123" y="29"/>
                      <a:pt x="2123" y="1"/>
                      <a:pt x="2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p:cNvSpPr/>
              <p:nvPr/>
            </p:nvSpPr>
            <p:spPr>
              <a:xfrm>
                <a:off x="5570919" y="4515424"/>
                <a:ext cx="7159" cy="108706"/>
              </a:xfrm>
              <a:custGeom>
                <a:avLst/>
                <a:gdLst/>
                <a:ahLst/>
                <a:cxnLst/>
                <a:rect l="l" t="t" r="r" b="b"/>
                <a:pathLst>
                  <a:path w="206" h="3128" extrusionOk="0">
                    <a:moveTo>
                      <a:pt x="57" y="1"/>
                    </a:moveTo>
                    <a:cubicBezTo>
                      <a:pt x="29" y="1"/>
                      <a:pt x="29" y="1"/>
                      <a:pt x="29" y="29"/>
                    </a:cubicBezTo>
                    <a:cubicBezTo>
                      <a:pt x="1" y="1033"/>
                      <a:pt x="29" y="2066"/>
                      <a:pt x="149" y="3099"/>
                    </a:cubicBezTo>
                    <a:cubicBezTo>
                      <a:pt x="149" y="3099"/>
                      <a:pt x="149" y="3127"/>
                      <a:pt x="178" y="3127"/>
                    </a:cubicBezTo>
                    <a:cubicBezTo>
                      <a:pt x="178" y="3127"/>
                      <a:pt x="206" y="3099"/>
                      <a:pt x="206" y="3064"/>
                    </a:cubicBezTo>
                    <a:cubicBezTo>
                      <a:pt x="86" y="2066"/>
                      <a:pt x="57" y="1033"/>
                      <a:pt x="86" y="29"/>
                    </a:cubicBezTo>
                    <a:cubicBezTo>
                      <a:pt x="86" y="1"/>
                      <a:pt x="57"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p:cNvSpPr/>
              <p:nvPr/>
            </p:nvSpPr>
            <p:spPr>
              <a:xfrm>
                <a:off x="5455123" y="4818294"/>
                <a:ext cx="182451" cy="90600"/>
              </a:xfrm>
              <a:custGeom>
                <a:avLst/>
                <a:gdLst/>
                <a:ahLst/>
                <a:cxnLst/>
                <a:rect l="l" t="t" r="r" b="b"/>
                <a:pathLst>
                  <a:path w="5250" h="2607" extrusionOk="0">
                    <a:moveTo>
                      <a:pt x="3538" y="1"/>
                    </a:moveTo>
                    <a:cubicBezTo>
                      <a:pt x="2953" y="1"/>
                      <a:pt x="2398" y="247"/>
                      <a:pt x="1890" y="511"/>
                    </a:cubicBezTo>
                    <a:cubicBezTo>
                      <a:pt x="1359" y="779"/>
                      <a:pt x="737" y="1069"/>
                      <a:pt x="383" y="1543"/>
                    </a:cubicBezTo>
                    <a:cubicBezTo>
                      <a:pt x="354" y="1572"/>
                      <a:pt x="354" y="1600"/>
                      <a:pt x="326" y="1635"/>
                    </a:cubicBezTo>
                    <a:cubicBezTo>
                      <a:pt x="178" y="1840"/>
                      <a:pt x="1" y="2131"/>
                      <a:pt x="149" y="2399"/>
                    </a:cubicBezTo>
                    <a:cubicBezTo>
                      <a:pt x="216" y="2553"/>
                      <a:pt x="343" y="2607"/>
                      <a:pt x="497" y="2607"/>
                    </a:cubicBezTo>
                    <a:cubicBezTo>
                      <a:pt x="818" y="2607"/>
                      <a:pt x="1252" y="2370"/>
                      <a:pt x="1472" y="2307"/>
                    </a:cubicBezTo>
                    <a:cubicBezTo>
                      <a:pt x="1854" y="2194"/>
                      <a:pt x="2208" y="2046"/>
                      <a:pt x="2562" y="1925"/>
                    </a:cubicBezTo>
                    <a:cubicBezTo>
                      <a:pt x="3269" y="1664"/>
                      <a:pt x="4012" y="1458"/>
                      <a:pt x="4748" y="1423"/>
                    </a:cubicBezTo>
                    <a:cubicBezTo>
                      <a:pt x="4925" y="1423"/>
                      <a:pt x="5158" y="1423"/>
                      <a:pt x="5215" y="1246"/>
                    </a:cubicBezTo>
                    <a:cubicBezTo>
                      <a:pt x="5250" y="1190"/>
                      <a:pt x="5250" y="1105"/>
                      <a:pt x="5215" y="1041"/>
                    </a:cubicBezTo>
                    <a:cubicBezTo>
                      <a:pt x="5101" y="426"/>
                      <a:pt x="4302" y="44"/>
                      <a:pt x="3715" y="8"/>
                    </a:cubicBezTo>
                    <a:cubicBezTo>
                      <a:pt x="3656" y="3"/>
                      <a:pt x="3597" y="1"/>
                      <a:pt x="35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1"/>
              <p:cNvSpPr/>
              <p:nvPr/>
            </p:nvSpPr>
            <p:spPr>
              <a:xfrm>
                <a:off x="5334183" y="4634696"/>
                <a:ext cx="623008" cy="252790"/>
              </a:xfrm>
              <a:custGeom>
                <a:avLst/>
                <a:gdLst/>
                <a:ahLst/>
                <a:cxnLst/>
                <a:rect l="l" t="t" r="r" b="b"/>
                <a:pathLst>
                  <a:path w="17927" h="7274" extrusionOk="0">
                    <a:moveTo>
                      <a:pt x="2256" y="1"/>
                    </a:moveTo>
                    <a:cubicBezTo>
                      <a:pt x="2076" y="1"/>
                      <a:pt x="1894" y="15"/>
                      <a:pt x="1712" y="49"/>
                    </a:cubicBezTo>
                    <a:cubicBezTo>
                      <a:pt x="1267" y="134"/>
                      <a:pt x="856" y="375"/>
                      <a:pt x="531" y="693"/>
                    </a:cubicBezTo>
                    <a:cubicBezTo>
                      <a:pt x="446" y="813"/>
                      <a:pt x="354" y="933"/>
                      <a:pt x="297" y="1047"/>
                    </a:cubicBezTo>
                    <a:cubicBezTo>
                      <a:pt x="0" y="1641"/>
                      <a:pt x="241" y="2377"/>
                      <a:pt x="502" y="2935"/>
                    </a:cubicBezTo>
                    <a:cubicBezTo>
                      <a:pt x="913" y="3735"/>
                      <a:pt x="1564" y="4322"/>
                      <a:pt x="2299" y="4761"/>
                    </a:cubicBezTo>
                    <a:cubicBezTo>
                      <a:pt x="3155" y="5291"/>
                      <a:pt x="4096" y="5617"/>
                      <a:pt x="5044" y="5970"/>
                    </a:cubicBezTo>
                    <a:cubicBezTo>
                      <a:pt x="6105" y="6352"/>
                      <a:pt x="7195" y="6741"/>
                      <a:pt x="8256" y="7123"/>
                    </a:cubicBezTo>
                    <a:cubicBezTo>
                      <a:pt x="8461" y="7180"/>
                      <a:pt x="8843" y="7237"/>
                      <a:pt x="9048" y="7272"/>
                    </a:cubicBezTo>
                    <a:cubicBezTo>
                      <a:pt x="9053" y="7273"/>
                      <a:pt x="9058" y="7273"/>
                      <a:pt x="9063" y="7273"/>
                    </a:cubicBezTo>
                    <a:cubicBezTo>
                      <a:pt x="9229" y="7273"/>
                      <a:pt x="9290" y="6824"/>
                      <a:pt x="9345" y="6741"/>
                    </a:cubicBezTo>
                    <a:cubicBezTo>
                      <a:pt x="9511" y="6547"/>
                      <a:pt x="9756" y="6528"/>
                      <a:pt x="10001" y="6528"/>
                    </a:cubicBezTo>
                    <a:cubicBezTo>
                      <a:pt x="10059" y="6528"/>
                      <a:pt x="10117" y="6529"/>
                      <a:pt x="10173" y="6529"/>
                    </a:cubicBezTo>
                    <a:cubicBezTo>
                      <a:pt x="10376" y="6543"/>
                      <a:pt x="10578" y="6550"/>
                      <a:pt x="10778" y="6550"/>
                    </a:cubicBezTo>
                    <a:cubicBezTo>
                      <a:pt x="12666" y="6550"/>
                      <a:pt x="14413" y="5929"/>
                      <a:pt x="16038" y="4938"/>
                    </a:cubicBezTo>
                    <a:cubicBezTo>
                      <a:pt x="16540" y="4647"/>
                      <a:pt x="17042" y="4265"/>
                      <a:pt x="17396" y="3763"/>
                    </a:cubicBezTo>
                    <a:cubicBezTo>
                      <a:pt x="17806" y="3169"/>
                      <a:pt x="17927" y="2377"/>
                      <a:pt x="17481" y="1754"/>
                    </a:cubicBezTo>
                    <a:cubicBezTo>
                      <a:pt x="17042" y="1195"/>
                      <a:pt x="16391" y="841"/>
                      <a:pt x="15684" y="728"/>
                    </a:cubicBezTo>
                    <a:cubicBezTo>
                      <a:pt x="15547" y="701"/>
                      <a:pt x="15414" y="688"/>
                      <a:pt x="15285" y="688"/>
                    </a:cubicBezTo>
                    <a:cubicBezTo>
                      <a:pt x="14580" y="688"/>
                      <a:pt x="13983" y="1063"/>
                      <a:pt x="13385" y="1464"/>
                    </a:cubicBezTo>
                    <a:cubicBezTo>
                      <a:pt x="13328" y="1521"/>
                      <a:pt x="13236" y="1577"/>
                      <a:pt x="13151" y="1641"/>
                    </a:cubicBezTo>
                    <a:cubicBezTo>
                      <a:pt x="12793" y="1523"/>
                      <a:pt x="12398" y="1491"/>
                      <a:pt x="11997" y="1491"/>
                    </a:cubicBezTo>
                    <a:cubicBezTo>
                      <a:pt x="11701" y="1491"/>
                      <a:pt x="11402" y="1509"/>
                      <a:pt x="11114" y="1521"/>
                    </a:cubicBezTo>
                    <a:cubicBezTo>
                      <a:pt x="10853" y="1541"/>
                      <a:pt x="10587" y="1547"/>
                      <a:pt x="10320" y="1547"/>
                    </a:cubicBezTo>
                    <a:cubicBezTo>
                      <a:pt x="10027" y="1547"/>
                      <a:pt x="9731" y="1540"/>
                      <a:pt x="9435" y="1540"/>
                    </a:cubicBezTo>
                    <a:cubicBezTo>
                      <a:pt x="9268" y="1540"/>
                      <a:pt x="9102" y="1542"/>
                      <a:pt x="8935" y="1549"/>
                    </a:cubicBezTo>
                    <a:cubicBezTo>
                      <a:pt x="8638" y="1583"/>
                      <a:pt x="8388" y="1615"/>
                      <a:pt x="8136" y="1615"/>
                    </a:cubicBezTo>
                    <a:cubicBezTo>
                      <a:pt x="7914" y="1615"/>
                      <a:pt x="7690" y="1590"/>
                      <a:pt x="7428" y="1521"/>
                    </a:cubicBezTo>
                    <a:cubicBezTo>
                      <a:pt x="6134" y="1167"/>
                      <a:pt x="4896" y="580"/>
                      <a:pt x="3601" y="226"/>
                    </a:cubicBezTo>
                    <a:cubicBezTo>
                      <a:pt x="3173" y="99"/>
                      <a:pt x="2720" y="1"/>
                      <a:pt x="2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1"/>
              <p:cNvSpPr/>
              <p:nvPr/>
            </p:nvSpPr>
            <p:spPr>
              <a:xfrm>
                <a:off x="5641501" y="4714071"/>
                <a:ext cx="173102" cy="82155"/>
              </a:xfrm>
              <a:custGeom>
                <a:avLst/>
                <a:gdLst/>
                <a:ahLst/>
                <a:cxnLst/>
                <a:rect l="l" t="t" r="r" b="b"/>
                <a:pathLst>
                  <a:path w="4981" h="2364" extrusionOk="0">
                    <a:moveTo>
                      <a:pt x="4924" y="1"/>
                    </a:moveTo>
                    <a:cubicBezTo>
                      <a:pt x="4690" y="121"/>
                      <a:pt x="4450" y="213"/>
                      <a:pt x="4216" y="326"/>
                    </a:cubicBezTo>
                    <a:cubicBezTo>
                      <a:pt x="3863" y="475"/>
                      <a:pt x="3481" y="623"/>
                      <a:pt x="3127" y="857"/>
                    </a:cubicBezTo>
                    <a:cubicBezTo>
                      <a:pt x="2978" y="949"/>
                      <a:pt x="2802" y="1062"/>
                      <a:pt x="2653" y="1154"/>
                    </a:cubicBezTo>
                    <a:cubicBezTo>
                      <a:pt x="2243" y="1415"/>
                      <a:pt x="1832" y="1684"/>
                      <a:pt x="1387" y="1889"/>
                    </a:cubicBezTo>
                    <a:cubicBezTo>
                      <a:pt x="1210" y="1981"/>
                      <a:pt x="976" y="2038"/>
                      <a:pt x="736" y="2066"/>
                    </a:cubicBezTo>
                    <a:cubicBezTo>
                      <a:pt x="502" y="2158"/>
                      <a:pt x="205" y="2215"/>
                      <a:pt x="0" y="2335"/>
                    </a:cubicBezTo>
                    <a:lnTo>
                      <a:pt x="0" y="2363"/>
                    </a:lnTo>
                    <a:lnTo>
                      <a:pt x="28" y="2363"/>
                    </a:lnTo>
                    <a:cubicBezTo>
                      <a:pt x="241" y="2271"/>
                      <a:pt x="502" y="2215"/>
                      <a:pt x="771" y="2123"/>
                    </a:cubicBezTo>
                    <a:cubicBezTo>
                      <a:pt x="1005" y="2066"/>
                      <a:pt x="1210" y="2010"/>
                      <a:pt x="1415" y="1946"/>
                    </a:cubicBezTo>
                    <a:cubicBezTo>
                      <a:pt x="1861" y="1741"/>
                      <a:pt x="2271" y="1479"/>
                      <a:pt x="2681" y="1210"/>
                    </a:cubicBezTo>
                    <a:cubicBezTo>
                      <a:pt x="2830" y="1097"/>
                      <a:pt x="3007" y="1005"/>
                      <a:pt x="3155" y="885"/>
                    </a:cubicBezTo>
                    <a:cubicBezTo>
                      <a:pt x="3509" y="680"/>
                      <a:pt x="3891" y="531"/>
                      <a:pt x="4245" y="390"/>
                    </a:cubicBezTo>
                    <a:cubicBezTo>
                      <a:pt x="4485" y="269"/>
                      <a:pt x="4719" y="177"/>
                      <a:pt x="4952" y="64"/>
                    </a:cubicBezTo>
                    <a:cubicBezTo>
                      <a:pt x="4980" y="36"/>
                      <a:pt x="4980" y="36"/>
                      <a:pt x="4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1"/>
              <p:cNvSpPr/>
              <p:nvPr/>
            </p:nvSpPr>
            <p:spPr>
              <a:xfrm>
                <a:off x="5653769" y="4825940"/>
                <a:ext cx="142381" cy="129523"/>
              </a:xfrm>
              <a:custGeom>
                <a:avLst/>
                <a:gdLst/>
                <a:ahLst/>
                <a:cxnLst/>
                <a:rect l="l" t="t" r="r" b="b"/>
                <a:pathLst>
                  <a:path w="4097" h="3727" extrusionOk="0">
                    <a:moveTo>
                      <a:pt x="680" y="0"/>
                    </a:moveTo>
                    <a:cubicBezTo>
                      <a:pt x="560" y="262"/>
                      <a:pt x="447" y="496"/>
                      <a:pt x="326" y="764"/>
                    </a:cubicBezTo>
                    <a:cubicBezTo>
                      <a:pt x="298" y="885"/>
                      <a:pt x="241" y="1026"/>
                      <a:pt x="178" y="1146"/>
                    </a:cubicBezTo>
                    <a:cubicBezTo>
                      <a:pt x="149" y="1238"/>
                      <a:pt x="1" y="1415"/>
                      <a:pt x="65" y="1500"/>
                    </a:cubicBezTo>
                    <a:cubicBezTo>
                      <a:pt x="121" y="1529"/>
                      <a:pt x="326" y="1557"/>
                      <a:pt x="383" y="1557"/>
                    </a:cubicBezTo>
                    <a:cubicBezTo>
                      <a:pt x="503" y="1592"/>
                      <a:pt x="623" y="1649"/>
                      <a:pt x="737" y="1677"/>
                    </a:cubicBezTo>
                    <a:cubicBezTo>
                      <a:pt x="885" y="1797"/>
                      <a:pt x="1126" y="1854"/>
                      <a:pt x="1303" y="1974"/>
                    </a:cubicBezTo>
                    <a:cubicBezTo>
                      <a:pt x="1508" y="2087"/>
                      <a:pt x="1713" y="2300"/>
                      <a:pt x="1918" y="2441"/>
                    </a:cubicBezTo>
                    <a:cubicBezTo>
                      <a:pt x="2328" y="2795"/>
                      <a:pt x="2746" y="3149"/>
                      <a:pt x="3184" y="3502"/>
                    </a:cubicBezTo>
                    <a:cubicBezTo>
                      <a:pt x="3310" y="3604"/>
                      <a:pt x="3457" y="3727"/>
                      <a:pt x="3624" y="3727"/>
                    </a:cubicBezTo>
                    <a:cubicBezTo>
                      <a:pt x="3654" y="3727"/>
                      <a:pt x="3684" y="3723"/>
                      <a:pt x="3715" y="3714"/>
                    </a:cubicBezTo>
                    <a:cubicBezTo>
                      <a:pt x="3920" y="3651"/>
                      <a:pt x="4012" y="3389"/>
                      <a:pt x="4040" y="3184"/>
                    </a:cubicBezTo>
                    <a:cubicBezTo>
                      <a:pt x="4097" y="2561"/>
                      <a:pt x="3863" y="2151"/>
                      <a:pt x="3453" y="1705"/>
                    </a:cubicBezTo>
                    <a:cubicBezTo>
                      <a:pt x="3128" y="1380"/>
                      <a:pt x="2717" y="1062"/>
                      <a:pt x="2477" y="616"/>
                    </a:cubicBezTo>
                    <a:cubicBezTo>
                      <a:pt x="2364" y="382"/>
                      <a:pt x="2215" y="142"/>
                      <a:pt x="1918" y="142"/>
                    </a:cubicBezTo>
                    <a:cubicBezTo>
                      <a:pt x="1769" y="142"/>
                      <a:pt x="1621" y="177"/>
                      <a:pt x="1444" y="206"/>
                    </a:cubicBezTo>
                    <a:cubicBezTo>
                      <a:pt x="1415" y="208"/>
                      <a:pt x="1386" y="210"/>
                      <a:pt x="1358" y="210"/>
                    </a:cubicBezTo>
                    <a:cubicBezTo>
                      <a:pt x="1106" y="210"/>
                      <a:pt x="890" y="102"/>
                      <a:pt x="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p:cNvSpPr/>
              <p:nvPr/>
            </p:nvSpPr>
            <p:spPr>
              <a:xfrm>
                <a:off x="5612969" y="4475980"/>
                <a:ext cx="242677" cy="254284"/>
              </a:xfrm>
              <a:custGeom>
                <a:avLst/>
                <a:gdLst/>
                <a:ahLst/>
                <a:cxnLst/>
                <a:rect l="l" t="t" r="r" b="b"/>
                <a:pathLst>
                  <a:path w="6983" h="7317" extrusionOk="0">
                    <a:moveTo>
                      <a:pt x="5454" y="0"/>
                    </a:moveTo>
                    <a:cubicBezTo>
                      <a:pt x="4901" y="0"/>
                      <a:pt x="4358" y="478"/>
                      <a:pt x="4245" y="1136"/>
                    </a:cubicBezTo>
                    <a:cubicBezTo>
                      <a:pt x="4125" y="1758"/>
                      <a:pt x="4097" y="2345"/>
                      <a:pt x="4125" y="2961"/>
                    </a:cubicBezTo>
                    <a:cubicBezTo>
                      <a:pt x="4153" y="3286"/>
                      <a:pt x="4153" y="3583"/>
                      <a:pt x="4181" y="3909"/>
                    </a:cubicBezTo>
                    <a:cubicBezTo>
                      <a:pt x="4181" y="4086"/>
                      <a:pt x="4210" y="4234"/>
                      <a:pt x="4210" y="4411"/>
                    </a:cubicBezTo>
                    <a:cubicBezTo>
                      <a:pt x="4210" y="4496"/>
                      <a:pt x="4273" y="4616"/>
                      <a:pt x="4245" y="4729"/>
                    </a:cubicBezTo>
                    <a:cubicBezTo>
                      <a:pt x="4245" y="4850"/>
                      <a:pt x="4245" y="4821"/>
                      <a:pt x="4153" y="4878"/>
                    </a:cubicBezTo>
                    <a:cubicBezTo>
                      <a:pt x="4033" y="4906"/>
                      <a:pt x="3920" y="4942"/>
                      <a:pt x="3799" y="4970"/>
                    </a:cubicBezTo>
                    <a:cubicBezTo>
                      <a:pt x="3361" y="5083"/>
                      <a:pt x="2915" y="5203"/>
                      <a:pt x="2441" y="5352"/>
                    </a:cubicBezTo>
                    <a:cubicBezTo>
                      <a:pt x="2236" y="5408"/>
                      <a:pt x="2003" y="5472"/>
                      <a:pt x="1797" y="5500"/>
                    </a:cubicBezTo>
                    <a:cubicBezTo>
                      <a:pt x="1500" y="5557"/>
                      <a:pt x="1203" y="5677"/>
                      <a:pt x="913" y="5734"/>
                    </a:cubicBezTo>
                    <a:cubicBezTo>
                      <a:pt x="616" y="5790"/>
                      <a:pt x="319" y="6003"/>
                      <a:pt x="142" y="6236"/>
                    </a:cubicBezTo>
                    <a:cubicBezTo>
                      <a:pt x="29" y="6441"/>
                      <a:pt x="1" y="6710"/>
                      <a:pt x="57" y="6915"/>
                    </a:cubicBezTo>
                    <a:cubicBezTo>
                      <a:pt x="114" y="7064"/>
                      <a:pt x="177" y="7120"/>
                      <a:pt x="234" y="7149"/>
                    </a:cubicBezTo>
                    <a:cubicBezTo>
                      <a:pt x="319" y="7205"/>
                      <a:pt x="439" y="7205"/>
                      <a:pt x="588" y="7205"/>
                    </a:cubicBezTo>
                    <a:cubicBezTo>
                      <a:pt x="1134" y="7258"/>
                      <a:pt x="1816" y="7317"/>
                      <a:pt x="2525" y="7317"/>
                    </a:cubicBezTo>
                    <a:cubicBezTo>
                      <a:pt x="4186" y="7317"/>
                      <a:pt x="6001" y="6996"/>
                      <a:pt x="6601" y="5529"/>
                    </a:cubicBezTo>
                    <a:cubicBezTo>
                      <a:pt x="6926" y="4701"/>
                      <a:pt x="6983" y="3817"/>
                      <a:pt x="6955" y="2904"/>
                    </a:cubicBezTo>
                    <a:cubicBezTo>
                      <a:pt x="6926" y="2112"/>
                      <a:pt x="6806" y="1192"/>
                      <a:pt x="6332" y="520"/>
                    </a:cubicBezTo>
                    <a:cubicBezTo>
                      <a:pt x="6088" y="155"/>
                      <a:pt x="5770" y="0"/>
                      <a:pt x="5454"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p:cNvSpPr/>
              <p:nvPr/>
            </p:nvSpPr>
            <p:spPr>
              <a:xfrm>
                <a:off x="5585202" y="4217489"/>
                <a:ext cx="138419" cy="124900"/>
              </a:xfrm>
              <a:custGeom>
                <a:avLst/>
                <a:gdLst/>
                <a:ahLst/>
                <a:cxnLst/>
                <a:rect l="l" t="t" r="r" b="b"/>
                <a:pathLst>
                  <a:path w="3983" h="3594" extrusionOk="0">
                    <a:moveTo>
                      <a:pt x="1872" y="0"/>
                    </a:moveTo>
                    <a:cubicBezTo>
                      <a:pt x="1778" y="0"/>
                      <a:pt x="1684" y="9"/>
                      <a:pt x="1592" y="28"/>
                    </a:cubicBezTo>
                    <a:cubicBezTo>
                      <a:pt x="1535" y="56"/>
                      <a:pt x="1507" y="56"/>
                      <a:pt x="1443" y="56"/>
                    </a:cubicBezTo>
                    <a:cubicBezTo>
                      <a:pt x="856" y="233"/>
                      <a:pt x="382" y="735"/>
                      <a:pt x="149" y="1322"/>
                    </a:cubicBezTo>
                    <a:cubicBezTo>
                      <a:pt x="0" y="1676"/>
                      <a:pt x="587" y="1648"/>
                      <a:pt x="800" y="1676"/>
                    </a:cubicBezTo>
                    <a:cubicBezTo>
                      <a:pt x="941" y="1676"/>
                      <a:pt x="1061" y="1704"/>
                      <a:pt x="1182" y="1704"/>
                    </a:cubicBezTo>
                    <a:cubicBezTo>
                      <a:pt x="1472" y="1733"/>
                      <a:pt x="1769" y="1733"/>
                      <a:pt x="2038" y="1733"/>
                    </a:cubicBezTo>
                    <a:cubicBezTo>
                      <a:pt x="2476" y="1733"/>
                      <a:pt x="2179" y="2086"/>
                      <a:pt x="2420" y="2263"/>
                    </a:cubicBezTo>
                    <a:cubicBezTo>
                      <a:pt x="2596" y="2383"/>
                      <a:pt x="2710" y="2504"/>
                      <a:pt x="2802" y="2681"/>
                    </a:cubicBezTo>
                    <a:cubicBezTo>
                      <a:pt x="2858" y="2886"/>
                      <a:pt x="2886" y="3091"/>
                      <a:pt x="3007" y="3268"/>
                    </a:cubicBezTo>
                    <a:cubicBezTo>
                      <a:pt x="3035" y="3296"/>
                      <a:pt x="3063" y="3324"/>
                      <a:pt x="3099" y="3388"/>
                    </a:cubicBezTo>
                    <a:cubicBezTo>
                      <a:pt x="3184" y="3445"/>
                      <a:pt x="3240" y="3537"/>
                      <a:pt x="3304" y="3593"/>
                    </a:cubicBezTo>
                    <a:cubicBezTo>
                      <a:pt x="3332" y="3565"/>
                      <a:pt x="3360" y="3537"/>
                      <a:pt x="3360" y="3473"/>
                    </a:cubicBezTo>
                    <a:cubicBezTo>
                      <a:pt x="3658" y="2681"/>
                      <a:pt x="3983" y="1796"/>
                      <a:pt x="3537" y="997"/>
                    </a:cubicBezTo>
                    <a:cubicBezTo>
                      <a:pt x="3228" y="434"/>
                      <a:pt x="2534" y="0"/>
                      <a:pt x="1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1"/>
              <p:cNvSpPr/>
              <p:nvPr/>
            </p:nvSpPr>
            <p:spPr>
              <a:xfrm>
                <a:off x="5453176" y="4677893"/>
                <a:ext cx="229401" cy="152007"/>
              </a:xfrm>
              <a:custGeom>
                <a:avLst/>
                <a:gdLst/>
                <a:ahLst/>
                <a:cxnLst/>
                <a:rect l="l" t="t" r="r" b="b"/>
                <a:pathLst>
                  <a:path w="6601" h="4374" extrusionOk="0">
                    <a:moveTo>
                      <a:pt x="21" y="0"/>
                    </a:moveTo>
                    <a:cubicBezTo>
                      <a:pt x="13" y="0"/>
                      <a:pt x="0" y="16"/>
                      <a:pt x="0" y="16"/>
                    </a:cubicBezTo>
                    <a:cubicBezTo>
                      <a:pt x="0" y="44"/>
                      <a:pt x="0" y="44"/>
                      <a:pt x="28" y="44"/>
                    </a:cubicBezTo>
                    <a:cubicBezTo>
                      <a:pt x="793" y="398"/>
                      <a:pt x="1500" y="957"/>
                      <a:pt x="2179" y="1459"/>
                    </a:cubicBezTo>
                    <a:cubicBezTo>
                      <a:pt x="2533" y="1749"/>
                      <a:pt x="2887" y="2018"/>
                      <a:pt x="3269" y="2280"/>
                    </a:cubicBezTo>
                    <a:cubicBezTo>
                      <a:pt x="4301" y="2959"/>
                      <a:pt x="5419" y="3461"/>
                      <a:pt x="6544" y="3963"/>
                    </a:cubicBezTo>
                    <a:cubicBezTo>
                      <a:pt x="6509" y="4020"/>
                      <a:pt x="6480" y="4084"/>
                      <a:pt x="6480" y="4140"/>
                    </a:cubicBezTo>
                    <a:cubicBezTo>
                      <a:pt x="6452" y="4197"/>
                      <a:pt x="6424" y="4260"/>
                      <a:pt x="6395" y="4317"/>
                    </a:cubicBezTo>
                    <a:cubicBezTo>
                      <a:pt x="6395" y="4345"/>
                      <a:pt x="6395" y="4345"/>
                      <a:pt x="6424" y="4345"/>
                    </a:cubicBezTo>
                    <a:lnTo>
                      <a:pt x="6424" y="4374"/>
                    </a:lnTo>
                    <a:lnTo>
                      <a:pt x="6452" y="4345"/>
                    </a:lnTo>
                    <a:cubicBezTo>
                      <a:pt x="6480" y="4289"/>
                      <a:pt x="6509" y="4197"/>
                      <a:pt x="6509" y="4140"/>
                    </a:cubicBezTo>
                    <a:cubicBezTo>
                      <a:pt x="6544" y="4084"/>
                      <a:pt x="6572" y="4020"/>
                      <a:pt x="6601" y="3963"/>
                    </a:cubicBezTo>
                    <a:lnTo>
                      <a:pt x="6601" y="3935"/>
                    </a:lnTo>
                    <a:lnTo>
                      <a:pt x="6572" y="3935"/>
                    </a:lnTo>
                    <a:cubicBezTo>
                      <a:pt x="5483" y="3433"/>
                      <a:pt x="4330" y="2902"/>
                      <a:pt x="3297" y="2223"/>
                    </a:cubicBezTo>
                    <a:cubicBezTo>
                      <a:pt x="2915" y="1990"/>
                      <a:pt x="2561" y="1692"/>
                      <a:pt x="2207" y="1431"/>
                    </a:cubicBezTo>
                    <a:cubicBezTo>
                      <a:pt x="1528" y="900"/>
                      <a:pt x="821" y="370"/>
                      <a:pt x="28" y="16"/>
                    </a:cubicBezTo>
                    <a:cubicBezTo>
                      <a:pt x="28" y="4"/>
                      <a:pt x="25" y="0"/>
                      <a:pt x="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1"/>
              <p:cNvSpPr/>
              <p:nvPr/>
            </p:nvSpPr>
            <p:spPr>
              <a:xfrm>
                <a:off x="5610745" y="4321400"/>
                <a:ext cx="22659" cy="12858"/>
              </a:xfrm>
              <a:custGeom>
                <a:avLst/>
                <a:gdLst/>
                <a:ahLst/>
                <a:cxnLst/>
                <a:rect l="l" t="t" r="r" b="b"/>
                <a:pathLst>
                  <a:path w="652" h="370" extrusionOk="0">
                    <a:moveTo>
                      <a:pt x="616" y="0"/>
                    </a:moveTo>
                    <a:cubicBezTo>
                      <a:pt x="608" y="0"/>
                      <a:pt x="595" y="16"/>
                      <a:pt x="595" y="16"/>
                    </a:cubicBezTo>
                    <a:cubicBezTo>
                      <a:pt x="560" y="129"/>
                      <a:pt x="475" y="221"/>
                      <a:pt x="383" y="278"/>
                    </a:cubicBezTo>
                    <a:cubicBezTo>
                      <a:pt x="303" y="298"/>
                      <a:pt x="219" y="318"/>
                      <a:pt x="147" y="318"/>
                    </a:cubicBezTo>
                    <a:cubicBezTo>
                      <a:pt x="117" y="318"/>
                      <a:pt x="89" y="314"/>
                      <a:pt x="65" y="306"/>
                    </a:cubicBezTo>
                    <a:cubicBezTo>
                      <a:pt x="53" y="297"/>
                      <a:pt x="42" y="293"/>
                      <a:pt x="32" y="293"/>
                    </a:cubicBezTo>
                    <a:cubicBezTo>
                      <a:pt x="13" y="293"/>
                      <a:pt x="1" y="306"/>
                      <a:pt x="1" y="306"/>
                    </a:cubicBezTo>
                    <a:cubicBezTo>
                      <a:pt x="1" y="334"/>
                      <a:pt x="1" y="334"/>
                      <a:pt x="29" y="334"/>
                    </a:cubicBezTo>
                    <a:cubicBezTo>
                      <a:pt x="65" y="370"/>
                      <a:pt x="121" y="370"/>
                      <a:pt x="178" y="370"/>
                    </a:cubicBezTo>
                    <a:cubicBezTo>
                      <a:pt x="270" y="370"/>
                      <a:pt x="326" y="370"/>
                      <a:pt x="418" y="306"/>
                    </a:cubicBezTo>
                    <a:cubicBezTo>
                      <a:pt x="531" y="249"/>
                      <a:pt x="623" y="157"/>
                      <a:pt x="652" y="44"/>
                    </a:cubicBezTo>
                    <a:cubicBezTo>
                      <a:pt x="652" y="16"/>
                      <a:pt x="652" y="16"/>
                      <a:pt x="623" y="16"/>
                    </a:cubicBezTo>
                    <a:cubicBezTo>
                      <a:pt x="623" y="4"/>
                      <a:pt x="620"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p:cNvSpPr/>
              <p:nvPr/>
            </p:nvSpPr>
            <p:spPr>
              <a:xfrm>
                <a:off x="5664091" y="4287203"/>
                <a:ext cx="35378" cy="33223"/>
              </a:xfrm>
              <a:custGeom>
                <a:avLst/>
                <a:gdLst/>
                <a:ahLst/>
                <a:cxnLst/>
                <a:rect l="l" t="t" r="r" b="b"/>
                <a:pathLst>
                  <a:path w="1018" h="956" extrusionOk="0">
                    <a:moveTo>
                      <a:pt x="477" y="0"/>
                    </a:moveTo>
                    <a:cubicBezTo>
                      <a:pt x="274" y="0"/>
                      <a:pt x="67" y="136"/>
                      <a:pt x="1" y="377"/>
                    </a:cubicBezTo>
                    <a:lnTo>
                      <a:pt x="298" y="936"/>
                    </a:lnTo>
                    <a:cubicBezTo>
                      <a:pt x="346" y="949"/>
                      <a:pt x="392" y="955"/>
                      <a:pt x="436" y="955"/>
                    </a:cubicBezTo>
                    <a:cubicBezTo>
                      <a:pt x="796" y="955"/>
                      <a:pt x="1018" y="551"/>
                      <a:pt x="885" y="293"/>
                    </a:cubicBezTo>
                    <a:cubicBezTo>
                      <a:pt x="806" y="92"/>
                      <a:pt x="643" y="0"/>
                      <a:pt x="477"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p:cNvSpPr/>
              <p:nvPr/>
            </p:nvSpPr>
            <p:spPr>
              <a:xfrm>
                <a:off x="5669269" y="4294501"/>
                <a:ext cx="14283" cy="10009"/>
              </a:xfrm>
              <a:custGeom>
                <a:avLst/>
                <a:gdLst/>
                <a:ahLst/>
                <a:cxnLst/>
                <a:rect l="l" t="t" r="r" b="b"/>
                <a:pathLst>
                  <a:path w="411" h="288" extrusionOk="0">
                    <a:moveTo>
                      <a:pt x="271" y="0"/>
                    </a:moveTo>
                    <a:cubicBezTo>
                      <a:pt x="219" y="0"/>
                      <a:pt x="168" y="14"/>
                      <a:pt x="114" y="47"/>
                    </a:cubicBezTo>
                    <a:cubicBezTo>
                      <a:pt x="29" y="111"/>
                      <a:pt x="1" y="196"/>
                      <a:pt x="1" y="259"/>
                    </a:cubicBezTo>
                    <a:cubicBezTo>
                      <a:pt x="1" y="288"/>
                      <a:pt x="1" y="288"/>
                      <a:pt x="29" y="288"/>
                    </a:cubicBezTo>
                    <a:cubicBezTo>
                      <a:pt x="29" y="288"/>
                      <a:pt x="57" y="288"/>
                      <a:pt x="57" y="259"/>
                    </a:cubicBezTo>
                    <a:cubicBezTo>
                      <a:pt x="57" y="196"/>
                      <a:pt x="85" y="139"/>
                      <a:pt x="149" y="111"/>
                    </a:cubicBezTo>
                    <a:cubicBezTo>
                      <a:pt x="182" y="74"/>
                      <a:pt x="223" y="59"/>
                      <a:pt x="270" y="59"/>
                    </a:cubicBezTo>
                    <a:cubicBezTo>
                      <a:pt x="305" y="59"/>
                      <a:pt x="343" y="67"/>
                      <a:pt x="383" y="83"/>
                    </a:cubicBezTo>
                    <a:lnTo>
                      <a:pt x="411" y="47"/>
                    </a:lnTo>
                    <a:cubicBezTo>
                      <a:pt x="411" y="19"/>
                      <a:pt x="411" y="19"/>
                      <a:pt x="383" y="19"/>
                    </a:cubicBezTo>
                    <a:cubicBezTo>
                      <a:pt x="344" y="7"/>
                      <a:pt x="308" y="0"/>
                      <a:pt x="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1"/>
              <p:cNvSpPr/>
              <p:nvPr/>
            </p:nvSpPr>
            <p:spPr>
              <a:xfrm>
                <a:off x="5746976" y="4431357"/>
                <a:ext cx="106725" cy="137446"/>
              </a:xfrm>
              <a:custGeom>
                <a:avLst/>
                <a:gdLst/>
                <a:ahLst/>
                <a:cxnLst/>
                <a:rect l="l" t="t" r="r" b="b"/>
                <a:pathLst>
                  <a:path w="3071" h="3955" extrusionOk="0">
                    <a:moveTo>
                      <a:pt x="1655" y="0"/>
                    </a:moveTo>
                    <a:lnTo>
                      <a:pt x="0" y="1507"/>
                    </a:lnTo>
                    <a:cubicBezTo>
                      <a:pt x="120" y="2009"/>
                      <a:pt x="149" y="3099"/>
                      <a:pt x="149" y="3955"/>
                    </a:cubicBezTo>
                    <a:cubicBezTo>
                      <a:pt x="474" y="3926"/>
                      <a:pt x="799" y="3863"/>
                      <a:pt x="1097" y="3806"/>
                    </a:cubicBezTo>
                    <a:cubicBezTo>
                      <a:pt x="1769" y="3686"/>
                      <a:pt x="2419" y="3481"/>
                      <a:pt x="3070" y="3219"/>
                    </a:cubicBezTo>
                    <a:cubicBezTo>
                      <a:pt x="2865" y="2009"/>
                      <a:pt x="2540" y="856"/>
                      <a:pt x="16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1"/>
              <p:cNvSpPr/>
              <p:nvPr/>
            </p:nvSpPr>
            <p:spPr>
              <a:xfrm>
                <a:off x="5509476" y="4735722"/>
                <a:ext cx="248828" cy="12302"/>
              </a:xfrm>
              <a:custGeom>
                <a:avLst/>
                <a:gdLst/>
                <a:ahLst/>
                <a:cxnLst/>
                <a:rect l="l" t="t" r="r" b="b"/>
                <a:pathLst>
                  <a:path w="7160" h="354" extrusionOk="0">
                    <a:moveTo>
                      <a:pt x="177" y="0"/>
                    </a:moveTo>
                    <a:cubicBezTo>
                      <a:pt x="85" y="0"/>
                      <a:pt x="0" y="57"/>
                      <a:pt x="0" y="177"/>
                    </a:cubicBezTo>
                    <a:cubicBezTo>
                      <a:pt x="0" y="262"/>
                      <a:pt x="85" y="354"/>
                      <a:pt x="177" y="354"/>
                    </a:cubicBezTo>
                    <a:lnTo>
                      <a:pt x="6983" y="354"/>
                    </a:lnTo>
                    <a:cubicBezTo>
                      <a:pt x="7075" y="354"/>
                      <a:pt x="7159" y="262"/>
                      <a:pt x="7159" y="177"/>
                    </a:cubicBezTo>
                    <a:cubicBezTo>
                      <a:pt x="7159" y="57"/>
                      <a:pt x="7075" y="0"/>
                      <a:pt x="69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1"/>
              <p:cNvSpPr/>
              <p:nvPr/>
            </p:nvSpPr>
            <p:spPr>
              <a:xfrm>
                <a:off x="5465444" y="4626042"/>
                <a:ext cx="252060" cy="112668"/>
              </a:xfrm>
              <a:custGeom>
                <a:avLst/>
                <a:gdLst/>
                <a:ahLst/>
                <a:cxnLst/>
                <a:rect l="l" t="t" r="r" b="b"/>
                <a:pathLst>
                  <a:path w="7253" h="3242" extrusionOk="0">
                    <a:moveTo>
                      <a:pt x="178" y="1"/>
                    </a:moveTo>
                    <a:cubicBezTo>
                      <a:pt x="86" y="1"/>
                      <a:pt x="1" y="93"/>
                      <a:pt x="57" y="206"/>
                    </a:cubicBezTo>
                    <a:lnTo>
                      <a:pt x="1296" y="3241"/>
                    </a:lnTo>
                    <a:lnTo>
                      <a:pt x="7252" y="3241"/>
                    </a:lnTo>
                    <a:lnTo>
                      <a:pt x="5950" y="93"/>
                    </a:lnTo>
                    <a:cubicBezTo>
                      <a:pt x="5922" y="29"/>
                      <a:pt x="5894" y="1"/>
                      <a:pt x="5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1"/>
              <p:cNvSpPr/>
              <p:nvPr/>
            </p:nvSpPr>
            <p:spPr>
              <a:xfrm>
                <a:off x="5567721" y="4671047"/>
                <a:ext cx="29783" cy="22659"/>
              </a:xfrm>
              <a:custGeom>
                <a:avLst/>
                <a:gdLst/>
                <a:ahLst/>
                <a:cxnLst/>
                <a:rect l="l" t="t" r="r" b="b"/>
                <a:pathLst>
                  <a:path w="857" h="652" extrusionOk="0">
                    <a:moveTo>
                      <a:pt x="326" y="64"/>
                    </a:moveTo>
                    <a:cubicBezTo>
                      <a:pt x="503" y="64"/>
                      <a:pt x="708" y="177"/>
                      <a:pt x="772" y="326"/>
                    </a:cubicBezTo>
                    <a:cubicBezTo>
                      <a:pt x="800" y="418"/>
                      <a:pt x="800" y="475"/>
                      <a:pt x="772" y="503"/>
                    </a:cubicBezTo>
                    <a:cubicBezTo>
                      <a:pt x="708" y="567"/>
                      <a:pt x="652" y="595"/>
                      <a:pt x="560" y="595"/>
                    </a:cubicBezTo>
                    <a:cubicBezTo>
                      <a:pt x="355" y="595"/>
                      <a:pt x="149" y="475"/>
                      <a:pt x="93" y="326"/>
                    </a:cubicBezTo>
                    <a:cubicBezTo>
                      <a:pt x="64" y="269"/>
                      <a:pt x="93" y="213"/>
                      <a:pt x="121" y="149"/>
                    </a:cubicBezTo>
                    <a:cubicBezTo>
                      <a:pt x="149" y="93"/>
                      <a:pt x="241" y="64"/>
                      <a:pt x="326" y="64"/>
                    </a:cubicBezTo>
                    <a:close/>
                    <a:moveTo>
                      <a:pt x="326" y="1"/>
                    </a:moveTo>
                    <a:cubicBezTo>
                      <a:pt x="206" y="1"/>
                      <a:pt x="121" y="36"/>
                      <a:pt x="64" y="121"/>
                    </a:cubicBezTo>
                    <a:cubicBezTo>
                      <a:pt x="29" y="177"/>
                      <a:pt x="1" y="269"/>
                      <a:pt x="29" y="326"/>
                    </a:cubicBezTo>
                    <a:cubicBezTo>
                      <a:pt x="121" y="503"/>
                      <a:pt x="326" y="651"/>
                      <a:pt x="560" y="651"/>
                    </a:cubicBezTo>
                    <a:cubicBezTo>
                      <a:pt x="652" y="651"/>
                      <a:pt x="772" y="623"/>
                      <a:pt x="800" y="531"/>
                    </a:cubicBezTo>
                    <a:cubicBezTo>
                      <a:pt x="857" y="475"/>
                      <a:pt x="857" y="418"/>
                      <a:pt x="829" y="326"/>
                    </a:cubicBezTo>
                    <a:cubicBezTo>
                      <a:pt x="772" y="149"/>
                      <a:pt x="531" y="1"/>
                      <a:pt x="3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1"/>
              <p:cNvSpPr/>
              <p:nvPr/>
            </p:nvSpPr>
            <p:spPr>
              <a:xfrm>
                <a:off x="5640493" y="4353650"/>
                <a:ext cx="18488" cy="17481"/>
              </a:xfrm>
              <a:custGeom>
                <a:avLst/>
                <a:gdLst/>
                <a:ahLst/>
                <a:cxnLst/>
                <a:rect l="l" t="t" r="r" b="b"/>
                <a:pathLst>
                  <a:path w="532" h="503" extrusionOk="0">
                    <a:moveTo>
                      <a:pt x="531" y="1"/>
                    </a:moveTo>
                    <a:cubicBezTo>
                      <a:pt x="383" y="85"/>
                      <a:pt x="178" y="149"/>
                      <a:pt x="1" y="149"/>
                    </a:cubicBezTo>
                    <a:lnTo>
                      <a:pt x="1" y="503"/>
                    </a:lnTo>
                    <a:cubicBezTo>
                      <a:pt x="234" y="411"/>
                      <a:pt x="447" y="234"/>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1"/>
              <p:cNvSpPr/>
              <p:nvPr/>
            </p:nvSpPr>
            <p:spPr>
              <a:xfrm>
                <a:off x="5257971" y="4238828"/>
                <a:ext cx="103041" cy="82224"/>
              </a:xfrm>
              <a:custGeom>
                <a:avLst/>
                <a:gdLst/>
                <a:ahLst/>
                <a:cxnLst/>
                <a:rect l="l" t="t" r="r" b="b"/>
                <a:pathLst>
                  <a:path w="2965" h="2366" extrusionOk="0">
                    <a:moveTo>
                      <a:pt x="1160" y="1"/>
                    </a:moveTo>
                    <a:cubicBezTo>
                      <a:pt x="1132" y="1"/>
                      <a:pt x="1047" y="29"/>
                      <a:pt x="1104" y="57"/>
                    </a:cubicBezTo>
                    <a:cubicBezTo>
                      <a:pt x="1132" y="93"/>
                      <a:pt x="1160" y="121"/>
                      <a:pt x="1224" y="149"/>
                    </a:cubicBezTo>
                    <a:cubicBezTo>
                      <a:pt x="1252" y="149"/>
                      <a:pt x="1281" y="178"/>
                      <a:pt x="1309" y="206"/>
                    </a:cubicBezTo>
                    <a:cubicBezTo>
                      <a:pt x="1401" y="298"/>
                      <a:pt x="1486" y="355"/>
                      <a:pt x="1549" y="447"/>
                    </a:cubicBezTo>
                    <a:cubicBezTo>
                      <a:pt x="1634" y="560"/>
                      <a:pt x="1663" y="708"/>
                      <a:pt x="1726" y="829"/>
                    </a:cubicBezTo>
                    <a:cubicBezTo>
                      <a:pt x="1755" y="1034"/>
                      <a:pt x="1726" y="1295"/>
                      <a:pt x="1457" y="1295"/>
                    </a:cubicBezTo>
                    <a:cubicBezTo>
                      <a:pt x="1443" y="1298"/>
                      <a:pt x="1429" y="1299"/>
                      <a:pt x="1415" y="1299"/>
                    </a:cubicBezTo>
                    <a:cubicBezTo>
                      <a:pt x="1192" y="1299"/>
                      <a:pt x="944" y="1051"/>
                      <a:pt x="778" y="885"/>
                    </a:cubicBezTo>
                    <a:cubicBezTo>
                      <a:pt x="665" y="765"/>
                      <a:pt x="517" y="588"/>
                      <a:pt x="340" y="503"/>
                    </a:cubicBezTo>
                    <a:cubicBezTo>
                      <a:pt x="317" y="496"/>
                      <a:pt x="294" y="492"/>
                      <a:pt x="272" y="492"/>
                    </a:cubicBezTo>
                    <a:cubicBezTo>
                      <a:pt x="122" y="492"/>
                      <a:pt x="1" y="646"/>
                      <a:pt x="99" y="800"/>
                    </a:cubicBezTo>
                    <a:cubicBezTo>
                      <a:pt x="163" y="857"/>
                      <a:pt x="219" y="913"/>
                      <a:pt x="276" y="1005"/>
                    </a:cubicBezTo>
                    <a:cubicBezTo>
                      <a:pt x="311" y="1034"/>
                      <a:pt x="340" y="1119"/>
                      <a:pt x="368" y="1182"/>
                    </a:cubicBezTo>
                    <a:cubicBezTo>
                      <a:pt x="488" y="1416"/>
                      <a:pt x="630" y="1649"/>
                      <a:pt x="807" y="1861"/>
                    </a:cubicBezTo>
                    <a:cubicBezTo>
                      <a:pt x="1132" y="2215"/>
                      <a:pt x="1514" y="2272"/>
                      <a:pt x="1960" y="2357"/>
                    </a:cubicBezTo>
                    <a:cubicBezTo>
                      <a:pt x="2011" y="2363"/>
                      <a:pt x="2061" y="2366"/>
                      <a:pt x="2110" y="2366"/>
                    </a:cubicBezTo>
                    <a:cubicBezTo>
                      <a:pt x="2345" y="2366"/>
                      <a:pt x="2554" y="2293"/>
                      <a:pt x="2724" y="2123"/>
                    </a:cubicBezTo>
                    <a:cubicBezTo>
                      <a:pt x="2752" y="2123"/>
                      <a:pt x="2752" y="2095"/>
                      <a:pt x="2787" y="2095"/>
                    </a:cubicBezTo>
                    <a:cubicBezTo>
                      <a:pt x="2844" y="2038"/>
                      <a:pt x="2901" y="1975"/>
                      <a:pt x="2929" y="1890"/>
                    </a:cubicBezTo>
                    <a:cubicBezTo>
                      <a:pt x="2964" y="1798"/>
                      <a:pt x="2964" y="1685"/>
                      <a:pt x="2964" y="1593"/>
                    </a:cubicBezTo>
                    <a:cubicBezTo>
                      <a:pt x="2964" y="1387"/>
                      <a:pt x="2929" y="1182"/>
                      <a:pt x="2872" y="1005"/>
                    </a:cubicBezTo>
                    <a:cubicBezTo>
                      <a:pt x="2844" y="913"/>
                      <a:pt x="2787" y="829"/>
                      <a:pt x="2724" y="737"/>
                    </a:cubicBezTo>
                    <a:cubicBezTo>
                      <a:pt x="2695" y="652"/>
                      <a:pt x="2639" y="560"/>
                      <a:pt x="2547" y="503"/>
                    </a:cubicBezTo>
                    <a:cubicBezTo>
                      <a:pt x="2462" y="411"/>
                      <a:pt x="2370" y="355"/>
                      <a:pt x="2257" y="270"/>
                    </a:cubicBezTo>
                    <a:cubicBezTo>
                      <a:pt x="2193" y="234"/>
                      <a:pt x="2165" y="206"/>
                      <a:pt x="2108" y="178"/>
                    </a:cubicBezTo>
                    <a:cubicBezTo>
                      <a:pt x="2045" y="149"/>
                      <a:pt x="1988" y="121"/>
                      <a:pt x="1931" y="93"/>
                    </a:cubicBezTo>
                    <a:cubicBezTo>
                      <a:pt x="1811" y="57"/>
                      <a:pt x="1663" y="29"/>
                      <a:pt x="1514" y="29"/>
                    </a:cubicBezTo>
                    <a:cubicBezTo>
                      <a:pt x="1401" y="1"/>
                      <a:pt x="1281" y="1"/>
                      <a:pt x="1160"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1"/>
              <p:cNvSpPr/>
              <p:nvPr/>
            </p:nvSpPr>
            <p:spPr>
              <a:xfrm>
                <a:off x="5244174" y="4208662"/>
                <a:ext cx="8167" cy="23076"/>
              </a:xfrm>
              <a:custGeom>
                <a:avLst/>
                <a:gdLst/>
                <a:ahLst/>
                <a:cxnLst/>
                <a:rect l="l" t="t" r="r" b="b"/>
                <a:pathLst>
                  <a:path w="235" h="664" extrusionOk="0">
                    <a:moveTo>
                      <a:pt x="152" y="0"/>
                    </a:moveTo>
                    <a:cubicBezTo>
                      <a:pt x="146" y="0"/>
                      <a:pt x="142" y="3"/>
                      <a:pt x="142" y="13"/>
                    </a:cubicBezTo>
                    <a:cubicBezTo>
                      <a:pt x="114" y="13"/>
                      <a:pt x="114" y="13"/>
                      <a:pt x="114" y="41"/>
                    </a:cubicBezTo>
                    <a:cubicBezTo>
                      <a:pt x="178" y="218"/>
                      <a:pt x="114" y="459"/>
                      <a:pt x="1" y="635"/>
                    </a:cubicBezTo>
                    <a:lnTo>
                      <a:pt x="1" y="664"/>
                    </a:lnTo>
                    <a:lnTo>
                      <a:pt x="58" y="664"/>
                    </a:lnTo>
                    <a:cubicBezTo>
                      <a:pt x="178" y="487"/>
                      <a:pt x="234" y="253"/>
                      <a:pt x="178" y="13"/>
                    </a:cubicBezTo>
                    <a:cubicBezTo>
                      <a:pt x="178" y="13"/>
                      <a:pt x="162"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1"/>
              <p:cNvSpPr/>
              <p:nvPr/>
            </p:nvSpPr>
            <p:spPr>
              <a:xfrm>
                <a:off x="5234860" y="4234657"/>
                <a:ext cx="7159" cy="5213"/>
              </a:xfrm>
              <a:custGeom>
                <a:avLst/>
                <a:gdLst/>
                <a:ahLst/>
                <a:cxnLst/>
                <a:rect l="l" t="t" r="r" b="b"/>
                <a:pathLst>
                  <a:path w="206" h="150" extrusionOk="0">
                    <a:moveTo>
                      <a:pt x="149" y="1"/>
                    </a:moveTo>
                    <a:cubicBezTo>
                      <a:pt x="120" y="64"/>
                      <a:pt x="92" y="64"/>
                      <a:pt x="28" y="93"/>
                    </a:cubicBezTo>
                    <a:lnTo>
                      <a:pt x="0" y="121"/>
                    </a:lnTo>
                    <a:lnTo>
                      <a:pt x="28" y="149"/>
                    </a:lnTo>
                    <a:lnTo>
                      <a:pt x="57" y="149"/>
                    </a:lnTo>
                    <a:cubicBezTo>
                      <a:pt x="120" y="121"/>
                      <a:pt x="149" y="93"/>
                      <a:pt x="177" y="64"/>
                    </a:cubicBezTo>
                    <a:cubicBezTo>
                      <a:pt x="205" y="36"/>
                      <a:pt x="205" y="36"/>
                      <a:pt x="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1"/>
              <p:cNvSpPr/>
              <p:nvPr/>
            </p:nvSpPr>
            <p:spPr>
              <a:xfrm>
                <a:off x="5389475" y="4458152"/>
                <a:ext cx="8410" cy="8132"/>
              </a:xfrm>
              <a:custGeom>
                <a:avLst/>
                <a:gdLst/>
                <a:ahLst/>
                <a:cxnLst/>
                <a:rect l="l" t="t" r="r" b="b"/>
                <a:pathLst>
                  <a:path w="242" h="234" extrusionOk="0">
                    <a:moveTo>
                      <a:pt x="1" y="0"/>
                    </a:moveTo>
                    <a:cubicBezTo>
                      <a:pt x="1" y="57"/>
                      <a:pt x="1" y="113"/>
                      <a:pt x="65" y="177"/>
                    </a:cubicBezTo>
                    <a:cubicBezTo>
                      <a:pt x="93" y="205"/>
                      <a:pt x="149" y="234"/>
                      <a:pt x="178" y="234"/>
                    </a:cubicBezTo>
                    <a:lnTo>
                      <a:pt x="206" y="234"/>
                    </a:lnTo>
                    <a:cubicBezTo>
                      <a:pt x="206" y="234"/>
                      <a:pt x="241" y="234"/>
                      <a:pt x="241" y="205"/>
                    </a:cubicBezTo>
                    <a:cubicBezTo>
                      <a:pt x="241" y="177"/>
                      <a:pt x="206" y="177"/>
                      <a:pt x="206" y="177"/>
                    </a:cubicBezTo>
                    <a:cubicBezTo>
                      <a:pt x="149" y="177"/>
                      <a:pt x="121" y="177"/>
                      <a:pt x="93" y="149"/>
                    </a:cubicBezTo>
                    <a:cubicBezTo>
                      <a:pt x="65" y="85"/>
                      <a:pt x="65" y="57"/>
                      <a:pt x="65" y="28"/>
                    </a:cubicBezTo>
                    <a:cubicBezTo>
                      <a:pt x="65" y="0"/>
                      <a:pt x="65"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1"/>
              <p:cNvSpPr/>
              <p:nvPr/>
            </p:nvSpPr>
            <p:spPr>
              <a:xfrm>
                <a:off x="5690676" y="4886583"/>
                <a:ext cx="37880" cy="34544"/>
              </a:xfrm>
              <a:custGeom>
                <a:avLst/>
                <a:gdLst/>
                <a:ahLst/>
                <a:cxnLst/>
                <a:rect l="l" t="t" r="r" b="b"/>
                <a:pathLst>
                  <a:path w="1090" h="994" extrusionOk="0">
                    <a:moveTo>
                      <a:pt x="513" y="0"/>
                    </a:moveTo>
                    <a:cubicBezTo>
                      <a:pt x="485" y="0"/>
                      <a:pt x="454" y="9"/>
                      <a:pt x="417" y="24"/>
                    </a:cubicBezTo>
                    <a:cubicBezTo>
                      <a:pt x="241" y="81"/>
                      <a:pt x="92" y="229"/>
                      <a:pt x="0" y="406"/>
                    </a:cubicBezTo>
                    <a:cubicBezTo>
                      <a:pt x="0" y="434"/>
                      <a:pt x="0" y="491"/>
                      <a:pt x="28" y="491"/>
                    </a:cubicBezTo>
                    <a:cubicBezTo>
                      <a:pt x="64" y="491"/>
                      <a:pt x="92" y="491"/>
                      <a:pt x="120" y="463"/>
                    </a:cubicBezTo>
                    <a:cubicBezTo>
                      <a:pt x="177" y="314"/>
                      <a:pt x="297" y="201"/>
                      <a:pt x="474" y="137"/>
                    </a:cubicBezTo>
                    <a:cubicBezTo>
                      <a:pt x="488" y="123"/>
                      <a:pt x="502" y="116"/>
                      <a:pt x="513" y="116"/>
                    </a:cubicBezTo>
                    <a:cubicBezTo>
                      <a:pt x="524" y="116"/>
                      <a:pt x="531" y="123"/>
                      <a:pt x="531" y="137"/>
                    </a:cubicBezTo>
                    <a:cubicBezTo>
                      <a:pt x="531" y="137"/>
                      <a:pt x="531" y="166"/>
                      <a:pt x="474" y="229"/>
                    </a:cubicBezTo>
                    <a:cubicBezTo>
                      <a:pt x="417" y="342"/>
                      <a:pt x="354" y="463"/>
                      <a:pt x="325" y="583"/>
                    </a:cubicBezTo>
                    <a:cubicBezTo>
                      <a:pt x="325" y="611"/>
                      <a:pt x="297" y="696"/>
                      <a:pt x="354" y="760"/>
                    </a:cubicBezTo>
                    <a:cubicBezTo>
                      <a:pt x="391" y="793"/>
                      <a:pt x="436" y="807"/>
                      <a:pt x="478" y="807"/>
                    </a:cubicBezTo>
                    <a:cubicBezTo>
                      <a:pt x="507" y="807"/>
                      <a:pt x="535" y="800"/>
                      <a:pt x="559" y="788"/>
                    </a:cubicBezTo>
                    <a:cubicBezTo>
                      <a:pt x="594" y="760"/>
                      <a:pt x="623" y="731"/>
                      <a:pt x="651" y="696"/>
                    </a:cubicBezTo>
                    <a:lnTo>
                      <a:pt x="679" y="668"/>
                    </a:lnTo>
                    <a:cubicBezTo>
                      <a:pt x="735" y="583"/>
                      <a:pt x="855" y="520"/>
                      <a:pt x="946" y="491"/>
                    </a:cubicBezTo>
                    <a:lnTo>
                      <a:pt x="946" y="491"/>
                    </a:lnTo>
                    <a:cubicBezTo>
                      <a:pt x="944" y="507"/>
                      <a:pt x="935" y="519"/>
                      <a:pt x="913" y="519"/>
                    </a:cubicBezTo>
                    <a:cubicBezTo>
                      <a:pt x="828" y="640"/>
                      <a:pt x="799" y="788"/>
                      <a:pt x="799" y="937"/>
                    </a:cubicBezTo>
                    <a:cubicBezTo>
                      <a:pt x="799" y="965"/>
                      <a:pt x="828" y="993"/>
                      <a:pt x="856" y="993"/>
                    </a:cubicBezTo>
                    <a:cubicBezTo>
                      <a:pt x="913" y="993"/>
                      <a:pt x="913" y="965"/>
                      <a:pt x="913" y="937"/>
                    </a:cubicBezTo>
                    <a:cubicBezTo>
                      <a:pt x="913" y="816"/>
                      <a:pt x="948" y="696"/>
                      <a:pt x="1005" y="611"/>
                    </a:cubicBezTo>
                    <a:cubicBezTo>
                      <a:pt x="1033" y="583"/>
                      <a:pt x="1089" y="491"/>
                      <a:pt x="1061" y="434"/>
                    </a:cubicBezTo>
                    <a:cubicBezTo>
                      <a:pt x="1061" y="406"/>
                      <a:pt x="1033" y="378"/>
                      <a:pt x="1005" y="342"/>
                    </a:cubicBezTo>
                    <a:cubicBezTo>
                      <a:pt x="948" y="342"/>
                      <a:pt x="913" y="378"/>
                      <a:pt x="884" y="378"/>
                    </a:cubicBezTo>
                    <a:cubicBezTo>
                      <a:pt x="771" y="434"/>
                      <a:pt x="679" y="491"/>
                      <a:pt x="594" y="611"/>
                    </a:cubicBezTo>
                    <a:lnTo>
                      <a:pt x="559" y="611"/>
                    </a:lnTo>
                    <a:cubicBezTo>
                      <a:pt x="559" y="640"/>
                      <a:pt x="531" y="668"/>
                      <a:pt x="502" y="668"/>
                    </a:cubicBezTo>
                    <a:cubicBezTo>
                      <a:pt x="474" y="696"/>
                      <a:pt x="446" y="696"/>
                      <a:pt x="446" y="696"/>
                    </a:cubicBezTo>
                    <a:cubicBezTo>
                      <a:pt x="446" y="668"/>
                      <a:pt x="417" y="668"/>
                      <a:pt x="446" y="611"/>
                    </a:cubicBezTo>
                    <a:cubicBezTo>
                      <a:pt x="474" y="491"/>
                      <a:pt x="502" y="378"/>
                      <a:pt x="594" y="286"/>
                    </a:cubicBezTo>
                    <a:cubicBezTo>
                      <a:pt x="651" y="201"/>
                      <a:pt x="679" y="109"/>
                      <a:pt x="623" y="52"/>
                    </a:cubicBezTo>
                    <a:cubicBezTo>
                      <a:pt x="586" y="16"/>
                      <a:pt x="552" y="0"/>
                      <a:pt x="5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1"/>
              <p:cNvSpPr/>
              <p:nvPr/>
            </p:nvSpPr>
            <p:spPr>
              <a:xfrm>
                <a:off x="5530849" y="4869311"/>
                <a:ext cx="39131" cy="31416"/>
              </a:xfrm>
              <a:custGeom>
                <a:avLst/>
                <a:gdLst/>
                <a:ahLst/>
                <a:cxnLst/>
                <a:rect l="l" t="t" r="r" b="b"/>
                <a:pathLst>
                  <a:path w="1126" h="904" extrusionOk="0">
                    <a:moveTo>
                      <a:pt x="818" y="0"/>
                    </a:moveTo>
                    <a:cubicBezTo>
                      <a:pt x="783" y="0"/>
                      <a:pt x="746" y="7"/>
                      <a:pt x="708" y="19"/>
                    </a:cubicBezTo>
                    <a:cubicBezTo>
                      <a:pt x="652" y="47"/>
                      <a:pt x="595" y="104"/>
                      <a:pt x="595" y="167"/>
                    </a:cubicBezTo>
                    <a:cubicBezTo>
                      <a:pt x="595" y="196"/>
                      <a:pt x="623" y="224"/>
                      <a:pt x="623" y="252"/>
                    </a:cubicBezTo>
                    <a:lnTo>
                      <a:pt x="623" y="309"/>
                    </a:lnTo>
                    <a:cubicBezTo>
                      <a:pt x="652" y="344"/>
                      <a:pt x="623" y="401"/>
                      <a:pt x="595" y="429"/>
                    </a:cubicBezTo>
                    <a:cubicBezTo>
                      <a:pt x="560" y="429"/>
                      <a:pt x="531" y="429"/>
                      <a:pt x="503" y="401"/>
                    </a:cubicBezTo>
                    <a:cubicBezTo>
                      <a:pt x="475" y="401"/>
                      <a:pt x="475" y="372"/>
                      <a:pt x="475" y="309"/>
                    </a:cubicBezTo>
                    <a:cubicBezTo>
                      <a:pt x="475" y="281"/>
                      <a:pt x="475" y="224"/>
                      <a:pt x="418" y="167"/>
                    </a:cubicBezTo>
                    <a:cubicBezTo>
                      <a:pt x="383" y="132"/>
                      <a:pt x="326" y="104"/>
                      <a:pt x="270" y="104"/>
                    </a:cubicBezTo>
                    <a:cubicBezTo>
                      <a:pt x="206" y="132"/>
                      <a:pt x="121" y="167"/>
                      <a:pt x="93" y="252"/>
                    </a:cubicBezTo>
                    <a:cubicBezTo>
                      <a:pt x="64" y="344"/>
                      <a:pt x="64" y="429"/>
                      <a:pt x="64" y="521"/>
                    </a:cubicBezTo>
                    <a:lnTo>
                      <a:pt x="93" y="578"/>
                    </a:lnTo>
                    <a:cubicBezTo>
                      <a:pt x="93" y="663"/>
                      <a:pt x="64" y="754"/>
                      <a:pt x="29" y="783"/>
                    </a:cubicBezTo>
                    <a:cubicBezTo>
                      <a:pt x="1" y="811"/>
                      <a:pt x="1" y="839"/>
                      <a:pt x="29" y="875"/>
                    </a:cubicBezTo>
                    <a:cubicBezTo>
                      <a:pt x="29" y="903"/>
                      <a:pt x="64" y="903"/>
                      <a:pt x="64" y="903"/>
                    </a:cubicBezTo>
                    <a:cubicBezTo>
                      <a:pt x="93" y="903"/>
                      <a:pt x="93" y="903"/>
                      <a:pt x="121" y="875"/>
                    </a:cubicBezTo>
                    <a:cubicBezTo>
                      <a:pt x="178" y="811"/>
                      <a:pt x="206" y="698"/>
                      <a:pt x="206" y="549"/>
                    </a:cubicBezTo>
                    <a:lnTo>
                      <a:pt x="178" y="521"/>
                    </a:lnTo>
                    <a:cubicBezTo>
                      <a:pt x="178" y="429"/>
                      <a:pt x="178" y="372"/>
                      <a:pt x="206" y="281"/>
                    </a:cubicBezTo>
                    <a:cubicBezTo>
                      <a:pt x="206" y="252"/>
                      <a:pt x="241" y="224"/>
                      <a:pt x="298" y="224"/>
                    </a:cubicBezTo>
                    <a:cubicBezTo>
                      <a:pt x="326" y="224"/>
                      <a:pt x="326" y="224"/>
                      <a:pt x="326" y="252"/>
                    </a:cubicBezTo>
                    <a:cubicBezTo>
                      <a:pt x="354" y="252"/>
                      <a:pt x="354" y="281"/>
                      <a:pt x="354" y="344"/>
                    </a:cubicBezTo>
                    <a:cubicBezTo>
                      <a:pt x="354" y="372"/>
                      <a:pt x="383" y="429"/>
                      <a:pt x="418" y="486"/>
                    </a:cubicBezTo>
                    <a:cubicBezTo>
                      <a:pt x="453" y="526"/>
                      <a:pt x="514" y="552"/>
                      <a:pt x="575" y="552"/>
                    </a:cubicBezTo>
                    <a:cubicBezTo>
                      <a:pt x="611" y="552"/>
                      <a:pt x="648" y="542"/>
                      <a:pt x="680" y="521"/>
                    </a:cubicBezTo>
                    <a:cubicBezTo>
                      <a:pt x="736" y="457"/>
                      <a:pt x="772" y="372"/>
                      <a:pt x="736" y="281"/>
                    </a:cubicBezTo>
                    <a:lnTo>
                      <a:pt x="736" y="224"/>
                    </a:lnTo>
                    <a:cubicBezTo>
                      <a:pt x="708" y="196"/>
                      <a:pt x="708" y="196"/>
                      <a:pt x="708" y="167"/>
                    </a:cubicBezTo>
                    <a:cubicBezTo>
                      <a:pt x="708" y="132"/>
                      <a:pt x="736" y="132"/>
                      <a:pt x="772" y="104"/>
                    </a:cubicBezTo>
                    <a:cubicBezTo>
                      <a:pt x="800" y="104"/>
                      <a:pt x="857" y="104"/>
                      <a:pt x="885" y="132"/>
                    </a:cubicBezTo>
                    <a:cubicBezTo>
                      <a:pt x="949" y="196"/>
                      <a:pt x="977" y="281"/>
                      <a:pt x="977" y="401"/>
                    </a:cubicBezTo>
                    <a:cubicBezTo>
                      <a:pt x="997" y="421"/>
                      <a:pt x="1017" y="441"/>
                      <a:pt x="1037" y="441"/>
                    </a:cubicBezTo>
                    <a:cubicBezTo>
                      <a:pt x="1045" y="441"/>
                      <a:pt x="1054" y="437"/>
                      <a:pt x="1062" y="429"/>
                    </a:cubicBezTo>
                    <a:cubicBezTo>
                      <a:pt x="1090" y="429"/>
                      <a:pt x="1125" y="401"/>
                      <a:pt x="1090" y="372"/>
                    </a:cubicBezTo>
                    <a:cubicBezTo>
                      <a:pt x="1090" y="281"/>
                      <a:pt x="1062" y="132"/>
                      <a:pt x="949" y="47"/>
                    </a:cubicBezTo>
                    <a:cubicBezTo>
                      <a:pt x="911" y="14"/>
                      <a:pt x="867" y="0"/>
                      <a:pt x="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1"/>
              <p:cNvSpPr/>
              <p:nvPr/>
            </p:nvSpPr>
            <p:spPr>
              <a:xfrm>
                <a:off x="5816794" y="4543192"/>
                <a:ext cx="36907" cy="18488"/>
              </a:xfrm>
              <a:custGeom>
                <a:avLst/>
                <a:gdLst/>
                <a:ahLst/>
                <a:cxnLst/>
                <a:rect l="l" t="t" r="r" b="b"/>
                <a:pathLst>
                  <a:path w="1062" h="532" extrusionOk="0">
                    <a:moveTo>
                      <a:pt x="998" y="1"/>
                    </a:moveTo>
                    <a:cubicBezTo>
                      <a:pt x="969" y="29"/>
                      <a:pt x="913" y="58"/>
                      <a:pt x="884" y="86"/>
                    </a:cubicBezTo>
                    <a:cubicBezTo>
                      <a:pt x="821" y="114"/>
                      <a:pt x="764" y="142"/>
                      <a:pt x="708" y="142"/>
                    </a:cubicBezTo>
                    <a:cubicBezTo>
                      <a:pt x="531" y="206"/>
                      <a:pt x="354" y="263"/>
                      <a:pt x="205" y="291"/>
                    </a:cubicBezTo>
                    <a:cubicBezTo>
                      <a:pt x="113" y="319"/>
                      <a:pt x="57" y="355"/>
                      <a:pt x="0" y="383"/>
                    </a:cubicBezTo>
                    <a:cubicBezTo>
                      <a:pt x="79" y="363"/>
                      <a:pt x="176" y="340"/>
                      <a:pt x="259" y="340"/>
                    </a:cubicBezTo>
                    <a:cubicBezTo>
                      <a:pt x="294" y="340"/>
                      <a:pt x="326" y="344"/>
                      <a:pt x="354" y="355"/>
                    </a:cubicBezTo>
                    <a:cubicBezTo>
                      <a:pt x="410" y="383"/>
                      <a:pt x="439" y="383"/>
                      <a:pt x="467" y="411"/>
                    </a:cubicBezTo>
                    <a:cubicBezTo>
                      <a:pt x="531" y="411"/>
                      <a:pt x="559" y="411"/>
                      <a:pt x="587" y="383"/>
                    </a:cubicBezTo>
                    <a:cubicBezTo>
                      <a:pt x="616" y="383"/>
                      <a:pt x="616" y="355"/>
                      <a:pt x="644" y="355"/>
                    </a:cubicBezTo>
                    <a:cubicBezTo>
                      <a:pt x="656" y="343"/>
                      <a:pt x="667" y="339"/>
                      <a:pt x="678" y="339"/>
                    </a:cubicBezTo>
                    <a:cubicBezTo>
                      <a:pt x="701" y="339"/>
                      <a:pt x="726" y="355"/>
                      <a:pt x="764" y="355"/>
                    </a:cubicBezTo>
                    <a:lnTo>
                      <a:pt x="856" y="440"/>
                    </a:lnTo>
                    <a:cubicBezTo>
                      <a:pt x="884" y="496"/>
                      <a:pt x="913" y="496"/>
                      <a:pt x="941" y="532"/>
                    </a:cubicBezTo>
                    <a:cubicBezTo>
                      <a:pt x="1033" y="532"/>
                      <a:pt x="1061" y="411"/>
                      <a:pt x="1061" y="411"/>
                    </a:cubicBezTo>
                    <a:cubicBezTo>
                      <a:pt x="1061" y="383"/>
                      <a:pt x="1033" y="142"/>
                      <a:pt x="1033" y="114"/>
                    </a:cubicBezTo>
                    <a:cubicBezTo>
                      <a:pt x="998" y="58"/>
                      <a:pt x="998" y="58"/>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1"/>
              <p:cNvSpPr/>
              <p:nvPr/>
            </p:nvSpPr>
            <p:spPr>
              <a:xfrm>
                <a:off x="5920287" y="4713619"/>
                <a:ext cx="32737" cy="50183"/>
              </a:xfrm>
              <a:custGeom>
                <a:avLst/>
                <a:gdLst/>
                <a:ahLst/>
                <a:cxnLst/>
                <a:rect l="l" t="t" r="r" b="b"/>
                <a:pathLst>
                  <a:path w="942" h="1444" extrusionOk="0">
                    <a:moveTo>
                      <a:pt x="620" y="1"/>
                    </a:moveTo>
                    <a:cubicBezTo>
                      <a:pt x="529" y="1"/>
                      <a:pt x="436" y="52"/>
                      <a:pt x="382" y="162"/>
                    </a:cubicBezTo>
                    <a:cubicBezTo>
                      <a:pt x="319" y="282"/>
                      <a:pt x="354" y="431"/>
                      <a:pt x="291" y="580"/>
                    </a:cubicBezTo>
                    <a:cubicBezTo>
                      <a:pt x="234" y="664"/>
                      <a:pt x="142" y="721"/>
                      <a:pt x="85" y="813"/>
                    </a:cubicBezTo>
                    <a:cubicBezTo>
                      <a:pt x="0" y="962"/>
                      <a:pt x="0" y="1138"/>
                      <a:pt x="85" y="1287"/>
                    </a:cubicBezTo>
                    <a:cubicBezTo>
                      <a:pt x="148" y="1383"/>
                      <a:pt x="249" y="1443"/>
                      <a:pt x="352" y="1443"/>
                    </a:cubicBezTo>
                    <a:cubicBezTo>
                      <a:pt x="401" y="1443"/>
                      <a:pt x="450" y="1430"/>
                      <a:pt x="496" y="1400"/>
                    </a:cubicBezTo>
                    <a:cubicBezTo>
                      <a:pt x="616" y="1344"/>
                      <a:pt x="708" y="1223"/>
                      <a:pt x="736" y="1110"/>
                    </a:cubicBezTo>
                    <a:cubicBezTo>
                      <a:pt x="821" y="841"/>
                      <a:pt x="941" y="459"/>
                      <a:pt x="849" y="190"/>
                    </a:cubicBezTo>
                    <a:cubicBezTo>
                      <a:pt x="819" y="67"/>
                      <a:pt x="722" y="1"/>
                      <a:pt x="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1"/>
              <p:cNvSpPr/>
              <p:nvPr/>
            </p:nvSpPr>
            <p:spPr>
              <a:xfrm>
                <a:off x="5339327" y="4680847"/>
                <a:ext cx="28810" cy="50461"/>
              </a:xfrm>
              <a:custGeom>
                <a:avLst/>
                <a:gdLst/>
                <a:ahLst/>
                <a:cxnLst/>
                <a:rect l="l" t="t" r="r" b="b"/>
                <a:pathLst>
                  <a:path w="829" h="1452" extrusionOk="0">
                    <a:moveTo>
                      <a:pt x="325" y="1"/>
                    </a:moveTo>
                    <a:cubicBezTo>
                      <a:pt x="294" y="1"/>
                      <a:pt x="263" y="5"/>
                      <a:pt x="234" y="16"/>
                    </a:cubicBezTo>
                    <a:cubicBezTo>
                      <a:pt x="206" y="16"/>
                      <a:pt x="149" y="72"/>
                      <a:pt x="121" y="108"/>
                    </a:cubicBezTo>
                    <a:cubicBezTo>
                      <a:pt x="93" y="164"/>
                      <a:pt x="57" y="221"/>
                      <a:pt x="57" y="285"/>
                    </a:cubicBezTo>
                    <a:cubicBezTo>
                      <a:pt x="1" y="546"/>
                      <a:pt x="93" y="751"/>
                      <a:pt x="121" y="1020"/>
                    </a:cubicBezTo>
                    <a:cubicBezTo>
                      <a:pt x="149" y="1169"/>
                      <a:pt x="178" y="1310"/>
                      <a:pt x="326" y="1402"/>
                    </a:cubicBezTo>
                    <a:cubicBezTo>
                      <a:pt x="374" y="1436"/>
                      <a:pt x="424" y="1452"/>
                      <a:pt x="476" y="1452"/>
                    </a:cubicBezTo>
                    <a:cubicBezTo>
                      <a:pt x="555" y="1452"/>
                      <a:pt x="635" y="1414"/>
                      <a:pt x="708" y="1346"/>
                    </a:cubicBezTo>
                    <a:cubicBezTo>
                      <a:pt x="800" y="1225"/>
                      <a:pt x="828" y="1077"/>
                      <a:pt x="765" y="928"/>
                    </a:cubicBezTo>
                    <a:cubicBezTo>
                      <a:pt x="736" y="843"/>
                      <a:pt x="680" y="751"/>
                      <a:pt x="680" y="667"/>
                    </a:cubicBezTo>
                    <a:cubicBezTo>
                      <a:pt x="680" y="603"/>
                      <a:pt x="736" y="518"/>
                      <a:pt x="736" y="461"/>
                    </a:cubicBezTo>
                    <a:cubicBezTo>
                      <a:pt x="792" y="250"/>
                      <a:pt x="548"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1"/>
              <p:cNvSpPr/>
              <p:nvPr/>
            </p:nvSpPr>
            <p:spPr>
              <a:xfrm>
                <a:off x="5823918" y="4660969"/>
                <a:ext cx="15256" cy="25613"/>
              </a:xfrm>
              <a:custGeom>
                <a:avLst/>
                <a:gdLst/>
                <a:ahLst/>
                <a:cxnLst/>
                <a:rect l="l" t="t" r="r" b="b"/>
                <a:pathLst>
                  <a:path w="439" h="737" extrusionOk="0">
                    <a:moveTo>
                      <a:pt x="411" y="1"/>
                    </a:moveTo>
                    <a:lnTo>
                      <a:pt x="382" y="29"/>
                    </a:lnTo>
                    <a:cubicBezTo>
                      <a:pt x="297" y="291"/>
                      <a:pt x="177" y="503"/>
                      <a:pt x="0" y="680"/>
                    </a:cubicBezTo>
                    <a:lnTo>
                      <a:pt x="0" y="736"/>
                    </a:lnTo>
                    <a:lnTo>
                      <a:pt x="29" y="736"/>
                    </a:lnTo>
                    <a:cubicBezTo>
                      <a:pt x="234" y="531"/>
                      <a:pt x="354" y="291"/>
                      <a:pt x="439" y="57"/>
                    </a:cubicBezTo>
                    <a:cubicBezTo>
                      <a:pt x="439" y="29"/>
                      <a:pt x="439" y="29"/>
                      <a:pt x="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1"/>
              <p:cNvSpPr/>
              <p:nvPr/>
            </p:nvSpPr>
            <p:spPr>
              <a:xfrm>
                <a:off x="5811616" y="4689501"/>
                <a:ext cx="9140" cy="7402"/>
              </a:xfrm>
              <a:custGeom>
                <a:avLst/>
                <a:gdLst/>
                <a:ahLst/>
                <a:cxnLst/>
                <a:rect l="l" t="t" r="r" b="b"/>
                <a:pathLst>
                  <a:path w="263" h="213" extrusionOk="0">
                    <a:moveTo>
                      <a:pt x="206" y="0"/>
                    </a:moveTo>
                    <a:lnTo>
                      <a:pt x="29" y="149"/>
                    </a:lnTo>
                    <a:cubicBezTo>
                      <a:pt x="1" y="149"/>
                      <a:pt x="1" y="177"/>
                      <a:pt x="29" y="177"/>
                    </a:cubicBezTo>
                    <a:lnTo>
                      <a:pt x="29" y="212"/>
                    </a:lnTo>
                    <a:lnTo>
                      <a:pt x="57" y="212"/>
                    </a:lnTo>
                    <a:lnTo>
                      <a:pt x="262" y="36"/>
                    </a:lnTo>
                    <a:lnTo>
                      <a:pt x="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1"/>
              <p:cNvSpPr/>
              <p:nvPr/>
            </p:nvSpPr>
            <p:spPr>
              <a:xfrm>
                <a:off x="5817767" y="4679422"/>
                <a:ext cx="6186" cy="6151"/>
              </a:xfrm>
              <a:custGeom>
                <a:avLst/>
                <a:gdLst/>
                <a:ahLst/>
                <a:cxnLst/>
                <a:rect l="l" t="t" r="r" b="b"/>
                <a:pathLst>
                  <a:path w="178" h="177" extrusionOk="0">
                    <a:moveTo>
                      <a:pt x="121" y="0"/>
                    </a:moveTo>
                    <a:lnTo>
                      <a:pt x="0" y="113"/>
                    </a:lnTo>
                    <a:lnTo>
                      <a:pt x="0" y="149"/>
                    </a:lnTo>
                    <a:cubicBezTo>
                      <a:pt x="0" y="177"/>
                      <a:pt x="29" y="177"/>
                      <a:pt x="29" y="177"/>
                    </a:cubicBezTo>
                    <a:lnTo>
                      <a:pt x="29" y="149"/>
                    </a:lnTo>
                    <a:lnTo>
                      <a:pt x="149" y="57"/>
                    </a:lnTo>
                    <a:cubicBezTo>
                      <a:pt x="177" y="28"/>
                      <a:pt x="177" y="28"/>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1"/>
              <p:cNvSpPr/>
              <p:nvPr/>
            </p:nvSpPr>
            <p:spPr>
              <a:xfrm>
                <a:off x="5822945" y="4538604"/>
                <a:ext cx="20434" cy="8584"/>
              </a:xfrm>
              <a:custGeom>
                <a:avLst/>
                <a:gdLst/>
                <a:ahLst/>
                <a:cxnLst/>
                <a:rect l="l" t="t" r="r" b="b"/>
                <a:pathLst>
                  <a:path w="588" h="247" extrusionOk="0">
                    <a:moveTo>
                      <a:pt x="566" y="0"/>
                    </a:moveTo>
                    <a:cubicBezTo>
                      <a:pt x="562" y="0"/>
                      <a:pt x="559" y="3"/>
                      <a:pt x="559" y="13"/>
                    </a:cubicBezTo>
                    <a:lnTo>
                      <a:pt x="28" y="190"/>
                    </a:lnTo>
                    <a:cubicBezTo>
                      <a:pt x="0" y="190"/>
                      <a:pt x="0" y="218"/>
                      <a:pt x="0" y="246"/>
                    </a:cubicBezTo>
                    <a:lnTo>
                      <a:pt x="57" y="246"/>
                    </a:lnTo>
                    <a:lnTo>
                      <a:pt x="559" y="69"/>
                    </a:lnTo>
                    <a:cubicBezTo>
                      <a:pt x="587" y="41"/>
                      <a:pt x="587" y="41"/>
                      <a:pt x="587" y="13"/>
                    </a:cubicBezTo>
                    <a:cubicBezTo>
                      <a:pt x="587" y="13"/>
                      <a:pt x="575"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1"/>
              <p:cNvSpPr/>
              <p:nvPr/>
            </p:nvSpPr>
            <p:spPr>
              <a:xfrm>
                <a:off x="5824891" y="4475598"/>
                <a:ext cx="10356" cy="24605"/>
              </a:xfrm>
              <a:custGeom>
                <a:avLst/>
                <a:gdLst/>
                <a:ahLst/>
                <a:cxnLst/>
                <a:rect l="l" t="t" r="r" b="b"/>
                <a:pathLst>
                  <a:path w="298" h="708" extrusionOk="0">
                    <a:moveTo>
                      <a:pt x="29" y="0"/>
                    </a:moveTo>
                    <a:cubicBezTo>
                      <a:pt x="29" y="0"/>
                      <a:pt x="1" y="29"/>
                      <a:pt x="29" y="29"/>
                    </a:cubicBezTo>
                    <a:cubicBezTo>
                      <a:pt x="121" y="234"/>
                      <a:pt x="177" y="467"/>
                      <a:pt x="234" y="673"/>
                    </a:cubicBezTo>
                    <a:cubicBezTo>
                      <a:pt x="234" y="708"/>
                      <a:pt x="269" y="708"/>
                      <a:pt x="269" y="708"/>
                    </a:cubicBezTo>
                    <a:cubicBezTo>
                      <a:pt x="298" y="708"/>
                      <a:pt x="298" y="673"/>
                      <a:pt x="298" y="673"/>
                    </a:cubicBezTo>
                    <a:cubicBezTo>
                      <a:pt x="234" y="439"/>
                      <a:pt x="177" y="234"/>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1"/>
              <p:cNvSpPr/>
              <p:nvPr/>
            </p:nvSpPr>
            <p:spPr>
              <a:xfrm>
                <a:off x="5834240" y="4502149"/>
                <a:ext cx="3962" cy="9140"/>
              </a:xfrm>
              <a:custGeom>
                <a:avLst/>
                <a:gdLst/>
                <a:ahLst/>
                <a:cxnLst/>
                <a:rect l="l" t="t" r="r" b="b"/>
                <a:pathLst>
                  <a:path w="114" h="263" extrusionOk="0">
                    <a:moveTo>
                      <a:pt x="29" y="1"/>
                    </a:moveTo>
                    <a:cubicBezTo>
                      <a:pt x="29" y="29"/>
                      <a:pt x="0" y="29"/>
                      <a:pt x="0" y="57"/>
                    </a:cubicBezTo>
                    <a:lnTo>
                      <a:pt x="57" y="262"/>
                    </a:lnTo>
                    <a:lnTo>
                      <a:pt x="85" y="262"/>
                    </a:lnTo>
                    <a:cubicBezTo>
                      <a:pt x="114" y="262"/>
                      <a:pt x="114" y="262"/>
                      <a:pt x="114" y="234"/>
                    </a:cubicBezTo>
                    <a:lnTo>
                      <a:pt x="57" y="29"/>
                    </a:lnTo>
                    <a:cubicBezTo>
                      <a:pt x="57" y="29"/>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1"/>
              <p:cNvSpPr/>
              <p:nvPr/>
            </p:nvSpPr>
            <p:spPr>
              <a:xfrm>
                <a:off x="5692866" y="4348507"/>
                <a:ext cx="2989" cy="22624"/>
              </a:xfrm>
              <a:custGeom>
                <a:avLst/>
                <a:gdLst/>
                <a:ahLst/>
                <a:cxnLst/>
                <a:rect l="l" t="t" r="r" b="b"/>
                <a:pathLst>
                  <a:path w="86" h="651" extrusionOk="0">
                    <a:moveTo>
                      <a:pt x="29" y="0"/>
                    </a:moveTo>
                    <a:cubicBezTo>
                      <a:pt x="1" y="0"/>
                      <a:pt x="1" y="0"/>
                      <a:pt x="1" y="28"/>
                    </a:cubicBezTo>
                    <a:cubicBezTo>
                      <a:pt x="1" y="233"/>
                      <a:pt x="1" y="439"/>
                      <a:pt x="29" y="651"/>
                    </a:cubicBezTo>
                    <a:lnTo>
                      <a:pt x="57" y="651"/>
                    </a:lnTo>
                    <a:cubicBezTo>
                      <a:pt x="86" y="651"/>
                      <a:pt x="86" y="651"/>
                      <a:pt x="86" y="615"/>
                    </a:cubicBezTo>
                    <a:cubicBezTo>
                      <a:pt x="57" y="410"/>
                      <a:pt x="57" y="205"/>
                      <a:pt x="57" y="28"/>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1"/>
              <p:cNvSpPr/>
              <p:nvPr/>
            </p:nvSpPr>
            <p:spPr>
              <a:xfrm>
                <a:off x="5736863" y="4501176"/>
                <a:ext cx="22415" cy="68601"/>
              </a:xfrm>
              <a:custGeom>
                <a:avLst/>
                <a:gdLst/>
                <a:ahLst/>
                <a:cxnLst/>
                <a:rect l="l" t="t" r="r" b="b"/>
                <a:pathLst>
                  <a:path w="645" h="1974" extrusionOk="0">
                    <a:moveTo>
                      <a:pt x="29" y="0"/>
                    </a:moveTo>
                    <a:cubicBezTo>
                      <a:pt x="1" y="0"/>
                      <a:pt x="1" y="29"/>
                      <a:pt x="1" y="57"/>
                    </a:cubicBezTo>
                    <a:lnTo>
                      <a:pt x="326" y="1882"/>
                    </a:lnTo>
                    <a:cubicBezTo>
                      <a:pt x="326" y="1917"/>
                      <a:pt x="326" y="1946"/>
                      <a:pt x="355" y="1974"/>
                    </a:cubicBezTo>
                    <a:lnTo>
                      <a:pt x="616" y="1974"/>
                    </a:lnTo>
                    <a:cubicBezTo>
                      <a:pt x="645" y="1974"/>
                      <a:pt x="645" y="1974"/>
                      <a:pt x="645" y="1946"/>
                    </a:cubicBezTo>
                    <a:cubicBezTo>
                      <a:pt x="645" y="1946"/>
                      <a:pt x="645" y="1917"/>
                      <a:pt x="616" y="1917"/>
                    </a:cubicBezTo>
                    <a:lnTo>
                      <a:pt x="383" y="1917"/>
                    </a:lnTo>
                    <a:lnTo>
                      <a:pt x="383" y="1882"/>
                    </a:lnTo>
                    <a:lnTo>
                      <a:pt x="58" y="29"/>
                    </a:lnTo>
                    <a:cubicBezTo>
                      <a:pt x="58" y="29"/>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1"/>
              <p:cNvSpPr/>
              <p:nvPr/>
            </p:nvSpPr>
            <p:spPr>
              <a:xfrm>
                <a:off x="5570919" y="4504130"/>
                <a:ext cx="16264" cy="10356"/>
              </a:xfrm>
              <a:custGeom>
                <a:avLst/>
                <a:gdLst/>
                <a:ahLst/>
                <a:cxnLst/>
                <a:rect l="l" t="t" r="r" b="b"/>
                <a:pathLst>
                  <a:path w="468" h="298" extrusionOk="0">
                    <a:moveTo>
                      <a:pt x="411" y="0"/>
                    </a:moveTo>
                    <a:cubicBezTo>
                      <a:pt x="291" y="92"/>
                      <a:pt x="149" y="177"/>
                      <a:pt x="1" y="269"/>
                    </a:cubicBezTo>
                    <a:lnTo>
                      <a:pt x="1" y="297"/>
                    </a:lnTo>
                    <a:lnTo>
                      <a:pt x="29" y="297"/>
                    </a:lnTo>
                    <a:cubicBezTo>
                      <a:pt x="178" y="241"/>
                      <a:pt x="326" y="149"/>
                      <a:pt x="468" y="64"/>
                    </a:cubicBezTo>
                    <a:lnTo>
                      <a:pt x="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41"/>
            <p:cNvGrpSpPr/>
            <p:nvPr/>
          </p:nvGrpSpPr>
          <p:grpSpPr>
            <a:xfrm>
              <a:off x="5240433" y="2333504"/>
              <a:ext cx="1470385" cy="1003512"/>
              <a:chOff x="4805595" y="2633670"/>
              <a:chExt cx="513367" cy="350376"/>
            </a:xfrm>
          </p:grpSpPr>
          <p:sp>
            <p:nvSpPr>
              <p:cNvPr id="1008" name="Google Shape;1008;p41"/>
              <p:cNvSpPr/>
              <p:nvPr/>
            </p:nvSpPr>
            <p:spPr>
              <a:xfrm>
                <a:off x="4811819" y="2641767"/>
                <a:ext cx="33953" cy="94457"/>
              </a:xfrm>
              <a:custGeom>
                <a:avLst/>
                <a:gdLst/>
                <a:ahLst/>
                <a:cxnLst/>
                <a:rect l="l" t="t" r="r" b="b"/>
                <a:pathLst>
                  <a:path w="977" h="2718" extrusionOk="0">
                    <a:moveTo>
                      <a:pt x="884" y="1"/>
                    </a:moveTo>
                    <a:cubicBezTo>
                      <a:pt x="594" y="1"/>
                      <a:pt x="325" y="241"/>
                      <a:pt x="325" y="560"/>
                    </a:cubicBezTo>
                    <a:lnTo>
                      <a:pt x="325" y="913"/>
                    </a:lnTo>
                    <a:cubicBezTo>
                      <a:pt x="325" y="1034"/>
                      <a:pt x="297" y="1126"/>
                      <a:pt x="212" y="1210"/>
                    </a:cubicBezTo>
                    <a:lnTo>
                      <a:pt x="0" y="1416"/>
                    </a:lnTo>
                    <a:lnTo>
                      <a:pt x="149" y="1564"/>
                    </a:lnTo>
                    <a:cubicBezTo>
                      <a:pt x="241" y="1656"/>
                      <a:pt x="297" y="1741"/>
                      <a:pt x="297" y="1861"/>
                    </a:cubicBezTo>
                    <a:lnTo>
                      <a:pt x="297" y="2187"/>
                    </a:lnTo>
                    <a:cubicBezTo>
                      <a:pt x="297" y="2477"/>
                      <a:pt x="531" y="2717"/>
                      <a:pt x="856" y="2717"/>
                    </a:cubicBezTo>
                    <a:lnTo>
                      <a:pt x="920" y="2717"/>
                    </a:lnTo>
                    <a:cubicBezTo>
                      <a:pt x="948" y="2717"/>
                      <a:pt x="976" y="2717"/>
                      <a:pt x="976" y="2654"/>
                    </a:cubicBezTo>
                    <a:cubicBezTo>
                      <a:pt x="976" y="2625"/>
                      <a:pt x="948" y="2597"/>
                      <a:pt x="920" y="2597"/>
                    </a:cubicBezTo>
                    <a:lnTo>
                      <a:pt x="856" y="2597"/>
                    </a:lnTo>
                    <a:cubicBezTo>
                      <a:pt x="594" y="2597"/>
                      <a:pt x="417" y="2420"/>
                      <a:pt x="417" y="2187"/>
                    </a:cubicBezTo>
                    <a:lnTo>
                      <a:pt x="417" y="1861"/>
                    </a:lnTo>
                    <a:cubicBezTo>
                      <a:pt x="417" y="1713"/>
                      <a:pt x="354" y="1564"/>
                      <a:pt x="241" y="1479"/>
                    </a:cubicBezTo>
                    <a:lnTo>
                      <a:pt x="177" y="1416"/>
                    </a:lnTo>
                    <a:lnTo>
                      <a:pt x="297" y="1302"/>
                    </a:lnTo>
                    <a:cubicBezTo>
                      <a:pt x="389" y="1210"/>
                      <a:pt x="446" y="1062"/>
                      <a:pt x="446" y="913"/>
                    </a:cubicBezTo>
                    <a:lnTo>
                      <a:pt x="446" y="560"/>
                    </a:lnTo>
                    <a:cubicBezTo>
                      <a:pt x="446" y="298"/>
                      <a:pt x="651" y="121"/>
                      <a:pt x="884" y="121"/>
                    </a:cubicBezTo>
                    <a:cubicBezTo>
                      <a:pt x="920" y="121"/>
                      <a:pt x="948" y="93"/>
                      <a:pt x="948" y="64"/>
                    </a:cubicBezTo>
                    <a:cubicBezTo>
                      <a:pt x="948" y="29"/>
                      <a:pt x="920"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1"/>
              <p:cNvSpPr/>
              <p:nvPr/>
            </p:nvSpPr>
            <p:spPr>
              <a:xfrm>
                <a:off x="4901224" y="2641767"/>
                <a:ext cx="33710" cy="94457"/>
              </a:xfrm>
              <a:custGeom>
                <a:avLst/>
                <a:gdLst/>
                <a:ahLst/>
                <a:cxnLst/>
                <a:rect l="l" t="t" r="r" b="b"/>
                <a:pathLst>
                  <a:path w="970" h="2718" extrusionOk="0">
                    <a:moveTo>
                      <a:pt x="86" y="1"/>
                    </a:moveTo>
                    <a:cubicBezTo>
                      <a:pt x="57" y="1"/>
                      <a:pt x="29" y="29"/>
                      <a:pt x="29" y="64"/>
                    </a:cubicBezTo>
                    <a:cubicBezTo>
                      <a:pt x="29" y="93"/>
                      <a:pt x="57" y="121"/>
                      <a:pt x="86" y="121"/>
                    </a:cubicBezTo>
                    <a:cubicBezTo>
                      <a:pt x="326" y="121"/>
                      <a:pt x="531" y="298"/>
                      <a:pt x="531" y="560"/>
                    </a:cubicBezTo>
                    <a:lnTo>
                      <a:pt x="531" y="913"/>
                    </a:lnTo>
                    <a:cubicBezTo>
                      <a:pt x="531" y="1062"/>
                      <a:pt x="588" y="1210"/>
                      <a:pt x="680" y="1302"/>
                    </a:cubicBezTo>
                    <a:lnTo>
                      <a:pt x="793" y="1416"/>
                    </a:lnTo>
                    <a:lnTo>
                      <a:pt x="736" y="1479"/>
                    </a:lnTo>
                    <a:cubicBezTo>
                      <a:pt x="616" y="1564"/>
                      <a:pt x="559" y="1713"/>
                      <a:pt x="559" y="1861"/>
                    </a:cubicBezTo>
                    <a:lnTo>
                      <a:pt x="559" y="2187"/>
                    </a:lnTo>
                    <a:cubicBezTo>
                      <a:pt x="559" y="2420"/>
                      <a:pt x="383" y="2597"/>
                      <a:pt x="121" y="2597"/>
                    </a:cubicBezTo>
                    <a:lnTo>
                      <a:pt x="57" y="2597"/>
                    </a:lnTo>
                    <a:cubicBezTo>
                      <a:pt x="1" y="2597"/>
                      <a:pt x="1" y="2625"/>
                      <a:pt x="1" y="2654"/>
                    </a:cubicBezTo>
                    <a:cubicBezTo>
                      <a:pt x="1" y="2717"/>
                      <a:pt x="1" y="2717"/>
                      <a:pt x="57" y="2717"/>
                    </a:cubicBezTo>
                    <a:lnTo>
                      <a:pt x="121" y="2717"/>
                    </a:lnTo>
                    <a:cubicBezTo>
                      <a:pt x="439" y="2717"/>
                      <a:pt x="680" y="2477"/>
                      <a:pt x="680" y="2187"/>
                    </a:cubicBezTo>
                    <a:lnTo>
                      <a:pt x="680" y="1861"/>
                    </a:lnTo>
                    <a:cubicBezTo>
                      <a:pt x="680" y="1741"/>
                      <a:pt x="736" y="1656"/>
                      <a:pt x="828" y="1564"/>
                    </a:cubicBezTo>
                    <a:lnTo>
                      <a:pt x="970" y="1416"/>
                    </a:lnTo>
                    <a:lnTo>
                      <a:pt x="765" y="1210"/>
                    </a:lnTo>
                    <a:cubicBezTo>
                      <a:pt x="680" y="1126"/>
                      <a:pt x="651" y="1034"/>
                      <a:pt x="651" y="913"/>
                    </a:cubicBezTo>
                    <a:lnTo>
                      <a:pt x="651" y="560"/>
                    </a:lnTo>
                    <a:cubicBezTo>
                      <a:pt x="651" y="241"/>
                      <a:pt x="383" y="1"/>
                      <a:pt x="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p:cNvSpPr/>
              <p:nvPr/>
            </p:nvSpPr>
            <p:spPr>
              <a:xfrm>
                <a:off x="4840009" y="2703836"/>
                <a:ext cx="12337" cy="23041"/>
              </a:xfrm>
              <a:custGeom>
                <a:avLst/>
                <a:gdLst/>
                <a:ahLst/>
                <a:cxnLst/>
                <a:rect l="l" t="t" r="r" b="b"/>
                <a:pathLst>
                  <a:path w="355" h="663" extrusionOk="0">
                    <a:moveTo>
                      <a:pt x="267" y="0"/>
                    </a:moveTo>
                    <a:cubicBezTo>
                      <a:pt x="248" y="0"/>
                      <a:pt x="234" y="22"/>
                      <a:pt x="234" y="47"/>
                    </a:cubicBezTo>
                    <a:lnTo>
                      <a:pt x="1" y="606"/>
                    </a:lnTo>
                    <a:cubicBezTo>
                      <a:pt x="1" y="634"/>
                      <a:pt x="1" y="662"/>
                      <a:pt x="29" y="662"/>
                    </a:cubicBezTo>
                    <a:lnTo>
                      <a:pt x="57" y="662"/>
                    </a:lnTo>
                    <a:cubicBezTo>
                      <a:pt x="85" y="662"/>
                      <a:pt x="114" y="662"/>
                      <a:pt x="114" y="634"/>
                    </a:cubicBezTo>
                    <a:lnTo>
                      <a:pt x="326" y="75"/>
                    </a:lnTo>
                    <a:cubicBezTo>
                      <a:pt x="354" y="47"/>
                      <a:pt x="326" y="12"/>
                      <a:pt x="291" y="12"/>
                    </a:cubicBezTo>
                    <a:cubicBezTo>
                      <a:pt x="283" y="4"/>
                      <a:pt x="274"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1"/>
              <p:cNvSpPr/>
              <p:nvPr/>
            </p:nvSpPr>
            <p:spPr>
              <a:xfrm>
                <a:off x="5095432" y="2706025"/>
                <a:ext cx="12337" cy="22832"/>
              </a:xfrm>
              <a:custGeom>
                <a:avLst/>
                <a:gdLst/>
                <a:ahLst/>
                <a:cxnLst/>
                <a:rect l="l" t="t" r="r" b="b"/>
                <a:pathLst>
                  <a:path w="355" h="657" extrusionOk="0">
                    <a:moveTo>
                      <a:pt x="274" y="1"/>
                    </a:moveTo>
                    <a:cubicBezTo>
                      <a:pt x="256" y="1"/>
                      <a:pt x="242" y="21"/>
                      <a:pt x="242" y="41"/>
                    </a:cubicBezTo>
                    <a:lnTo>
                      <a:pt x="1" y="571"/>
                    </a:lnTo>
                    <a:cubicBezTo>
                      <a:pt x="1" y="599"/>
                      <a:pt x="36" y="656"/>
                      <a:pt x="65" y="656"/>
                    </a:cubicBezTo>
                    <a:cubicBezTo>
                      <a:pt x="93" y="656"/>
                      <a:pt x="121" y="656"/>
                      <a:pt x="121" y="628"/>
                    </a:cubicBezTo>
                    <a:lnTo>
                      <a:pt x="326" y="69"/>
                    </a:lnTo>
                    <a:cubicBezTo>
                      <a:pt x="355" y="41"/>
                      <a:pt x="326" y="12"/>
                      <a:pt x="298" y="12"/>
                    </a:cubicBezTo>
                    <a:cubicBezTo>
                      <a:pt x="290" y="4"/>
                      <a:pt x="282" y="1"/>
                      <a:pt x="2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1"/>
              <p:cNvSpPr/>
              <p:nvPr/>
            </p:nvSpPr>
            <p:spPr>
              <a:xfrm>
                <a:off x="5173382" y="2706025"/>
                <a:ext cx="12337" cy="22832"/>
              </a:xfrm>
              <a:custGeom>
                <a:avLst/>
                <a:gdLst/>
                <a:ahLst/>
                <a:cxnLst/>
                <a:rect l="l" t="t" r="r" b="b"/>
                <a:pathLst>
                  <a:path w="355" h="657" extrusionOk="0">
                    <a:moveTo>
                      <a:pt x="271" y="1"/>
                    </a:moveTo>
                    <a:cubicBezTo>
                      <a:pt x="249" y="1"/>
                      <a:pt x="226" y="21"/>
                      <a:pt x="206" y="41"/>
                    </a:cubicBezTo>
                    <a:lnTo>
                      <a:pt x="1" y="571"/>
                    </a:lnTo>
                    <a:cubicBezTo>
                      <a:pt x="1" y="599"/>
                      <a:pt x="1" y="656"/>
                      <a:pt x="29" y="656"/>
                    </a:cubicBezTo>
                    <a:lnTo>
                      <a:pt x="57" y="656"/>
                    </a:lnTo>
                    <a:cubicBezTo>
                      <a:pt x="93" y="656"/>
                      <a:pt x="121" y="656"/>
                      <a:pt x="121" y="628"/>
                    </a:cubicBezTo>
                    <a:lnTo>
                      <a:pt x="326" y="69"/>
                    </a:lnTo>
                    <a:cubicBezTo>
                      <a:pt x="354" y="41"/>
                      <a:pt x="326" y="12"/>
                      <a:pt x="298" y="12"/>
                    </a:cubicBezTo>
                    <a:cubicBezTo>
                      <a:pt x="289" y="4"/>
                      <a:pt x="281" y="1"/>
                      <a:pt x="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1"/>
              <p:cNvSpPr/>
              <p:nvPr/>
            </p:nvSpPr>
            <p:spPr>
              <a:xfrm>
                <a:off x="5186658" y="2706025"/>
                <a:ext cx="12337" cy="22832"/>
              </a:xfrm>
              <a:custGeom>
                <a:avLst/>
                <a:gdLst/>
                <a:ahLst/>
                <a:cxnLst/>
                <a:rect l="l" t="t" r="r" b="b"/>
                <a:pathLst>
                  <a:path w="355" h="657" extrusionOk="0">
                    <a:moveTo>
                      <a:pt x="273" y="1"/>
                    </a:moveTo>
                    <a:cubicBezTo>
                      <a:pt x="252" y="1"/>
                      <a:pt x="231" y="21"/>
                      <a:pt x="206" y="41"/>
                    </a:cubicBezTo>
                    <a:lnTo>
                      <a:pt x="1" y="571"/>
                    </a:lnTo>
                    <a:cubicBezTo>
                      <a:pt x="1" y="599"/>
                      <a:pt x="1" y="656"/>
                      <a:pt x="29" y="656"/>
                    </a:cubicBezTo>
                    <a:lnTo>
                      <a:pt x="64" y="656"/>
                    </a:lnTo>
                    <a:cubicBezTo>
                      <a:pt x="93" y="656"/>
                      <a:pt x="121" y="656"/>
                      <a:pt x="121" y="628"/>
                    </a:cubicBezTo>
                    <a:lnTo>
                      <a:pt x="326" y="69"/>
                    </a:lnTo>
                    <a:cubicBezTo>
                      <a:pt x="354" y="41"/>
                      <a:pt x="326" y="12"/>
                      <a:pt x="298" y="12"/>
                    </a:cubicBezTo>
                    <a:cubicBezTo>
                      <a:pt x="289" y="4"/>
                      <a:pt x="281" y="1"/>
                      <a:pt x="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1"/>
              <p:cNvSpPr/>
              <p:nvPr/>
            </p:nvSpPr>
            <p:spPr>
              <a:xfrm>
                <a:off x="4856959" y="2667345"/>
                <a:ext cx="51399" cy="46256"/>
              </a:xfrm>
              <a:custGeom>
                <a:avLst/>
                <a:gdLst/>
                <a:ahLst/>
                <a:cxnLst/>
                <a:rect l="l" t="t" r="r" b="b"/>
                <a:pathLst>
                  <a:path w="1479" h="1331" extrusionOk="0">
                    <a:moveTo>
                      <a:pt x="0" y="0"/>
                    </a:moveTo>
                    <a:lnTo>
                      <a:pt x="0" y="1330"/>
                    </a:lnTo>
                    <a:lnTo>
                      <a:pt x="1479" y="1330"/>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1"/>
              <p:cNvSpPr/>
              <p:nvPr/>
            </p:nvSpPr>
            <p:spPr>
              <a:xfrm>
                <a:off x="4963441" y="2633670"/>
                <a:ext cx="22624" cy="116803"/>
              </a:xfrm>
              <a:custGeom>
                <a:avLst/>
                <a:gdLst/>
                <a:ahLst/>
                <a:cxnLst/>
                <a:rect l="l" t="t" r="r" b="b"/>
                <a:pathLst>
                  <a:path w="651" h="3361" extrusionOk="0">
                    <a:moveTo>
                      <a:pt x="587" y="0"/>
                    </a:moveTo>
                    <a:cubicBezTo>
                      <a:pt x="559" y="0"/>
                      <a:pt x="531" y="0"/>
                      <a:pt x="531" y="29"/>
                    </a:cubicBezTo>
                    <a:cubicBezTo>
                      <a:pt x="0" y="1033"/>
                      <a:pt x="0" y="2299"/>
                      <a:pt x="502" y="3332"/>
                    </a:cubicBezTo>
                    <a:cubicBezTo>
                      <a:pt x="502" y="3361"/>
                      <a:pt x="531" y="3361"/>
                      <a:pt x="559" y="3361"/>
                    </a:cubicBezTo>
                    <a:lnTo>
                      <a:pt x="587" y="3361"/>
                    </a:lnTo>
                    <a:cubicBezTo>
                      <a:pt x="616" y="3332"/>
                      <a:pt x="616" y="3304"/>
                      <a:pt x="616" y="3269"/>
                    </a:cubicBezTo>
                    <a:cubicBezTo>
                      <a:pt x="120" y="2299"/>
                      <a:pt x="120" y="1061"/>
                      <a:pt x="616" y="85"/>
                    </a:cubicBezTo>
                    <a:cubicBezTo>
                      <a:pt x="651" y="57"/>
                      <a:pt x="616" y="29"/>
                      <a:pt x="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1"/>
              <p:cNvSpPr/>
              <p:nvPr/>
            </p:nvSpPr>
            <p:spPr>
              <a:xfrm>
                <a:off x="4989993" y="2675686"/>
                <a:ext cx="103528" cy="32737"/>
              </a:xfrm>
              <a:custGeom>
                <a:avLst/>
                <a:gdLst/>
                <a:ahLst/>
                <a:cxnLst/>
                <a:rect l="l" t="t" r="r" b="b"/>
                <a:pathLst>
                  <a:path w="2979" h="942" extrusionOk="0">
                    <a:moveTo>
                      <a:pt x="0" y="1"/>
                    </a:moveTo>
                    <a:lnTo>
                      <a:pt x="0" y="942"/>
                    </a:lnTo>
                    <a:lnTo>
                      <a:pt x="2978" y="942"/>
                    </a:lnTo>
                    <a:lnTo>
                      <a:pt x="29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1"/>
              <p:cNvSpPr/>
              <p:nvPr/>
            </p:nvSpPr>
            <p:spPr>
              <a:xfrm>
                <a:off x="5122261" y="2675686"/>
                <a:ext cx="48202" cy="32737"/>
              </a:xfrm>
              <a:custGeom>
                <a:avLst/>
                <a:gdLst/>
                <a:ahLst/>
                <a:cxnLst/>
                <a:rect l="l" t="t" r="r" b="b"/>
                <a:pathLst>
                  <a:path w="1387" h="942" extrusionOk="0">
                    <a:moveTo>
                      <a:pt x="0" y="1"/>
                    </a:moveTo>
                    <a:lnTo>
                      <a:pt x="0" y="942"/>
                    </a:lnTo>
                    <a:lnTo>
                      <a:pt x="1387" y="9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1"/>
              <p:cNvSpPr/>
              <p:nvPr/>
            </p:nvSpPr>
            <p:spPr>
              <a:xfrm>
                <a:off x="5001287" y="2696121"/>
                <a:ext cx="75760" cy="4205"/>
              </a:xfrm>
              <a:custGeom>
                <a:avLst/>
                <a:gdLst/>
                <a:ahLst/>
                <a:cxnLst/>
                <a:rect l="l" t="t" r="r" b="b"/>
                <a:pathLst>
                  <a:path w="2180" h="121" extrusionOk="0">
                    <a:moveTo>
                      <a:pt x="57" y="0"/>
                    </a:moveTo>
                    <a:cubicBezTo>
                      <a:pt x="29" y="0"/>
                      <a:pt x="1" y="28"/>
                      <a:pt x="1" y="57"/>
                    </a:cubicBezTo>
                    <a:cubicBezTo>
                      <a:pt x="1" y="92"/>
                      <a:pt x="29" y="120"/>
                      <a:pt x="57" y="120"/>
                    </a:cubicBezTo>
                    <a:lnTo>
                      <a:pt x="2123" y="120"/>
                    </a:lnTo>
                    <a:cubicBezTo>
                      <a:pt x="2151" y="120"/>
                      <a:pt x="2179" y="92"/>
                      <a:pt x="2179" y="57"/>
                    </a:cubicBezTo>
                    <a:cubicBezTo>
                      <a:pt x="2179" y="28"/>
                      <a:pt x="2151" y="0"/>
                      <a:pt x="2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1"/>
              <p:cNvSpPr/>
              <p:nvPr/>
            </p:nvSpPr>
            <p:spPr>
              <a:xfrm>
                <a:off x="4892858" y="2675686"/>
                <a:ext cx="4205" cy="32737"/>
              </a:xfrm>
              <a:custGeom>
                <a:avLst/>
                <a:gdLst/>
                <a:ahLst/>
                <a:cxnLst/>
                <a:rect l="l" t="t" r="r" b="b"/>
                <a:pathLst>
                  <a:path w="121" h="942" extrusionOk="0">
                    <a:moveTo>
                      <a:pt x="64" y="1"/>
                    </a:moveTo>
                    <a:cubicBezTo>
                      <a:pt x="28" y="1"/>
                      <a:pt x="0" y="29"/>
                      <a:pt x="0" y="58"/>
                    </a:cubicBezTo>
                    <a:lnTo>
                      <a:pt x="0" y="885"/>
                    </a:lnTo>
                    <a:cubicBezTo>
                      <a:pt x="0" y="914"/>
                      <a:pt x="28" y="942"/>
                      <a:pt x="64" y="942"/>
                    </a:cubicBezTo>
                    <a:cubicBezTo>
                      <a:pt x="92" y="942"/>
                      <a:pt x="120" y="914"/>
                      <a:pt x="120" y="885"/>
                    </a:cubicBezTo>
                    <a:lnTo>
                      <a:pt x="120" y="58"/>
                    </a:lnTo>
                    <a:cubicBezTo>
                      <a:pt x="120" y="29"/>
                      <a:pt x="92"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1"/>
              <p:cNvSpPr/>
              <p:nvPr/>
            </p:nvSpPr>
            <p:spPr>
              <a:xfrm>
                <a:off x="5180507" y="2670543"/>
                <a:ext cx="34961" cy="27559"/>
              </a:xfrm>
              <a:custGeom>
                <a:avLst/>
                <a:gdLst/>
                <a:ahLst/>
                <a:cxnLst/>
                <a:rect l="l" t="t" r="r" b="b"/>
                <a:pathLst>
                  <a:path w="1006" h="793" extrusionOk="0">
                    <a:moveTo>
                      <a:pt x="121" y="0"/>
                    </a:moveTo>
                    <a:lnTo>
                      <a:pt x="1" y="651"/>
                    </a:lnTo>
                    <a:lnTo>
                      <a:pt x="913" y="793"/>
                    </a:lnTo>
                    <a:lnTo>
                      <a:pt x="1005" y="1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1"/>
              <p:cNvSpPr/>
              <p:nvPr/>
            </p:nvSpPr>
            <p:spPr>
              <a:xfrm>
                <a:off x="4825021" y="2875340"/>
                <a:ext cx="33953" cy="95430"/>
              </a:xfrm>
              <a:custGeom>
                <a:avLst/>
                <a:gdLst/>
                <a:ahLst/>
                <a:cxnLst/>
                <a:rect l="l" t="t" r="r" b="b"/>
                <a:pathLst>
                  <a:path w="977" h="2746" extrusionOk="0">
                    <a:moveTo>
                      <a:pt x="884" y="0"/>
                    </a:moveTo>
                    <a:cubicBezTo>
                      <a:pt x="594" y="0"/>
                      <a:pt x="326" y="241"/>
                      <a:pt x="326" y="559"/>
                    </a:cubicBezTo>
                    <a:lnTo>
                      <a:pt x="326" y="913"/>
                    </a:lnTo>
                    <a:cubicBezTo>
                      <a:pt x="326" y="1033"/>
                      <a:pt x="269" y="1125"/>
                      <a:pt x="212" y="1210"/>
                    </a:cubicBezTo>
                    <a:lnTo>
                      <a:pt x="0" y="1415"/>
                    </a:lnTo>
                    <a:lnTo>
                      <a:pt x="149" y="1564"/>
                    </a:lnTo>
                    <a:cubicBezTo>
                      <a:pt x="241" y="1656"/>
                      <a:pt x="269" y="1741"/>
                      <a:pt x="269" y="1861"/>
                    </a:cubicBezTo>
                    <a:lnTo>
                      <a:pt x="269" y="2186"/>
                    </a:lnTo>
                    <a:cubicBezTo>
                      <a:pt x="269" y="2476"/>
                      <a:pt x="531" y="2745"/>
                      <a:pt x="828" y="2745"/>
                    </a:cubicBezTo>
                    <a:lnTo>
                      <a:pt x="920" y="2745"/>
                    </a:lnTo>
                    <a:cubicBezTo>
                      <a:pt x="948" y="2745"/>
                      <a:pt x="976" y="2717"/>
                      <a:pt x="976" y="2682"/>
                    </a:cubicBezTo>
                    <a:cubicBezTo>
                      <a:pt x="976" y="2625"/>
                      <a:pt x="948" y="2625"/>
                      <a:pt x="920" y="2625"/>
                    </a:cubicBezTo>
                    <a:lnTo>
                      <a:pt x="828" y="2625"/>
                    </a:lnTo>
                    <a:cubicBezTo>
                      <a:pt x="594" y="2625"/>
                      <a:pt x="389" y="2420"/>
                      <a:pt x="389" y="2186"/>
                    </a:cubicBezTo>
                    <a:lnTo>
                      <a:pt x="389" y="1861"/>
                    </a:lnTo>
                    <a:cubicBezTo>
                      <a:pt x="389" y="1712"/>
                      <a:pt x="326" y="1592"/>
                      <a:pt x="241" y="1479"/>
                    </a:cubicBezTo>
                    <a:lnTo>
                      <a:pt x="177" y="1415"/>
                    </a:lnTo>
                    <a:lnTo>
                      <a:pt x="269" y="1302"/>
                    </a:lnTo>
                    <a:cubicBezTo>
                      <a:pt x="389" y="1210"/>
                      <a:pt x="446" y="1062"/>
                      <a:pt x="446" y="913"/>
                    </a:cubicBezTo>
                    <a:lnTo>
                      <a:pt x="446" y="559"/>
                    </a:lnTo>
                    <a:cubicBezTo>
                      <a:pt x="446" y="297"/>
                      <a:pt x="651" y="121"/>
                      <a:pt x="884" y="121"/>
                    </a:cubicBezTo>
                    <a:cubicBezTo>
                      <a:pt x="920" y="121"/>
                      <a:pt x="948" y="92"/>
                      <a:pt x="948" y="64"/>
                    </a:cubicBezTo>
                    <a:cubicBezTo>
                      <a:pt x="948" y="29"/>
                      <a:pt x="920" y="0"/>
                      <a:pt x="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1"/>
              <p:cNvSpPr/>
              <p:nvPr/>
            </p:nvSpPr>
            <p:spPr>
              <a:xfrm>
                <a:off x="4974736" y="2875340"/>
                <a:ext cx="33710" cy="95430"/>
              </a:xfrm>
              <a:custGeom>
                <a:avLst/>
                <a:gdLst/>
                <a:ahLst/>
                <a:cxnLst/>
                <a:rect l="l" t="t" r="r" b="b"/>
                <a:pathLst>
                  <a:path w="970" h="2746" extrusionOk="0">
                    <a:moveTo>
                      <a:pt x="114" y="0"/>
                    </a:moveTo>
                    <a:cubicBezTo>
                      <a:pt x="57" y="0"/>
                      <a:pt x="57" y="29"/>
                      <a:pt x="57" y="64"/>
                    </a:cubicBezTo>
                    <a:cubicBezTo>
                      <a:pt x="57" y="92"/>
                      <a:pt x="57" y="121"/>
                      <a:pt x="114" y="121"/>
                    </a:cubicBezTo>
                    <a:cubicBezTo>
                      <a:pt x="354" y="121"/>
                      <a:pt x="559" y="297"/>
                      <a:pt x="559" y="559"/>
                    </a:cubicBezTo>
                    <a:lnTo>
                      <a:pt x="559" y="913"/>
                    </a:lnTo>
                    <a:cubicBezTo>
                      <a:pt x="559" y="1062"/>
                      <a:pt x="588" y="1210"/>
                      <a:pt x="708" y="1302"/>
                    </a:cubicBezTo>
                    <a:lnTo>
                      <a:pt x="821" y="1415"/>
                    </a:lnTo>
                    <a:lnTo>
                      <a:pt x="765" y="1479"/>
                    </a:lnTo>
                    <a:cubicBezTo>
                      <a:pt x="644" y="1564"/>
                      <a:pt x="588" y="1712"/>
                      <a:pt x="588" y="1861"/>
                    </a:cubicBezTo>
                    <a:lnTo>
                      <a:pt x="588" y="2186"/>
                    </a:lnTo>
                    <a:cubicBezTo>
                      <a:pt x="588" y="2420"/>
                      <a:pt x="382" y="2625"/>
                      <a:pt x="149" y="2625"/>
                    </a:cubicBezTo>
                    <a:lnTo>
                      <a:pt x="57" y="2625"/>
                    </a:lnTo>
                    <a:cubicBezTo>
                      <a:pt x="29" y="2625"/>
                      <a:pt x="0" y="2625"/>
                      <a:pt x="0" y="2682"/>
                    </a:cubicBezTo>
                    <a:cubicBezTo>
                      <a:pt x="0" y="2717"/>
                      <a:pt x="29" y="2745"/>
                      <a:pt x="57" y="2745"/>
                    </a:cubicBezTo>
                    <a:lnTo>
                      <a:pt x="149" y="2745"/>
                    </a:lnTo>
                    <a:cubicBezTo>
                      <a:pt x="467" y="2745"/>
                      <a:pt x="708" y="2476"/>
                      <a:pt x="708" y="2186"/>
                    </a:cubicBezTo>
                    <a:lnTo>
                      <a:pt x="708" y="1861"/>
                    </a:lnTo>
                    <a:cubicBezTo>
                      <a:pt x="708" y="1741"/>
                      <a:pt x="765" y="1656"/>
                      <a:pt x="821" y="1564"/>
                    </a:cubicBezTo>
                    <a:lnTo>
                      <a:pt x="970" y="1415"/>
                    </a:lnTo>
                    <a:lnTo>
                      <a:pt x="793" y="1210"/>
                    </a:lnTo>
                    <a:cubicBezTo>
                      <a:pt x="708" y="1125"/>
                      <a:pt x="680" y="1033"/>
                      <a:pt x="680" y="913"/>
                    </a:cubicBezTo>
                    <a:lnTo>
                      <a:pt x="680" y="559"/>
                    </a:lnTo>
                    <a:cubicBezTo>
                      <a:pt x="680" y="241"/>
                      <a:pt x="411" y="0"/>
                      <a:pt x="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1"/>
              <p:cNvSpPr/>
              <p:nvPr/>
            </p:nvSpPr>
            <p:spPr>
              <a:xfrm>
                <a:off x="4858940" y="2899910"/>
                <a:ext cx="51156" cy="47263"/>
              </a:xfrm>
              <a:custGeom>
                <a:avLst/>
                <a:gdLst/>
                <a:ahLst/>
                <a:cxnLst/>
                <a:rect l="l" t="t" r="r" b="b"/>
                <a:pathLst>
                  <a:path w="1472" h="1360" extrusionOk="0">
                    <a:moveTo>
                      <a:pt x="0" y="1"/>
                    </a:moveTo>
                    <a:lnTo>
                      <a:pt x="0" y="1359"/>
                    </a:lnTo>
                    <a:lnTo>
                      <a:pt x="1472" y="1359"/>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1"/>
              <p:cNvSpPr/>
              <p:nvPr/>
            </p:nvSpPr>
            <p:spPr>
              <a:xfrm>
                <a:off x="5042330" y="2867208"/>
                <a:ext cx="23666" cy="116838"/>
              </a:xfrm>
              <a:custGeom>
                <a:avLst/>
                <a:gdLst/>
                <a:ahLst/>
                <a:cxnLst/>
                <a:rect l="l" t="t" r="r" b="b"/>
                <a:pathLst>
                  <a:path w="681" h="3362" extrusionOk="0">
                    <a:moveTo>
                      <a:pt x="616" y="1"/>
                    </a:moveTo>
                    <a:cubicBezTo>
                      <a:pt x="588" y="1"/>
                      <a:pt x="560" y="1"/>
                      <a:pt x="560" y="29"/>
                    </a:cubicBezTo>
                    <a:cubicBezTo>
                      <a:pt x="29" y="1034"/>
                      <a:pt x="1" y="2300"/>
                      <a:pt x="532" y="3333"/>
                    </a:cubicBezTo>
                    <a:cubicBezTo>
                      <a:pt x="532" y="3361"/>
                      <a:pt x="560" y="3361"/>
                      <a:pt x="588" y="3361"/>
                    </a:cubicBezTo>
                    <a:lnTo>
                      <a:pt x="616" y="3361"/>
                    </a:lnTo>
                    <a:cubicBezTo>
                      <a:pt x="645" y="3333"/>
                      <a:pt x="645" y="3305"/>
                      <a:pt x="645" y="3269"/>
                    </a:cubicBezTo>
                    <a:cubicBezTo>
                      <a:pt x="149" y="2300"/>
                      <a:pt x="149" y="1062"/>
                      <a:pt x="645" y="86"/>
                    </a:cubicBezTo>
                    <a:cubicBezTo>
                      <a:pt x="680" y="58"/>
                      <a:pt x="645" y="29"/>
                      <a:pt x="6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1"/>
              <p:cNvSpPr/>
              <p:nvPr/>
            </p:nvSpPr>
            <p:spPr>
              <a:xfrm>
                <a:off x="5296303" y="2867208"/>
                <a:ext cx="22659" cy="116838"/>
              </a:xfrm>
              <a:custGeom>
                <a:avLst/>
                <a:gdLst/>
                <a:ahLst/>
                <a:cxnLst/>
                <a:rect l="l" t="t" r="r" b="b"/>
                <a:pathLst>
                  <a:path w="652" h="3362" extrusionOk="0">
                    <a:moveTo>
                      <a:pt x="29" y="1"/>
                    </a:moveTo>
                    <a:cubicBezTo>
                      <a:pt x="1" y="29"/>
                      <a:pt x="1" y="58"/>
                      <a:pt x="1" y="86"/>
                    </a:cubicBezTo>
                    <a:cubicBezTo>
                      <a:pt x="531" y="1062"/>
                      <a:pt x="531" y="2300"/>
                      <a:pt x="29" y="3269"/>
                    </a:cubicBezTo>
                    <a:cubicBezTo>
                      <a:pt x="29" y="3305"/>
                      <a:pt x="29" y="3333"/>
                      <a:pt x="57" y="3361"/>
                    </a:cubicBezTo>
                    <a:lnTo>
                      <a:pt x="93" y="3361"/>
                    </a:lnTo>
                    <a:cubicBezTo>
                      <a:pt x="121" y="3361"/>
                      <a:pt x="121" y="3361"/>
                      <a:pt x="149" y="3333"/>
                    </a:cubicBezTo>
                    <a:cubicBezTo>
                      <a:pt x="652" y="2300"/>
                      <a:pt x="652" y="1034"/>
                      <a:pt x="121" y="29"/>
                    </a:cubicBezTo>
                    <a:cubicBezTo>
                      <a:pt x="121" y="1"/>
                      <a:pt x="57"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1"/>
              <p:cNvSpPr/>
              <p:nvPr/>
            </p:nvSpPr>
            <p:spPr>
              <a:xfrm>
                <a:off x="5069889"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1"/>
              <p:cNvSpPr/>
              <p:nvPr/>
            </p:nvSpPr>
            <p:spPr>
              <a:xfrm>
                <a:off x="5245182"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1"/>
              <p:cNvSpPr/>
              <p:nvPr/>
            </p:nvSpPr>
            <p:spPr>
              <a:xfrm>
                <a:off x="5142661" y="2908286"/>
                <a:ext cx="50183" cy="33710"/>
              </a:xfrm>
              <a:custGeom>
                <a:avLst/>
                <a:gdLst/>
                <a:ahLst/>
                <a:cxnLst/>
                <a:rect l="l" t="t" r="r" b="b"/>
                <a:pathLst>
                  <a:path w="1444" h="970" extrusionOk="0">
                    <a:moveTo>
                      <a:pt x="0" y="0"/>
                    </a:moveTo>
                    <a:lnTo>
                      <a:pt x="0" y="970"/>
                    </a:lnTo>
                    <a:lnTo>
                      <a:pt x="1443" y="97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1"/>
              <p:cNvSpPr/>
              <p:nvPr/>
            </p:nvSpPr>
            <p:spPr>
              <a:xfrm>
                <a:off x="5175363" y="2908286"/>
                <a:ext cx="50426" cy="33710"/>
              </a:xfrm>
              <a:custGeom>
                <a:avLst/>
                <a:gdLst/>
                <a:ahLst/>
                <a:cxnLst/>
                <a:rect l="l" t="t" r="r" b="b"/>
                <a:pathLst>
                  <a:path w="1451" h="970" extrusionOk="0">
                    <a:moveTo>
                      <a:pt x="0" y="0"/>
                    </a:moveTo>
                    <a:lnTo>
                      <a:pt x="1450" y="970"/>
                    </a:lnTo>
                    <a:lnTo>
                      <a:pt x="14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1"/>
              <p:cNvSpPr/>
              <p:nvPr/>
            </p:nvSpPr>
            <p:spPr>
              <a:xfrm>
                <a:off x="5081184" y="2929659"/>
                <a:ext cx="31764" cy="4240"/>
              </a:xfrm>
              <a:custGeom>
                <a:avLst/>
                <a:gdLst/>
                <a:ahLst/>
                <a:cxnLst/>
                <a:rect l="l" t="t" r="r" b="b"/>
                <a:pathLst>
                  <a:path w="914" h="122" extrusionOk="0">
                    <a:moveTo>
                      <a:pt x="57" y="1"/>
                    </a:moveTo>
                    <a:cubicBezTo>
                      <a:pt x="29" y="1"/>
                      <a:pt x="1" y="29"/>
                      <a:pt x="1" y="57"/>
                    </a:cubicBezTo>
                    <a:cubicBezTo>
                      <a:pt x="1" y="93"/>
                      <a:pt x="29" y="121"/>
                      <a:pt x="57" y="121"/>
                    </a:cubicBezTo>
                    <a:lnTo>
                      <a:pt x="857" y="121"/>
                    </a:lnTo>
                    <a:cubicBezTo>
                      <a:pt x="885" y="121"/>
                      <a:pt x="913" y="93"/>
                      <a:pt x="913" y="57"/>
                    </a:cubicBezTo>
                    <a:cubicBezTo>
                      <a:pt x="913" y="29"/>
                      <a:pt x="885"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1"/>
              <p:cNvSpPr/>
              <p:nvPr/>
            </p:nvSpPr>
            <p:spPr>
              <a:xfrm>
                <a:off x="5254287" y="2929659"/>
                <a:ext cx="32945" cy="4240"/>
              </a:xfrm>
              <a:custGeom>
                <a:avLst/>
                <a:gdLst/>
                <a:ahLst/>
                <a:cxnLst/>
                <a:rect l="l" t="t" r="r" b="b"/>
                <a:pathLst>
                  <a:path w="948" h="122" extrusionOk="0">
                    <a:moveTo>
                      <a:pt x="64" y="1"/>
                    </a:moveTo>
                    <a:cubicBezTo>
                      <a:pt x="28" y="1"/>
                      <a:pt x="0" y="29"/>
                      <a:pt x="0" y="57"/>
                    </a:cubicBezTo>
                    <a:cubicBezTo>
                      <a:pt x="0" y="93"/>
                      <a:pt x="28" y="121"/>
                      <a:pt x="64" y="121"/>
                    </a:cubicBezTo>
                    <a:lnTo>
                      <a:pt x="884" y="121"/>
                    </a:lnTo>
                    <a:cubicBezTo>
                      <a:pt x="913" y="121"/>
                      <a:pt x="948" y="93"/>
                      <a:pt x="948" y="57"/>
                    </a:cubicBezTo>
                    <a:cubicBezTo>
                      <a:pt x="948" y="29"/>
                      <a:pt x="913"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1"/>
              <p:cNvSpPr/>
              <p:nvPr/>
            </p:nvSpPr>
            <p:spPr>
              <a:xfrm>
                <a:off x="4894840" y="2909259"/>
                <a:ext cx="3962" cy="31764"/>
              </a:xfrm>
              <a:custGeom>
                <a:avLst/>
                <a:gdLst/>
                <a:ahLst/>
                <a:cxnLst/>
                <a:rect l="l" t="t" r="r" b="b"/>
                <a:pathLst>
                  <a:path w="114" h="914" extrusionOk="0">
                    <a:moveTo>
                      <a:pt x="57" y="1"/>
                    </a:moveTo>
                    <a:cubicBezTo>
                      <a:pt x="29" y="1"/>
                      <a:pt x="0" y="1"/>
                      <a:pt x="0" y="57"/>
                    </a:cubicBezTo>
                    <a:lnTo>
                      <a:pt x="0" y="857"/>
                    </a:lnTo>
                    <a:cubicBezTo>
                      <a:pt x="0" y="885"/>
                      <a:pt x="29" y="913"/>
                      <a:pt x="57" y="913"/>
                    </a:cubicBezTo>
                    <a:cubicBezTo>
                      <a:pt x="85" y="913"/>
                      <a:pt x="114" y="885"/>
                      <a:pt x="114" y="857"/>
                    </a:cubicBezTo>
                    <a:lnTo>
                      <a:pt x="114" y="57"/>
                    </a:lnTo>
                    <a:cubicBezTo>
                      <a:pt x="114" y="1"/>
                      <a:pt x="85" y="1"/>
                      <a:pt x="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1"/>
              <p:cNvSpPr/>
              <p:nvPr/>
            </p:nvSpPr>
            <p:spPr>
              <a:xfrm>
                <a:off x="4923337" y="2899910"/>
                <a:ext cx="51434" cy="47263"/>
              </a:xfrm>
              <a:custGeom>
                <a:avLst/>
                <a:gdLst/>
                <a:ahLst/>
                <a:cxnLst/>
                <a:rect l="l" t="t" r="r" b="b"/>
                <a:pathLst>
                  <a:path w="1480" h="1360" extrusionOk="0">
                    <a:moveTo>
                      <a:pt x="1" y="1"/>
                    </a:moveTo>
                    <a:lnTo>
                      <a:pt x="1" y="1359"/>
                    </a:lnTo>
                    <a:lnTo>
                      <a:pt x="1479" y="1359"/>
                    </a:lnTo>
                    <a:lnTo>
                      <a:pt x="1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1"/>
              <p:cNvSpPr/>
              <p:nvPr/>
            </p:nvSpPr>
            <p:spPr>
              <a:xfrm>
                <a:off x="4959236" y="2909259"/>
                <a:ext cx="4240" cy="31764"/>
              </a:xfrm>
              <a:custGeom>
                <a:avLst/>
                <a:gdLst/>
                <a:ahLst/>
                <a:cxnLst/>
                <a:rect l="l" t="t" r="r" b="b"/>
                <a:pathLst>
                  <a:path w="122" h="914" extrusionOk="0">
                    <a:moveTo>
                      <a:pt x="64" y="1"/>
                    </a:moveTo>
                    <a:cubicBezTo>
                      <a:pt x="29" y="1"/>
                      <a:pt x="1" y="1"/>
                      <a:pt x="1" y="57"/>
                    </a:cubicBezTo>
                    <a:lnTo>
                      <a:pt x="1" y="857"/>
                    </a:lnTo>
                    <a:cubicBezTo>
                      <a:pt x="1" y="885"/>
                      <a:pt x="29" y="913"/>
                      <a:pt x="64" y="913"/>
                    </a:cubicBezTo>
                    <a:cubicBezTo>
                      <a:pt x="121" y="913"/>
                      <a:pt x="121" y="885"/>
                      <a:pt x="121" y="857"/>
                    </a:cubicBezTo>
                    <a:lnTo>
                      <a:pt x="121" y="57"/>
                    </a:lnTo>
                    <a:cubicBezTo>
                      <a:pt x="121" y="1"/>
                      <a:pt x="121"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1"/>
              <p:cNvSpPr/>
              <p:nvPr/>
            </p:nvSpPr>
            <p:spPr>
              <a:xfrm>
                <a:off x="4805595" y="2781716"/>
                <a:ext cx="50183" cy="62937"/>
              </a:xfrm>
              <a:custGeom>
                <a:avLst/>
                <a:gdLst/>
                <a:ahLst/>
                <a:cxnLst/>
                <a:rect l="l" t="t" r="r" b="b"/>
                <a:pathLst>
                  <a:path w="1444" h="1811" extrusionOk="0">
                    <a:moveTo>
                      <a:pt x="1387" y="1"/>
                    </a:moveTo>
                    <a:cubicBezTo>
                      <a:pt x="1368" y="1"/>
                      <a:pt x="1349" y="13"/>
                      <a:pt x="1330" y="13"/>
                    </a:cubicBezTo>
                    <a:lnTo>
                      <a:pt x="29" y="1725"/>
                    </a:lnTo>
                    <a:cubicBezTo>
                      <a:pt x="0" y="1725"/>
                      <a:pt x="0" y="1782"/>
                      <a:pt x="29" y="1782"/>
                    </a:cubicBezTo>
                    <a:lnTo>
                      <a:pt x="64" y="1810"/>
                    </a:lnTo>
                    <a:cubicBezTo>
                      <a:pt x="92" y="1810"/>
                      <a:pt x="121" y="1782"/>
                      <a:pt x="121"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1"/>
              <p:cNvSpPr/>
              <p:nvPr/>
            </p:nvSpPr>
            <p:spPr>
              <a:xfrm>
                <a:off x="4841494" y="2781716"/>
                <a:ext cx="50183" cy="62937"/>
              </a:xfrm>
              <a:custGeom>
                <a:avLst/>
                <a:gdLst/>
                <a:ahLst/>
                <a:cxnLst/>
                <a:rect l="l" t="t" r="r" b="b"/>
                <a:pathLst>
                  <a:path w="1444" h="1811" extrusionOk="0">
                    <a:moveTo>
                      <a:pt x="1387" y="1"/>
                    </a:moveTo>
                    <a:cubicBezTo>
                      <a:pt x="1368" y="1"/>
                      <a:pt x="1349" y="13"/>
                      <a:pt x="1330" y="13"/>
                    </a:cubicBezTo>
                    <a:lnTo>
                      <a:pt x="28" y="1725"/>
                    </a:lnTo>
                    <a:cubicBezTo>
                      <a:pt x="0" y="1725"/>
                      <a:pt x="0" y="1782"/>
                      <a:pt x="28" y="1782"/>
                    </a:cubicBezTo>
                    <a:cubicBezTo>
                      <a:pt x="28" y="1810"/>
                      <a:pt x="57" y="1810"/>
                      <a:pt x="57" y="1810"/>
                    </a:cubicBezTo>
                    <a:cubicBezTo>
                      <a:pt x="92" y="1810"/>
                      <a:pt x="92" y="1782"/>
                      <a:pt x="120"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1"/>
              <p:cNvSpPr/>
              <p:nvPr/>
            </p:nvSpPr>
            <p:spPr>
              <a:xfrm>
                <a:off x="4996109" y="2781716"/>
                <a:ext cx="50217" cy="62937"/>
              </a:xfrm>
              <a:custGeom>
                <a:avLst/>
                <a:gdLst/>
                <a:ahLst/>
                <a:cxnLst/>
                <a:rect l="l" t="t" r="r" b="b"/>
                <a:pathLst>
                  <a:path w="1445" h="1811" extrusionOk="0">
                    <a:moveTo>
                      <a:pt x="1388" y="1"/>
                    </a:moveTo>
                    <a:cubicBezTo>
                      <a:pt x="1369" y="1"/>
                      <a:pt x="1350" y="13"/>
                      <a:pt x="1331" y="13"/>
                    </a:cubicBezTo>
                    <a:lnTo>
                      <a:pt x="29" y="1725"/>
                    </a:lnTo>
                    <a:cubicBezTo>
                      <a:pt x="1" y="1725"/>
                      <a:pt x="1" y="1782"/>
                      <a:pt x="29" y="1782"/>
                    </a:cubicBezTo>
                    <a:cubicBezTo>
                      <a:pt x="65" y="1810"/>
                      <a:pt x="65" y="1810"/>
                      <a:pt x="93" y="1810"/>
                    </a:cubicBezTo>
                    <a:lnTo>
                      <a:pt x="121" y="1782"/>
                    </a:lnTo>
                    <a:lnTo>
                      <a:pt x="1444" y="105"/>
                    </a:lnTo>
                    <a:cubicBezTo>
                      <a:pt x="1444" y="70"/>
                      <a:pt x="1444" y="41"/>
                      <a:pt x="1416" y="13"/>
                    </a:cubicBezTo>
                    <a:cubicBezTo>
                      <a:pt x="1406" y="4"/>
                      <a:pt x="1397" y="1"/>
                      <a:pt x="1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1"/>
              <p:cNvSpPr/>
              <p:nvPr/>
            </p:nvSpPr>
            <p:spPr>
              <a:xfrm>
                <a:off x="5032009" y="2781716"/>
                <a:ext cx="50183" cy="62937"/>
              </a:xfrm>
              <a:custGeom>
                <a:avLst/>
                <a:gdLst/>
                <a:ahLst/>
                <a:cxnLst/>
                <a:rect l="l" t="t" r="r" b="b"/>
                <a:pathLst>
                  <a:path w="1444" h="1811" extrusionOk="0">
                    <a:moveTo>
                      <a:pt x="1387" y="1"/>
                    </a:moveTo>
                    <a:cubicBezTo>
                      <a:pt x="1369" y="1"/>
                      <a:pt x="1350" y="13"/>
                      <a:pt x="1331" y="13"/>
                    </a:cubicBezTo>
                    <a:lnTo>
                      <a:pt x="29" y="1725"/>
                    </a:lnTo>
                    <a:cubicBezTo>
                      <a:pt x="1" y="1725"/>
                      <a:pt x="1" y="1782"/>
                      <a:pt x="29" y="1782"/>
                    </a:cubicBezTo>
                    <a:lnTo>
                      <a:pt x="57" y="1810"/>
                    </a:lnTo>
                    <a:cubicBezTo>
                      <a:pt x="93" y="1810"/>
                      <a:pt x="121" y="1782"/>
                      <a:pt x="121" y="1782"/>
                    </a:cubicBezTo>
                    <a:lnTo>
                      <a:pt x="1416" y="105"/>
                    </a:lnTo>
                    <a:cubicBezTo>
                      <a:pt x="1444" y="70"/>
                      <a:pt x="1444" y="41"/>
                      <a:pt x="1416" y="13"/>
                    </a:cubicBezTo>
                    <a:cubicBezTo>
                      <a:pt x="1406" y="4"/>
                      <a:pt x="1397"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1"/>
              <p:cNvSpPr/>
              <p:nvPr/>
            </p:nvSpPr>
            <p:spPr>
              <a:xfrm>
                <a:off x="5070862" y="2818068"/>
                <a:ext cx="36907" cy="4205"/>
              </a:xfrm>
              <a:custGeom>
                <a:avLst/>
                <a:gdLst/>
                <a:ahLst/>
                <a:cxnLst/>
                <a:rect l="l" t="t" r="r" b="b"/>
                <a:pathLst>
                  <a:path w="1062" h="121" extrusionOk="0">
                    <a:moveTo>
                      <a:pt x="64" y="0"/>
                    </a:moveTo>
                    <a:cubicBezTo>
                      <a:pt x="36" y="0"/>
                      <a:pt x="1" y="28"/>
                      <a:pt x="1" y="57"/>
                    </a:cubicBezTo>
                    <a:cubicBezTo>
                      <a:pt x="1" y="85"/>
                      <a:pt x="36" y="120"/>
                      <a:pt x="64" y="120"/>
                    </a:cubicBezTo>
                    <a:lnTo>
                      <a:pt x="1005" y="120"/>
                    </a:lnTo>
                    <a:cubicBezTo>
                      <a:pt x="1033" y="120"/>
                      <a:pt x="1062" y="85"/>
                      <a:pt x="1062" y="57"/>
                    </a:cubicBezTo>
                    <a:cubicBezTo>
                      <a:pt x="1062" y="28"/>
                      <a:pt x="1033" y="0"/>
                      <a:pt x="10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1"/>
              <p:cNvSpPr/>
              <p:nvPr/>
            </p:nvSpPr>
            <p:spPr>
              <a:xfrm>
                <a:off x="4956282" y="2818068"/>
                <a:ext cx="36942" cy="4205"/>
              </a:xfrm>
              <a:custGeom>
                <a:avLst/>
                <a:gdLst/>
                <a:ahLst/>
                <a:cxnLst/>
                <a:rect l="l" t="t" r="r" b="b"/>
                <a:pathLst>
                  <a:path w="1063" h="121" extrusionOk="0">
                    <a:moveTo>
                      <a:pt x="57" y="0"/>
                    </a:moveTo>
                    <a:cubicBezTo>
                      <a:pt x="29" y="0"/>
                      <a:pt x="1" y="28"/>
                      <a:pt x="1" y="57"/>
                    </a:cubicBezTo>
                    <a:cubicBezTo>
                      <a:pt x="1" y="85"/>
                      <a:pt x="29" y="120"/>
                      <a:pt x="57" y="120"/>
                    </a:cubicBezTo>
                    <a:lnTo>
                      <a:pt x="998" y="120"/>
                    </a:lnTo>
                    <a:cubicBezTo>
                      <a:pt x="1034" y="120"/>
                      <a:pt x="1062" y="85"/>
                      <a:pt x="1062" y="57"/>
                    </a:cubicBezTo>
                    <a:cubicBezTo>
                      <a:pt x="1062" y="28"/>
                      <a:pt x="1034" y="0"/>
                      <a:pt x="9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1"/>
              <p:cNvSpPr/>
              <p:nvPr/>
            </p:nvSpPr>
            <p:spPr>
              <a:xfrm>
                <a:off x="4879340" y="2790995"/>
                <a:ext cx="43058" cy="59774"/>
              </a:xfrm>
              <a:custGeom>
                <a:avLst/>
                <a:gdLst/>
                <a:ahLst/>
                <a:cxnLst/>
                <a:rect l="l" t="t" r="r" b="b"/>
                <a:pathLst>
                  <a:path w="1239" h="1720" extrusionOk="0">
                    <a:moveTo>
                      <a:pt x="1179" y="0"/>
                    </a:moveTo>
                    <a:cubicBezTo>
                      <a:pt x="1171" y="0"/>
                      <a:pt x="1162" y="4"/>
                      <a:pt x="1154" y="15"/>
                    </a:cubicBezTo>
                    <a:lnTo>
                      <a:pt x="1" y="807"/>
                    </a:lnTo>
                    <a:lnTo>
                      <a:pt x="1005" y="1692"/>
                    </a:lnTo>
                    <a:lnTo>
                      <a:pt x="1033" y="1720"/>
                    </a:lnTo>
                    <a:cubicBezTo>
                      <a:pt x="1062" y="1720"/>
                      <a:pt x="1062" y="1692"/>
                      <a:pt x="1090" y="1692"/>
                    </a:cubicBezTo>
                    <a:cubicBezTo>
                      <a:pt x="1090" y="1663"/>
                      <a:pt x="1090" y="1635"/>
                      <a:pt x="1062" y="1607"/>
                    </a:cubicBezTo>
                    <a:lnTo>
                      <a:pt x="177" y="807"/>
                    </a:lnTo>
                    <a:lnTo>
                      <a:pt x="1210" y="100"/>
                    </a:lnTo>
                    <a:cubicBezTo>
                      <a:pt x="1239" y="100"/>
                      <a:pt x="1239" y="72"/>
                      <a:pt x="1239" y="43"/>
                    </a:cubicBezTo>
                    <a:cubicBezTo>
                      <a:pt x="1219" y="23"/>
                      <a:pt x="1199"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1"/>
              <p:cNvSpPr/>
              <p:nvPr/>
            </p:nvSpPr>
            <p:spPr>
              <a:xfrm>
                <a:off x="4914266" y="2797633"/>
                <a:ext cx="31729" cy="50217"/>
              </a:xfrm>
              <a:custGeom>
                <a:avLst/>
                <a:gdLst/>
                <a:ahLst/>
                <a:cxnLst/>
                <a:rect l="l" t="t" r="r" b="b"/>
                <a:pathLst>
                  <a:path w="913" h="1445" extrusionOk="0">
                    <a:moveTo>
                      <a:pt x="913" y="1"/>
                    </a:moveTo>
                    <a:lnTo>
                      <a:pt x="0" y="616"/>
                    </a:lnTo>
                    <a:lnTo>
                      <a:pt x="913" y="1444"/>
                    </a:lnTo>
                    <a:lnTo>
                      <a:pt x="9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1"/>
              <p:cNvSpPr/>
              <p:nvPr/>
            </p:nvSpPr>
            <p:spPr>
              <a:xfrm>
                <a:off x="4922364" y="2807329"/>
                <a:ext cx="19461" cy="13692"/>
              </a:xfrm>
              <a:custGeom>
                <a:avLst/>
                <a:gdLst/>
                <a:ahLst/>
                <a:cxnLst/>
                <a:rect l="l" t="t" r="r" b="b"/>
                <a:pathLst>
                  <a:path w="560" h="394" extrusionOk="0">
                    <a:moveTo>
                      <a:pt x="499" y="0"/>
                    </a:moveTo>
                    <a:cubicBezTo>
                      <a:pt x="491" y="0"/>
                      <a:pt x="483" y="4"/>
                      <a:pt x="475" y="12"/>
                    </a:cubicBezTo>
                    <a:lnTo>
                      <a:pt x="64" y="281"/>
                    </a:lnTo>
                    <a:cubicBezTo>
                      <a:pt x="29" y="281"/>
                      <a:pt x="1" y="337"/>
                      <a:pt x="29" y="366"/>
                    </a:cubicBezTo>
                    <a:cubicBezTo>
                      <a:pt x="29" y="366"/>
                      <a:pt x="64" y="394"/>
                      <a:pt x="93" y="394"/>
                    </a:cubicBezTo>
                    <a:cubicBezTo>
                      <a:pt x="93" y="394"/>
                      <a:pt x="93" y="366"/>
                      <a:pt x="121" y="366"/>
                    </a:cubicBezTo>
                    <a:lnTo>
                      <a:pt x="531" y="104"/>
                    </a:lnTo>
                    <a:cubicBezTo>
                      <a:pt x="560" y="104"/>
                      <a:pt x="560" y="76"/>
                      <a:pt x="560" y="40"/>
                    </a:cubicBezTo>
                    <a:cubicBezTo>
                      <a:pt x="540" y="20"/>
                      <a:pt x="519" y="0"/>
                      <a:pt x="4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1"/>
              <p:cNvSpPr/>
              <p:nvPr/>
            </p:nvSpPr>
            <p:spPr>
              <a:xfrm>
                <a:off x="5120037" y="2800587"/>
                <a:ext cx="65682" cy="36907"/>
              </a:xfrm>
              <a:custGeom>
                <a:avLst/>
                <a:gdLst/>
                <a:ahLst/>
                <a:cxnLst/>
                <a:rect l="l" t="t" r="r" b="b"/>
                <a:pathLst>
                  <a:path w="1890" h="1062" extrusionOk="0">
                    <a:moveTo>
                      <a:pt x="0" y="1"/>
                    </a:moveTo>
                    <a:lnTo>
                      <a:pt x="0" y="1062"/>
                    </a:lnTo>
                    <a:lnTo>
                      <a:pt x="1889" y="1062"/>
                    </a:lnTo>
                    <a:lnTo>
                      <a:pt x="1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1"/>
              <p:cNvSpPr/>
              <p:nvPr/>
            </p:nvSpPr>
            <p:spPr>
              <a:xfrm>
                <a:off x="5133556" y="2826165"/>
                <a:ext cx="49210" cy="4205"/>
              </a:xfrm>
              <a:custGeom>
                <a:avLst/>
                <a:gdLst/>
                <a:ahLst/>
                <a:cxnLst/>
                <a:rect l="l" t="t" r="r" b="b"/>
                <a:pathLst>
                  <a:path w="1416" h="121" extrusionOk="0">
                    <a:moveTo>
                      <a:pt x="57" y="0"/>
                    </a:moveTo>
                    <a:cubicBezTo>
                      <a:pt x="29" y="0"/>
                      <a:pt x="1" y="29"/>
                      <a:pt x="1" y="64"/>
                    </a:cubicBezTo>
                    <a:cubicBezTo>
                      <a:pt x="1" y="92"/>
                      <a:pt x="29" y="121"/>
                      <a:pt x="57" y="121"/>
                    </a:cubicBezTo>
                    <a:lnTo>
                      <a:pt x="1352" y="121"/>
                    </a:lnTo>
                    <a:cubicBezTo>
                      <a:pt x="1380" y="121"/>
                      <a:pt x="1415" y="92"/>
                      <a:pt x="1415" y="64"/>
                    </a:cubicBezTo>
                    <a:cubicBezTo>
                      <a:pt x="1415" y="29"/>
                      <a:pt x="1380" y="0"/>
                      <a:pt x="13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335228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Pokok Bahasan</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Review </a:t>
            </a:r>
            <a:r>
              <a:rPr lang="en-US" sz="2000" dirty="0" err="1">
                <a:solidFill>
                  <a:schemeClr val="dk1"/>
                </a:solidFill>
                <a:latin typeface="Lato"/>
                <a:ea typeface="Lato"/>
                <a:cs typeface="Lato"/>
              </a:rPr>
              <a:t>Pemrograman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Prosedural</a:t>
            </a: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Konsep</a:t>
            </a:r>
            <a:r>
              <a:rPr lang="en-US" sz="2000" dirty="0">
                <a:solidFill>
                  <a:schemeClr val="dk1"/>
                </a:solidFill>
                <a:latin typeface="Lato"/>
                <a:ea typeface="Lato"/>
                <a:cs typeface="Lato"/>
              </a:rPr>
              <a:t> Object Oriented</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Pemrograman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Terstruktur</a:t>
            </a:r>
            <a:r>
              <a:rPr lang="en-US" sz="2000" dirty="0">
                <a:solidFill>
                  <a:schemeClr val="dk1"/>
                </a:solidFill>
                <a:latin typeface="Lato"/>
                <a:ea typeface="Lato"/>
                <a:cs typeface="Lato"/>
              </a:rPr>
              <a:t> vs. PBO</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Kelebihan</a:t>
            </a:r>
            <a:r>
              <a:rPr lang="en-US" sz="2000" dirty="0">
                <a:solidFill>
                  <a:schemeClr val="dk1"/>
                </a:solidFill>
                <a:latin typeface="Lato"/>
                <a:ea typeface="Lato"/>
                <a:cs typeface="Lato"/>
              </a:rPr>
              <a:t> dan </a:t>
            </a:r>
            <a:r>
              <a:rPr lang="en-US" sz="2000" dirty="0" err="1">
                <a:solidFill>
                  <a:schemeClr val="dk1"/>
                </a:solidFill>
                <a:latin typeface="Lato"/>
                <a:ea typeface="Lato"/>
                <a:cs typeface="Lato"/>
              </a:rPr>
              <a:t>Kelemahan</a:t>
            </a:r>
            <a:r>
              <a:rPr lang="en-US" sz="2000" dirty="0">
                <a:solidFill>
                  <a:schemeClr val="dk1"/>
                </a:solidFill>
                <a:latin typeface="Lato"/>
                <a:ea typeface="Lato"/>
                <a:cs typeface="Lato"/>
              </a:rPr>
              <a:t> PBO</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Karakteristik</a:t>
            </a:r>
            <a:r>
              <a:rPr lang="en-US" sz="2000" dirty="0">
                <a:solidFill>
                  <a:schemeClr val="dk1"/>
                </a:solidFill>
                <a:latin typeface="Lato"/>
                <a:ea typeface="Lato"/>
                <a:cs typeface="Lato"/>
              </a:rPr>
              <a:t> PBO</a:t>
            </a: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01191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Review: Paradigma Prosedural (lanj.)</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1800" dirty="0" err="1">
                <a:solidFill>
                  <a:schemeClr val="dk1"/>
                </a:solidFill>
                <a:latin typeface="Lato"/>
                <a:ea typeface="Lato"/>
                <a:cs typeface="Lato"/>
              </a:rPr>
              <a:t>Instruksi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dieksekusi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satu</a:t>
            </a:r>
            <a:r>
              <a:rPr lang="en-US" sz="1800" dirty="0">
                <a:solidFill>
                  <a:schemeClr val="dk1"/>
                </a:solidFill>
                <a:latin typeface="Lato"/>
                <a:ea typeface="Lato"/>
                <a:cs typeface="Lato"/>
              </a:rPr>
              <a:t> per </a:t>
            </a:r>
            <a:r>
              <a:rPr lang="en-US" sz="1800" dirty="0" err="1">
                <a:solidFill>
                  <a:schemeClr val="dk1"/>
                </a:solidFill>
                <a:latin typeface="Lato"/>
                <a:ea typeface="Lato"/>
                <a:cs typeface="Lato"/>
              </a:rPr>
              <a:t>satu</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secara</a:t>
            </a:r>
            <a:r>
              <a:rPr lang="en-US" sz="1800" dirty="0">
                <a:solidFill>
                  <a:schemeClr val="dk1"/>
                </a:solidFill>
                <a:latin typeface="Lato"/>
                <a:ea typeface="Lato"/>
                <a:cs typeface="Lato"/>
              </a:rPr>
              <a:t> </a:t>
            </a:r>
            <a:r>
              <a:rPr lang="en-US" sz="1800" b="1" dirty="0" err="1">
                <a:solidFill>
                  <a:schemeClr val="dk1"/>
                </a:solidFill>
                <a:latin typeface="Lato"/>
                <a:ea typeface="Lato"/>
                <a:cs typeface="Lato"/>
              </a:rPr>
              <a:t>sekuensial</a:t>
            </a:r>
            <a:r>
              <a:rPr lang="en-US" sz="1800" dirty="0">
                <a:solidFill>
                  <a:schemeClr val="dk1"/>
                </a:solidFill>
                <a:latin typeface="Lato"/>
                <a:ea typeface="Lato"/>
                <a:cs typeface="Lato"/>
              </a:rPr>
              <a:t> oleh </a:t>
            </a:r>
            <a:r>
              <a:rPr lang="en-US" sz="1800" dirty="0" err="1">
                <a:solidFill>
                  <a:schemeClr val="dk1"/>
                </a:solidFill>
                <a:latin typeface="Lato"/>
                <a:ea typeface="Lato"/>
                <a:cs typeface="Lato"/>
              </a:rPr>
              <a:t>sebuah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pemroses</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tunggal</a:t>
            </a:r>
            <a:r>
              <a:rPr lang="en-US" sz="1800" dirty="0">
                <a:solidFill>
                  <a:schemeClr val="dk1"/>
                </a:solidFill>
                <a:latin typeface="Lato"/>
                <a:ea typeface="Lato"/>
                <a:cs typeface="Lato"/>
              </a:rPr>
              <a:t>. </a:t>
            </a:r>
            <a:endParaRPr lang="en-ID" sz="1800" dirty="0">
              <a:solidFill>
                <a:schemeClr val="dk1"/>
              </a:solidFill>
              <a:latin typeface="Lato"/>
              <a:ea typeface="Lato"/>
              <a:cs typeface="Lato"/>
            </a:endParaRPr>
          </a:p>
          <a:p>
            <a:pPr marL="788987" lvl="2" indent="-342900" defTabSz="809625">
              <a:spcAft>
                <a:spcPts val="600"/>
              </a:spcAft>
              <a:buFont typeface="Arial" panose="020B0604020202020204" pitchFamily="34" charset="0"/>
              <a:buChar char="•"/>
            </a:pPr>
            <a:r>
              <a:rPr lang="id-ID" sz="1800" dirty="0">
                <a:solidFill>
                  <a:schemeClr val="dk1"/>
                </a:solidFill>
                <a:latin typeface="Lato"/>
                <a:ea typeface="Lato"/>
                <a:cs typeface="Lato"/>
              </a:rPr>
              <a:t>Data diperiksa dan dimodifikasi secara sekuensial.</a:t>
            </a:r>
            <a:endParaRPr lang="en-ID" sz="1800" dirty="0">
              <a:solidFill>
                <a:schemeClr val="dk1"/>
              </a:solidFill>
              <a:latin typeface="Lato"/>
              <a:ea typeface="Lato"/>
              <a:cs typeface="Lato"/>
            </a:endParaRPr>
          </a:p>
          <a:p>
            <a:pPr marL="457200" indent="-457200">
              <a:spcAft>
                <a:spcPts val="600"/>
              </a:spcAft>
              <a:buFont typeface="Wingdings" panose="05000000000000000000" pitchFamily="2" charset="2"/>
              <a:buChar char="q"/>
            </a:pPr>
            <a:r>
              <a:rPr lang="id-ID" sz="1800" dirty="0">
                <a:solidFill>
                  <a:schemeClr val="dk1"/>
                </a:solidFill>
                <a:latin typeface="Lato"/>
                <a:ea typeface="Lato"/>
                <a:cs typeface="Lato"/>
              </a:rPr>
              <a:t>Paradigma ini didasari pada strukturisasi data dan manipulasi terhadap data tersebut.</a:t>
            </a:r>
            <a:endParaRPr lang="en-US" sz="1800" dirty="0">
              <a:solidFill>
                <a:schemeClr val="dk1"/>
              </a:solidFill>
              <a:latin typeface="Lato"/>
              <a:ea typeface="Lato"/>
              <a:cs typeface="Lato"/>
            </a:endParaRPr>
          </a:p>
          <a:p>
            <a:pPr lvl="2" algn="ctr">
              <a:spcAft>
                <a:spcPts val="600"/>
              </a:spcAft>
            </a:pPr>
            <a:r>
              <a:rPr lang="en-US" sz="1800" b="1" dirty="0" err="1">
                <a:solidFill>
                  <a:srgbClr val="FF0000"/>
                </a:solidFill>
                <a:latin typeface="Lato"/>
                <a:ea typeface="Lato"/>
                <a:cs typeface="Lato"/>
              </a:rPr>
              <a:t>Struktur</a:t>
            </a:r>
            <a:r>
              <a:rPr lang="en-US" sz="1800" b="1" dirty="0">
                <a:solidFill>
                  <a:srgbClr val="FF0000"/>
                </a:solidFill>
                <a:latin typeface="Lato"/>
                <a:ea typeface="Lato"/>
                <a:cs typeface="Lato"/>
              </a:rPr>
              <a:t> Data + </a:t>
            </a:r>
            <a:r>
              <a:rPr lang="en-US" sz="1800" b="1" dirty="0" err="1">
                <a:solidFill>
                  <a:srgbClr val="FF0000"/>
                </a:solidFill>
                <a:latin typeface="Lato"/>
                <a:ea typeface="Lato"/>
                <a:cs typeface="Lato"/>
              </a:rPr>
              <a:t>Algoritma</a:t>
            </a:r>
            <a:r>
              <a:rPr lang="en-US" sz="1800" b="1" dirty="0">
                <a:solidFill>
                  <a:srgbClr val="FF0000"/>
                </a:solidFill>
                <a:latin typeface="Lato"/>
                <a:ea typeface="Lato"/>
                <a:cs typeface="Lato"/>
              </a:rPr>
              <a:t> = Program</a:t>
            </a:r>
            <a:endParaRPr lang="en-ID" sz="1800" b="1" dirty="0">
              <a:solidFill>
                <a:srgbClr val="FF0000"/>
              </a:solidFill>
              <a:latin typeface="Lato"/>
              <a:ea typeface="Lato"/>
              <a:cs typeface="Lato"/>
            </a:endParaRPr>
          </a:p>
          <a:p>
            <a:pPr marL="457200" indent="-457200">
              <a:spcAft>
                <a:spcPts val="600"/>
              </a:spcAft>
              <a:buFont typeface="Wingdings" panose="05000000000000000000" pitchFamily="2" charset="2"/>
              <a:buChar char="q"/>
            </a:pPr>
            <a:r>
              <a:rPr lang="en-US" sz="1800" dirty="0">
                <a:solidFill>
                  <a:schemeClr val="dk1"/>
                </a:solidFill>
                <a:latin typeface="Lato"/>
                <a:ea typeface="Lato"/>
                <a:cs typeface="Lato"/>
              </a:rPr>
              <a:t>Program </a:t>
            </a:r>
            <a:r>
              <a:rPr lang="en-US" sz="1800" dirty="0" err="1">
                <a:solidFill>
                  <a:schemeClr val="dk1"/>
                </a:solidFill>
                <a:latin typeface="Lato"/>
                <a:ea typeface="Lato"/>
                <a:cs typeface="Lato"/>
              </a:rPr>
              <a:t>besar</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dapat</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dibagi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menjadi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bagian-bagian</a:t>
            </a:r>
            <a:r>
              <a:rPr lang="en-US" sz="1800" dirty="0">
                <a:solidFill>
                  <a:schemeClr val="dk1"/>
                </a:solidFill>
                <a:latin typeface="Lato"/>
                <a:ea typeface="Lato"/>
                <a:cs typeface="Lato"/>
              </a:rPr>
              <a:t> yang </a:t>
            </a:r>
            <a:r>
              <a:rPr lang="en-US" sz="1800" dirty="0" err="1">
                <a:solidFill>
                  <a:schemeClr val="dk1"/>
                </a:solidFill>
                <a:latin typeface="Lato"/>
                <a:ea typeface="Lato"/>
                <a:cs typeface="Lato"/>
              </a:rPr>
              <a:t>lebih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kecil</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fungsi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prosedur</a:t>
            </a:r>
            <a:r>
              <a:rPr lang="en-US" sz="1800" dirty="0">
                <a:solidFill>
                  <a:schemeClr val="dk1"/>
                </a:solidFill>
                <a:latin typeface="Lato"/>
                <a:ea typeface="Lato"/>
                <a:cs typeface="Lato"/>
              </a:rPr>
              <a:t>).</a:t>
            </a:r>
          </a:p>
          <a:p>
            <a:pPr marL="903288" indent="-457200">
              <a:spcAft>
                <a:spcPts val="600"/>
              </a:spcAft>
              <a:buFont typeface="Arial" panose="020B0604020202020204" pitchFamily="34" charset="0"/>
              <a:buChar char="•"/>
            </a:pPr>
            <a:r>
              <a:rPr lang="en-US" sz="1800" dirty="0" err="1">
                <a:solidFill>
                  <a:schemeClr val="dk1"/>
                </a:solidFill>
                <a:latin typeface="Lato"/>
                <a:ea typeface="Lato"/>
                <a:cs typeface="Lato"/>
              </a:rPr>
              <a:t>Sebuah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fungsi</a:t>
            </a:r>
            <a:r>
              <a:rPr lang="en-US" sz="1800" dirty="0">
                <a:solidFill>
                  <a:schemeClr val="dk1"/>
                </a:solidFill>
                <a:latin typeface="Lato"/>
                <a:ea typeface="Lato"/>
                <a:cs typeface="Lato"/>
              </a:rPr>
              <a:t>/</a:t>
            </a:r>
            <a:r>
              <a:rPr lang="en-US" sz="1800" dirty="0" err="1">
                <a:solidFill>
                  <a:schemeClr val="dk1"/>
                </a:solidFill>
                <a:latin typeface="Lato"/>
                <a:ea typeface="Lato"/>
                <a:cs typeface="Lato"/>
              </a:rPr>
              <a:t>prosedur</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dapat</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berinteraksi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dengan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lainnya</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sehingga</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dapat</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menyelesaikan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masalah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utama</a:t>
            </a:r>
            <a:r>
              <a:rPr lang="en-US" sz="1800" dirty="0">
                <a:solidFill>
                  <a:schemeClr val="dk1"/>
                </a:solidFill>
                <a:latin typeface="Lato"/>
                <a:ea typeface="Lato"/>
                <a:cs typeface="Lato"/>
              </a:rPr>
              <a:t>.</a:t>
            </a:r>
          </a:p>
          <a:p>
            <a:pPr marL="457200" indent="-457200">
              <a:spcAft>
                <a:spcPts val="600"/>
              </a:spcAft>
              <a:buFont typeface="Wingdings" panose="05000000000000000000" pitchFamily="2" charset="2"/>
              <a:buChar char="q"/>
              <a:tabLst>
                <a:tab pos="0" algn="l"/>
              </a:tabLst>
            </a:pPr>
            <a:endParaRPr lang="en-US" sz="1800" dirty="0">
              <a:solidFill>
                <a:schemeClr val="dk1"/>
              </a:solidFill>
              <a:latin typeface="Lato"/>
              <a:ea typeface="Lato"/>
              <a:cs typeface="Lato"/>
            </a:endParaRPr>
          </a:p>
          <a:p>
            <a:pPr marL="457200" indent="-457200">
              <a:spcAft>
                <a:spcPts val="600"/>
              </a:spcAft>
              <a:buFont typeface="Wingdings" panose="05000000000000000000" pitchFamily="2" charset="2"/>
              <a:buChar char="q"/>
              <a:tabLst>
                <a:tab pos="0" algn="l"/>
              </a:tabLst>
            </a:pPr>
            <a:endParaRPr lang="en-ID" sz="18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18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18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ID" sz="18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18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65888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Review: Paradigma Prosedural (lanj.)</a:t>
            </a:r>
            <a:endParaRPr dirty="0"/>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D7A6FE71-215A-B50A-D7FE-5C955B82567B}"/>
              </a:ext>
            </a:extLst>
          </p:cNvPr>
          <p:cNvPicPr>
            <a:picLocks noChangeAspect="1"/>
          </p:cNvPicPr>
          <p:nvPr/>
        </p:nvPicPr>
        <p:blipFill>
          <a:blip r:embed="rId3"/>
          <a:stretch>
            <a:fillRect/>
          </a:stretch>
        </p:blipFill>
        <p:spPr>
          <a:xfrm>
            <a:off x="742415" y="542642"/>
            <a:ext cx="7659169" cy="4058216"/>
          </a:xfrm>
          <a:prstGeom prst="rect">
            <a:avLst/>
          </a:prstGeom>
        </p:spPr>
      </p:pic>
      <p:sp>
        <p:nvSpPr>
          <p:cNvPr id="2" name="Google Shape;664;p38">
            <a:extLst>
              <a:ext uri="{FF2B5EF4-FFF2-40B4-BE49-F238E27FC236}">
                <a16:creationId xmlns:a16="http://schemas.microsoft.com/office/drawing/2014/main" id="{C3CBA9C5-1B24-FC3B-1938-07215A11B442}"/>
              </a:ext>
            </a:extLst>
          </p:cNvPr>
          <p:cNvSpPr txBox="1"/>
          <p:nvPr/>
        </p:nvSpPr>
        <p:spPr>
          <a:xfrm>
            <a:off x="474146" y="4572000"/>
            <a:ext cx="7704000" cy="387610"/>
          </a:xfrm>
          <a:prstGeom prst="rect">
            <a:avLst/>
          </a:prstGeom>
          <a:noFill/>
          <a:ln>
            <a:noFill/>
          </a:ln>
        </p:spPr>
        <p:txBody>
          <a:bodyPr spcFirstLastPara="1" wrap="square" lIns="91425" tIns="91425" rIns="91425" bIns="91425" anchor="t" anchorCtr="0">
            <a:noAutofit/>
          </a:bodyPr>
          <a:lstStyle/>
          <a:p>
            <a:pPr lvl="0" algn="ctr" rtl="0">
              <a:spcBef>
                <a:spcPts val="0"/>
              </a:spcBef>
              <a:spcAft>
                <a:spcPts val="600"/>
              </a:spcAft>
            </a:pPr>
            <a:r>
              <a:rPr lang="en-ID" sz="1200" dirty="0" err="1">
                <a:solidFill>
                  <a:schemeClr val="dk1"/>
                </a:solidFill>
                <a:latin typeface="Lato"/>
                <a:ea typeface="Lato"/>
                <a:cs typeface="Lato"/>
                <a:sym typeface="Lato"/>
              </a:rPr>
              <a:t>Inggriani</a:t>
            </a:r>
            <a:r>
              <a:rPr lang="en-ID" sz="1200" dirty="0">
                <a:solidFill>
                  <a:schemeClr val="dk1"/>
                </a:solidFill>
                <a:latin typeface="Lato"/>
                <a:ea typeface="Lato"/>
                <a:cs typeface="Lato"/>
                <a:sym typeface="Lato"/>
              </a:rPr>
              <a:t> </a:t>
            </a:r>
            <a:r>
              <a:rPr lang="en-ID" sz="1200" dirty="0" err="1">
                <a:solidFill>
                  <a:schemeClr val="dk1"/>
                </a:solidFill>
                <a:latin typeface="Lato"/>
                <a:ea typeface="Lato"/>
                <a:cs typeface="Lato"/>
                <a:sym typeface="Lato"/>
              </a:rPr>
              <a:t>Liem</a:t>
            </a:r>
            <a:r>
              <a:rPr lang="en-ID" sz="1200" dirty="0">
                <a:solidFill>
                  <a:schemeClr val="dk1"/>
                </a:solidFill>
                <a:latin typeface="Lato"/>
                <a:ea typeface="Lato"/>
                <a:cs typeface="Lato"/>
                <a:sym typeface="Lato"/>
              </a:rPr>
              <a:t>, Diktat </a:t>
            </a:r>
            <a:r>
              <a:rPr lang="en-ID" sz="1200" dirty="0" err="1">
                <a:solidFill>
                  <a:schemeClr val="dk1"/>
                </a:solidFill>
                <a:latin typeface="Lato"/>
                <a:ea typeface="Lato"/>
                <a:cs typeface="Lato"/>
                <a:sym typeface="Lato"/>
              </a:rPr>
              <a:t>Kuliah</a:t>
            </a:r>
            <a:r>
              <a:rPr lang="en-ID" sz="1200" dirty="0">
                <a:solidFill>
                  <a:schemeClr val="dk1"/>
                </a:solidFill>
                <a:latin typeface="Lato"/>
                <a:ea typeface="Lato"/>
                <a:cs typeface="Lato"/>
                <a:sym typeface="Lato"/>
              </a:rPr>
              <a:t> Dasar </a:t>
            </a:r>
            <a:r>
              <a:rPr lang="en-ID" sz="1200" dirty="0" err="1">
                <a:solidFill>
                  <a:schemeClr val="dk1"/>
                </a:solidFill>
                <a:latin typeface="Lato"/>
                <a:ea typeface="Lato"/>
                <a:cs typeface="Lato"/>
                <a:sym typeface="Lato"/>
              </a:rPr>
              <a:t>Pemrogram</a:t>
            </a:r>
            <a:r>
              <a:rPr lang="en-ID" sz="1200" dirty="0">
                <a:solidFill>
                  <a:schemeClr val="dk1"/>
                </a:solidFill>
                <a:latin typeface="Lato"/>
                <a:ea typeface="Lato"/>
                <a:cs typeface="Lato"/>
                <a:sym typeface="Lato"/>
              </a:rPr>
              <a:t> (Bagian </a:t>
            </a:r>
            <a:r>
              <a:rPr lang="en-ID" sz="1200" dirty="0" err="1">
                <a:solidFill>
                  <a:schemeClr val="dk1"/>
                </a:solidFill>
                <a:latin typeface="Lato"/>
                <a:ea typeface="Lato"/>
                <a:cs typeface="Lato"/>
                <a:sym typeface="Lato"/>
              </a:rPr>
              <a:t>Pemrograman</a:t>
            </a:r>
            <a:r>
              <a:rPr lang="en-ID" sz="1200" dirty="0">
                <a:solidFill>
                  <a:schemeClr val="dk1"/>
                </a:solidFill>
                <a:latin typeface="Lato"/>
                <a:ea typeface="Lato"/>
                <a:cs typeface="Lato"/>
                <a:sym typeface="Lato"/>
              </a:rPr>
              <a:t> </a:t>
            </a:r>
            <a:r>
              <a:rPr lang="en-ID" sz="1200" dirty="0" err="1">
                <a:solidFill>
                  <a:schemeClr val="dk1"/>
                </a:solidFill>
                <a:latin typeface="Lato"/>
                <a:ea typeface="Lato"/>
                <a:cs typeface="Lato"/>
                <a:sym typeface="Lato"/>
              </a:rPr>
              <a:t>Prosedural</a:t>
            </a:r>
            <a:r>
              <a:rPr lang="en-ID" sz="1200" dirty="0">
                <a:solidFill>
                  <a:schemeClr val="dk1"/>
                </a:solidFill>
                <a:latin typeface="Lato"/>
                <a:ea typeface="Lato"/>
                <a:cs typeface="Lato"/>
                <a:sym typeface="Lato"/>
              </a:rPr>
              <a:t>), ITB</a:t>
            </a:r>
            <a:endParaRPr sz="1200" dirty="0">
              <a:solidFill>
                <a:schemeClr val="dk1"/>
              </a:solidFill>
              <a:latin typeface="Lato"/>
              <a:ea typeface="Lato"/>
              <a:cs typeface="Lato"/>
              <a:sym typeface="Lato"/>
            </a:endParaRPr>
          </a:p>
        </p:txBody>
      </p:sp>
    </p:spTree>
    <p:extLst>
      <p:ext uri="{BB962C8B-B14F-4D97-AF65-F5344CB8AC3E}">
        <p14:creationId xmlns:p14="http://schemas.microsoft.com/office/powerpoint/2010/main" val="3617873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Review:</a:t>
            </a:r>
            <a:r>
              <a:rPr lang="en-US" dirty="0"/>
              <a:t> Abstract Data Type (ADT)</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lnSpc>
                <a:spcPct val="108000"/>
              </a:lnSpc>
              <a:spcAft>
                <a:spcPts val="600"/>
              </a:spcAft>
              <a:buFont typeface="Wingdings" panose="05000000000000000000" pitchFamily="2" charset="2"/>
              <a:buChar char="q"/>
              <a:tabLst>
                <a:tab pos="0" algn="l"/>
              </a:tabLst>
            </a:pPr>
            <a:r>
              <a:rPr lang="en-US" sz="1800" dirty="0">
                <a:solidFill>
                  <a:schemeClr val="dk1"/>
                </a:solidFill>
                <a:latin typeface="Lato"/>
                <a:ea typeface="Lato"/>
                <a:cs typeface="Lato"/>
              </a:rPr>
              <a:t>ADT </a:t>
            </a:r>
            <a:r>
              <a:rPr lang="en-US" sz="1800" dirty="0" err="1">
                <a:solidFill>
                  <a:schemeClr val="dk1"/>
                </a:solidFill>
                <a:latin typeface="Lato"/>
                <a:ea typeface="Lato"/>
                <a:cs typeface="Lato"/>
              </a:rPr>
              <a:t>adalah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definisi</a:t>
            </a:r>
            <a:r>
              <a:rPr lang="en-US" sz="1800" dirty="0">
                <a:solidFill>
                  <a:schemeClr val="dk1"/>
                </a:solidFill>
                <a:latin typeface="Lato"/>
                <a:ea typeface="Lato"/>
                <a:cs typeface="Lato"/>
              </a:rPr>
              <a:t> TYPE dan </a:t>
            </a:r>
            <a:r>
              <a:rPr lang="en-US" sz="1800" dirty="0" err="1">
                <a:solidFill>
                  <a:schemeClr val="dk1"/>
                </a:solidFill>
                <a:latin typeface="Lato"/>
                <a:ea typeface="Lato"/>
                <a:cs typeface="Lato"/>
              </a:rPr>
              <a:t>sekumpulan</a:t>
            </a:r>
            <a:r>
              <a:rPr lang="en-US" sz="1800" dirty="0">
                <a:solidFill>
                  <a:schemeClr val="dk1"/>
                </a:solidFill>
                <a:latin typeface="Lato"/>
                <a:ea typeface="Lato"/>
                <a:cs typeface="Lato"/>
              </a:rPr>
              <a:t> PRIMITIF (</a:t>
            </a:r>
            <a:r>
              <a:rPr lang="en-US" sz="1800" dirty="0" err="1">
                <a:solidFill>
                  <a:schemeClr val="dk1"/>
                </a:solidFill>
                <a:latin typeface="Lato"/>
                <a:ea typeface="Lato"/>
                <a:cs typeface="Lato"/>
              </a:rPr>
              <a:t>operasi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dasar</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terhadap</a:t>
            </a:r>
            <a:r>
              <a:rPr lang="en-US" sz="1800" dirty="0">
                <a:solidFill>
                  <a:schemeClr val="dk1"/>
                </a:solidFill>
                <a:latin typeface="Lato"/>
                <a:ea typeface="Lato"/>
                <a:cs typeface="Lato"/>
              </a:rPr>
              <a:t> TYPE </a:t>
            </a:r>
            <a:r>
              <a:rPr lang="en-US" sz="1800" dirty="0" err="1">
                <a:solidFill>
                  <a:schemeClr val="dk1"/>
                </a:solidFill>
                <a:latin typeface="Lato"/>
                <a:ea typeface="Lato"/>
                <a:cs typeface="Lato"/>
              </a:rPr>
              <a:t>tersebut</a:t>
            </a:r>
            <a:r>
              <a:rPr lang="en-US" sz="1800" dirty="0">
                <a:solidFill>
                  <a:schemeClr val="dk1"/>
                </a:solidFill>
                <a:latin typeface="Lato"/>
                <a:ea typeface="Lato"/>
                <a:cs typeface="Lato"/>
              </a:rPr>
              <a:t>. </a:t>
            </a:r>
          </a:p>
          <a:p>
            <a:pPr marL="457200" indent="-457200">
              <a:lnSpc>
                <a:spcPct val="108000"/>
              </a:lnSpc>
              <a:spcAft>
                <a:spcPts val="600"/>
              </a:spcAft>
              <a:buFont typeface="Wingdings" panose="05000000000000000000" pitchFamily="2" charset="2"/>
              <a:buChar char="q"/>
              <a:tabLst>
                <a:tab pos="0" algn="l"/>
              </a:tabLst>
            </a:pPr>
            <a:r>
              <a:rPr lang="en-US" sz="1800" dirty="0">
                <a:solidFill>
                  <a:schemeClr val="dk1"/>
                </a:solidFill>
                <a:latin typeface="Lato"/>
                <a:ea typeface="Lato"/>
                <a:cs typeface="Lato"/>
              </a:rPr>
              <a:t>ADT </a:t>
            </a:r>
            <a:r>
              <a:rPr lang="en-US" sz="1800" dirty="0" err="1">
                <a:solidFill>
                  <a:schemeClr val="dk1"/>
                </a:solidFill>
                <a:latin typeface="Lato"/>
                <a:ea typeface="Lato"/>
                <a:cs typeface="Lato"/>
              </a:rPr>
              <a:t>biasanya</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diimplementasi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menjadi</a:t>
            </a:r>
            <a:r>
              <a:rPr lang="en-US" sz="1800" dirty="0">
                <a:solidFill>
                  <a:schemeClr val="dk1"/>
                </a:solidFill>
                <a:latin typeface="Lato"/>
                <a:ea typeface="Lato"/>
                <a:cs typeface="Lato"/>
              </a:rPr>
              <a:t> dua </a:t>
            </a:r>
            <a:r>
              <a:rPr lang="en-US" sz="1800" dirty="0" err="1">
                <a:solidFill>
                  <a:schemeClr val="dk1"/>
                </a:solidFill>
                <a:latin typeface="Lato"/>
                <a:ea typeface="Lato"/>
                <a:cs typeface="Lato"/>
              </a:rPr>
              <a:t>buah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modul</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yaitu</a:t>
            </a:r>
            <a:r>
              <a:rPr lang="en-US" sz="1800" dirty="0">
                <a:solidFill>
                  <a:schemeClr val="dk1"/>
                </a:solidFill>
                <a:latin typeface="Lato"/>
                <a:ea typeface="Lato"/>
                <a:cs typeface="Lato"/>
              </a:rPr>
              <a:t>:</a:t>
            </a:r>
          </a:p>
          <a:p>
            <a:pPr marL="714375" indent="-268288">
              <a:lnSpc>
                <a:spcPct val="108000"/>
              </a:lnSpc>
              <a:spcAft>
                <a:spcPts val="600"/>
              </a:spcAft>
              <a:buFont typeface="Arial" panose="020B0604020202020204" pitchFamily="34" charset="0"/>
              <a:buChar char="•"/>
              <a:tabLst>
                <a:tab pos="0" algn="l"/>
              </a:tabLst>
            </a:pPr>
            <a:r>
              <a:rPr lang="en-US" sz="1800" dirty="0" err="1">
                <a:solidFill>
                  <a:schemeClr val="dk1"/>
                </a:solidFill>
                <a:latin typeface="Lato"/>
                <a:ea typeface="Lato"/>
                <a:cs typeface="Lato"/>
              </a:rPr>
              <a:t>Spesifikasi</a:t>
            </a:r>
            <a:r>
              <a:rPr lang="en-US" sz="1800" dirty="0">
                <a:solidFill>
                  <a:schemeClr val="dk1"/>
                </a:solidFill>
                <a:latin typeface="Lato"/>
                <a:ea typeface="Lato"/>
                <a:cs typeface="Lato"/>
              </a:rPr>
              <a:t> type (</a:t>
            </a:r>
            <a:r>
              <a:rPr lang="en-US" sz="1800" dirty="0" err="1">
                <a:solidFill>
                  <a:schemeClr val="dk1"/>
                </a:solidFill>
                <a:latin typeface="Lato"/>
                <a:ea typeface="Lato"/>
                <a:cs typeface="Lato"/>
              </a:rPr>
              <a:t>sesuai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dengan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bahasa</a:t>
            </a:r>
            <a:r>
              <a:rPr lang="en-US" sz="1800" dirty="0">
                <a:solidFill>
                  <a:schemeClr val="dk1"/>
                </a:solidFill>
                <a:latin typeface="Lato"/>
                <a:ea typeface="Lato"/>
                <a:cs typeface="Lato"/>
              </a:rPr>
              <a:t>) dan </a:t>
            </a:r>
            <a:r>
              <a:rPr lang="en-US" sz="1800" dirty="0" err="1">
                <a:solidFill>
                  <a:schemeClr val="dk1"/>
                </a:solidFill>
                <a:latin typeface="Lato"/>
                <a:ea typeface="Lato"/>
                <a:cs typeface="Lato"/>
              </a:rPr>
              <a:t>primitif</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sesuai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kaidah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dalam</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konteks</a:t>
            </a:r>
            <a:r>
              <a:rPr lang="en-US" sz="1800" dirty="0">
                <a:solidFill>
                  <a:schemeClr val="dk1"/>
                </a:solidFill>
                <a:latin typeface="Lato"/>
                <a:ea typeface="Lato"/>
                <a:cs typeface="Lato"/>
              </a:rPr>
              <a:t> procedural </a:t>
            </a:r>
            <a:r>
              <a:rPr lang="en-US" sz="1800" dirty="0" err="1">
                <a:solidFill>
                  <a:schemeClr val="dk1"/>
                </a:solidFill>
                <a:latin typeface="Lato"/>
                <a:ea typeface="Lato"/>
                <a:cs typeface="Lato"/>
              </a:rPr>
              <a:t>berupa</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fungsi</a:t>
            </a:r>
            <a:r>
              <a:rPr lang="en-US" sz="1800" dirty="0">
                <a:solidFill>
                  <a:schemeClr val="dk1"/>
                </a:solidFill>
                <a:latin typeface="Lato"/>
                <a:ea typeface="Lato"/>
                <a:cs typeface="Lato"/>
              </a:rPr>
              <a:t>/</a:t>
            </a:r>
            <a:r>
              <a:rPr lang="en-US" sz="1800" dirty="0" err="1">
                <a:solidFill>
                  <a:schemeClr val="dk1"/>
                </a:solidFill>
                <a:latin typeface="Lato"/>
                <a:ea typeface="Lato"/>
                <a:cs typeface="Lato"/>
              </a:rPr>
              <a:t>prosedur</a:t>
            </a:r>
            <a:r>
              <a:rPr lang="en-US" sz="1800" dirty="0">
                <a:solidFill>
                  <a:schemeClr val="dk1"/>
                </a:solidFill>
                <a:latin typeface="Lato"/>
                <a:ea typeface="Lato"/>
                <a:cs typeface="Lato"/>
              </a:rPr>
              <a:t>). </a:t>
            </a:r>
          </a:p>
          <a:p>
            <a:pPr marL="714375" indent="-268288">
              <a:lnSpc>
                <a:spcPct val="108000"/>
              </a:lnSpc>
              <a:spcAft>
                <a:spcPts val="600"/>
              </a:spcAft>
              <a:buFont typeface="Arial" panose="020B0604020202020204" pitchFamily="34" charset="0"/>
              <a:buChar char="•"/>
              <a:tabLst>
                <a:tab pos="0" algn="l"/>
              </a:tabLst>
            </a:pPr>
            <a:r>
              <a:rPr lang="en-US" sz="1800" dirty="0">
                <a:solidFill>
                  <a:schemeClr val="dk1"/>
                </a:solidFill>
                <a:latin typeface="Lato"/>
                <a:ea typeface="Lato"/>
                <a:cs typeface="Lato"/>
              </a:rPr>
              <a:t>Body/</a:t>
            </a:r>
            <a:r>
              <a:rPr lang="en-US" sz="1800" dirty="0" err="1">
                <a:solidFill>
                  <a:schemeClr val="dk1"/>
                </a:solidFill>
                <a:latin typeface="Lato"/>
                <a:ea typeface="Lato"/>
                <a:cs typeface="Lato"/>
              </a:rPr>
              <a:t>realisasi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dari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primitif</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berupa</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kode</a:t>
            </a:r>
            <a:r>
              <a:rPr lang="en-US" sz="1800" dirty="0">
                <a:solidFill>
                  <a:schemeClr val="dk1"/>
                </a:solidFill>
                <a:latin typeface="Lato"/>
                <a:ea typeface="Lato"/>
                <a:cs typeface="Lato"/>
              </a:rPr>
              <a:t> program </a:t>
            </a:r>
            <a:r>
              <a:rPr lang="en-US" sz="1800" dirty="0" err="1">
                <a:solidFill>
                  <a:schemeClr val="dk1"/>
                </a:solidFill>
                <a:latin typeface="Lato"/>
                <a:ea typeface="Lato"/>
                <a:cs typeface="Lato"/>
              </a:rPr>
              <a:t>dalam</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bahasa</a:t>
            </a:r>
            <a:r>
              <a:rPr lang="en-US" sz="1800" dirty="0">
                <a:solidFill>
                  <a:schemeClr val="dk1"/>
                </a:solidFill>
                <a:latin typeface="Lato"/>
                <a:ea typeface="Lato"/>
                <a:cs typeface="Lato"/>
              </a:rPr>
              <a:t> yang </a:t>
            </a:r>
            <a:r>
              <a:rPr lang="en-US" sz="1800" dirty="0" err="1">
                <a:solidFill>
                  <a:schemeClr val="dk1"/>
                </a:solidFill>
                <a:latin typeface="Lato"/>
                <a:ea typeface="Lato"/>
                <a:cs typeface="Lato"/>
              </a:rPr>
              <a:t>bersangkutan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Realisasi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fungsi</a:t>
            </a:r>
            <a:r>
              <a:rPr lang="en-US" sz="1800" dirty="0">
                <a:solidFill>
                  <a:schemeClr val="dk1"/>
                </a:solidFill>
                <a:latin typeface="Lato"/>
                <a:ea typeface="Lato"/>
                <a:cs typeface="Lato"/>
              </a:rPr>
              <a:t> dan </a:t>
            </a:r>
            <a:r>
              <a:rPr lang="en-US" sz="1800" dirty="0" err="1">
                <a:solidFill>
                  <a:schemeClr val="dk1"/>
                </a:solidFill>
                <a:latin typeface="Lato"/>
                <a:ea typeface="Lato"/>
                <a:cs typeface="Lato"/>
              </a:rPr>
              <a:t>prosedur</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harus</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sedapat</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mungkin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memanfaatkan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selektor</a:t>
            </a:r>
            <a:r>
              <a:rPr lang="en-US" sz="1800" dirty="0">
                <a:solidFill>
                  <a:schemeClr val="dk1"/>
                </a:solidFill>
                <a:latin typeface="Lato"/>
                <a:ea typeface="Lato"/>
                <a:cs typeface="Lato"/>
              </a:rPr>
              <a:t> dan </a:t>
            </a:r>
            <a:r>
              <a:rPr lang="en-US" sz="1800" dirty="0" err="1">
                <a:solidFill>
                  <a:schemeClr val="dk1"/>
                </a:solidFill>
                <a:latin typeface="Lato"/>
                <a:ea typeface="Lato"/>
                <a:cs typeface="Lato"/>
              </a:rPr>
              <a:t>konstruktor</a:t>
            </a:r>
            <a:r>
              <a:rPr lang="en-US" sz="1800" dirty="0">
                <a:solidFill>
                  <a:schemeClr val="dk1"/>
                </a:solidFill>
                <a:latin typeface="Lato"/>
                <a:ea typeface="Lato"/>
                <a:cs typeface="Lato"/>
              </a:rPr>
              <a:t>.</a:t>
            </a:r>
          </a:p>
          <a:p>
            <a:pPr marL="457200" indent="-457200">
              <a:lnSpc>
                <a:spcPct val="108000"/>
              </a:lnSpc>
              <a:spcAft>
                <a:spcPts val="600"/>
              </a:spcAft>
              <a:buFont typeface="Wingdings" panose="05000000000000000000" pitchFamily="2" charset="2"/>
              <a:buChar char="q"/>
              <a:tabLst>
                <a:tab pos="0" algn="l"/>
              </a:tabLst>
            </a:pPr>
            <a:r>
              <a:rPr lang="en-US" sz="1800" dirty="0" err="1">
                <a:solidFill>
                  <a:schemeClr val="dk1"/>
                </a:solidFill>
                <a:latin typeface="Lato"/>
                <a:ea typeface="Lato"/>
                <a:cs typeface="Lato"/>
              </a:rPr>
              <a:t>Terdapat</a:t>
            </a:r>
            <a:r>
              <a:rPr lang="en-US" sz="1800" dirty="0">
                <a:solidFill>
                  <a:schemeClr val="dk1"/>
                </a:solidFill>
                <a:latin typeface="Lato"/>
                <a:ea typeface="Lato"/>
                <a:cs typeface="Lato"/>
              </a:rPr>
              <a:t> main program yang </a:t>
            </a:r>
            <a:r>
              <a:rPr lang="en-US" sz="1800" dirty="0" err="1">
                <a:solidFill>
                  <a:schemeClr val="dk1"/>
                </a:solidFill>
                <a:latin typeface="Lato"/>
                <a:ea typeface="Lato"/>
                <a:cs typeface="Lato"/>
              </a:rPr>
              <a:t>menggunakan</a:t>
            </a:r>
            <a:r>
              <a:rPr lang="en-US" sz="1800" dirty="0">
                <a:solidFill>
                  <a:schemeClr val="dk1"/>
                </a:solidFill>
                <a:latin typeface="Lato"/>
                <a:ea typeface="Lato"/>
                <a:cs typeface="Lato"/>
              </a:rPr>
              <a:t> ADT </a:t>
            </a:r>
            <a:r>
              <a:rPr lang="en-US" sz="1800" dirty="0" err="1">
                <a:solidFill>
                  <a:schemeClr val="dk1"/>
                </a:solidFill>
                <a:latin typeface="Lato"/>
                <a:ea typeface="Lato"/>
                <a:cs typeface="Lato"/>
              </a:rPr>
              <a:t>tersebut</a:t>
            </a:r>
            <a:r>
              <a:rPr lang="en-US" sz="1800" dirty="0">
                <a:solidFill>
                  <a:schemeClr val="dk1"/>
                </a:solidFill>
                <a:latin typeface="Lato"/>
                <a:ea typeface="Lato"/>
                <a:cs typeface="Lato"/>
              </a:rPr>
              <a:t>. </a:t>
            </a:r>
          </a:p>
          <a:p>
            <a:pPr marL="714375" indent="-268288">
              <a:lnSpc>
                <a:spcPct val="108000"/>
              </a:lnSpc>
              <a:spcAft>
                <a:spcPts val="600"/>
              </a:spcAft>
              <a:buFont typeface="Arial" panose="020B0604020202020204" pitchFamily="34" charset="0"/>
              <a:buChar char="•"/>
              <a:tabLst>
                <a:tab pos="0" algn="l"/>
              </a:tabLst>
            </a:pPr>
            <a:endParaRPr lang="en-US" sz="1800" dirty="0">
              <a:solidFill>
                <a:schemeClr val="dk1"/>
              </a:solidFill>
              <a:latin typeface="Lato"/>
              <a:ea typeface="Lato"/>
              <a:cs typeface="Lato"/>
            </a:endParaRPr>
          </a:p>
          <a:p>
            <a:pPr marL="457200" indent="-457200">
              <a:lnSpc>
                <a:spcPct val="108000"/>
              </a:lnSpc>
              <a:spcAft>
                <a:spcPts val="600"/>
              </a:spcAft>
              <a:buFont typeface="Wingdings" panose="05000000000000000000" pitchFamily="2" charset="2"/>
              <a:buChar char="q"/>
              <a:tabLst>
                <a:tab pos="0" algn="l"/>
              </a:tabLst>
            </a:pPr>
            <a:endParaRPr lang="en-ID" sz="1800" dirty="0">
              <a:solidFill>
                <a:schemeClr val="dk1"/>
              </a:solidFill>
              <a:latin typeface="Lato"/>
              <a:ea typeface="Lato"/>
              <a:cs typeface="Lato"/>
            </a:endParaRPr>
          </a:p>
          <a:p>
            <a:pPr marL="457200" indent="-457200">
              <a:lnSpc>
                <a:spcPct val="108000"/>
              </a:lnSpc>
              <a:spcAft>
                <a:spcPts val="600"/>
              </a:spcAft>
              <a:buFont typeface="Wingdings" panose="05000000000000000000" pitchFamily="2" charset="2"/>
              <a:buChar char="q"/>
            </a:pPr>
            <a:endParaRPr lang="en-US" sz="1800" dirty="0">
              <a:solidFill>
                <a:schemeClr val="dk1"/>
              </a:solidFill>
              <a:latin typeface="Lato"/>
              <a:ea typeface="Lato"/>
              <a:cs typeface="Lato"/>
            </a:endParaRPr>
          </a:p>
          <a:p>
            <a:pPr marL="457200" indent="-457200">
              <a:lnSpc>
                <a:spcPct val="108000"/>
              </a:lnSpc>
              <a:spcAft>
                <a:spcPts val="600"/>
              </a:spcAft>
              <a:buFont typeface="Wingdings" panose="05000000000000000000" pitchFamily="2" charset="2"/>
              <a:buChar char="q"/>
            </a:pPr>
            <a:endParaRPr lang="en-US" sz="1800" dirty="0">
              <a:solidFill>
                <a:schemeClr val="dk1"/>
              </a:solidFill>
              <a:latin typeface="Lato"/>
              <a:ea typeface="Lato"/>
              <a:cs typeface="Lato"/>
            </a:endParaRPr>
          </a:p>
          <a:p>
            <a:pPr marL="457200" indent="-457200">
              <a:lnSpc>
                <a:spcPct val="108000"/>
              </a:lnSpc>
              <a:spcAft>
                <a:spcPts val="600"/>
              </a:spcAft>
              <a:buFont typeface="Wingdings" panose="05000000000000000000" pitchFamily="2" charset="2"/>
              <a:buChar char="q"/>
            </a:pPr>
            <a:endParaRPr lang="en-ID" sz="1800" dirty="0">
              <a:solidFill>
                <a:schemeClr val="dk1"/>
              </a:solidFill>
              <a:latin typeface="Lato"/>
              <a:ea typeface="Lato"/>
              <a:cs typeface="Lato"/>
              <a:sym typeface="Lato"/>
            </a:endParaRPr>
          </a:p>
          <a:p>
            <a:pPr marL="457200" lvl="0" indent="-457200" algn="l" rtl="0">
              <a:lnSpc>
                <a:spcPct val="108000"/>
              </a:lnSpc>
              <a:spcBef>
                <a:spcPts val="0"/>
              </a:spcBef>
              <a:spcAft>
                <a:spcPts val="600"/>
              </a:spcAft>
              <a:buFont typeface="Arial" panose="020B0604020202020204" pitchFamily="34" charset="0"/>
              <a:buChar char="•"/>
            </a:pPr>
            <a:endParaRPr sz="18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25014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Review:</a:t>
            </a:r>
            <a:r>
              <a:rPr lang="en-US" dirty="0"/>
              <a:t> Abstract Data Type (ADT)</a:t>
            </a:r>
            <a:endParaRPr dirty="0"/>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5" name="Table 4">
            <a:extLst>
              <a:ext uri="{FF2B5EF4-FFF2-40B4-BE49-F238E27FC236}">
                <a16:creationId xmlns:a16="http://schemas.microsoft.com/office/drawing/2014/main" id="{4A5421B6-991F-3570-8AC4-373AAD48D4D9}"/>
              </a:ext>
            </a:extLst>
          </p:cNvPr>
          <p:cNvGraphicFramePr>
            <a:graphicFrameLocks noGrp="1"/>
          </p:cNvGraphicFramePr>
          <p:nvPr>
            <p:extLst>
              <p:ext uri="{D42A27DB-BD31-4B8C-83A1-F6EECF244321}">
                <p14:modId xmlns:p14="http://schemas.microsoft.com/office/powerpoint/2010/main" val="3182385381"/>
              </p:ext>
            </p:extLst>
          </p:nvPr>
        </p:nvGraphicFramePr>
        <p:xfrm>
          <a:off x="990849" y="1434367"/>
          <a:ext cx="6896102" cy="1760274"/>
        </p:xfrm>
        <a:graphic>
          <a:graphicData uri="http://schemas.openxmlformats.org/drawingml/2006/table">
            <a:tbl>
              <a:tblPr firstRow="1" bandRow="1"/>
              <a:tblGrid>
                <a:gridCol w="3904019">
                  <a:extLst>
                    <a:ext uri="{9D8B030D-6E8A-4147-A177-3AD203B41FA5}">
                      <a16:colId xmlns:a16="http://schemas.microsoft.com/office/drawing/2014/main" val="3721983045"/>
                    </a:ext>
                  </a:extLst>
                </a:gridCol>
                <a:gridCol w="2992083">
                  <a:extLst>
                    <a:ext uri="{9D8B030D-6E8A-4147-A177-3AD203B41FA5}">
                      <a16:colId xmlns:a16="http://schemas.microsoft.com/office/drawing/2014/main" val="730234278"/>
                    </a:ext>
                  </a:extLst>
                </a:gridCol>
              </a:tblGrid>
              <a:tr h="283663">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9pPr>
                    </a:lstStyle>
                    <a:p>
                      <a:r>
                        <a:rPr lang="en-US" sz="1600" dirty="0">
                          <a:latin typeface="Lato" panose="020F0502020204030203" pitchFamily="34" charset="0"/>
                          <a:ea typeface="Lato" panose="020F0502020204030203" pitchFamily="34" charset="0"/>
                          <a:cs typeface="Lato" panose="020F0502020204030203" pitchFamily="34" charset="0"/>
                        </a:rPr>
                        <a:t>Modul</a:t>
                      </a:r>
                      <a:endParaRPr lang="en-ID" sz="1600" dirty="0">
                        <a:latin typeface="Lato" panose="020F0502020204030203" pitchFamily="34" charset="0"/>
                        <a:ea typeface="Lato" panose="020F0502020204030203" pitchFamily="34" charset="0"/>
                        <a:cs typeface="Lato" panose="020F050202020403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panose="020F0502020204030204"/>
                          <a:sym typeface="Arial"/>
                        </a:defRPr>
                      </a:lvl9pPr>
                    </a:lstStyle>
                    <a:p>
                      <a:r>
                        <a:rPr lang="en-US" sz="1600" dirty="0" err="1">
                          <a:latin typeface="Lato" panose="020F0502020204030203" pitchFamily="34" charset="0"/>
                          <a:ea typeface="Lato" panose="020F0502020204030203" pitchFamily="34" charset="0"/>
                          <a:cs typeface="Lato" panose="020F0502020204030203" pitchFamily="34" charset="0"/>
                        </a:rPr>
                        <a:t>Realisasi</a:t>
                      </a:r>
                      <a:r>
                        <a:rPr lang="en-US" sz="1600" dirty="0">
                          <a:latin typeface="Lato" panose="020F0502020204030203" pitchFamily="34" charset="0"/>
                          <a:ea typeface="Lato" panose="020F0502020204030203" pitchFamily="34" charset="0"/>
                          <a:cs typeface="Lato" panose="020F0502020204030203" pitchFamily="34" charset="0"/>
                        </a:rPr>
                        <a:t> File Kode</a:t>
                      </a:r>
                      <a:endParaRPr lang="en-ID" sz="1600" dirty="0">
                        <a:latin typeface="Lato" panose="020F0502020204030203" pitchFamily="34" charset="0"/>
                        <a:ea typeface="Lato" panose="020F0502020204030203" pitchFamily="34" charset="0"/>
                        <a:cs typeface="Lato" panose="020F050202020403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3481254776"/>
                  </a:ext>
                </a:extLst>
              </a:tr>
              <a:tr h="51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r>
                        <a:rPr lang="en-US" sz="1600" dirty="0" err="1">
                          <a:latin typeface="Lato" panose="020F0502020204030203" pitchFamily="34" charset="0"/>
                          <a:ea typeface="Lato" panose="020F0502020204030203" pitchFamily="34" charset="0"/>
                          <a:cs typeface="Lato" panose="020F0502020204030203" pitchFamily="34" charset="0"/>
                        </a:rPr>
                        <a:t>Definisi</a:t>
                      </a:r>
                      <a:r>
                        <a:rPr lang="en-US" sz="1600" dirty="0">
                          <a:latin typeface="Lato" panose="020F0502020204030203" pitchFamily="34" charset="0"/>
                          <a:ea typeface="Lato" panose="020F0502020204030203" pitchFamily="34" charset="0"/>
                          <a:cs typeface="Lato" panose="020F0502020204030203" pitchFamily="34" charset="0"/>
                        </a:rPr>
                        <a:t> dan </a:t>
                      </a:r>
                      <a:r>
                        <a:rPr lang="en-US" sz="1600" dirty="0" err="1">
                          <a:latin typeface="Lato" panose="020F0502020204030203" pitchFamily="34" charset="0"/>
                          <a:ea typeface="Lato" panose="020F0502020204030203" pitchFamily="34" charset="0"/>
                          <a:cs typeface="Lato" panose="020F0502020204030203" pitchFamily="34" charset="0"/>
                        </a:rPr>
                        <a:t>Spesifikasi</a:t>
                      </a:r>
                      <a:r>
                        <a:rPr lang="en-US" sz="1600" dirty="0">
                          <a:latin typeface="Lato" panose="020F0502020204030203" pitchFamily="34" charset="0"/>
                          <a:ea typeface="Lato" panose="020F0502020204030203" pitchFamily="34" charset="0"/>
                          <a:cs typeface="Lato" panose="020F0502020204030203" pitchFamily="34" charset="0"/>
                        </a:rPr>
                        <a:t> Type dan </a:t>
                      </a:r>
                      <a:r>
                        <a:rPr lang="en-US" sz="1600" dirty="0" err="1">
                          <a:latin typeface="Lato" panose="020F0502020204030203" pitchFamily="34" charset="0"/>
                          <a:ea typeface="Lato" panose="020F0502020204030203" pitchFamily="34" charset="0"/>
                          <a:cs typeface="Lato" panose="020F0502020204030203" pitchFamily="34" charset="0"/>
                        </a:rPr>
                        <a:t>Primitif</a:t>
                      </a:r>
                      <a:endParaRPr lang="en-ID" sz="1600" dirty="0">
                        <a:latin typeface="Lato" panose="020F0502020204030203" pitchFamily="34" charset="0"/>
                        <a:ea typeface="Lato" panose="020F0502020204030203" pitchFamily="34" charset="0"/>
                        <a:cs typeface="Lato" panose="020F0502020204030203"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r>
                        <a:rPr lang="en-US" sz="1600" dirty="0">
                          <a:latin typeface="Lato" panose="020F0502020204030203" pitchFamily="34" charset="0"/>
                          <a:ea typeface="Lato" panose="020F0502020204030203" pitchFamily="34" charset="0"/>
                          <a:cs typeface="Lato" panose="020F0502020204030203" pitchFamily="34" charset="0"/>
                        </a:rPr>
                        <a:t>File header </a:t>
                      </a:r>
                      <a:r>
                        <a:rPr lang="en-US" sz="1600" dirty="0" err="1">
                          <a:latin typeface="Lato" panose="020F0502020204030203" pitchFamily="34" charset="0"/>
                          <a:ea typeface="Lato" panose="020F0502020204030203" pitchFamily="34" charset="0"/>
                          <a:cs typeface="Lato" panose="020F0502020204030203" pitchFamily="34" charset="0"/>
                        </a:rPr>
                        <a:t>dengan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ekstensi</a:t>
                      </a:r>
                      <a:r>
                        <a:rPr lang="en-US" sz="1600" dirty="0">
                          <a:latin typeface="Lato" panose="020F0502020204030203" pitchFamily="34" charset="0"/>
                          <a:ea typeface="Lato" panose="020F0502020204030203" pitchFamily="34" charset="0"/>
                          <a:cs typeface="Lato" panose="020F0502020204030203" pitchFamily="34" charset="0"/>
                        </a:rPr>
                        <a:t> .h</a:t>
                      </a:r>
                      <a:endParaRPr lang="en-ID" sz="1600" dirty="0">
                        <a:latin typeface="Lato" panose="020F0502020204030203" pitchFamily="34" charset="0"/>
                        <a:ea typeface="Lato" panose="020F0502020204030203" pitchFamily="34" charset="0"/>
                        <a:cs typeface="Lato" panose="020F0502020204030203"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082397210"/>
                  </a:ext>
                </a:extLst>
              </a:tr>
              <a:tr h="283663">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r>
                        <a:rPr lang="en-US" sz="1600" dirty="0">
                          <a:latin typeface="Lato" panose="020F0502020204030203" pitchFamily="34" charset="0"/>
                          <a:ea typeface="Lato" panose="020F0502020204030203" pitchFamily="34" charset="0"/>
                          <a:cs typeface="Lato" panose="020F0502020204030203" pitchFamily="34" charset="0"/>
                        </a:rPr>
                        <a:t>Body/ </a:t>
                      </a:r>
                      <a:r>
                        <a:rPr lang="en-US" sz="1600" dirty="0" err="1">
                          <a:latin typeface="Lato" panose="020F0502020204030203" pitchFamily="34" charset="0"/>
                          <a:ea typeface="Lato" panose="020F0502020204030203" pitchFamily="34" charset="0"/>
                          <a:cs typeface="Lato" panose="020F0502020204030203" pitchFamily="34" charset="0"/>
                        </a:rPr>
                        <a:t>Realisasi</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Primitif</a:t>
                      </a:r>
                      <a:r>
                        <a:rPr lang="en-US" sz="1600" dirty="0">
                          <a:latin typeface="Lato" panose="020F0502020204030203" pitchFamily="34" charset="0"/>
                          <a:ea typeface="Lato" panose="020F0502020204030203" pitchFamily="34" charset="0"/>
                          <a:cs typeface="Lato" panose="020F0502020204030203" pitchFamily="34" charset="0"/>
                        </a:rPr>
                        <a:t> </a:t>
                      </a:r>
                      <a:endParaRPr lang="en-ID" sz="1600" dirty="0">
                        <a:latin typeface="Lato" panose="020F0502020204030203" pitchFamily="34" charset="0"/>
                        <a:ea typeface="Lato" panose="020F0502020204030203" pitchFamily="34" charset="0"/>
                        <a:cs typeface="Lato" panose="020F050202020403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r>
                        <a:rPr lang="en-US" sz="1600" dirty="0">
                          <a:latin typeface="Lato" panose="020F0502020204030203" pitchFamily="34" charset="0"/>
                          <a:ea typeface="Lato" panose="020F0502020204030203" pitchFamily="34" charset="0"/>
                          <a:cs typeface="Lato" panose="020F0502020204030203" pitchFamily="34" charset="0"/>
                        </a:rPr>
                        <a:t>File </a:t>
                      </a:r>
                      <a:r>
                        <a:rPr lang="en-US" sz="1600" dirty="0" err="1">
                          <a:latin typeface="Lato" panose="020F0502020204030203" pitchFamily="34" charset="0"/>
                          <a:ea typeface="Lato" panose="020F0502020204030203" pitchFamily="34" charset="0"/>
                          <a:cs typeface="Lato" panose="020F0502020204030203" pitchFamily="34" charset="0"/>
                        </a:rPr>
                        <a:t>kode</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dengan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esktensi</a:t>
                      </a:r>
                      <a:r>
                        <a:rPr lang="en-US" sz="1600" dirty="0">
                          <a:latin typeface="Lato" panose="020F0502020204030203" pitchFamily="34" charset="0"/>
                          <a:ea typeface="Lato" panose="020F0502020204030203" pitchFamily="34" charset="0"/>
                          <a:cs typeface="Lato" panose="020F0502020204030203" pitchFamily="34" charset="0"/>
                        </a:rPr>
                        <a:t> .c</a:t>
                      </a:r>
                      <a:endParaRPr lang="en-ID" sz="1600" dirty="0">
                        <a:latin typeface="Lato" panose="020F0502020204030203" pitchFamily="34" charset="0"/>
                        <a:ea typeface="Lato" panose="020F0502020204030203" pitchFamily="34" charset="0"/>
                        <a:cs typeface="Lato" panose="020F050202020403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385569312"/>
                  </a:ext>
                </a:extLst>
              </a:tr>
              <a:tr h="51059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r>
                        <a:rPr lang="en-US" sz="1600" dirty="0">
                          <a:latin typeface="Lato" panose="020F0502020204030203" pitchFamily="34" charset="0"/>
                          <a:ea typeface="Lato" panose="020F0502020204030203" pitchFamily="34" charset="0"/>
                          <a:cs typeface="Lato" panose="020F0502020204030203" pitchFamily="34" charset="0"/>
                        </a:rPr>
                        <a:t>Main Program/Driver</a:t>
                      </a:r>
                      <a:endParaRPr lang="en-ID" sz="1600" dirty="0">
                        <a:latin typeface="Lato" panose="020F0502020204030203" pitchFamily="34" charset="0"/>
                        <a:ea typeface="Lato" panose="020F0502020204030203" pitchFamily="34" charset="0"/>
                        <a:cs typeface="Lato" panose="020F050202020403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panose="020F0502020204030204"/>
                          <a:sym typeface="Arial"/>
                        </a:defRPr>
                      </a:lvl9pPr>
                    </a:lstStyle>
                    <a:p>
                      <a:r>
                        <a:rPr lang="en-US" sz="1600" dirty="0">
                          <a:latin typeface="Lato" panose="020F0502020204030203" pitchFamily="34" charset="0"/>
                          <a:ea typeface="Lato" panose="020F0502020204030203" pitchFamily="34" charset="0"/>
                          <a:cs typeface="Lato" panose="020F0502020204030203" pitchFamily="34" charset="0"/>
                        </a:rPr>
                        <a:t>File </a:t>
                      </a:r>
                      <a:r>
                        <a:rPr lang="en-US" sz="1600" dirty="0" err="1">
                          <a:latin typeface="Lato" panose="020F0502020204030203" pitchFamily="34" charset="0"/>
                          <a:ea typeface="Lato" panose="020F0502020204030203" pitchFamily="34" charset="0"/>
                          <a:cs typeface="Lato" panose="020F0502020204030203" pitchFamily="34" charset="0"/>
                        </a:rPr>
                        <a:t>kode</a:t>
                      </a:r>
                      <a:r>
                        <a:rPr lang="en-US" sz="1600" dirty="0">
                          <a:latin typeface="Lato" panose="020F0502020204030203" pitchFamily="34" charset="0"/>
                          <a:ea typeface="Lato" panose="020F0502020204030203" pitchFamily="34" charset="0"/>
                          <a:cs typeface="Lato" panose="020F0502020204030203" pitchFamily="34" charset="0"/>
                        </a:rPr>
                        <a:t> program </a:t>
                      </a:r>
                      <a:r>
                        <a:rPr lang="en-US" sz="1600" dirty="0" err="1">
                          <a:latin typeface="Lato" panose="020F0502020204030203" pitchFamily="34" charset="0"/>
                          <a:ea typeface="Lato" panose="020F0502020204030203" pitchFamily="34" charset="0"/>
                          <a:cs typeface="Lato" panose="020F0502020204030203" pitchFamily="34" charset="0"/>
                        </a:rPr>
                        <a:t>utama</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dengan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ekstensi</a:t>
                      </a:r>
                      <a:r>
                        <a:rPr lang="en-US" sz="1600" dirty="0">
                          <a:latin typeface="Lato" panose="020F0502020204030203" pitchFamily="34" charset="0"/>
                          <a:ea typeface="Lato" panose="020F0502020204030203" pitchFamily="34" charset="0"/>
                          <a:cs typeface="Lato" panose="020F0502020204030203" pitchFamily="34" charset="0"/>
                        </a:rPr>
                        <a:t> .c</a:t>
                      </a:r>
                      <a:endParaRPr lang="en-ID" sz="1600" dirty="0">
                        <a:latin typeface="Lato" panose="020F0502020204030203" pitchFamily="34" charset="0"/>
                        <a:ea typeface="Lato" panose="020F0502020204030203" pitchFamily="34" charset="0"/>
                        <a:cs typeface="Lato" panose="020F0502020204030203"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3369893653"/>
                  </a:ext>
                </a:extLst>
              </a:tr>
            </a:tbl>
          </a:graphicData>
        </a:graphic>
      </p:graphicFrame>
    </p:spTree>
    <p:extLst>
      <p:ext uri="{BB962C8B-B14F-4D97-AF65-F5344CB8AC3E}">
        <p14:creationId xmlns:p14="http://schemas.microsoft.com/office/powerpoint/2010/main" val="2000525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grpSp>
        <p:nvGrpSpPr>
          <p:cNvPr id="667" name="Google Shape;667;p38"/>
          <p:cNvGrpSpPr/>
          <p:nvPr/>
        </p:nvGrpSpPr>
        <p:grpSpPr>
          <a:xfrm>
            <a:off x="7537989" y="420037"/>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0" y="3983143"/>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CustomShape 3">
            <a:extLst>
              <a:ext uri="{FF2B5EF4-FFF2-40B4-BE49-F238E27FC236}">
                <a16:creationId xmlns:a16="http://schemas.microsoft.com/office/drawing/2014/main" id="{4F06318E-CA42-A67E-0319-23AB0D77A409}"/>
              </a:ext>
            </a:extLst>
          </p:cNvPr>
          <p:cNvSpPr/>
          <p:nvPr/>
        </p:nvSpPr>
        <p:spPr>
          <a:xfrm>
            <a:off x="474397" y="206744"/>
            <a:ext cx="8190887" cy="319239"/>
          </a:xfrm>
          <a:prstGeom prst="rect">
            <a:avLst/>
          </a:prstGeom>
          <a:solidFill>
            <a:srgbClr val="F7D1D5"/>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id-ID" sz="1400" b="0" strike="noStrike" spc="-1" dirty="0">
                <a:solidFill>
                  <a:srgbClr val="000000"/>
                </a:solidFill>
                <a:latin typeface="Courier New"/>
                <a:ea typeface="DejaVu Sans"/>
              </a:rPr>
              <a:t>Modul Titik</a:t>
            </a:r>
            <a:endParaRPr lang="id-ID" sz="1400" b="0" strike="noStrike" spc="-1" dirty="0">
              <a:latin typeface="Arial"/>
            </a:endParaRPr>
          </a:p>
        </p:txBody>
      </p:sp>
      <p:sp>
        <p:nvSpPr>
          <p:cNvPr id="6" name="CustomShape 4">
            <a:extLst>
              <a:ext uri="{FF2B5EF4-FFF2-40B4-BE49-F238E27FC236}">
                <a16:creationId xmlns:a16="http://schemas.microsoft.com/office/drawing/2014/main" id="{6DBB80D1-91E5-CCCE-E44F-71454D4E54C7}"/>
              </a:ext>
            </a:extLst>
          </p:cNvPr>
          <p:cNvSpPr/>
          <p:nvPr/>
        </p:nvSpPr>
        <p:spPr>
          <a:xfrm>
            <a:off x="474396" y="534537"/>
            <a:ext cx="8190887" cy="1755510"/>
          </a:xfrm>
          <a:prstGeom prst="rect">
            <a:avLst/>
          </a:prstGeom>
          <a:solidFill>
            <a:srgbClr val="FFFF6D"/>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Aft>
                <a:spcPts val="600"/>
              </a:spcAft>
            </a:pPr>
            <a:r>
              <a:rPr lang="id-ID" sz="1200" b="1" strike="noStrike" spc="-1" dirty="0">
                <a:solidFill>
                  <a:srgbClr val="000000"/>
                </a:solidFill>
                <a:latin typeface="Courier New"/>
                <a:ea typeface="DejaVu Sans"/>
              </a:rPr>
              <a:t>DEKLARASI/DEFINISI</a:t>
            </a:r>
            <a:r>
              <a:rPr lang="en-US" sz="1200" b="1" strike="noStrike" spc="-1" dirty="0">
                <a:solidFill>
                  <a:srgbClr val="000000"/>
                </a:solidFill>
                <a:latin typeface="Courier New"/>
                <a:ea typeface="DejaVu Sans"/>
              </a:rPr>
              <a:t> </a:t>
            </a:r>
            <a:r>
              <a:rPr lang="id-ID" sz="1200" b="1" strike="noStrike" spc="-1" dirty="0">
                <a:solidFill>
                  <a:srgbClr val="000000"/>
                </a:solidFill>
                <a:latin typeface="Courier New"/>
                <a:ea typeface="DejaVu Sans"/>
              </a:rPr>
              <a:t>&amp;</a:t>
            </a:r>
            <a:r>
              <a:rPr lang="en-US" sz="1200" b="1" strike="noStrike" spc="-1" dirty="0">
                <a:solidFill>
                  <a:srgbClr val="000000"/>
                </a:solidFill>
                <a:latin typeface="Courier New"/>
                <a:ea typeface="DejaVu Sans"/>
              </a:rPr>
              <a:t> </a:t>
            </a:r>
            <a:r>
              <a:rPr lang="id-ID" sz="1200" b="1" strike="noStrike" spc="-1" dirty="0">
                <a:solidFill>
                  <a:srgbClr val="000000"/>
                </a:solidFill>
                <a:latin typeface="Courier New"/>
                <a:ea typeface="DejaVu Sans"/>
              </a:rPr>
              <a:t>SPESIFIKASI TIPE &amp; PROTOTIPE</a:t>
            </a:r>
            <a:endParaRPr lang="id-ID" sz="1200" b="1" strike="noStrike" spc="-1" dirty="0">
              <a:latin typeface="Arial"/>
            </a:endParaRPr>
          </a:p>
          <a:p>
            <a:pPr>
              <a:lnSpc>
                <a:spcPct val="100000"/>
              </a:lnSpc>
            </a:pPr>
            <a:r>
              <a:rPr lang="en-US" sz="1200" u="sng" spc="-1" dirty="0">
                <a:solidFill>
                  <a:srgbClr val="000000"/>
                </a:solidFill>
                <a:latin typeface="Courier New"/>
                <a:ea typeface="DejaVu Sans"/>
              </a:rPr>
              <a:t>t</a:t>
            </a:r>
            <a:r>
              <a:rPr lang="id-ID" sz="1200" b="0" u="sng" strike="noStrike" spc="-1" dirty="0">
                <a:solidFill>
                  <a:srgbClr val="000000"/>
                </a:solidFill>
                <a:uFillTx/>
                <a:latin typeface="Courier New"/>
                <a:ea typeface="DejaVu Sans"/>
              </a:rPr>
              <a:t>ype</a:t>
            </a:r>
            <a:r>
              <a:rPr lang="id-ID" sz="1200" b="0" strike="noStrike" spc="-1" dirty="0">
                <a:solidFill>
                  <a:srgbClr val="000000"/>
                </a:solidFill>
                <a:latin typeface="Courier New"/>
                <a:ea typeface="DejaVu Sans"/>
              </a:rPr>
              <a:t> Titik </a:t>
            </a:r>
            <a:r>
              <a:rPr lang="en-US" sz="1200" spc="-1" dirty="0">
                <a:solidFill>
                  <a:srgbClr val="000000"/>
                </a:solidFill>
                <a:latin typeface="Courier New"/>
                <a:ea typeface="DejaVu Sans"/>
              </a:rPr>
              <a:t>=</a:t>
            </a:r>
            <a:r>
              <a:rPr lang="id-ID" sz="1200" b="0" strike="noStrike" spc="-1" dirty="0">
                <a:solidFill>
                  <a:srgbClr val="000000"/>
                </a:solidFill>
                <a:latin typeface="Courier New"/>
                <a:ea typeface="DejaVu Sans"/>
              </a:rPr>
              <a:t> &lt; x:</a:t>
            </a:r>
            <a:r>
              <a:rPr lang="id-ID" sz="1200" b="0" u="sng" strike="noStrike" spc="-1" dirty="0">
                <a:solidFill>
                  <a:srgbClr val="000000"/>
                </a:solidFill>
                <a:uFillTx/>
                <a:latin typeface="Courier New"/>
                <a:ea typeface="DejaVu Sans"/>
              </a:rPr>
              <a:t>integer</a:t>
            </a:r>
            <a:r>
              <a:rPr lang="id-ID" sz="1200" b="0" strike="noStrike" spc="-1" dirty="0">
                <a:solidFill>
                  <a:srgbClr val="000000"/>
                </a:solidFill>
                <a:latin typeface="Courier New"/>
                <a:ea typeface="DejaVu Sans"/>
              </a:rPr>
              <a:t>, y:</a:t>
            </a:r>
            <a:r>
              <a:rPr lang="id-ID" sz="1200" b="0" u="sng" strike="noStrike" spc="-1" dirty="0">
                <a:solidFill>
                  <a:srgbClr val="000000"/>
                </a:solidFill>
                <a:uFillTx/>
                <a:latin typeface="Courier New"/>
                <a:ea typeface="DejaVu Sans"/>
              </a:rPr>
              <a:t>integer</a:t>
            </a:r>
            <a:r>
              <a:rPr lang="id-ID" sz="1200" b="0" strike="noStrike" spc="-1" dirty="0">
                <a:solidFill>
                  <a:srgbClr val="000000"/>
                </a:solidFill>
                <a:latin typeface="Courier New"/>
                <a:ea typeface="DejaVu Sans"/>
              </a:rPr>
              <a:t> &gt;</a:t>
            </a:r>
            <a:endParaRPr lang="id-ID" sz="1200" b="0" strike="noStrike" spc="-1" dirty="0">
              <a:latin typeface="Arial"/>
            </a:endParaRPr>
          </a:p>
          <a:p>
            <a:pPr>
              <a:lnSpc>
                <a:spcPct val="100000"/>
              </a:lnSpc>
              <a:spcBef>
                <a:spcPts val="600"/>
              </a:spcBef>
            </a:pPr>
            <a:r>
              <a:rPr lang="en-US" sz="1200" b="1" u="sng" strike="noStrike" spc="-1" dirty="0">
                <a:solidFill>
                  <a:srgbClr val="000000"/>
                </a:solidFill>
                <a:uFillTx/>
                <a:latin typeface="Courier New"/>
                <a:ea typeface="DejaVu Sans"/>
              </a:rPr>
              <a:t>p</a:t>
            </a:r>
            <a:r>
              <a:rPr lang="id-ID" sz="1200" b="1" u="sng" strike="noStrike" spc="-1" dirty="0">
                <a:solidFill>
                  <a:srgbClr val="000000"/>
                </a:solidFill>
                <a:uFillTx/>
                <a:latin typeface="Courier New"/>
                <a:ea typeface="DejaVu Sans"/>
              </a:rPr>
              <a:t>rocedure</a:t>
            </a:r>
            <a:r>
              <a:rPr lang="id-ID" sz="1200" b="0" strike="noStrike" spc="-1" dirty="0">
                <a:solidFill>
                  <a:srgbClr val="000000"/>
                </a:solidFill>
                <a:latin typeface="Courier New"/>
                <a:ea typeface="DejaVu Sans"/>
              </a:rPr>
              <a:t> </a:t>
            </a:r>
            <a:r>
              <a:rPr lang="en-US" sz="1200" spc="-1" dirty="0">
                <a:solidFill>
                  <a:srgbClr val="000000"/>
                </a:solidFill>
                <a:latin typeface="Courier New"/>
                <a:ea typeface="DejaVu Sans"/>
              </a:rPr>
              <a:t>Make</a:t>
            </a:r>
            <a:r>
              <a:rPr lang="id-ID" sz="1200" b="0" strike="noStrike" spc="-1" dirty="0">
                <a:solidFill>
                  <a:srgbClr val="000000"/>
                </a:solidFill>
                <a:latin typeface="Courier New"/>
                <a:ea typeface="DejaVu Sans"/>
              </a:rPr>
              <a:t>Titik(</a:t>
            </a:r>
            <a:r>
              <a:rPr lang="id-ID" sz="1200" b="0" u="sng" strike="noStrike" spc="-1" dirty="0">
                <a:solidFill>
                  <a:srgbClr val="000000"/>
                </a:solidFill>
                <a:uFillTx/>
                <a:latin typeface="Courier New"/>
                <a:ea typeface="DejaVu Sans"/>
              </a:rPr>
              <a:t>output</a:t>
            </a:r>
            <a:r>
              <a:rPr lang="id-ID" sz="1200" b="0" strike="noStrike" spc="-1" dirty="0">
                <a:solidFill>
                  <a:srgbClr val="000000"/>
                </a:solidFill>
                <a:latin typeface="Courier New"/>
                <a:ea typeface="DejaVu Sans"/>
              </a:rPr>
              <a:t> T:Titik)</a:t>
            </a:r>
            <a:endParaRPr lang="id-ID" sz="1200" b="0" strike="noStrike" spc="-1" dirty="0">
              <a:latin typeface="Arial"/>
            </a:endParaRPr>
          </a:p>
          <a:p>
            <a:pPr>
              <a:lnSpc>
                <a:spcPct val="100000"/>
              </a:lnSpc>
            </a:pPr>
            <a:r>
              <a:rPr lang="id-ID" sz="1200" b="0" strike="noStrike" spc="-1" dirty="0">
                <a:solidFill>
                  <a:srgbClr val="000000"/>
                </a:solidFill>
                <a:latin typeface="Courier New"/>
                <a:ea typeface="DejaVu Sans"/>
              </a:rPr>
              <a:t>{I.S: - ; F.S: T terdefinisi }</a:t>
            </a:r>
            <a:endParaRPr lang="id-ID" sz="1200" b="0" strike="noStrike" spc="-1" dirty="0">
              <a:latin typeface="Arial"/>
            </a:endParaRPr>
          </a:p>
          <a:p>
            <a:pPr>
              <a:lnSpc>
                <a:spcPct val="100000"/>
              </a:lnSpc>
              <a:spcAft>
                <a:spcPts val="600"/>
              </a:spcAft>
            </a:pPr>
            <a:r>
              <a:rPr lang="id-ID" sz="1200" b="0" strike="noStrike" spc="-1" dirty="0">
                <a:solidFill>
                  <a:srgbClr val="000000"/>
                </a:solidFill>
                <a:latin typeface="Courier New"/>
                <a:ea typeface="DejaVu Sans"/>
              </a:rPr>
              <a:t>{Proses mengisi absis dan ordinat dengan 0}</a:t>
            </a:r>
            <a:endParaRPr lang="en-US" sz="1200" b="0" strike="noStrike" spc="-1" dirty="0">
              <a:solidFill>
                <a:srgbClr val="000000"/>
              </a:solidFill>
              <a:latin typeface="Courier New"/>
              <a:ea typeface="DejaVu Sans"/>
            </a:endParaRPr>
          </a:p>
          <a:p>
            <a:pPr marL="0" indent="0">
              <a:buNone/>
            </a:pPr>
            <a:r>
              <a:rPr lang="en-ID" sz="1200" b="1" u="sng" dirty="0">
                <a:latin typeface="Courier New" panose="02070309020205020404" pitchFamily="49" charset="0"/>
                <a:cs typeface="Courier New" panose="02070309020205020404" pitchFamily="49" charset="0"/>
              </a:rPr>
              <a:t>procedure</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SetAbsis</a:t>
            </a:r>
            <a:r>
              <a:rPr lang="en-ID" sz="1200" dirty="0">
                <a:latin typeface="Courier New" panose="02070309020205020404" pitchFamily="49" charset="0"/>
                <a:cs typeface="Courier New" panose="02070309020205020404" pitchFamily="49" charset="0"/>
              </a:rPr>
              <a:t>(</a:t>
            </a:r>
            <a:r>
              <a:rPr lang="en-ID" sz="1200" u="sng" dirty="0">
                <a:latin typeface="Courier New" panose="02070309020205020404" pitchFamily="49" charset="0"/>
                <a:cs typeface="Courier New" panose="02070309020205020404" pitchFamily="49" charset="0"/>
              </a:rPr>
              <a:t>Input/Output</a:t>
            </a:r>
            <a:r>
              <a:rPr lang="en-ID" sz="1200" dirty="0">
                <a:latin typeface="Courier New" panose="02070309020205020404" pitchFamily="49" charset="0"/>
                <a:cs typeface="Courier New" panose="02070309020205020404" pitchFamily="49" charset="0"/>
              </a:rPr>
              <a:t> T: </a:t>
            </a:r>
            <a:r>
              <a:rPr lang="en-ID" sz="1200" dirty="0" err="1">
                <a:latin typeface="Courier New" panose="02070309020205020404" pitchFamily="49" charset="0"/>
                <a:cs typeface="Courier New" panose="02070309020205020404" pitchFamily="49" charset="0"/>
              </a:rPr>
              <a:t>Titik</a:t>
            </a:r>
            <a:r>
              <a:rPr lang="en-ID" sz="1200" dirty="0">
                <a:latin typeface="Courier New" panose="02070309020205020404" pitchFamily="49" charset="0"/>
                <a:cs typeface="Courier New" panose="02070309020205020404" pitchFamily="49" charset="0"/>
              </a:rPr>
              <a:t>, </a:t>
            </a:r>
            <a:r>
              <a:rPr lang="en-ID" sz="1200" u="sng" dirty="0">
                <a:latin typeface="Courier New" panose="02070309020205020404" pitchFamily="49" charset="0"/>
                <a:cs typeface="Courier New" panose="02070309020205020404" pitchFamily="49" charset="0"/>
              </a:rPr>
              <a:t>Input</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newX</a:t>
            </a:r>
            <a:r>
              <a:rPr lang="en-ID" sz="1200" dirty="0">
                <a:latin typeface="Courier New" panose="02070309020205020404" pitchFamily="49" charset="0"/>
                <a:cs typeface="Courier New" panose="02070309020205020404" pitchFamily="49" charset="0"/>
              </a:rPr>
              <a:t>: </a:t>
            </a:r>
            <a:r>
              <a:rPr lang="en-ID" sz="1200" u="sng" dirty="0">
                <a:latin typeface="Courier New" panose="02070309020205020404" pitchFamily="49" charset="0"/>
                <a:cs typeface="Courier New" panose="02070309020205020404" pitchFamily="49" charset="0"/>
              </a:rPr>
              <a:t>integer</a:t>
            </a:r>
            <a:r>
              <a:rPr lang="en-ID" sz="1200" dirty="0">
                <a:latin typeface="Courier New" panose="02070309020205020404" pitchFamily="49" charset="0"/>
                <a:cs typeface="Courier New" panose="02070309020205020404" pitchFamily="49" charset="0"/>
              </a:rPr>
              <a:t>)</a:t>
            </a:r>
          </a:p>
          <a:p>
            <a:pPr marL="0" indent="0">
              <a:buNone/>
            </a:pPr>
            <a:r>
              <a:rPr lang="en-ID" sz="1200" dirty="0">
                <a:latin typeface="Courier New" panose="02070309020205020404" pitchFamily="49" charset="0"/>
                <a:cs typeface="Courier New" panose="02070309020205020404" pitchFamily="49" charset="0"/>
              </a:rPr>
              <a:t>{I.S: T </a:t>
            </a:r>
            <a:r>
              <a:rPr lang="en-ID" sz="1200" dirty="0" err="1">
                <a:latin typeface="Courier New" panose="02070309020205020404" pitchFamily="49" charset="0"/>
                <a:cs typeface="Courier New" panose="02070309020205020404" pitchFamily="49" charset="0"/>
              </a:rPr>
              <a:t>terdefinisi</a:t>
            </a:r>
            <a:r>
              <a:rPr lang="en-ID" sz="1200" dirty="0">
                <a:latin typeface="Courier New" panose="02070309020205020404" pitchFamily="49" charset="0"/>
                <a:cs typeface="Courier New" panose="02070309020205020404" pitchFamily="49" charset="0"/>
              </a:rPr>
              <a:t>}</a:t>
            </a:r>
          </a:p>
          <a:p>
            <a:pPr marL="0" indent="0">
              <a:spcAft>
                <a:spcPts val="600"/>
              </a:spcAft>
              <a:buNone/>
            </a:pPr>
            <a:r>
              <a:rPr lang="en-ID" sz="1200" dirty="0">
                <a:latin typeface="Courier New" panose="02070309020205020404" pitchFamily="49" charset="0"/>
                <a:cs typeface="Courier New" panose="02070309020205020404" pitchFamily="49" charset="0"/>
              </a:rPr>
              <a:t>{F.S: </a:t>
            </a:r>
            <a:r>
              <a:rPr lang="en-ID" sz="1200" dirty="0" err="1">
                <a:latin typeface="Courier New" panose="02070309020205020404" pitchFamily="49" charset="0"/>
                <a:cs typeface="Courier New" panose="02070309020205020404" pitchFamily="49" charset="0"/>
              </a:rPr>
              <a:t>nilai</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absis</a:t>
            </a:r>
            <a:r>
              <a:rPr lang="en-ID" sz="1200" dirty="0">
                <a:latin typeface="Courier New" panose="02070309020205020404" pitchFamily="49" charset="0"/>
                <a:cs typeface="Courier New" panose="02070309020205020404" pitchFamily="49" charset="0"/>
              </a:rPr>
              <a:t> T </a:t>
            </a:r>
            <a:r>
              <a:rPr lang="en-ID" sz="1200" dirty="0" err="1">
                <a:latin typeface="Courier New" panose="02070309020205020404" pitchFamily="49" charset="0"/>
                <a:cs typeface="Courier New" panose="02070309020205020404" pitchFamily="49" charset="0"/>
              </a:rPr>
              <a:t>diubah</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dengan</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nilai</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newX</a:t>
            </a:r>
            <a:r>
              <a:rPr lang="en-ID" sz="1200" dirty="0">
                <a:latin typeface="Courier New" panose="02070309020205020404" pitchFamily="49" charset="0"/>
                <a:cs typeface="Courier New" panose="02070309020205020404" pitchFamily="49" charset="0"/>
              </a:rPr>
              <a:t>}</a:t>
            </a:r>
          </a:p>
        </p:txBody>
      </p:sp>
      <p:sp>
        <p:nvSpPr>
          <p:cNvPr id="7" name="CustomShape 5">
            <a:extLst>
              <a:ext uri="{FF2B5EF4-FFF2-40B4-BE49-F238E27FC236}">
                <a16:creationId xmlns:a16="http://schemas.microsoft.com/office/drawing/2014/main" id="{E945712A-BED9-16F9-C6F9-E07E0C9E1E82}"/>
              </a:ext>
            </a:extLst>
          </p:cNvPr>
          <p:cNvSpPr/>
          <p:nvPr/>
        </p:nvSpPr>
        <p:spPr>
          <a:xfrm>
            <a:off x="474397" y="2290047"/>
            <a:ext cx="8190887" cy="2526256"/>
          </a:xfrm>
          <a:prstGeom prst="rect">
            <a:avLst/>
          </a:prstGeom>
          <a:solidFill>
            <a:schemeClr val="accent4">
              <a:lumMod val="20000"/>
              <a:lumOff val="80000"/>
            </a:schemeClr>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Aft>
                <a:spcPts val="600"/>
              </a:spcAft>
            </a:pPr>
            <a:r>
              <a:rPr lang="id-ID" sz="1200" b="1" strike="noStrike" spc="-1" dirty="0">
                <a:solidFill>
                  <a:srgbClr val="000000"/>
                </a:solidFill>
                <a:latin typeface="Courier New"/>
                <a:ea typeface="DejaVu Sans"/>
              </a:rPr>
              <a:t>BODY/REALISASI PROTOTIPE</a:t>
            </a:r>
            <a:endParaRPr lang="id-ID" sz="1200" b="1" strike="noStrike" spc="-1" dirty="0">
              <a:latin typeface="Arial"/>
            </a:endParaRPr>
          </a:p>
          <a:p>
            <a:pPr>
              <a:lnSpc>
                <a:spcPct val="100000"/>
              </a:lnSpc>
            </a:pPr>
            <a:r>
              <a:rPr lang="en-US" sz="1200" b="1" u="sng" spc="-1" dirty="0">
                <a:solidFill>
                  <a:srgbClr val="000000"/>
                </a:solidFill>
                <a:latin typeface="Courier New"/>
                <a:ea typeface="DejaVu Sans"/>
              </a:rPr>
              <a:t>p</a:t>
            </a:r>
            <a:r>
              <a:rPr lang="id-ID" sz="1200" b="1" u="sng" strike="noStrike" spc="-1" dirty="0">
                <a:solidFill>
                  <a:srgbClr val="000000"/>
                </a:solidFill>
                <a:uFillTx/>
                <a:latin typeface="Courier New"/>
                <a:ea typeface="DejaVu Sans"/>
              </a:rPr>
              <a:t>rocedure</a:t>
            </a:r>
            <a:r>
              <a:rPr lang="id-ID" sz="1200" b="0" strike="noStrike" spc="-1" dirty="0">
                <a:solidFill>
                  <a:srgbClr val="000000"/>
                </a:solidFill>
                <a:latin typeface="Courier New"/>
                <a:ea typeface="DejaVu Sans"/>
              </a:rPr>
              <a:t> </a:t>
            </a:r>
            <a:r>
              <a:rPr lang="en-US" sz="1200" spc="-1" dirty="0">
                <a:solidFill>
                  <a:srgbClr val="000000"/>
                </a:solidFill>
                <a:latin typeface="Courier New"/>
                <a:ea typeface="DejaVu Sans"/>
              </a:rPr>
              <a:t>Make</a:t>
            </a:r>
            <a:r>
              <a:rPr lang="id-ID" sz="1200" b="0" strike="noStrike" spc="-1" dirty="0">
                <a:solidFill>
                  <a:srgbClr val="000000"/>
                </a:solidFill>
                <a:latin typeface="Courier New"/>
                <a:ea typeface="DejaVu Sans"/>
              </a:rPr>
              <a:t>Titik(</a:t>
            </a:r>
            <a:r>
              <a:rPr lang="id-ID" sz="1200" b="0" u="sng" strike="noStrike" spc="-1" dirty="0">
                <a:solidFill>
                  <a:srgbClr val="000000"/>
                </a:solidFill>
                <a:uFillTx/>
                <a:latin typeface="Courier New"/>
                <a:ea typeface="DejaVu Sans"/>
              </a:rPr>
              <a:t>output</a:t>
            </a:r>
            <a:r>
              <a:rPr lang="id-ID" sz="1200" b="0" strike="noStrike" spc="-1" dirty="0">
                <a:solidFill>
                  <a:srgbClr val="000000"/>
                </a:solidFill>
                <a:latin typeface="Courier New"/>
                <a:ea typeface="DejaVu Sans"/>
              </a:rPr>
              <a:t> T:Titik)</a:t>
            </a:r>
            <a:endParaRPr lang="id-ID" sz="1200" b="0" strike="noStrike" spc="-1" dirty="0">
              <a:latin typeface="Arial"/>
            </a:endParaRPr>
          </a:p>
          <a:p>
            <a:pPr>
              <a:lnSpc>
                <a:spcPct val="100000"/>
              </a:lnSpc>
            </a:pPr>
            <a:r>
              <a:rPr lang="id-ID" sz="1200" b="0" strike="noStrike" spc="-1" dirty="0">
                <a:solidFill>
                  <a:srgbClr val="000000"/>
                </a:solidFill>
                <a:latin typeface="Courier New"/>
                <a:ea typeface="DejaVu Sans"/>
              </a:rPr>
              <a:t>Kamus lokal</a:t>
            </a:r>
            <a:endParaRPr lang="id-ID" sz="1200" b="0" strike="noStrike" spc="-1" dirty="0">
              <a:latin typeface="Arial"/>
            </a:endParaRPr>
          </a:p>
          <a:p>
            <a:pPr>
              <a:lnSpc>
                <a:spcPct val="100000"/>
              </a:lnSpc>
            </a:pPr>
            <a:r>
              <a:rPr lang="id-ID" sz="1200" b="0" strike="noStrike" spc="-1" dirty="0">
                <a:solidFill>
                  <a:srgbClr val="000000"/>
                </a:solidFill>
                <a:latin typeface="Courier New"/>
                <a:ea typeface="DejaVu Sans"/>
              </a:rPr>
              <a:t>  -</a:t>
            </a:r>
            <a:endParaRPr lang="id-ID" sz="1200" b="0" strike="noStrike" spc="-1" dirty="0">
              <a:latin typeface="Arial"/>
            </a:endParaRPr>
          </a:p>
          <a:p>
            <a:pPr>
              <a:lnSpc>
                <a:spcPct val="100000"/>
              </a:lnSpc>
            </a:pPr>
            <a:r>
              <a:rPr lang="id-ID" sz="1200" b="0" strike="noStrike" spc="-1" dirty="0">
                <a:solidFill>
                  <a:srgbClr val="000000"/>
                </a:solidFill>
                <a:latin typeface="Courier New"/>
                <a:ea typeface="DejaVu Sans"/>
              </a:rPr>
              <a:t>Algoritma</a:t>
            </a:r>
            <a:endParaRPr lang="id-ID" sz="1200" b="0" strike="noStrike" spc="-1" dirty="0">
              <a:latin typeface="Arial"/>
            </a:endParaRPr>
          </a:p>
          <a:p>
            <a:pPr>
              <a:lnSpc>
                <a:spcPct val="100000"/>
              </a:lnSpc>
            </a:pPr>
            <a:r>
              <a:rPr lang="id-ID" sz="1200" b="0" strike="noStrike" spc="-1" dirty="0">
                <a:solidFill>
                  <a:srgbClr val="000000"/>
                </a:solidFill>
                <a:latin typeface="Courier New"/>
                <a:ea typeface="DejaVu Sans"/>
              </a:rPr>
              <a:t>  T.x </a:t>
            </a:r>
            <a:r>
              <a:rPr lang="en-US" sz="1200" spc="-1" dirty="0">
                <a:solidFill>
                  <a:srgbClr val="000000"/>
                </a:solidFill>
                <a:latin typeface="Courier New"/>
                <a:ea typeface="DejaVu Sans"/>
                <a:sym typeface="Wingdings" panose="05000000000000000000" pitchFamily="2" charset="2"/>
              </a:rPr>
              <a:t></a:t>
            </a:r>
            <a:r>
              <a:rPr lang="id-ID" sz="1200" b="0" strike="noStrike" spc="-1" dirty="0">
                <a:solidFill>
                  <a:srgbClr val="000000"/>
                </a:solidFill>
                <a:latin typeface="Courier New"/>
                <a:ea typeface="DejaVu Sans"/>
              </a:rPr>
              <a:t> 0</a:t>
            </a:r>
            <a:endParaRPr lang="id-ID" sz="1200" b="0" strike="noStrike" spc="-1" dirty="0">
              <a:latin typeface="Arial"/>
            </a:endParaRPr>
          </a:p>
          <a:p>
            <a:pPr>
              <a:lnSpc>
                <a:spcPct val="100000"/>
              </a:lnSpc>
              <a:spcAft>
                <a:spcPts val="600"/>
              </a:spcAft>
            </a:pPr>
            <a:r>
              <a:rPr lang="id-ID" sz="1200" b="0" strike="noStrike" spc="-1" dirty="0">
                <a:solidFill>
                  <a:srgbClr val="000000"/>
                </a:solidFill>
                <a:latin typeface="Courier New"/>
                <a:ea typeface="DejaVu Sans"/>
              </a:rPr>
              <a:t>  T.y </a:t>
            </a:r>
            <a:r>
              <a:rPr lang="en-US" sz="1200" spc="-1" dirty="0">
                <a:solidFill>
                  <a:srgbClr val="000000"/>
                </a:solidFill>
                <a:latin typeface="Courier New"/>
                <a:ea typeface="DejaVu Sans"/>
                <a:sym typeface="Wingdings" panose="05000000000000000000" pitchFamily="2" charset="2"/>
              </a:rPr>
              <a:t></a:t>
            </a:r>
            <a:r>
              <a:rPr lang="id-ID" sz="1200" b="0" strike="noStrike" spc="-1" dirty="0">
                <a:solidFill>
                  <a:srgbClr val="000000"/>
                </a:solidFill>
                <a:latin typeface="Courier New"/>
                <a:ea typeface="DejaVu Sans"/>
              </a:rPr>
              <a:t> 0</a:t>
            </a:r>
            <a:endParaRPr lang="id-ID" sz="1200" b="0" strike="noStrike" spc="-1" dirty="0">
              <a:latin typeface="Arial"/>
            </a:endParaRPr>
          </a:p>
          <a:p>
            <a:pPr marL="0" indent="0">
              <a:buNone/>
            </a:pPr>
            <a:r>
              <a:rPr lang="en-ID" sz="1200" b="1" u="sng" dirty="0">
                <a:latin typeface="Courier New" panose="02070309020205020404" pitchFamily="49" charset="0"/>
                <a:cs typeface="Courier New" panose="02070309020205020404" pitchFamily="49" charset="0"/>
              </a:rPr>
              <a:t>procedure</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SetAbsis</a:t>
            </a:r>
            <a:r>
              <a:rPr lang="en-ID" sz="1200" dirty="0">
                <a:latin typeface="Courier New" panose="02070309020205020404" pitchFamily="49" charset="0"/>
                <a:cs typeface="Courier New" panose="02070309020205020404" pitchFamily="49" charset="0"/>
              </a:rPr>
              <a:t>(</a:t>
            </a:r>
            <a:r>
              <a:rPr lang="en-ID" sz="1200" u="sng" dirty="0">
                <a:latin typeface="Courier New" panose="02070309020205020404" pitchFamily="49" charset="0"/>
                <a:cs typeface="Courier New" panose="02070309020205020404" pitchFamily="49" charset="0"/>
              </a:rPr>
              <a:t>Input/Output</a:t>
            </a:r>
            <a:r>
              <a:rPr lang="en-ID" sz="1200" dirty="0">
                <a:latin typeface="Courier New" panose="02070309020205020404" pitchFamily="49" charset="0"/>
                <a:cs typeface="Courier New" panose="02070309020205020404" pitchFamily="49" charset="0"/>
              </a:rPr>
              <a:t> T: </a:t>
            </a:r>
            <a:r>
              <a:rPr lang="en-ID" sz="1200" dirty="0" err="1">
                <a:latin typeface="Courier New" panose="02070309020205020404" pitchFamily="49" charset="0"/>
                <a:cs typeface="Courier New" panose="02070309020205020404" pitchFamily="49" charset="0"/>
              </a:rPr>
              <a:t>Titik</a:t>
            </a:r>
            <a:r>
              <a:rPr lang="en-ID" sz="1200" dirty="0">
                <a:latin typeface="Courier New" panose="02070309020205020404" pitchFamily="49" charset="0"/>
                <a:cs typeface="Courier New" panose="02070309020205020404" pitchFamily="49" charset="0"/>
              </a:rPr>
              <a:t>, </a:t>
            </a:r>
            <a:r>
              <a:rPr lang="en-ID" sz="1200" u="sng" dirty="0">
                <a:latin typeface="Courier New" panose="02070309020205020404" pitchFamily="49" charset="0"/>
                <a:cs typeface="Courier New" panose="02070309020205020404" pitchFamily="49" charset="0"/>
              </a:rPr>
              <a:t>Input</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newX</a:t>
            </a:r>
            <a:r>
              <a:rPr lang="en-ID" sz="1200" dirty="0">
                <a:latin typeface="Courier New" panose="02070309020205020404" pitchFamily="49" charset="0"/>
                <a:cs typeface="Courier New" panose="02070309020205020404" pitchFamily="49" charset="0"/>
              </a:rPr>
              <a:t>: </a:t>
            </a:r>
            <a:r>
              <a:rPr lang="en-ID" sz="1200" u="sng" dirty="0">
                <a:latin typeface="Courier New" panose="02070309020205020404" pitchFamily="49" charset="0"/>
                <a:cs typeface="Courier New" panose="02070309020205020404" pitchFamily="49" charset="0"/>
              </a:rPr>
              <a:t>integer</a:t>
            </a:r>
            <a:r>
              <a:rPr lang="en-ID" sz="1200" dirty="0">
                <a:latin typeface="Courier New" panose="02070309020205020404" pitchFamily="49" charset="0"/>
                <a:cs typeface="Courier New" panose="02070309020205020404" pitchFamily="49" charset="0"/>
              </a:rPr>
              <a:t>)</a:t>
            </a:r>
          </a:p>
          <a:p>
            <a:pPr marL="0" indent="0">
              <a:buNone/>
            </a:pPr>
            <a:r>
              <a:rPr lang="en-ID" sz="1200" dirty="0">
                <a:latin typeface="Courier New" panose="02070309020205020404" pitchFamily="49" charset="0"/>
                <a:cs typeface="Courier New" panose="02070309020205020404" pitchFamily="49" charset="0"/>
              </a:rPr>
              <a:t>{</a:t>
            </a:r>
            <a:r>
              <a:rPr lang="en-ID" sz="1200" dirty="0" err="1">
                <a:latin typeface="Courier New" panose="02070309020205020404" pitchFamily="49" charset="0"/>
                <a:cs typeface="Courier New" panose="02070309020205020404" pitchFamily="49" charset="0"/>
              </a:rPr>
              <a:t>Mengubah</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nilai</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komponen</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absis</a:t>
            </a:r>
            <a:r>
              <a:rPr lang="en-ID" sz="1200" dirty="0">
                <a:latin typeface="Courier New" panose="02070309020205020404" pitchFamily="49" charset="0"/>
                <a:cs typeface="Courier New" panose="02070309020205020404" pitchFamily="49" charset="0"/>
              </a:rPr>
              <a:t> </a:t>
            </a:r>
            <a:r>
              <a:rPr lang="en-ID" sz="1200" dirty="0" err="1">
                <a:latin typeface="Courier New" panose="02070309020205020404" pitchFamily="49" charset="0"/>
                <a:cs typeface="Courier New" panose="02070309020205020404" pitchFamily="49" charset="0"/>
              </a:rPr>
              <a:t>dari</a:t>
            </a:r>
            <a:r>
              <a:rPr lang="en-ID" sz="1200" dirty="0">
                <a:latin typeface="Courier New" panose="02070309020205020404" pitchFamily="49" charset="0"/>
                <a:cs typeface="Courier New" panose="02070309020205020404" pitchFamily="49" charset="0"/>
              </a:rPr>
              <a:t> T}</a:t>
            </a:r>
            <a:endParaRPr lang="en-US" sz="1200" dirty="0">
              <a:latin typeface="Courier New" panose="02070309020205020404" pitchFamily="49" charset="0"/>
              <a:cs typeface="Courier New" panose="02070309020205020404" pitchFamily="49" charset="0"/>
              <a:sym typeface="Wingdings" panose="05000000000000000000" pitchFamily="2" charset="2"/>
            </a:endParaRPr>
          </a:p>
          <a:p>
            <a:pPr marL="0" indent="0">
              <a:buNone/>
            </a:pPr>
            <a:r>
              <a:rPr lang="en-US" sz="1200" dirty="0">
                <a:latin typeface="Courier New" panose="02070309020205020404" pitchFamily="49" charset="0"/>
                <a:cs typeface="Courier New" panose="02070309020205020404" pitchFamily="49" charset="0"/>
              </a:rPr>
              <a:t>KAMUS LOKAL</a:t>
            </a:r>
          </a:p>
          <a:p>
            <a:pPr marL="0" indent="0">
              <a:buNone/>
            </a:pPr>
            <a:r>
              <a:rPr lang="en-US" sz="1200" dirty="0">
                <a:latin typeface="Courier New" panose="02070309020205020404" pitchFamily="49" charset="0"/>
                <a:cs typeface="Courier New" panose="02070309020205020404" pitchFamily="49" charset="0"/>
              </a:rPr>
              <a:t>ALGORITMA</a:t>
            </a:r>
          </a:p>
          <a:p>
            <a:pPr marL="354013" indent="0">
              <a:spcAft>
                <a:spcPts val="600"/>
              </a:spcAft>
              <a:buNone/>
            </a:pPr>
            <a:r>
              <a:rPr lang="en-US" sz="1200" dirty="0" err="1">
                <a:latin typeface="Courier New" panose="02070309020205020404" pitchFamily="49" charset="0"/>
                <a:cs typeface="Courier New" panose="02070309020205020404" pitchFamily="49" charset="0"/>
                <a:sym typeface="Wingdings" panose="05000000000000000000" pitchFamily="2" charset="2"/>
              </a:rPr>
              <a:t>T.absis</a:t>
            </a:r>
            <a:r>
              <a:rPr lang="en-US" sz="1200" b="0" dirty="0">
                <a:latin typeface="Courier New" panose="02070309020205020404" pitchFamily="49" charset="0"/>
                <a:cs typeface="Courier New" panose="02070309020205020404" pitchFamily="49" charset="0"/>
                <a:sym typeface="Wingdings" panose="05000000000000000000" pitchFamily="2" charset="2"/>
              </a:rPr>
              <a:t>  </a:t>
            </a:r>
            <a:r>
              <a:rPr lang="en-US" sz="1200" b="0" dirty="0" err="1">
                <a:latin typeface="Courier New" panose="02070309020205020404" pitchFamily="49" charset="0"/>
                <a:cs typeface="Courier New" panose="02070309020205020404" pitchFamily="49" charset="0"/>
                <a:sym typeface="Wingdings" panose="05000000000000000000" pitchFamily="2" charset="2"/>
              </a:rPr>
              <a:t>newX</a:t>
            </a:r>
            <a:endParaRPr lang="en-US" sz="1200" b="0" dirty="0">
              <a:latin typeface="Courier New" panose="02070309020205020404" pitchFamily="49" charset="0"/>
              <a:cs typeface="Courier New" panose="02070309020205020404" pitchFamily="49" charset="0"/>
              <a:sym typeface="Wingdings" panose="05000000000000000000" pitchFamily="2" charset="2"/>
            </a:endParaRPr>
          </a:p>
        </p:txBody>
      </p:sp>
    </p:spTree>
    <p:extLst>
      <p:ext uri="{BB962C8B-B14F-4D97-AF65-F5344CB8AC3E}">
        <p14:creationId xmlns:p14="http://schemas.microsoft.com/office/powerpoint/2010/main" val="452774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Content Placeholder 2">
            <a:extLst>
              <a:ext uri="{FF2B5EF4-FFF2-40B4-BE49-F238E27FC236}">
                <a16:creationId xmlns:a16="http://schemas.microsoft.com/office/drawing/2014/main" id="{3B495184-4D77-040F-931E-B337C24F9B53}"/>
              </a:ext>
            </a:extLst>
          </p:cNvPr>
          <p:cNvSpPr txBox="1">
            <a:spLocks/>
          </p:cNvSpPr>
          <p:nvPr/>
        </p:nvSpPr>
        <p:spPr>
          <a:xfrm>
            <a:off x="675156" y="1430136"/>
            <a:ext cx="7793687" cy="2771491"/>
          </a:xfrm>
          <a:prstGeom prst="rect">
            <a:avLst/>
          </a:prstGeom>
          <a:ln>
            <a:solidFill>
              <a:schemeClr val="tx1"/>
            </a:solidFill>
          </a:ln>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b="1" u="sng" dirty="0">
                <a:latin typeface="Courier New" panose="02070309020205020404" pitchFamily="49" charset="0"/>
                <a:cs typeface="Courier New" panose="02070309020205020404" pitchFamily="49" charset="0"/>
              </a:rPr>
              <a:t>Program</a:t>
            </a:r>
            <a:r>
              <a:rPr lang="en-US" sz="1200" b="1"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MTitik</a:t>
            </a:r>
            <a:endParaRPr lang="en-US" sz="1200" dirty="0">
              <a:latin typeface="Courier New" panose="02070309020205020404" pitchFamily="49" charset="0"/>
              <a:cs typeface="Courier New" panose="02070309020205020404" pitchFamily="49" charset="0"/>
              <a:sym typeface="Wingdings" panose="05000000000000000000" pitchFamily="2" charset="2"/>
            </a:endParaRPr>
          </a:p>
          <a:p>
            <a:r>
              <a:rPr lang="en-US" sz="1200" dirty="0">
                <a:latin typeface="Courier New" panose="02070309020205020404" pitchFamily="49" charset="0"/>
                <a:cs typeface="Courier New" panose="02070309020205020404" pitchFamily="49" charset="0"/>
                <a:sym typeface="Wingdings" panose="05000000000000000000" pitchFamily="2" charset="2"/>
              </a:rPr>
              <a:t>{Main program yang </a:t>
            </a:r>
            <a:r>
              <a:rPr lang="en-US" sz="1200" dirty="0" err="1">
                <a:latin typeface="Courier New" panose="02070309020205020404" pitchFamily="49" charset="0"/>
                <a:cs typeface="Courier New" panose="02070309020205020404" pitchFamily="49" charset="0"/>
                <a:sym typeface="Wingdings" panose="05000000000000000000" pitchFamily="2" charset="2"/>
              </a:rPr>
              <a:t>menggunakan</a:t>
            </a:r>
            <a:r>
              <a:rPr lang="en-US" sz="1200" dirty="0">
                <a:latin typeface="Courier New" panose="02070309020205020404" pitchFamily="49" charset="0"/>
                <a:cs typeface="Courier New" panose="02070309020205020404" pitchFamily="49" charset="0"/>
                <a:sym typeface="Wingdings" panose="05000000000000000000" pitchFamily="2" charset="2"/>
              </a:rPr>
              <a:t> ADT </a:t>
            </a:r>
            <a:r>
              <a:rPr lang="en-US" sz="1200" dirty="0" err="1">
                <a:latin typeface="Courier New" panose="02070309020205020404" pitchFamily="49" charset="0"/>
                <a:cs typeface="Courier New" panose="02070309020205020404" pitchFamily="49" charset="0"/>
                <a:sym typeface="Wingdings" panose="05000000000000000000" pitchFamily="2" charset="2"/>
              </a:rPr>
              <a:t>Titik</a:t>
            </a:r>
            <a:r>
              <a:rPr lang="en-US" sz="1200" dirty="0">
                <a:latin typeface="Courier New" panose="02070309020205020404" pitchFamily="49" charset="0"/>
                <a:cs typeface="Courier New" panose="02070309020205020404" pitchFamily="49" charset="0"/>
                <a:sym typeface="Wingdings" panose="05000000000000000000" pitchFamily="2" charset="2"/>
              </a:rPr>
              <a:t>}</a:t>
            </a:r>
          </a:p>
          <a:p>
            <a:endParaRPr lang="en-US" sz="1200" dirty="0">
              <a:latin typeface="Courier New" panose="02070309020205020404" pitchFamily="49" charset="0"/>
              <a:cs typeface="Courier New" panose="02070309020205020404" pitchFamily="49" charset="0"/>
              <a:sym typeface="Wingdings" panose="05000000000000000000" pitchFamily="2" charset="2"/>
            </a:endParaRPr>
          </a:p>
          <a:p>
            <a:r>
              <a:rPr lang="en-US" sz="1200" b="1" dirty="0">
                <a:latin typeface="Courier New" panose="02070309020205020404" pitchFamily="49" charset="0"/>
                <a:cs typeface="Courier New" panose="02070309020205020404" pitchFamily="49" charset="0"/>
              </a:rPr>
              <a:t>KAMUS</a:t>
            </a:r>
          </a:p>
          <a:p>
            <a:r>
              <a:rPr lang="en-US" sz="1200" b="1" dirty="0">
                <a:latin typeface="Courier New" panose="02070309020205020404" pitchFamily="49" charset="0"/>
                <a:cs typeface="Courier New" panose="02070309020205020404" pitchFamily="49" charset="0"/>
              </a:rPr>
              <a:t>  </a:t>
            </a:r>
            <a:r>
              <a:rPr lang="en-US" sz="1200" u="sng" dirty="0">
                <a:latin typeface="Courier New" panose="02070309020205020404" pitchFamily="49" charset="0"/>
                <a:cs typeface="Courier New" panose="02070309020205020404" pitchFamily="49" charset="0"/>
              </a:rPr>
              <a:t>use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Titik</a:t>
            </a:r>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T1,T2: </a:t>
            </a:r>
            <a:r>
              <a:rPr lang="en-US" sz="1200" dirty="0" err="1">
                <a:latin typeface="Courier New" panose="02070309020205020404" pitchFamily="49" charset="0"/>
                <a:cs typeface="Courier New" panose="02070309020205020404" pitchFamily="49" charset="0"/>
              </a:rPr>
              <a:t>Titik</a:t>
            </a:r>
            <a:endParaRPr lang="en-US" sz="1200" dirty="0">
              <a:latin typeface="Courier New" panose="02070309020205020404" pitchFamily="49" charset="0"/>
              <a:cs typeface="Courier New" panose="02070309020205020404" pitchFamily="49" charset="0"/>
            </a:endParaRPr>
          </a:p>
          <a:p>
            <a:pPr marL="354013"/>
            <a:endParaRPr lang="en-US" sz="1200" dirty="0">
              <a:latin typeface="Courier New" panose="02070309020205020404" pitchFamily="49" charset="0"/>
              <a:cs typeface="Courier New" panose="02070309020205020404" pitchFamily="49" charset="0"/>
            </a:endParaRPr>
          </a:p>
          <a:p>
            <a:r>
              <a:rPr lang="en-US" sz="1200" b="1" dirty="0">
                <a:latin typeface="Courier New" panose="02070309020205020404" pitchFamily="49" charset="0"/>
                <a:cs typeface="Courier New" panose="02070309020205020404" pitchFamily="49" charset="0"/>
              </a:rPr>
              <a:t>ALGORITMA</a:t>
            </a:r>
          </a:p>
          <a:p>
            <a:pPr marL="354013"/>
            <a:r>
              <a:rPr lang="en-US" sz="1200" dirty="0">
                <a:latin typeface="Courier New" panose="02070309020205020404" pitchFamily="49" charset="0"/>
                <a:cs typeface="Courier New" panose="02070309020205020404" pitchFamily="49" charset="0"/>
              </a:rPr>
              <a:t>T1 </a:t>
            </a:r>
            <a:r>
              <a:rPr lang="en-US" sz="1200" dirty="0">
                <a:latin typeface="Courier New" panose="02070309020205020404" pitchFamily="49" charset="0"/>
                <a:cs typeface="Courier New" panose="02070309020205020404" pitchFamily="49" charset="0"/>
                <a:sym typeface="Wingdings" panose="05000000000000000000" pitchFamily="2" charset="2"/>
              </a:rPr>
              <a:t> </a:t>
            </a:r>
            <a:r>
              <a:rPr lang="en-US" sz="1200" dirty="0" err="1">
                <a:latin typeface="Courier New" panose="02070309020205020404" pitchFamily="49" charset="0"/>
                <a:cs typeface="Courier New" panose="02070309020205020404" pitchFamily="49" charset="0"/>
                <a:sym typeface="Wingdings" panose="05000000000000000000" pitchFamily="2" charset="2"/>
              </a:rPr>
              <a:t>MakeTitik</a:t>
            </a:r>
            <a:r>
              <a:rPr lang="en-US" sz="1200" dirty="0">
                <a:latin typeface="Courier New" panose="02070309020205020404" pitchFamily="49" charset="0"/>
                <a:cs typeface="Courier New" panose="02070309020205020404" pitchFamily="49" charset="0"/>
                <a:sym typeface="Wingdings" panose="05000000000000000000" pitchFamily="2" charset="2"/>
              </a:rPr>
              <a:t>()</a:t>
            </a:r>
          </a:p>
          <a:p>
            <a:pPr marL="354013"/>
            <a:r>
              <a:rPr lang="en-US" sz="1200" dirty="0">
                <a:latin typeface="Courier New" panose="02070309020205020404" pitchFamily="49" charset="0"/>
                <a:cs typeface="Courier New" panose="02070309020205020404" pitchFamily="49" charset="0"/>
                <a:sym typeface="Wingdings" panose="05000000000000000000" pitchFamily="2" charset="2"/>
              </a:rPr>
              <a:t>T2  </a:t>
            </a:r>
            <a:r>
              <a:rPr lang="en-US" sz="1200" dirty="0" err="1">
                <a:latin typeface="Courier New" panose="02070309020205020404" pitchFamily="49" charset="0"/>
                <a:cs typeface="Courier New" panose="02070309020205020404" pitchFamily="49" charset="0"/>
                <a:sym typeface="Wingdings" panose="05000000000000000000" pitchFamily="2" charset="2"/>
              </a:rPr>
              <a:t>MakeTitik</a:t>
            </a:r>
            <a:r>
              <a:rPr lang="en-US" sz="1200" dirty="0">
                <a:latin typeface="Courier New" panose="02070309020205020404" pitchFamily="49" charset="0"/>
                <a:cs typeface="Courier New" panose="02070309020205020404" pitchFamily="49" charset="0"/>
                <a:sym typeface="Wingdings" panose="05000000000000000000" pitchFamily="2" charset="2"/>
              </a:rPr>
              <a:t>()</a:t>
            </a:r>
          </a:p>
          <a:p>
            <a:pPr marL="354013"/>
            <a:r>
              <a:rPr lang="en-US" sz="1200" dirty="0" err="1">
                <a:latin typeface="Courier New" panose="02070309020205020404" pitchFamily="49" charset="0"/>
                <a:cs typeface="Courier New" panose="02070309020205020404" pitchFamily="49" charset="0"/>
                <a:sym typeface="Wingdings" panose="05000000000000000000" pitchFamily="2" charset="2"/>
              </a:rPr>
              <a:t>SetAbsis</a:t>
            </a:r>
            <a:r>
              <a:rPr lang="en-US" sz="1200" dirty="0">
                <a:latin typeface="Courier New" panose="02070309020205020404" pitchFamily="49" charset="0"/>
                <a:cs typeface="Courier New" panose="02070309020205020404" pitchFamily="49" charset="0"/>
                <a:sym typeface="Wingdings" panose="05000000000000000000" pitchFamily="2" charset="2"/>
              </a:rPr>
              <a:t>(T1,3)</a:t>
            </a:r>
          </a:p>
          <a:p>
            <a:pPr marL="354013"/>
            <a:r>
              <a:rPr lang="en-US" sz="1200" dirty="0" err="1">
                <a:latin typeface="Courier New" panose="02070309020205020404" pitchFamily="49" charset="0"/>
                <a:cs typeface="Courier New" panose="02070309020205020404" pitchFamily="49" charset="0"/>
                <a:sym typeface="Wingdings" panose="05000000000000000000" pitchFamily="2" charset="2"/>
              </a:rPr>
              <a:t>SetAbsis</a:t>
            </a:r>
            <a:r>
              <a:rPr lang="en-US" sz="1200" dirty="0">
                <a:latin typeface="Courier New" panose="02070309020205020404" pitchFamily="49" charset="0"/>
                <a:cs typeface="Courier New" panose="02070309020205020404" pitchFamily="49" charset="0"/>
                <a:sym typeface="Wingdings" panose="05000000000000000000" pitchFamily="2" charset="2"/>
              </a:rPr>
              <a:t>(T2,-8)</a:t>
            </a:r>
          </a:p>
          <a:p>
            <a:pPr marL="354013"/>
            <a:endParaRPr lang="en-US" sz="1200" dirty="0">
              <a:latin typeface="Courier New" panose="02070309020205020404" pitchFamily="49" charset="0"/>
              <a:cs typeface="Courier New" panose="02070309020205020404" pitchFamily="49" charset="0"/>
              <a:sym typeface="Wingdings" panose="05000000000000000000" pitchFamily="2" charset="2"/>
            </a:endParaRPr>
          </a:p>
          <a:p>
            <a:endParaRPr lang="en-ID" sz="1200" dirty="0">
              <a:latin typeface="Courier New" panose="02070309020205020404" pitchFamily="49" charset="0"/>
              <a:cs typeface="Courier New" panose="02070309020205020404" pitchFamily="49" charset="0"/>
            </a:endParaRPr>
          </a:p>
          <a:p>
            <a:endParaRPr lang="en-ID" sz="1200" dirty="0">
              <a:latin typeface="Courier New" panose="02070309020205020404" pitchFamily="49" charset="0"/>
              <a:cs typeface="Courier New" panose="02070309020205020404" pitchFamily="49" charset="0"/>
            </a:endParaRPr>
          </a:p>
          <a:p>
            <a:endParaRPr lang="en-ID" sz="1200" dirty="0">
              <a:latin typeface="Courier New" panose="02070309020205020404" pitchFamily="49" charset="0"/>
              <a:cs typeface="Courier New" panose="02070309020205020404" pitchFamily="49" charset="0"/>
            </a:endParaRPr>
          </a:p>
        </p:txBody>
      </p:sp>
      <p:sp>
        <p:nvSpPr>
          <p:cNvPr id="5" name="CustomShape 3">
            <a:extLst>
              <a:ext uri="{FF2B5EF4-FFF2-40B4-BE49-F238E27FC236}">
                <a16:creationId xmlns:a16="http://schemas.microsoft.com/office/drawing/2014/main" id="{FA85FF4C-EBAC-0298-3B26-2D0A124A446C}"/>
              </a:ext>
            </a:extLst>
          </p:cNvPr>
          <p:cNvSpPr/>
          <p:nvPr/>
        </p:nvSpPr>
        <p:spPr>
          <a:xfrm>
            <a:off x="675156" y="1110897"/>
            <a:ext cx="7793687" cy="319239"/>
          </a:xfrm>
          <a:prstGeom prst="rect">
            <a:avLst/>
          </a:prstGeom>
          <a:solidFill>
            <a:srgbClr val="F7D1D5"/>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1400" b="0" strike="noStrike" spc="-1" dirty="0">
                <a:solidFill>
                  <a:srgbClr val="000000"/>
                </a:solidFill>
                <a:latin typeface="Courier New"/>
                <a:ea typeface="DejaVu Sans"/>
              </a:rPr>
              <a:t>Main Program</a:t>
            </a:r>
            <a:endParaRPr lang="id-ID" sz="1400" b="0" strike="noStrike" spc="-1" dirty="0">
              <a:latin typeface="Arial"/>
            </a:endParaRPr>
          </a:p>
        </p:txBody>
      </p:sp>
    </p:spTree>
    <p:extLst>
      <p:ext uri="{BB962C8B-B14F-4D97-AF65-F5344CB8AC3E}">
        <p14:creationId xmlns:p14="http://schemas.microsoft.com/office/powerpoint/2010/main" val="1420893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Objek Oriented</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lnSpc>
                <a:spcPct val="110000"/>
              </a:lnSpc>
              <a:spcAft>
                <a:spcPts val="600"/>
              </a:spcAft>
              <a:buFont typeface="Wingdings" panose="05000000000000000000" pitchFamily="2" charset="2"/>
              <a:buChar char="q"/>
            </a:pPr>
            <a:r>
              <a:rPr lang="en-US" sz="1800" dirty="0">
                <a:solidFill>
                  <a:schemeClr val="dk1"/>
                </a:solidFill>
                <a:latin typeface="Lato"/>
                <a:ea typeface="Lato"/>
                <a:cs typeface="Lato"/>
              </a:rPr>
              <a:t>Meyer (1997): “</a:t>
            </a:r>
            <a:r>
              <a:rPr lang="en-US" sz="1800" dirty="0" err="1">
                <a:solidFill>
                  <a:schemeClr val="dk1"/>
                </a:solidFill>
                <a:latin typeface="Lato"/>
                <a:ea typeface="Lato"/>
                <a:cs typeface="Lato"/>
              </a:rPr>
              <a:t>Sebuah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sistem</a:t>
            </a:r>
            <a:r>
              <a:rPr lang="en-US" sz="1800" dirty="0">
                <a:solidFill>
                  <a:schemeClr val="dk1"/>
                </a:solidFill>
                <a:latin typeface="Lato"/>
                <a:ea typeface="Lato"/>
                <a:cs typeface="Lato"/>
              </a:rPr>
              <a:t> yang </a:t>
            </a:r>
            <a:r>
              <a:rPr lang="en-US" sz="1800" dirty="0" err="1">
                <a:solidFill>
                  <a:schemeClr val="dk1"/>
                </a:solidFill>
                <a:latin typeface="Lato"/>
                <a:ea typeface="Lato"/>
                <a:cs typeface="Lato"/>
              </a:rPr>
              <a:t>dibangun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berdasarkan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metoda</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berorientasi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objek</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adalah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sebuah</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sistem</a:t>
            </a:r>
            <a:r>
              <a:rPr lang="en-US" sz="1800" dirty="0">
                <a:solidFill>
                  <a:schemeClr val="dk1"/>
                </a:solidFill>
                <a:latin typeface="Lato"/>
                <a:ea typeface="Lato"/>
                <a:cs typeface="Lato"/>
              </a:rPr>
              <a:t> yang </a:t>
            </a:r>
            <a:r>
              <a:rPr lang="en-US" sz="1800" b="1" dirty="0" err="1">
                <a:solidFill>
                  <a:schemeClr val="dk1"/>
                </a:solidFill>
                <a:latin typeface="Lato"/>
                <a:ea typeface="Lato"/>
                <a:cs typeface="Lato"/>
              </a:rPr>
              <a:t>komponen</a:t>
            </a:r>
            <a:r>
              <a:rPr lang="en-US" sz="1800" dirty="0" err="1">
                <a:solidFill>
                  <a:schemeClr val="dk1"/>
                </a:solidFill>
                <a:latin typeface="Lato"/>
                <a:ea typeface="Lato"/>
                <a:cs typeface="Lato"/>
              </a:rPr>
              <a:t>nya</a:t>
            </a:r>
            <a:r>
              <a:rPr lang="en-US" sz="1800" dirty="0">
                <a:solidFill>
                  <a:schemeClr val="dk1"/>
                </a:solidFill>
                <a:latin typeface="Lato"/>
                <a:ea typeface="Lato"/>
                <a:cs typeface="Lato"/>
              </a:rPr>
              <a:t> </a:t>
            </a:r>
            <a:r>
              <a:rPr lang="en-US" sz="1800" b="1" dirty="0" err="1">
                <a:solidFill>
                  <a:schemeClr val="dk1"/>
                </a:solidFill>
                <a:latin typeface="Lato"/>
                <a:ea typeface="Lato"/>
                <a:cs typeface="Lato"/>
              </a:rPr>
              <a:t>dienkapsulasi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menjadi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kelompok</a:t>
            </a:r>
            <a:r>
              <a:rPr lang="en-US" sz="1800" dirty="0">
                <a:solidFill>
                  <a:schemeClr val="dk1"/>
                </a:solidFill>
                <a:latin typeface="Lato"/>
                <a:ea typeface="Lato"/>
                <a:cs typeface="Lato"/>
              </a:rPr>
              <a:t> data dan </a:t>
            </a:r>
            <a:r>
              <a:rPr lang="en-US" sz="1800" dirty="0" err="1">
                <a:solidFill>
                  <a:schemeClr val="dk1"/>
                </a:solidFill>
                <a:latin typeface="Lato"/>
                <a:ea typeface="Lato"/>
                <a:cs typeface="Lato"/>
              </a:rPr>
              <a:t>fungsi</a:t>
            </a:r>
            <a:r>
              <a:rPr lang="en-US" sz="1800" dirty="0">
                <a:solidFill>
                  <a:schemeClr val="dk1"/>
                </a:solidFill>
                <a:latin typeface="Lato"/>
                <a:ea typeface="Lato"/>
                <a:cs typeface="Lato"/>
              </a:rPr>
              <a:t>, yang </a:t>
            </a:r>
            <a:r>
              <a:rPr lang="en-US" sz="1800" dirty="0" err="1">
                <a:solidFill>
                  <a:schemeClr val="dk1"/>
                </a:solidFill>
                <a:latin typeface="Lato"/>
                <a:ea typeface="Lato"/>
                <a:cs typeface="Lato"/>
              </a:rPr>
              <a:t>dapat</a:t>
            </a:r>
            <a:r>
              <a:rPr lang="en-US" sz="1800" dirty="0">
                <a:solidFill>
                  <a:schemeClr val="dk1"/>
                </a:solidFill>
                <a:latin typeface="Lato"/>
                <a:ea typeface="Lato"/>
                <a:cs typeface="Lato"/>
              </a:rPr>
              <a:t> </a:t>
            </a:r>
            <a:r>
              <a:rPr lang="en-US" sz="1800" b="1" dirty="0" err="1">
                <a:solidFill>
                  <a:schemeClr val="dk1"/>
                </a:solidFill>
                <a:latin typeface="Lato"/>
                <a:ea typeface="Lato"/>
                <a:cs typeface="Lato"/>
              </a:rPr>
              <a:t>mewarisi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atribut</a:t>
            </a:r>
            <a:r>
              <a:rPr lang="en-US" sz="1800" dirty="0">
                <a:solidFill>
                  <a:schemeClr val="dk1"/>
                </a:solidFill>
                <a:latin typeface="Lato"/>
                <a:ea typeface="Lato"/>
                <a:cs typeface="Lato"/>
              </a:rPr>
              <a:t> dan </a:t>
            </a:r>
            <a:r>
              <a:rPr lang="en-US" sz="1800" dirty="0" err="1">
                <a:solidFill>
                  <a:schemeClr val="dk1"/>
                </a:solidFill>
                <a:latin typeface="Lato"/>
                <a:ea typeface="Lato"/>
                <a:cs typeface="Lato"/>
              </a:rPr>
              <a:t>sifat</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dari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komponen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lainnya</a:t>
            </a:r>
            <a:r>
              <a:rPr lang="en-US" sz="1800" dirty="0">
                <a:solidFill>
                  <a:schemeClr val="dk1"/>
                </a:solidFill>
                <a:latin typeface="Lato"/>
                <a:ea typeface="Lato"/>
                <a:cs typeface="Lato"/>
              </a:rPr>
              <a:t>, dan </a:t>
            </a:r>
            <a:r>
              <a:rPr lang="en-US" sz="1800" dirty="0" err="1">
                <a:solidFill>
                  <a:schemeClr val="dk1"/>
                </a:solidFill>
                <a:latin typeface="Lato"/>
                <a:ea typeface="Lato"/>
                <a:cs typeface="Lato"/>
              </a:rPr>
              <a:t>komponen-komponen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tersebut</a:t>
            </a:r>
            <a:r>
              <a:rPr lang="en-US" sz="1800" dirty="0">
                <a:solidFill>
                  <a:schemeClr val="dk1"/>
                </a:solidFill>
                <a:latin typeface="Lato"/>
                <a:ea typeface="Lato"/>
                <a:cs typeface="Lato"/>
              </a:rPr>
              <a:t> </a:t>
            </a:r>
            <a:r>
              <a:rPr lang="en-US" sz="1800" b="1" dirty="0" err="1">
                <a:solidFill>
                  <a:schemeClr val="dk1"/>
                </a:solidFill>
                <a:latin typeface="Lato"/>
                <a:ea typeface="Lato"/>
                <a:cs typeface="Lato"/>
              </a:rPr>
              <a:t>saling</a:t>
            </a:r>
            <a:r>
              <a:rPr lang="en-US" sz="1800" b="1" dirty="0">
                <a:solidFill>
                  <a:schemeClr val="dk1"/>
                </a:solidFill>
                <a:latin typeface="Lato"/>
                <a:ea typeface="Lato"/>
                <a:cs typeface="Lato"/>
              </a:rPr>
              <a:t> </a:t>
            </a:r>
            <a:r>
              <a:rPr lang="en-US" sz="1800" b="1" dirty="0" err="1">
                <a:solidFill>
                  <a:schemeClr val="dk1"/>
                </a:solidFill>
                <a:latin typeface="Lato"/>
                <a:ea typeface="Lato"/>
                <a:cs typeface="Lato"/>
              </a:rPr>
              <a:t>berinteraksi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satu</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sama</a:t>
            </a:r>
            <a:r>
              <a:rPr lang="en-US" sz="1800" dirty="0">
                <a:solidFill>
                  <a:schemeClr val="dk1"/>
                </a:solidFill>
                <a:latin typeface="Lato"/>
                <a:ea typeface="Lato"/>
                <a:cs typeface="Lato"/>
              </a:rPr>
              <a:t> lain.</a:t>
            </a:r>
          </a:p>
          <a:p>
            <a:pPr marL="457200" indent="-457200">
              <a:lnSpc>
                <a:spcPct val="110000"/>
              </a:lnSpc>
              <a:spcAft>
                <a:spcPts val="600"/>
              </a:spcAft>
              <a:buFont typeface="Wingdings" panose="05000000000000000000" pitchFamily="2" charset="2"/>
              <a:buChar char="q"/>
            </a:pPr>
            <a:r>
              <a:rPr lang="en-US" sz="1800" dirty="0">
                <a:solidFill>
                  <a:schemeClr val="dk1"/>
                </a:solidFill>
                <a:latin typeface="Lato"/>
                <a:ea typeface="Lato"/>
                <a:cs typeface="Lato"/>
              </a:rPr>
              <a:t>Jacobson: “</a:t>
            </a:r>
            <a:r>
              <a:rPr lang="en-US" sz="1800" i="1" dirty="0">
                <a:solidFill>
                  <a:schemeClr val="dk1"/>
                </a:solidFill>
                <a:latin typeface="Lato"/>
                <a:ea typeface="Lato"/>
                <a:cs typeface="Lato"/>
              </a:rPr>
              <a:t>Any technique based on the concept of object, class, instances and inheritance</a:t>
            </a:r>
            <a:r>
              <a:rPr lang="en-US" sz="1800" dirty="0">
                <a:solidFill>
                  <a:schemeClr val="dk1"/>
                </a:solidFill>
                <a:latin typeface="Lato"/>
                <a:ea typeface="Lato"/>
                <a:cs typeface="Lato"/>
              </a:rPr>
              <a:t>”.</a:t>
            </a:r>
          </a:p>
          <a:p>
            <a:pPr marL="457200" indent="-457200">
              <a:lnSpc>
                <a:spcPct val="110000"/>
              </a:lnSpc>
              <a:spcAft>
                <a:spcPts val="600"/>
              </a:spcAft>
              <a:buFont typeface="Wingdings" panose="05000000000000000000" pitchFamily="2" charset="2"/>
              <a:buChar char="q"/>
            </a:pPr>
            <a:endParaRPr lang="en-ID" sz="1800" dirty="0">
              <a:solidFill>
                <a:schemeClr val="dk1"/>
              </a:solidFill>
              <a:latin typeface="Lato"/>
              <a:ea typeface="Lato"/>
              <a:cs typeface="Lato"/>
              <a:sym typeface="Lato"/>
            </a:endParaRPr>
          </a:p>
          <a:p>
            <a:pPr marL="457200" lvl="0" indent="-457200" algn="l" rtl="0">
              <a:lnSpc>
                <a:spcPct val="110000"/>
              </a:lnSpc>
              <a:spcBef>
                <a:spcPts val="0"/>
              </a:spcBef>
              <a:spcAft>
                <a:spcPts val="600"/>
              </a:spcAft>
              <a:buFont typeface="Arial" panose="020B0604020202020204" pitchFamily="34" charset="0"/>
              <a:buChar char="•"/>
            </a:pPr>
            <a:endParaRPr sz="18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14969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a:t>
            </a:r>
            <a:endParaRPr dirty="0"/>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a:extLst>
              <a:ext uri="{FF2B5EF4-FFF2-40B4-BE49-F238E27FC236}">
                <a16:creationId xmlns:a16="http://schemas.microsoft.com/office/drawing/2014/main" id="{7B98CC00-28DD-BA31-5288-F786973860F1}"/>
              </a:ext>
            </a:extLst>
          </p:cNvPr>
          <p:cNvSpPr/>
          <p:nvPr/>
        </p:nvSpPr>
        <p:spPr>
          <a:xfrm>
            <a:off x="6004065" y="976334"/>
            <a:ext cx="1066800" cy="9906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41844F1-8547-484C-9470-E09C71DB0934}"/>
              </a:ext>
            </a:extLst>
          </p:cNvPr>
          <p:cNvSpPr/>
          <p:nvPr/>
        </p:nvSpPr>
        <p:spPr>
          <a:xfrm>
            <a:off x="7267051" y="1431214"/>
            <a:ext cx="609600" cy="609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70C25AB-2140-39A2-9781-71E3A10600FF}"/>
              </a:ext>
            </a:extLst>
          </p:cNvPr>
          <p:cNvSpPr/>
          <p:nvPr/>
        </p:nvSpPr>
        <p:spPr>
          <a:xfrm>
            <a:off x="7336381" y="975954"/>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ttp://t0.gstatic.com/images?q=tbn:ANd9GcSZqu9B_U4rr-YJj05GGxt_J3CKL0K_21dAJ9nvSN08CvdhjSMgag">
            <a:extLst>
              <a:ext uri="{FF2B5EF4-FFF2-40B4-BE49-F238E27FC236}">
                <a16:creationId xmlns:a16="http://schemas.microsoft.com/office/drawing/2014/main" id="{B660193E-1F9D-E2E1-6F85-7267092503E9}"/>
              </a:ext>
            </a:extLst>
          </p:cNvPr>
          <p:cNvPicPr>
            <a:picLocks noChangeAspect="1" noChangeArrowheads="1"/>
          </p:cNvPicPr>
          <p:nvPr/>
        </p:nvPicPr>
        <p:blipFill>
          <a:blip r:embed="rId3" cstate="print"/>
          <a:srcRect/>
          <a:stretch>
            <a:fillRect/>
          </a:stretch>
        </p:blipFill>
        <p:spPr bwMode="auto">
          <a:xfrm>
            <a:off x="979358" y="1776434"/>
            <a:ext cx="1445895" cy="1143000"/>
          </a:xfrm>
          <a:prstGeom prst="rect">
            <a:avLst/>
          </a:prstGeom>
          <a:noFill/>
        </p:spPr>
      </p:pic>
      <p:pic>
        <p:nvPicPr>
          <p:cNvPr id="6" name="Picture 6" descr="http://t0.gstatic.com/images?q=tbn:ANd9GcTaf0hsIPnIcEvOoAIs8yg0sPDWl6ggjRjb0kbed47DaQgIIGoyNg">
            <a:extLst>
              <a:ext uri="{FF2B5EF4-FFF2-40B4-BE49-F238E27FC236}">
                <a16:creationId xmlns:a16="http://schemas.microsoft.com/office/drawing/2014/main" id="{99FA54B6-3056-0CDF-1CC1-2A916D1CDC03}"/>
              </a:ext>
            </a:extLst>
          </p:cNvPr>
          <p:cNvPicPr>
            <a:picLocks noChangeAspect="1" noChangeArrowheads="1"/>
          </p:cNvPicPr>
          <p:nvPr/>
        </p:nvPicPr>
        <p:blipFill>
          <a:blip r:embed="rId4" cstate="print"/>
          <a:srcRect/>
          <a:stretch>
            <a:fillRect/>
          </a:stretch>
        </p:blipFill>
        <p:spPr bwMode="auto">
          <a:xfrm>
            <a:off x="2425253" y="1052534"/>
            <a:ext cx="1525963" cy="1143000"/>
          </a:xfrm>
          <a:prstGeom prst="rect">
            <a:avLst/>
          </a:prstGeom>
          <a:noFill/>
        </p:spPr>
      </p:pic>
      <p:pic>
        <p:nvPicPr>
          <p:cNvPr id="7" name="Picture 10" descr="http://t3.gstatic.com/images?q=tbn:ANd9GcRoSWNaOPvQIlLS8qW0eCN-djEg_M5yY9OjFJo9tj7ZUDEz_keZ">
            <a:extLst>
              <a:ext uri="{FF2B5EF4-FFF2-40B4-BE49-F238E27FC236}">
                <a16:creationId xmlns:a16="http://schemas.microsoft.com/office/drawing/2014/main" id="{194F590D-6141-5F6C-67C5-539B4F7F7287}"/>
              </a:ext>
            </a:extLst>
          </p:cNvPr>
          <p:cNvPicPr>
            <a:picLocks noChangeAspect="1" noChangeArrowheads="1"/>
          </p:cNvPicPr>
          <p:nvPr/>
        </p:nvPicPr>
        <p:blipFill>
          <a:blip r:embed="rId5" cstate="print"/>
          <a:srcRect/>
          <a:stretch>
            <a:fillRect/>
          </a:stretch>
        </p:blipFill>
        <p:spPr bwMode="auto">
          <a:xfrm>
            <a:off x="6351458" y="3437943"/>
            <a:ext cx="1895823" cy="1371600"/>
          </a:xfrm>
          <a:prstGeom prst="rect">
            <a:avLst/>
          </a:prstGeom>
          <a:noFill/>
        </p:spPr>
      </p:pic>
      <p:pic>
        <p:nvPicPr>
          <p:cNvPr id="8" name="Picture 12" descr="http://t0.gstatic.com/images?q=tbn:ANd9GcRjtD4oYpXT9Fb2feB-9DIi2tvaGv2uxHyM8gsBsOGoOS7Q3DE2tEj32DNn">
            <a:extLst>
              <a:ext uri="{FF2B5EF4-FFF2-40B4-BE49-F238E27FC236}">
                <a16:creationId xmlns:a16="http://schemas.microsoft.com/office/drawing/2014/main" id="{0E563177-6175-711E-6BAF-E5FBE00F859F}"/>
              </a:ext>
            </a:extLst>
          </p:cNvPr>
          <p:cNvPicPr>
            <a:picLocks noChangeAspect="1" noChangeArrowheads="1"/>
          </p:cNvPicPr>
          <p:nvPr/>
        </p:nvPicPr>
        <p:blipFill>
          <a:blip r:embed="rId6" cstate="print"/>
          <a:srcRect/>
          <a:stretch>
            <a:fillRect/>
          </a:stretch>
        </p:blipFill>
        <p:spPr bwMode="auto">
          <a:xfrm>
            <a:off x="4451776" y="2828343"/>
            <a:ext cx="1899682" cy="1219200"/>
          </a:xfrm>
          <a:prstGeom prst="rect">
            <a:avLst/>
          </a:prstGeom>
          <a:noFill/>
        </p:spPr>
      </p:pic>
      <p:pic>
        <p:nvPicPr>
          <p:cNvPr id="9" name="Picture 14" descr="http://keetsa.com/blog/wp-content/uploads/2008/05/foldingbike.jpg">
            <a:extLst>
              <a:ext uri="{FF2B5EF4-FFF2-40B4-BE49-F238E27FC236}">
                <a16:creationId xmlns:a16="http://schemas.microsoft.com/office/drawing/2014/main" id="{B7F3B809-9353-29DD-7580-B94420FA3CCE}"/>
              </a:ext>
            </a:extLst>
          </p:cNvPr>
          <p:cNvPicPr>
            <a:picLocks noChangeAspect="1" noChangeArrowheads="1"/>
          </p:cNvPicPr>
          <p:nvPr/>
        </p:nvPicPr>
        <p:blipFill>
          <a:blip r:embed="rId7" cstate="print"/>
          <a:srcRect/>
          <a:stretch>
            <a:fillRect/>
          </a:stretch>
        </p:blipFill>
        <p:spPr bwMode="auto">
          <a:xfrm>
            <a:off x="6421981" y="2454303"/>
            <a:ext cx="1143000" cy="1143000"/>
          </a:xfrm>
          <a:prstGeom prst="rect">
            <a:avLst/>
          </a:prstGeom>
          <a:noFill/>
        </p:spPr>
      </p:pic>
      <p:sp>
        <p:nvSpPr>
          <p:cNvPr id="10" name="Can 13">
            <a:extLst>
              <a:ext uri="{FF2B5EF4-FFF2-40B4-BE49-F238E27FC236}">
                <a16:creationId xmlns:a16="http://schemas.microsoft.com/office/drawing/2014/main" id="{9E3997C0-DD9A-9676-E934-D8A9A4B92B27}"/>
              </a:ext>
            </a:extLst>
          </p:cNvPr>
          <p:cNvSpPr/>
          <p:nvPr/>
        </p:nvSpPr>
        <p:spPr>
          <a:xfrm>
            <a:off x="1055558" y="3986234"/>
            <a:ext cx="609600" cy="7620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ube 10">
            <a:extLst>
              <a:ext uri="{FF2B5EF4-FFF2-40B4-BE49-F238E27FC236}">
                <a16:creationId xmlns:a16="http://schemas.microsoft.com/office/drawing/2014/main" id="{7C5CE149-5D5B-9E5E-4F9B-C801071F3DFB}"/>
              </a:ext>
            </a:extLst>
          </p:cNvPr>
          <p:cNvSpPr/>
          <p:nvPr/>
        </p:nvSpPr>
        <p:spPr>
          <a:xfrm>
            <a:off x="1893758" y="3529034"/>
            <a:ext cx="838200" cy="762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048431-7B7E-E451-D1F0-28BCDBA16653}"/>
              </a:ext>
            </a:extLst>
          </p:cNvPr>
          <p:cNvSpPr/>
          <p:nvPr/>
        </p:nvSpPr>
        <p:spPr>
          <a:xfrm>
            <a:off x="4444240" y="142854"/>
            <a:ext cx="1066800" cy="9906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BD25BDA-881B-91DB-77D1-281E5F8E8900}"/>
              </a:ext>
            </a:extLst>
          </p:cNvPr>
          <p:cNvSpPr/>
          <p:nvPr/>
        </p:nvSpPr>
        <p:spPr>
          <a:xfrm>
            <a:off x="4478102" y="1427734"/>
            <a:ext cx="1066800" cy="9906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48120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adalah</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entitas</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memiliki</a:t>
            </a:r>
            <a:r>
              <a:rPr lang="en-US" sz="2000" dirty="0">
                <a:solidFill>
                  <a:schemeClr val="dk1"/>
                </a:solidFill>
                <a:latin typeface="Lato"/>
                <a:ea typeface="Lato"/>
                <a:cs typeface="Lato"/>
              </a:rPr>
              <a:t> state, behavior &amp; identity (Booch, 2007).</a:t>
            </a:r>
          </a:p>
          <a:p>
            <a:pPr marL="457200" indent="-457200">
              <a:spcAft>
                <a:spcPts val="600"/>
              </a:spcAft>
              <a:buFont typeface="Wingdings" panose="05000000000000000000" pitchFamily="2" charset="2"/>
              <a:buChar char="q"/>
            </a:pPr>
            <a:r>
              <a:rPr lang="en-US" sz="2000" b="1" dirty="0">
                <a:solidFill>
                  <a:srgbClr val="FF0000"/>
                </a:solidFill>
                <a:latin typeface="Lato"/>
                <a:ea typeface="Lato"/>
                <a:cs typeface="Lato"/>
              </a:rPr>
              <a:t>State</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semua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sifat</a:t>
            </a:r>
            <a:r>
              <a:rPr lang="en-US" sz="2000" dirty="0">
                <a:solidFill>
                  <a:schemeClr val="dk1"/>
                </a:solidFill>
                <a:latin typeface="Lato"/>
                <a:ea typeface="Lato"/>
                <a:cs typeface="Lato"/>
              </a:rPr>
              <a:t>” / </a:t>
            </a:r>
            <a:r>
              <a:rPr lang="en-US" sz="2000" dirty="0" err="1">
                <a:solidFill>
                  <a:schemeClr val="dk1"/>
                </a:solidFill>
                <a:latin typeface="Lato"/>
                <a:ea typeface="Lato"/>
                <a:cs typeface="Lato"/>
              </a:rPr>
              <a:t>properti</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dimiliki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berikut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nilai</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ada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padanya</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b="1" dirty="0">
                <a:solidFill>
                  <a:srgbClr val="FF0000"/>
                </a:solidFill>
                <a:latin typeface="Lato"/>
                <a:ea typeface="Lato"/>
                <a:cs typeface="Lato"/>
              </a:rPr>
              <a:t>Behavior</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bagaimana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beraksi</a:t>
            </a:r>
            <a:r>
              <a:rPr lang="en-US" sz="2000" dirty="0">
                <a:solidFill>
                  <a:schemeClr val="dk1"/>
                </a:solidFill>
                <a:latin typeface="Lato"/>
                <a:ea typeface="Lato"/>
                <a:cs typeface="Lato"/>
              </a:rPr>
              <a:t> dan </a:t>
            </a:r>
            <a:r>
              <a:rPr lang="en-US" sz="2000" dirty="0" err="1">
                <a:solidFill>
                  <a:schemeClr val="dk1"/>
                </a:solidFill>
                <a:latin typeface="Lato"/>
                <a:ea typeface="Lato"/>
                <a:cs typeface="Lato"/>
              </a:rPr>
              <a:t>bereaksi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dalam</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hal</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perubahan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properti</a:t>
            </a:r>
            <a:r>
              <a:rPr lang="en-US" sz="2000" dirty="0">
                <a:solidFill>
                  <a:schemeClr val="dk1"/>
                </a:solidFill>
                <a:latin typeface="Lato"/>
                <a:ea typeface="Lato"/>
                <a:cs typeface="Lato"/>
              </a:rPr>
              <a:t> dan </a:t>
            </a:r>
            <a:r>
              <a:rPr lang="en-US" sz="2000" dirty="0" err="1">
                <a:solidFill>
                  <a:schemeClr val="dk1"/>
                </a:solidFill>
                <a:latin typeface="Lato"/>
                <a:ea typeface="Lato"/>
                <a:cs typeface="Lato"/>
              </a:rPr>
              <a:t>penyampaian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pesan</a:t>
            </a:r>
            <a:r>
              <a:rPr lang="en-US" sz="2000" dirty="0">
                <a:solidFill>
                  <a:schemeClr val="dk1"/>
                </a:solidFill>
                <a:latin typeface="Lato"/>
                <a:ea typeface="Lato"/>
                <a:cs typeface="Lato"/>
              </a:rPr>
              <a:t> (</a:t>
            </a:r>
            <a:r>
              <a:rPr lang="en-US" sz="2000" i="1" dirty="0">
                <a:solidFill>
                  <a:schemeClr val="dk1"/>
                </a:solidFill>
                <a:latin typeface="Lato"/>
                <a:ea typeface="Lato"/>
                <a:cs typeface="Lato"/>
              </a:rPr>
              <a:t>message passing</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b="1" dirty="0">
                <a:solidFill>
                  <a:srgbClr val="FF0000"/>
                </a:solidFill>
                <a:latin typeface="Lato"/>
                <a:ea typeface="Lato"/>
                <a:cs typeface="Lato"/>
              </a:rPr>
              <a:t>Identity</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properti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membedakannya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dengan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yang lain.</a:t>
            </a: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5732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Class</a:t>
            </a:r>
            <a:endParaRPr dirty="0"/>
          </a:p>
        </p:txBody>
      </p:sp>
      <p:sp>
        <p:nvSpPr>
          <p:cNvPr id="664" name="Google Shape;664;p38"/>
          <p:cNvSpPr txBox="1"/>
          <p:nvPr/>
        </p:nvSpPr>
        <p:spPr>
          <a:xfrm>
            <a:off x="720000" y="1204554"/>
            <a:ext cx="7704000" cy="2710953"/>
          </a:xfrm>
          <a:prstGeom prst="rect">
            <a:avLst/>
          </a:prstGeom>
          <a:noFill/>
          <a:ln>
            <a:noFill/>
          </a:ln>
        </p:spPr>
        <p:txBody>
          <a:bodyPr spcFirstLastPara="1" wrap="square" lIns="91425" tIns="91425" rIns="91425" bIns="91425" anchor="t" anchorCtr="0">
            <a:noAutofit/>
          </a:bodyPr>
          <a:lstStyle/>
          <a:p>
            <a:pPr marL="457200" lvl="0" indent="-457200" algn="l" rtl="0">
              <a:spcBef>
                <a:spcPts val="0"/>
              </a:spcBef>
              <a:spcAft>
                <a:spcPts val="600"/>
              </a:spcAft>
              <a:buFont typeface="Wingdings" panose="05000000000000000000" pitchFamily="2" charset="2"/>
              <a:buChar char="q"/>
            </a:pPr>
            <a:r>
              <a:rPr lang="en-ID" sz="1700" dirty="0">
                <a:solidFill>
                  <a:schemeClr val="dk1"/>
                </a:solidFill>
                <a:latin typeface="Lato"/>
                <a:ea typeface="Lato"/>
                <a:cs typeface="Lato"/>
                <a:sym typeface="Lato"/>
              </a:rPr>
              <a:t>Class </a:t>
            </a:r>
            <a:r>
              <a:rPr lang="en-ID" sz="1700" dirty="0" err="1">
                <a:solidFill>
                  <a:schemeClr val="dk1"/>
                </a:solidFill>
                <a:latin typeface="Lato"/>
                <a:ea typeface="Lato"/>
                <a:cs typeface="Lato"/>
                <a:sym typeface="Lato"/>
              </a:rPr>
              <a:t>adalah</a:t>
            </a:r>
            <a:r>
              <a:rPr lang="en-ID" sz="1700" dirty="0">
                <a:solidFill>
                  <a:schemeClr val="dk1"/>
                </a:solidFill>
                <a:latin typeface="Lato"/>
                <a:ea typeface="Lato"/>
                <a:cs typeface="Lato"/>
                <a:sym typeface="Lato"/>
              </a:rPr>
              <a:t> </a:t>
            </a:r>
            <a:r>
              <a:rPr lang="en-ID" sz="1700" dirty="0" err="1">
                <a:solidFill>
                  <a:schemeClr val="dk1"/>
                </a:solidFill>
                <a:latin typeface="Lato"/>
                <a:ea typeface="Lato"/>
                <a:cs typeface="Lato"/>
                <a:sym typeface="Lato"/>
              </a:rPr>
              <a:t>kumpulan</a:t>
            </a:r>
            <a:r>
              <a:rPr lang="en-ID" sz="1700" dirty="0">
                <a:solidFill>
                  <a:schemeClr val="dk1"/>
                </a:solidFill>
                <a:latin typeface="Lato"/>
                <a:ea typeface="Lato"/>
                <a:cs typeface="Lato"/>
                <a:sym typeface="Lato"/>
              </a:rPr>
              <a:t> </a:t>
            </a:r>
            <a:r>
              <a:rPr lang="en-ID" sz="1700" dirty="0" err="1">
                <a:solidFill>
                  <a:schemeClr val="dk1"/>
                </a:solidFill>
                <a:latin typeface="Lato"/>
                <a:ea typeface="Lato"/>
                <a:cs typeface="Lato"/>
                <a:sym typeface="Lato"/>
              </a:rPr>
              <a:t>objek</a:t>
            </a:r>
            <a:r>
              <a:rPr lang="en-ID" sz="1700" dirty="0">
                <a:solidFill>
                  <a:schemeClr val="dk1"/>
                </a:solidFill>
                <a:latin typeface="Lato"/>
                <a:ea typeface="Lato"/>
                <a:cs typeface="Lato"/>
                <a:sym typeface="Lato"/>
              </a:rPr>
              <a:t> yang </a:t>
            </a:r>
            <a:r>
              <a:rPr lang="en-ID" sz="1700" dirty="0" err="1">
                <a:solidFill>
                  <a:schemeClr val="dk1"/>
                </a:solidFill>
                <a:latin typeface="Lato"/>
                <a:ea typeface="Lato"/>
                <a:cs typeface="Lato"/>
                <a:sym typeface="Lato"/>
              </a:rPr>
              <a:t>mempunyai</a:t>
            </a:r>
            <a:r>
              <a:rPr lang="en-ID" sz="1700" dirty="0">
                <a:solidFill>
                  <a:schemeClr val="dk1"/>
                </a:solidFill>
                <a:latin typeface="Lato"/>
                <a:ea typeface="Lato"/>
                <a:cs typeface="Lato"/>
                <a:sym typeface="Lato"/>
              </a:rPr>
              <a:t> </a:t>
            </a:r>
            <a:r>
              <a:rPr lang="en-ID" sz="1700" dirty="0" err="1">
                <a:solidFill>
                  <a:schemeClr val="dk1"/>
                </a:solidFill>
                <a:latin typeface="Lato"/>
                <a:ea typeface="Lato"/>
                <a:cs typeface="Lato"/>
                <a:sym typeface="Lato"/>
              </a:rPr>
              <a:t>atribut</a:t>
            </a:r>
            <a:r>
              <a:rPr lang="en-ID" sz="1700" dirty="0">
                <a:solidFill>
                  <a:schemeClr val="dk1"/>
                </a:solidFill>
                <a:latin typeface="Lato"/>
                <a:ea typeface="Lato"/>
                <a:cs typeface="Lato"/>
                <a:sym typeface="Lato"/>
              </a:rPr>
              <a:t> dan </a:t>
            </a:r>
            <a:r>
              <a:rPr lang="en-ID" sz="1700" dirty="0" err="1">
                <a:solidFill>
                  <a:schemeClr val="dk1"/>
                </a:solidFill>
                <a:latin typeface="Lato"/>
                <a:ea typeface="Lato"/>
                <a:cs typeface="Lato"/>
                <a:sym typeface="Lato"/>
              </a:rPr>
              <a:t>perilaku</a:t>
            </a:r>
            <a:r>
              <a:rPr lang="en-ID" sz="1700" dirty="0">
                <a:solidFill>
                  <a:schemeClr val="dk1"/>
                </a:solidFill>
                <a:latin typeface="Lato"/>
                <a:ea typeface="Lato"/>
                <a:cs typeface="Lato"/>
                <a:sym typeface="Lato"/>
              </a:rPr>
              <a:t> </a:t>
            </a:r>
            <a:r>
              <a:rPr lang="en-ID" sz="1700" dirty="0" err="1">
                <a:solidFill>
                  <a:schemeClr val="dk1"/>
                </a:solidFill>
                <a:latin typeface="Lato"/>
                <a:ea typeface="Lato"/>
                <a:cs typeface="Lato"/>
                <a:sym typeface="Lato"/>
              </a:rPr>
              <a:t>serupa</a:t>
            </a:r>
            <a:r>
              <a:rPr lang="en-ID" sz="1700" dirty="0">
                <a:solidFill>
                  <a:schemeClr val="dk1"/>
                </a:solidFill>
                <a:latin typeface="Lato"/>
                <a:ea typeface="Lato"/>
                <a:cs typeface="Lato"/>
                <a:sym typeface="Lato"/>
              </a:rPr>
              <a:t>. </a:t>
            </a:r>
          </a:p>
          <a:p>
            <a:pPr marL="457200" lvl="0" indent="-457200" algn="l" rtl="0">
              <a:spcBef>
                <a:spcPts val="0"/>
              </a:spcBef>
              <a:spcAft>
                <a:spcPts val="600"/>
              </a:spcAft>
              <a:buFont typeface="Wingdings" panose="05000000000000000000" pitchFamily="2" charset="2"/>
              <a:buChar char="q"/>
            </a:pPr>
            <a:r>
              <a:rPr lang="en-ID" sz="1700" dirty="0">
                <a:solidFill>
                  <a:schemeClr val="dk1"/>
                </a:solidFill>
                <a:latin typeface="Lato"/>
                <a:ea typeface="Lato"/>
                <a:cs typeface="Lato"/>
                <a:sym typeface="Lato"/>
              </a:rPr>
              <a:t>Class </a:t>
            </a:r>
            <a:r>
              <a:rPr lang="en-ID" sz="1700" dirty="0" err="1">
                <a:solidFill>
                  <a:schemeClr val="dk1"/>
                </a:solidFill>
                <a:latin typeface="Lato"/>
                <a:ea typeface="Lato"/>
                <a:cs typeface="Lato"/>
                <a:sym typeface="Lato"/>
              </a:rPr>
              <a:t>adalah</a:t>
            </a:r>
            <a:r>
              <a:rPr lang="en-ID" sz="1700" dirty="0">
                <a:solidFill>
                  <a:schemeClr val="dk1"/>
                </a:solidFill>
                <a:latin typeface="Lato"/>
                <a:ea typeface="Lato"/>
                <a:cs typeface="Lato"/>
                <a:sym typeface="Lato"/>
              </a:rPr>
              <a:t> blueprint, template, </a:t>
            </a:r>
            <a:r>
              <a:rPr lang="en-ID" sz="1700" dirty="0" err="1">
                <a:solidFill>
                  <a:schemeClr val="dk1"/>
                </a:solidFill>
                <a:latin typeface="Lato"/>
                <a:ea typeface="Lato"/>
                <a:cs typeface="Lato"/>
                <a:sym typeface="Lato"/>
              </a:rPr>
              <a:t>atau</a:t>
            </a:r>
            <a:r>
              <a:rPr lang="en-ID" sz="1700" dirty="0">
                <a:solidFill>
                  <a:schemeClr val="dk1"/>
                </a:solidFill>
                <a:latin typeface="Lato"/>
                <a:ea typeface="Lato"/>
                <a:cs typeface="Lato"/>
                <a:sym typeface="Lato"/>
              </a:rPr>
              <a:t> prototype.</a:t>
            </a:r>
          </a:p>
          <a:p>
            <a:pPr marL="457200" lvl="0" indent="-457200" algn="l" rtl="0">
              <a:spcBef>
                <a:spcPts val="0"/>
              </a:spcBef>
              <a:spcAft>
                <a:spcPts val="600"/>
              </a:spcAft>
              <a:buFont typeface="Wingdings" panose="05000000000000000000" pitchFamily="2" charset="2"/>
              <a:buChar char="q"/>
            </a:pPr>
            <a:r>
              <a:rPr lang="en-ID" sz="1700" dirty="0">
                <a:solidFill>
                  <a:schemeClr val="dk1"/>
                </a:solidFill>
                <a:latin typeface="Lato"/>
                <a:ea typeface="Lato"/>
                <a:cs typeface="Lato"/>
                <a:sym typeface="Lato"/>
              </a:rPr>
              <a:t>Class </a:t>
            </a:r>
            <a:r>
              <a:rPr lang="en-ID" sz="1700" dirty="0" err="1">
                <a:solidFill>
                  <a:schemeClr val="dk1"/>
                </a:solidFill>
                <a:latin typeface="Lato"/>
                <a:ea typeface="Lato"/>
                <a:cs typeface="Lato"/>
                <a:sym typeface="Lato"/>
              </a:rPr>
              <a:t>mendeskripsikan</a:t>
            </a:r>
            <a:r>
              <a:rPr lang="en-ID" sz="1700" dirty="0">
                <a:solidFill>
                  <a:schemeClr val="dk1"/>
                </a:solidFill>
                <a:latin typeface="Lato"/>
                <a:ea typeface="Lato"/>
                <a:cs typeface="Lato"/>
                <a:sym typeface="Lato"/>
              </a:rPr>
              <a:t> </a:t>
            </a:r>
            <a:r>
              <a:rPr lang="en-ID" sz="1700" dirty="0" err="1">
                <a:solidFill>
                  <a:schemeClr val="dk1"/>
                </a:solidFill>
                <a:latin typeface="Lato"/>
                <a:ea typeface="Lato"/>
                <a:cs typeface="Lato"/>
                <a:sym typeface="Lato"/>
              </a:rPr>
              <a:t>atribut</a:t>
            </a:r>
            <a:r>
              <a:rPr lang="en-ID" sz="1700" dirty="0">
                <a:solidFill>
                  <a:schemeClr val="dk1"/>
                </a:solidFill>
                <a:latin typeface="Lato"/>
                <a:ea typeface="Lato"/>
                <a:cs typeface="Lato"/>
                <a:sym typeface="Lato"/>
              </a:rPr>
              <a:t> dan </a:t>
            </a:r>
            <a:r>
              <a:rPr lang="en-ID" sz="1700" dirty="0" err="1">
                <a:solidFill>
                  <a:schemeClr val="dk1"/>
                </a:solidFill>
                <a:latin typeface="Lato"/>
                <a:ea typeface="Lato"/>
                <a:cs typeface="Lato"/>
                <a:sym typeface="Lato"/>
              </a:rPr>
              <a:t>perilaku</a:t>
            </a:r>
            <a:r>
              <a:rPr lang="en-ID" sz="1700" dirty="0">
                <a:solidFill>
                  <a:schemeClr val="dk1"/>
                </a:solidFill>
                <a:latin typeface="Lato"/>
                <a:ea typeface="Lato"/>
                <a:cs typeface="Lato"/>
                <a:sym typeface="Lato"/>
              </a:rPr>
              <a:t> </a:t>
            </a:r>
            <a:r>
              <a:rPr lang="en-ID" sz="1700" dirty="0" err="1">
                <a:solidFill>
                  <a:schemeClr val="dk1"/>
                </a:solidFill>
                <a:latin typeface="Lato"/>
                <a:ea typeface="Lato"/>
                <a:cs typeface="Lato"/>
                <a:sym typeface="Lato"/>
              </a:rPr>
              <a:t>dari</a:t>
            </a:r>
            <a:r>
              <a:rPr lang="en-ID" sz="1700" dirty="0">
                <a:solidFill>
                  <a:schemeClr val="dk1"/>
                </a:solidFill>
                <a:latin typeface="Lato"/>
                <a:ea typeface="Lato"/>
                <a:cs typeface="Lato"/>
                <a:sym typeface="Lato"/>
              </a:rPr>
              <a:t> </a:t>
            </a:r>
            <a:r>
              <a:rPr lang="en-ID" sz="1700" dirty="0" err="1">
                <a:solidFill>
                  <a:schemeClr val="dk1"/>
                </a:solidFill>
                <a:latin typeface="Lato"/>
                <a:ea typeface="Lato"/>
                <a:cs typeface="Lato"/>
                <a:sym typeface="Lato"/>
              </a:rPr>
              <a:t>objek-objeknya</a:t>
            </a:r>
            <a:r>
              <a:rPr lang="en-ID" sz="1700" dirty="0">
                <a:solidFill>
                  <a:schemeClr val="dk1"/>
                </a:solidFill>
                <a:latin typeface="Lato"/>
                <a:ea typeface="Lato"/>
                <a:cs typeface="Lato"/>
                <a:sym typeface="Lato"/>
              </a:rPr>
              <a:t>.</a:t>
            </a:r>
          </a:p>
          <a:p>
            <a:pPr marL="457200" lvl="0" indent="-457200" algn="l" rtl="0">
              <a:spcBef>
                <a:spcPts val="0"/>
              </a:spcBef>
              <a:spcAft>
                <a:spcPts val="600"/>
              </a:spcAft>
              <a:buFont typeface="Wingdings" panose="05000000000000000000" pitchFamily="2" charset="2"/>
              <a:buChar char="q"/>
            </a:pPr>
            <a:r>
              <a:rPr lang="id-ID" sz="1700" dirty="0">
                <a:solidFill>
                  <a:schemeClr val="dk1"/>
                </a:solidFill>
                <a:latin typeface="Lato"/>
                <a:ea typeface="Lato"/>
                <a:cs typeface="Lato"/>
              </a:rPr>
              <a:t>Atribut merupakan segala sesuatu yang melekat pada</a:t>
            </a:r>
            <a:r>
              <a:rPr lang="en-US" sz="1700" dirty="0">
                <a:solidFill>
                  <a:schemeClr val="dk1"/>
                </a:solidFill>
                <a:latin typeface="Lato"/>
                <a:ea typeface="Lato"/>
                <a:cs typeface="Lato"/>
              </a:rPr>
              <a:t> o</a:t>
            </a:r>
            <a:r>
              <a:rPr lang="id-ID" sz="1700" dirty="0">
                <a:solidFill>
                  <a:schemeClr val="dk1"/>
                </a:solidFill>
                <a:latin typeface="Lato"/>
                <a:ea typeface="Lato"/>
                <a:cs typeface="Lato"/>
              </a:rPr>
              <a:t>bje</a:t>
            </a:r>
            <a:r>
              <a:rPr lang="en-US" sz="1700" dirty="0">
                <a:solidFill>
                  <a:schemeClr val="dk1"/>
                </a:solidFill>
                <a:latin typeface="Lato"/>
                <a:ea typeface="Lato"/>
                <a:cs typeface="Lato"/>
              </a:rPr>
              <a:t>k</a:t>
            </a:r>
            <a:r>
              <a:rPr lang="id-ID" sz="1700" dirty="0">
                <a:solidFill>
                  <a:schemeClr val="dk1"/>
                </a:solidFill>
                <a:latin typeface="Lato"/>
                <a:ea typeface="Lato"/>
                <a:cs typeface="Lato"/>
              </a:rPr>
              <a:t>.  </a:t>
            </a:r>
            <a:endParaRPr lang="en-US" sz="1700" dirty="0">
              <a:solidFill>
                <a:schemeClr val="dk1"/>
              </a:solidFill>
              <a:latin typeface="Lato"/>
              <a:ea typeface="Lato"/>
              <a:cs typeface="Lato"/>
            </a:endParaRPr>
          </a:p>
          <a:p>
            <a:pPr marL="457200" indent="-457200" fontAlgn="base">
              <a:spcAft>
                <a:spcPts val="600"/>
              </a:spcAft>
              <a:buFont typeface="Wingdings" panose="05000000000000000000" pitchFamily="2" charset="2"/>
              <a:buChar char="q"/>
            </a:pPr>
            <a:r>
              <a:rPr lang="id-ID" sz="1700" dirty="0">
                <a:solidFill>
                  <a:schemeClr val="dk1"/>
                </a:solidFill>
                <a:latin typeface="Lato"/>
                <a:ea typeface="Lato"/>
                <a:cs typeface="Lato"/>
              </a:rPr>
              <a:t>Contoh</a:t>
            </a:r>
            <a:r>
              <a:rPr lang="en-US" sz="1700" dirty="0">
                <a:solidFill>
                  <a:schemeClr val="dk1"/>
                </a:solidFill>
                <a:latin typeface="Lato"/>
                <a:ea typeface="Lato"/>
                <a:cs typeface="Lato"/>
              </a:rPr>
              <a:t>:</a:t>
            </a:r>
          </a:p>
          <a:p>
            <a:pPr marL="714375" indent="-268288" fontAlgn="base">
              <a:spcAft>
                <a:spcPts val="600"/>
              </a:spcAft>
              <a:buFont typeface="Arial" panose="020B0604020202020204" pitchFamily="34" charset="0"/>
              <a:buChar char="•"/>
            </a:pPr>
            <a:r>
              <a:rPr lang="en-US" sz="1700" dirty="0">
                <a:solidFill>
                  <a:schemeClr val="dk1"/>
                </a:solidFill>
                <a:latin typeface="Lato"/>
                <a:ea typeface="Lato"/>
                <a:cs typeface="Lato"/>
              </a:rPr>
              <a:t>A</a:t>
            </a:r>
            <a:r>
              <a:rPr lang="id-ID" sz="1700" dirty="0">
                <a:solidFill>
                  <a:schemeClr val="dk1"/>
                </a:solidFill>
                <a:latin typeface="Lato"/>
                <a:ea typeface="Lato"/>
                <a:cs typeface="Lato"/>
              </a:rPr>
              <a:t>tribut dari</a:t>
            </a:r>
            <a:r>
              <a:rPr lang="en-US" sz="1700" dirty="0">
                <a:solidFill>
                  <a:schemeClr val="dk1"/>
                </a:solidFill>
                <a:latin typeface="Lato"/>
                <a:ea typeface="Lato"/>
                <a:cs typeface="Lato"/>
              </a:rPr>
              <a:t> class</a:t>
            </a:r>
            <a:r>
              <a:rPr lang="id-ID" sz="1700" dirty="0">
                <a:solidFill>
                  <a:schemeClr val="dk1"/>
                </a:solidFill>
                <a:latin typeface="Lato"/>
                <a:ea typeface="Lato"/>
                <a:cs typeface="Lato"/>
              </a:rPr>
              <a:t> </a:t>
            </a:r>
            <a:r>
              <a:rPr lang="en-US" sz="1700" dirty="0" err="1">
                <a:solidFill>
                  <a:schemeClr val="dk1"/>
                </a:solidFill>
                <a:latin typeface="Lato"/>
                <a:ea typeface="Lato"/>
                <a:cs typeface="Lato"/>
              </a:rPr>
              <a:t>Titik</a:t>
            </a:r>
            <a:r>
              <a:rPr lang="id-ID" sz="1700" dirty="0">
                <a:solidFill>
                  <a:schemeClr val="dk1"/>
                </a:solidFill>
                <a:latin typeface="Lato"/>
                <a:ea typeface="Lato"/>
                <a:cs typeface="Lato"/>
              </a:rPr>
              <a:t> antara lain: </a:t>
            </a:r>
            <a:r>
              <a:rPr lang="en-US" sz="1700" dirty="0" err="1">
                <a:solidFill>
                  <a:schemeClr val="dk1"/>
                </a:solidFill>
                <a:latin typeface="Lato"/>
                <a:ea typeface="Lato"/>
                <a:cs typeface="Lato"/>
              </a:rPr>
              <a:t>absis</a:t>
            </a:r>
            <a:r>
              <a:rPr lang="en-US" sz="1700" dirty="0">
                <a:solidFill>
                  <a:schemeClr val="dk1"/>
                </a:solidFill>
                <a:latin typeface="Lato"/>
                <a:ea typeface="Lato"/>
                <a:cs typeface="Lato"/>
              </a:rPr>
              <a:t> dan </a:t>
            </a:r>
            <a:r>
              <a:rPr lang="en-US" sz="1700" dirty="0" err="1">
                <a:solidFill>
                  <a:schemeClr val="dk1"/>
                </a:solidFill>
                <a:latin typeface="Lato"/>
                <a:ea typeface="Lato"/>
                <a:cs typeface="Lato"/>
              </a:rPr>
              <a:t>ordinat</a:t>
            </a:r>
            <a:r>
              <a:rPr lang="en-US" sz="1700" dirty="0">
                <a:solidFill>
                  <a:schemeClr val="dk1"/>
                </a:solidFill>
                <a:latin typeface="Lato"/>
                <a:ea typeface="Lato"/>
                <a:cs typeface="Lato"/>
              </a:rPr>
              <a:t>.</a:t>
            </a:r>
            <a:endParaRPr lang="id-ID" sz="1700" dirty="0">
              <a:solidFill>
                <a:schemeClr val="dk1"/>
              </a:solidFill>
              <a:latin typeface="Lato"/>
              <a:ea typeface="Lato"/>
              <a:cs typeface="Lato"/>
            </a:endParaRPr>
          </a:p>
          <a:p>
            <a:pPr marL="457200" indent="-457200" fontAlgn="base">
              <a:spcAft>
                <a:spcPts val="600"/>
              </a:spcAft>
              <a:buFont typeface="Wingdings" panose="05000000000000000000" pitchFamily="2" charset="2"/>
              <a:buChar char="q"/>
            </a:pPr>
            <a:r>
              <a:rPr lang="id-ID" sz="1700" dirty="0">
                <a:solidFill>
                  <a:schemeClr val="dk1"/>
                </a:solidFill>
                <a:latin typeface="Lato"/>
                <a:ea typeface="Lato"/>
                <a:cs typeface="Lato"/>
              </a:rPr>
              <a:t>Method merupakan suatu fungsi/behaviour bagaimana suatu objek melakukan tindakan.</a:t>
            </a:r>
          </a:p>
          <a:p>
            <a:pPr marL="457200" indent="-457200" fontAlgn="base">
              <a:spcAft>
                <a:spcPts val="600"/>
              </a:spcAft>
              <a:buFont typeface="Wingdings" panose="05000000000000000000" pitchFamily="2" charset="2"/>
              <a:buChar char="q"/>
            </a:pPr>
            <a:r>
              <a:rPr lang="id-ID" sz="1700" dirty="0">
                <a:solidFill>
                  <a:schemeClr val="dk1"/>
                </a:solidFill>
                <a:latin typeface="Lato"/>
                <a:ea typeface="Lato"/>
                <a:cs typeface="Lato"/>
              </a:rPr>
              <a:t>Contoh</a:t>
            </a:r>
            <a:r>
              <a:rPr lang="en-US" sz="1700" dirty="0">
                <a:solidFill>
                  <a:schemeClr val="dk1"/>
                </a:solidFill>
                <a:latin typeface="Lato"/>
                <a:ea typeface="Lato"/>
                <a:cs typeface="Lato"/>
              </a:rPr>
              <a:t>:</a:t>
            </a:r>
          </a:p>
          <a:p>
            <a:pPr marL="714375" indent="-268288" fontAlgn="base">
              <a:spcAft>
                <a:spcPts val="600"/>
              </a:spcAft>
              <a:buFont typeface="Arial" panose="020B0604020202020204" pitchFamily="34" charset="0"/>
              <a:buChar char="•"/>
            </a:pPr>
            <a:r>
              <a:rPr lang="id-ID" sz="1700" dirty="0">
                <a:solidFill>
                  <a:schemeClr val="dk1"/>
                </a:solidFill>
                <a:latin typeface="Lato"/>
                <a:ea typeface="Lato"/>
                <a:cs typeface="Lato"/>
              </a:rPr>
              <a:t>Method dari </a:t>
            </a:r>
            <a:r>
              <a:rPr lang="en-US" sz="1700" dirty="0">
                <a:solidFill>
                  <a:schemeClr val="dk1"/>
                </a:solidFill>
                <a:latin typeface="Lato"/>
                <a:ea typeface="Lato"/>
                <a:cs typeface="Lato"/>
              </a:rPr>
              <a:t>class </a:t>
            </a:r>
            <a:r>
              <a:rPr lang="en-US" sz="1700" dirty="0" err="1">
                <a:solidFill>
                  <a:schemeClr val="dk1"/>
                </a:solidFill>
                <a:latin typeface="Lato"/>
                <a:ea typeface="Lato"/>
                <a:cs typeface="Lato"/>
              </a:rPr>
              <a:t>Titik</a:t>
            </a:r>
            <a:r>
              <a:rPr lang="en-US" sz="1700" dirty="0">
                <a:solidFill>
                  <a:schemeClr val="dk1"/>
                </a:solidFill>
                <a:latin typeface="Lato"/>
                <a:ea typeface="Lato"/>
                <a:cs typeface="Lato"/>
              </a:rPr>
              <a:t> </a:t>
            </a:r>
            <a:r>
              <a:rPr lang="id-ID" sz="1700" dirty="0">
                <a:solidFill>
                  <a:schemeClr val="dk1"/>
                </a:solidFill>
                <a:latin typeface="Lato"/>
                <a:ea typeface="Lato"/>
                <a:cs typeface="Lato"/>
              </a:rPr>
              <a:t>adalah </a:t>
            </a:r>
            <a:r>
              <a:rPr lang="en-US" sz="1700" dirty="0" err="1">
                <a:solidFill>
                  <a:schemeClr val="dk1"/>
                </a:solidFill>
                <a:latin typeface="Lato"/>
                <a:ea typeface="Lato"/>
                <a:cs typeface="Lato"/>
              </a:rPr>
              <a:t>geser</a:t>
            </a:r>
            <a:r>
              <a:rPr lang="en-US" sz="1700" dirty="0">
                <a:solidFill>
                  <a:schemeClr val="dk1"/>
                </a:solidFill>
                <a:latin typeface="Lato"/>
                <a:ea typeface="Lato"/>
                <a:cs typeface="Lato"/>
              </a:rPr>
              <a:t>, </a:t>
            </a:r>
            <a:r>
              <a:rPr lang="en-US" sz="1700" dirty="0" err="1">
                <a:solidFill>
                  <a:schemeClr val="dk1"/>
                </a:solidFill>
                <a:latin typeface="Lato"/>
                <a:ea typeface="Lato"/>
                <a:cs typeface="Lato"/>
              </a:rPr>
              <a:t>rotasi</a:t>
            </a:r>
            <a:r>
              <a:rPr lang="en-US" sz="1700" dirty="0">
                <a:solidFill>
                  <a:schemeClr val="dk1"/>
                </a:solidFill>
                <a:latin typeface="Lato"/>
                <a:ea typeface="Lato"/>
                <a:cs typeface="Lato"/>
              </a:rPr>
              <a:t>, set </a:t>
            </a:r>
            <a:r>
              <a:rPr lang="en-US" sz="1700" dirty="0" err="1">
                <a:solidFill>
                  <a:schemeClr val="dk1"/>
                </a:solidFill>
                <a:latin typeface="Lato"/>
                <a:ea typeface="Lato"/>
                <a:cs typeface="Lato"/>
              </a:rPr>
              <a:t>absis</a:t>
            </a:r>
            <a:r>
              <a:rPr lang="en-US" sz="1700" dirty="0">
                <a:solidFill>
                  <a:schemeClr val="dk1"/>
                </a:solidFill>
                <a:latin typeface="Lato"/>
                <a:ea typeface="Lato"/>
                <a:cs typeface="Lato"/>
              </a:rPr>
              <a:t>, set </a:t>
            </a:r>
            <a:r>
              <a:rPr lang="en-US" sz="1700" dirty="0" err="1">
                <a:solidFill>
                  <a:schemeClr val="dk1"/>
                </a:solidFill>
                <a:latin typeface="Lato"/>
                <a:ea typeface="Lato"/>
                <a:cs typeface="Lato"/>
              </a:rPr>
              <a:t>ordinat</a:t>
            </a:r>
            <a:r>
              <a:rPr lang="en-US" sz="1700" dirty="0">
                <a:solidFill>
                  <a:schemeClr val="dk1"/>
                </a:solidFill>
                <a:latin typeface="Lato"/>
                <a:ea typeface="Lato"/>
                <a:cs typeface="Lato"/>
              </a:rPr>
              <a:t>.</a:t>
            </a:r>
          </a:p>
          <a:p>
            <a:pPr marL="457200" lvl="0" indent="-457200" algn="l" rtl="0">
              <a:spcBef>
                <a:spcPts val="0"/>
              </a:spcBef>
              <a:spcAft>
                <a:spcPts val="600"/>
              </a:spcAft>
              <a:buFont typeface="Wingdings" panose="05000000000000000000" pitchFamily="2" charset="2"/>
              <a:buChar char="q"/>
            </a:pPr>
            <a:endParaRPr lang="en-ID" sz="17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41067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 &amp; Class</a:t>
            </a:r>
            <a:endParaRPr dirty="0"/>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5" name="Table 4">
            <a:extLst>
              <a:ext uri="{FF2B5EF4-FFF2-40B4-BE49-F238E27FC236}">
                <a16:creationId xmlns:a16="http://schemas.microsoft.com/office/drawing/2014/main" id="{03FF05A4-1BA4-E1FE-15BB-7C565818250B}"/>
              </a:ext>
            </a:extLst>
          </p:cNvPr>
          <p:cNvGraphicFramePr>
            <a:graphicFrameLocks noGrp="1"/>
          </p:cNvGraphicFramePr>
          <p:nvPr>
            <p:extLst>
              <p:ext uri="{D42A27DB-BD31-4B8C-83A1-F6EECF244321}">
                <p14:modId xmlns:p14="http://schemas.microsoft.com/office/powerpoint/2010/main" val="3353647598"/>
              </p:ext>
            </p:extLst>
          </p:nvPr>
        </p:nvGraphicFramePr>
        <p:xfrm>
          <a:off x="961292" y="1204554"/>
          <a:ext cx="7573108" cy="3405105"/>
        </p:xfrm>
        <a:graphic>
          <a:graphicData uri="http://schemas.openxmlformats.org/drawingml/2006/table">
            <a:tbl>
              <a:tblPr firstRow="1" bandRow="1">
                <a:tableStyleId>{69012ECD-51FC-41F1-AA8D-1B2483CD663E}</a:tableStyleId>
              </a:tblPr>
              <a:tblGrid>
                <a:gridCol w="3786554">
                  <a:extLst>
                    <a:ext uri="{9D8B030D-6E8A-4147-A177-3AD203B41FA5}">
                      <a16:colId xmlns:a16="http://schemas.microsoft.com/office/drawing/2014/main" val="22311716"/>
                    </a:ext>
                  </a:extLst>
                </a:gridCol>
                <a:gridCol w="3786554">
                  <a:extLst>
                    <a:ext uri="{9D8B030D-6E8A-4147-A177-3AD203B41FA5}">
                      <a16:colId xmlns:a16="http://schemas.microsoft.com/office/drawing/2014/main" val="2332871967"/>
                    </a:ext>
                  </a:extLst>
                </a:gridCol>
              </a:tblGrid>
              <a:tr h="471846">
                <a:tc>
                  <a:txBody>
                    <a:bodyPr/>
                    <a:lstStyle/>
                    <a:p>
                      <a:pPr algn="ctr"/>
                      <a:r>
                        <a:rPr lang="en-US" sz="1800" dirty="0">
                          <a:latin typeface="Lato" panose="020F0502020204030203" pitchFamily="34" charset="0"/>
                          <a:ea typeface="Lato" panose="020F0502020204030203" pitchFamily="34" charset="0"/>
                          <a:cs typeface="Lato" panose="020F0502020204030203" pitchFamily="34" charset="0"/>
                        </a:rPr>
                        <a:t>Object</a:t>
                      </a:r>
                      <a:endParaRPr lang="en-ID" sz="1800" dirty="0">
                        <a:latin typeface="Lato" panose="020F0502020204030203" pitchFamily="34" charset="0"/>
                        <a:ea typeface="Lato" panose="020F0502020204030203" pitchFamily="34" charset="0"/>
                        <a:cs typeface="Lato" panose="020F0502020204030203" pitchFamily="34" charset="0"/>
                      </a:endParaRPr>
                    </a:p>
                  </a:txBody>
                  <a:tcPr/>
                </a:tc>
                <a:tc>
                  <a:txBody>
                    <a:bodyPr/>
                    <a:lstStyle/>
                    <a:p>
                      <a:pPr algn="ctr"/>
                      <a:r>
                        <a:rPr lang="en-US" sz="1800" dirty="0">
                          <a:latin typeface="Lato" panose="020F0502020204030203" pitchFamily="34" charset="0"/>
                          <a:ea typeface="Lato" panose="020F0502020204030203" pitchFamily="34" charset="0"/>
                          <a:cs typeface="Lato" panose="020F0502020204030203" pitchFamily="34" charset="0"/>
                        </a:rPr>
                        <a:t>Class</a:t>
                      </a:r>
                      <a:endParaRPr lang="en-ID" sz="1800" dirty="0">
                        <a:latin typeface="Lato" panose="020F0502020204030203" pitchFamily="34" charset="0"/>
                        <a:ea typeface="Lato" panose="020F0502020204030203" pitchFamily="34" charset="0"/>
                        <a:cs typeface="Lato" panose="020F0502020204030203" pitchFamily="34" charset="0"/>
                      </a:endParaRPr>
                    </a:p>
                  </a:txBody>
                  <a:tcPr/>
                </a:tc>
                <a:extLst>
                  <a:ext uri="{0D108BD9-81ED-4DB2-BD59-A6C34878D82A}">
                    <a16:rowId xmlns:a16="http://schemas.microsoft.com/office/drawing/2014/main" val="3566211786"/>
                  </a:ext>
                </a:extLst>
              </a:tr>
              <a:tr h="753939">
                <a:tc>
                  <a:txBody>
                    <a:bodyPr/>
                    <a:lstStyle/>
                    <a:p>
                      <a:pPr marL="0" indent="0">
                        <a:spcAft>
                          <a:spcPts val="600"/>
                        </a:spcAft>
                        <a:buFont typeface="Wingdings" panose="05000000000000000000" pitchFamily="2" charset="2"/>
                        <a:buNone/>
                      </a:pP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Objek</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adalah</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abstraksi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dari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sesuatu</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yang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mewakili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sesuatu</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pada dunia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nyata</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p>
                  </a:txBody>
                  <a:tcPr/>
                </a:tc>
                <a:tc>
                  <a:txBody>
                    <a:bodyPr/>
                    <a:lstStyle/>
                    <a:p>
                      <a:pPr marL="0" indent="0">
                        <a:spcAft>
                          <a:spcPts val="600"/>
                        </a:spcAft>
                        <a:buFont typeface="Wingdings" panose="05000000000000000000" pitchFamily="2" charset="2"/>
                        <a:buNone/>
                      </a:pP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Class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adalah</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kumpulan</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objek</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yang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mempunyai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state dan behavior yang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sama</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p>
                    <a:p>
                      <a:endParaRPr lang="en-ID" sz="1800" dirty="0">
                        <a:latin typeface="Lato" panose="020F0502020204030203" pitchFamily="34" charset="0"/>
                        <a:ea typeface="Lato" panose="020F0502020204030203" pitchFamily="34" charset="0"/>
                        <a:cs typeface="Lato" panose="020F0502020204030203" pitchFamily="34" charset="0"/>
                      </a:endParaRPr>
                    </a:p>
                  </a:txBody>
                  <a:tcPr/>
                </a:tc>
                <a:extLst>
                  <a:ext uri="{0D108BD9-81ED-4DB2-BD59-A6C34878D82A}">
                    <a16:rowId xmlns:a16="http://schemas.microsoft.com/office/drawing/2014/main" val="2855613046"/>
                  </a:ext>
                </a:extLst>
              </a:tr>
              <a:tr h="753939">
                <a:tc>
                  <a:txBody>
                    <a:bodyPr/>
                    <a:lstStyle/>
                    <a:p>
                      <a:r>
                        <a:rPr lang="en-US" sz="1800" dirty="0" err="1">
                          <a:latin typeface="Lato" panose="020F0502020204030203" pitchFamily="34" charset="0"/>
                          <a:ea typeface="Lato" panose="020F0502020204030203" pitchFamily="34" charset="0"/>
                          <a:cs typeface="Lato" panose="020F0502020204030203" pitchFamily="34" charset="0"/>
                        </a:rPr>
                        <a:t>Objek</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adalah</a:t>
                      </a:r>
                      <a:r>
                        <a:rPr lang="en-US" sz="1800" dirty="0">
                          <a:latin typeface="Lato" panose="020F0502020204030203" pitchFamily="34" charset="0"/>
                          <a:ea typeface="Lato" panose="020F0502020204030203" pitchFamily="34" charset="0"/>
                          <a:cs typeface="Lato" panose="020F0502020204030203" pitchFamily="34" charset="0"/>
                        </a:rPr>
                        <a:t> </a:t>
                      </a:r>
                      <a:r>
                        <a:rPr lang="en-US" sz="1800" u="sng" dirty="0" err="1">
                          <a:latin typeface="Lato" panose="020F0502020204030203" pitchFamily="34" charset="0"/>
                          <a:ea typeface="Lato" panose="020F0502020204030203" pitchFamily="34" charset="0"/>
                          <a:cs typeface="Lato" panose="020F0502020204030203" pitchFamily="34" charset="0"/>
                        </a:rPr>
                        <a:t>instansiasi</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dari</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sebuah</a:t>
                      </a:r>
                      <a:r>
                        <a:rPr lang="en-US" sz="1800" dirty="0">
                          <a:latin typeface="Lato" panose="020F0502020204030203" pitchFamily="34" charset="0"/>
                          <a:ea typeface="Lato" panose="020F0502020204030203" pitchFamily="34" charset="0"/>
                          <a:cs typeface="Lato" panose="020F0502020204030203" pitchFamily="34" charset="0"/>
                        </a:rPr>
                        <a:t> class.</a:t>
                      </a:r>
                      <a:endParaRPr lang="en-ID" sz="1800" dirty="0">
                        <a:latin typeface="Lato" panose="020F0502020204030203" pitchFamily="34" charset="0"/>
                        <a:ea typeface="Lato" panose="020F0502020204030203" pitchFamily="34" charset="0"/>
                        <a:cs typeface="Lato" panose="020F0502020204030203" pitchFamily="34" charset="0"/>
                      </a:endParaRPr>
                    </a:p>
                  </a:txBody>
                  <a:tcPr/>
                </a:tc>
                <a:tc>
                  <a:txBody>
                    <a:bodyPr/>
                    <a:lstStyle/>
                    <a:p>
                      <a:r>
                        <a:rPr lang="en-US" sz="1800" dirty="0">
                          <a:latin typeface="Lato" panose="020F0502020204030203" pitchFamily="34" charset="0"/>
                          <a:ea typeface="Lato" panose="020F0502020204030203" pitchFamily="34" charset="0"/>
                          <a:cs typeface="Lato" panose="020F0502020204030203" pitchFamily="34" charset="0"/>
                        </a:rPr>
                        <a:t>Class </a:t>
                      </a:r>
                      <a:r>
                        <a:rPr lang="en-US" sz="1800" dirty="0" err="1">
                          <a:latin typeface="Lato" panose="020F0502020204030203" pitchFamily="34" charset="0"/>
                          <a:ea typeface="Lato" panose="020F0502020204030203" pitchFamily="34" charset="0"/>
                          <a:cs typeface="Lato" panose="020F0502020204030203" pitchFamily="34" charset="0"/>
                        </a:rPr>
                        <a:t>adalah</a:t>
                      </a:r>
                      <a:r>
                        <a:rPr lang="en-US" sz="1800" dirty="0">
                          <a:latin typeface="Lato" panose="020F0502020204030203" pitchFamily="34" charset="0"/>
                          <a:ea typeface="Lato" panose="020F0502020204030203" pitchFamily="34" charset="0"/>
                          <a:cs typeface="Lato" panose="020F0502020204030203" pitchFamily="34" charset="0"/>
                        </a:rPr>
                        <a:t> </a:t>
                      </a:r>
                      <a:r>
                        <a:rPr lang="en-US" sz="1800" i="1" u="sng" dirty="0">
                          <a:latin typeface="Lato" panose="020F0502020204030203" pitchFamily="34" charset="0"/>
                          <a:ea typeface="Lato" panose="020F0502020204030203" pitchFamily="34" charset="0"/>
                          <a:cs typeface="Lato" panose="020F0502020204030203" pitchFamily="34" charset="0"/>
                        </a:rPr>
                        <a:t>template</a:t>
                      </a:r>
                      <a:r>
                        <a:rPr lang="en-US" sz="1800" dirty="0">
                          <a:latin typeface="Lato" panose="020F0502020204030203" pitchFamily="34" charset="0"/>
                          <a:ea typeface="Lato" panose="020F0502020204030203" pitchFamily="34" charset="0"/>
                          <a:cs typeface="Lato" panose="020F0502020204030203" pitchFamily="34" charset="0"/>
                        </a:rPr>
                        <a:t> (</a:t>
                      </a:r>
                      <a:r>
                        <a:rPr lang="en-US" sz="1800" i="1" dirty="0">
                          <a:latin typeface="Lato" panose="020F0502020204030203" pitchFamily="34" charset="0"/>
                          <a:ea typeface="Lato" panose="020F0502020204030203" pitchFamily="34" charset="0"/>
                          <a:cs typeface="Lato" panose="020F0502020204030203" pitchFamily="34" charset="0"/>
                        </a:rPr>
                        <a:t>blueprint</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untuk</a:t>
                      </a:r>
                      <a:r>
                        <a:rPr lang="en-US" sz="1800" dirty="0">
                          <a:latin typeface="Lato" panose="020F0502020204030203" pitchFamily="34" charset="0"/>
                          <a:ea typeface="Lato" panose="020F0502020204030203" pitchFamily="34" charset="0"/>
                          <a:cs typeface="Lato" panose="020F0502020204030203" pitchFamily="34" charset="0"/>
                        </a:rPr>
                        <a:t> </a:t>
                      </a:r>
                      <a:r>
                        <a:rPr lang="en-US" sz="1800" dirty="0" err="1">
                          <a:latin typeface="Lato" panose="020F0502020204030203" pitchFamily="34" charset="0"/>
                          <a:ea typeface="Lato" panose="020F0502020204030203" pitchFamily="34" charset="0"/>
                          <a:cs typeface="Lato" panose="020F0502020204030203" pitchFamily="34" charset="0"/>
                        </a:rPr>
                        <a:t>objek-objeknya</a:t>
                      </a:r>
                      <a:r>
                        <a:rPr lang="en-US" sz="1800" dirty="0">
                          <a:latin typeface="Lato" panose="020F0502020204030203" pitchFamily="34" charset="0"/>
                          <a:ea typeface="Lato" panose="020F0502020204030203" pitchFamily="34" charset="0"/>
                          <a:cs typeface="Lato" panose="020F0502020204030203" pitchFamily="34" charset="0"/>
                        </a:rPr>
                        <a:t>.</a:t>
                      </a:r>
                      <a:endParaRPr lang="en-ID" sz="1800" dirty="0">
                        <a:latin typeface="Lato" panose="020F0502020204030203" pitchFamily="34" charset="0"/>
                        <a:ea typeface="Lato" panose="020F0502020204030203" pitchFamily="34" charset="0"/>
                        <a:cs typeface="Lato" panose="020F0502020204030203" pitchFamily="34" charset="0"/>
                      </a:endParaRPr>
                    </a:p>
                  </a:txBody>
                  <a:tcPr/>
                </a:tc>
                <a:extLst>
                  <a:ext uri="{0D108BD9-81ED-4DB2-BD59-A6C34878D82A}">
                    <a16:rowId xmlns:a16="http://schemas.microsoft.com/office/drawing/2014/main" val="2745212454"/>
                  </a:ext>
                </a:extLst>
              </a:tr>
              <a:tr h="75393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Objek</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adalah</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entitas</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pada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saat</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runtime (</a:t>
                      </a:r>
                      <a:r>
                        <a:rPr lang="en-US" sz="1800" u="sng" dirty="0" err="1">
                          <a:solidFill>
                            <a:schemeClr val="dk1"/>
                          </a:solidFill>
                          <a:latin typeface="Lato" panose="020F0502020204030203" pitchFamily="34" charset="0"/>
                          <a:ea typeface="Lato" panose="020F0502020204030203" pitchFamily="34" charset="0"/>
                          <a:cs typeface="Lato" panose="020F0502020204030203" pitchFamily="34" charset="0"/>
                        </a:rPr>
                        <a:t>dinamik</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a:t>
                      </a:r>
                      <a:endParaRPr lang="en-ID" sz="1800" dirty="0">
                        <a:latin typeface="Lato" panose="020F0502020204030203" pitchFamily="34" charset="0"/>
                        <a:ea typeface="Lato" panose="020F0502020204030203" pitchFamily="34" charset="0"/>
                        <a:cs typeface="Lato" panose="020F0502020204030203" pitchFamily="34" charset="0"/>
                      </a:endParaRPr>
                    </a:p>
                    <a:p>
                      <a:endParaRPr lang="en-ID" sz="1800" dirty="0">
                        <a:latin typeface="Lato" panose="020F0502020204030203" pitchFamily="34" charset="0"/>
                        <a:ea typeface="Lato" panose="020F0502020204030203" pitchFamily="34" charset="0"/>
                        <a:cs typeface="Lato" panose="020F050202020403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Class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adalah</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definisi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u="sng" dirty="0" err="1">
                          <a:solidFill>
                            <a:schemeClr val="dk1"/>
                          </a:solidFill>
                          <a:latin typeface="Lato" panose="020F0502020204030203" pitchFamily="34" charset="0"/>
                          <a:ea typeface="Lato" panose="020F0502020204030203" pitchFamily="34" charset="0"/>
                          <a:cs typeface="Lato" panose="020F0502020204030203" pitchFamily="34" charset="0"/>
                        </a:rPr>
                        <a:t>statik</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dari</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 </a:t>
                      </a:r>
                      <a:r>
                        <a:rPr lang="en-US" sz="1800" dirty="0" err="1">
                          <a:solidFill>
                            <a:schemeClr val="dk1"/>
                          </a:solidFill>
                          <a:latin typeface="Lato" panose="020F0502020204030203" pitchFamily="34" charset="0"/>
                          <a:ea typeface="Lato" panose="020F0502020204030203" pitchFamily="34" charset="0"/>
                          <a:cs typeface="Lato" panose="020F0502020204030203" pitchFamily="34" charset="0"/>
                        </a:rPr>
                        <a:t>entitas</a:t>
                      </a:r>
                      <a:r>
                        <a:rPr lang="en-US" sz="1800" dirty="0">
                          <a:solidFill>
                            <a:schemeClr val="dk1"/>
                          </a:solidFill>
                          <a:latin typeface="Lato" panose="020F0502020204030203" pitchFamily="34" charset="0"/>
                          <a:ea typeface="Lato" panose="020F0502020204030203" pitchFamily="34" charset="0"/>
                          <a:cs typeface="Lato" panose="020F0502020204030203" pitchFamily="34" charset="0"/>
                        </a:rPr>
                        <a:t>.</a:t>
                      </a:r>
                    </a:p>
                    <a:p>
                      <a:endParaRPr lang="en-ID" sz="1800" dirty="0">
                        <a:latin typeface="Lato" panose="020F0502020204030203" pitchFamily="34" charset="0"/>
                        <a:ea typeface="Lato" panose="020F0502020204030203" pitchFamily="34" charset="0"/>
                        <a:cs typeface="Lato" panose="020F0502020204030203" pitchFamily="34" charset="0"/>
                      </a:endParaRPr>
                    </a:p>
                  </a:txBody>
                  <a:tcPr/>
                </a:tc>
                <a:extLst>
                  <a:ext uri="{0D108BD9-81ED-4DB2-BD59-A6C34878D82A}">
                    <a16:rowId xmlns:a16="http://schemas.microsoft.com/office/drawing/2014/main" val="777095315"/>
                  </a:ext>
                </a:extLst>
              </a:tr>
            </a:tbl>
          </a:graphicData>
        </a:graphic>
      </p:graphicFrame>
    </p:spTree>
    <p:extLst>
      <p:ext uri="{BB962C8B-B14F-4D97-AF65-F5344CB8AC3E}">
        <p14:creationId xmlns:p14="http://schemas.microsoft.com/office/powerpoint/2010/main" val="1649608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6260468" y="445025"/>
            <a:ext cx="216353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 </a:t>
            </a:r>
            <a:br>
              <a:rPr lang="en" dirty="0"/>
            </a:br>
            <a:r>
              <a:rPr lang="en" dirty="0"/>
              <a:t>&amp; Class</a:t>
            </a:r>
            <a:endParaRPr dirty="0"/>
          </a:p>
        </p:txBody>
      </p:sp>
      <p:sp>
        <p:nvSpPr>
          <p:cNvPr id="664" name="Google Shape;664;p38"/>
          <p:cNvSpPr txBox="1"/>
          <p:nvPr/>
        </p:nvSpPr>
        <p:spPr>
          <a:xfrm>
            <a:off x="923637" y="4605930"/>
            <a:ext cx="7704000" cy="387610"/>
          </a:xfrm>
          <a:prstGeom prst="rect">
            <a:avLst/>
          </a:prstGeom>
          <a:noFill/>
          <a:ln>
            <a:noFill/>
          </a:ln>
        </p:spPr>
        <p:txBody>
          <a:bodyPr spcFirstLastPara="1" wrap="square" lIns="91425" tIns="91425" rIns="91425" bIns="91425" anchor="t" anchorCtr="0">
            <a:noAutofit/>
          </a:bodyPr>
          <a:lstStyle/>
          <a:p>
            <a:pPr lvl="0" algn="ctr" rtl="0">
              <a:spcBef>
                <a:spcPts val="0"/>
              </a:spcBef>
              <a:spcAft>
                <a:spcPts val="600"/>
              </a:spcAft>
            </a:pPr>
            <a:r>
              <a:rPr lang="en-ID" sz="1200" dirty="0">
                <a:solidFill>
                  <a:schemeClr val="dk1"/>
                </a:solidFill>
                <a:latin typeface="Lato"/>
                <a:ea typeface="Lato"/>
                <a:cs typeface="Lato"/>
                <a:sym typeface="Lato"/>
              </a:rPr>
              <a:t>https://nonlineardata.com/wp-content/uploads/2020/11/Car_Class.png</a:t>
            </a:r>
            <a:endParaRPr sz="12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8" name="Picture 4">
            <a:extLst>
              <a:ext uri="{FF2B5EF4-FFF2-40B4-BE49-F238E27FC236}">
                <a16:creationId xmlns:a16="http://schemas.microsoft.com/office/drawing/2014/main" id="{85743693-E7C0-E756-7C6F-7054E6BD4E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20" b="6780"/>
          <a:stretch/>
        </p:blipFill>
        <p:spPr bwMode="auto">
          <a:xfrm>
            <a:off x="720000" y="537570"/>
            <a:ext cx="5294614" cy="4068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7233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 &amp; Class</a:t>
            </a:r>
            <a:endParaRPr dirty="0"/>
          </a:p>
        </p:txBody>
      </p:sp>
      <p:sp>
        <p:nvSpPr>
          <p:cNvPr id="664" name="Google Shape;664;p38"/>
          <p:cNvSpPr txBox="1"/>
          <p:nvPr/>
        </p:nvSpPr>
        <p:spPr>
          <a:xfrm>
            <a:off x="958806" y="4310865"/>
            <a:ext cx="7704000" cy="387610"/>
          </a:xfrm>
          <a:prstGeom prst="rect">
            <a:avLst/>
          </a:prstGeom>
          <a:noFill/>
          <a:ln>
            <a:noFill/>
          </a:ln>
        </p:spPr>
        <p:txBody>
          <a:bodyPr spcFirstLastPara="1" wrap="square" lIns="91425" tIns="91425" rIns="91425" bIns="91425" anchor="t" anchorCtr="0">
            <a:noAutofit/>
          </a:bodyPr>
          <a:lstStyle/>
          <a:p>
            <a:pPr lvl="0" algn="ctr" rtl="0">
              <a:spcBef>
                <a:spcPts val="0"/>
              </a:spcBef>
              <a:spcAft>
                <a:spcPts val="600"/>
              </a:spcAft>
            </a:pPr>
            <a:r>
              <a:rPr lang="en-ID" sz="1200" dirty="0">
                <a:solidFill>
                  <a:schemeClr val="dk1"/>
                </a:solidFill>
                <a:latin typeface="Lato"/>
                <a:ea typeface="Lato"/>
                <a:cs typeface="Lato"/>
                <a:sym typeface="Lato"/>
              </a:rPr>
              <a:t>https://thebabatalks.blogspot.com/2019/08/classes-in-java.html</a:t>
            </a:r>
            <a:endParaRPr sz="12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50" name="Picture 2">
            <a:extLst>
              <a:ext uri="{FF2B5EF4-FFF2-40B4-BE49-F238E27FC236}">
                <a16:creationId xmlns:a16="http://schemas.microsoft.com/office/drawing/2014/main" id="{39BEB3F0-2F05-745B-D812-130329FBB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249832"/>
            <a:ext cx="6096000" cy="2828925"/>
          </a:xfrm>
          <a:prstGeom prst="rect">
            <a:avLst/>
          </a:prstGeom>
          <a:noFill/>
          <a:extLst>
            <a:ext uri="{909E8E84-426E-40DD-AFC4-6F175D3DCCD1}">
              <a14:hiddenFill xmlns:a14="http://schemas.microsoft.com/office/drawing/2010/main">
                <a:solidFill>
                  <a:srgbClr val="FFFFFF"/>
                </a:solidFill>
              </a14:hiddenFill>
            </a:ext>
          </a:extLst>
        </p:spPr>
      </p:pic>
      <p:sp>
        <p:nvSpPr>
          <p:cNvPr id="4" name="Right Brace 3">
            <a:extLst>
              <a:ext uri="{FF2B5EF4-FFF2-40B4-BE49-F238E27FC236}">
                <a16:creationId xmlns:a16="http://schemas.microsoft.com/office/drawing/2014/main" id="{64C4DBCB-1828-49B5-B26B-B596A9911301}"/>
              </a:ext>
            </a:extLst>
          </p:cNvPr>
          <p:cNvSpPr/>
          <p:nvPr/>
        </p:nvSpPr>
        <p:spPr>
          <a:xfrm>
            <a:off x="6529754" y="1676400"/>
            <a:ext cx="140677" cy="66821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D"/>
          </a:p>
        </p:txBody>
      </p:sp>
      <p:sp>
        <p:nvSpPr>
          <p:cNvPr id="5" name="Rectangle: Rounded Corners 4">
            <a:extLst>
              <a:ext uri="{FF2B5EF4-FFF2-40B4-BE49-F238E27FC236}">
                <a16:creationId xmlns:a16="http://schemas.microsoft.com/office/drawing/2014/main" id="{F12101D5-3A79-DB52-60F2-F4A2404604CD}"/>
              </a:ext>
            </a:extLst>
          </p:cNvPr>
          <p:cNvSpPr/>
          <p:nvPr/>
        </p:nvSpPr>
        <p:spPr>
          <a:xfrm>
            <a:off x="6764215" y="1887414"/>
            <a:ext cx="892127" cy="246185"/>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err="1"/>
              <a:t>Identitiy</a:t>
            </a:r>
            <a:endParaRPr lang="en-ID" dirty="0"/>
          </a:p>
        </p:txBody>
      </p:sp>
    </p:spTree>
    <p:extLst>
      <p:ext uri="{BB962C8B-B14F-4D97-AF65-F5344CB8AC3E}">
        <p14:creationId xmlns:p14="http://schemas.microsoft.com/office/powerpoint/2010/main" val="780471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Class Diagram</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defTabSz="685800">
              <a:spcAft>
                <a:spcPts val="600"/>
              </a:spcAft>
              <a:buFont typeface="Wingdings" panose="05000000000000000000" pitchFamily="2" charset="2"/>
              <a:buChar char="q"/>
              <a:defRPr/>
            </a:pPr>
            <a:r>
              <a:rPr lang="en-US" sz="1800" dirty="0">
                <a:solidFill>
                  <a:schemeClr val="dk1"/>
                </a:solidFill>
                <a:latin typeface="Lato"/>
                <a:ea typeface="Lato"/>
                <a:cs typeface="Lato"/>
              </a:rPr>
              <a:t>Model </a:t>
            </a:r>
            <a:r>
              <a:rPr lang="en-US" sz="1800" dirty="0" err="1">
                <a:solidFill>
                  <a:schemeClr val="dk1"/>
                </a:solidFill>
                <a:latin typeface="Lato"/>
                <a:ea typeface="Lato"/>
                <a:cs typeface="Lato"/>
              </a:rPr>
              <a:t>statik</a:t>
            </a:r>
            <a:r>
              <a:rPr lang="en-US" sz="1800" dirty="0">
                <a:solidFill>
                  <a:schemeClr val="dk1"/>
                </a:solidFill>
                <a:latin typeface="Lato"/>
                <a:ea typeface="Lato"/>
                <a:cs typeface="Lato"/>
              </a:rPr>
              <a:t> UML.</a:t>
            </a:r>
          </a:p>
          <a:p>
            <a:pPr marL="457200" indent="-457200" defTabSz="685800">
              <a:spcAft>
                <a:spcPts val="600"/>
              </a:spcAft>
              <a:buFont typeface="Wingdings" panose="05000000000000000000" pitchFamily="2" charset="2"/>
              <a:buChar char="q"/>
              <a:defRPr/>
            </a:pPr>
            <a:r>
              <a:rPr lang="en-US" sz="1800" dirty="0" err="1">
                <a:solidFill>
                  <a:schemeClr val="dk1"/>
                </a:solidFill>
                <a:latin typeface="Lato"/>
                <a:ea typeface="Lato"/>
                <a:cs typeface="Lato"/>
              </a:rPr>
              <a:t>Memodelkan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kelas</a:t>
            </a:r>
            <a:r>
              <a:rPr lang="en-US" sz="1800" dirty="0">
                <a:solidFill>
                  <a:schemeClr val="dk1"/>
                </a:solidFill>
                <a:latin typeface="Lato"/>
                <a:ea typeface="Lato"/>
                <a:cs typeface="Lato"/>
              </a:rPr>
              <a:t> dan </a:t>
            </a:r>
            <a:r>
              <a:rPr lang="en-US" sz="1800" dirty="0" err="1">
                <a:solidFill>
                  <a:schemeClr val="dk1"/>
                </a:solidFill>
                <a:latin typeface="Lato"/>
                <a:ea typeface="Lato"/>
                <a:cs typeface="Lato"/>
              </a:rPr>
              <a:t>hubungannya</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dengan</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kelas</a:t>
            </a:r>
            <a:r>
              <a:rPr lang="en-US" sz="1800" dirty="0">
                <a:solidFill>
                  <a:schemeClr val="dk1"/>
                </a:solidFill>
                <a:latin typeface="Lato"/>
                <a:ea typeface="Lato"/>
                <a:cs typeface="Lato"/>
              </a:rPr>
              <a:t> yang lain.</a:t>
            </a:r>
          </a:p>
          <a:p>
            <a:pPr marL="457200" indent="-457200" defTabSz="685800">
              <a:spcAft>
                <a:spcPts val="600"/>
              </a:spcAft>
              <a:buFont typeface="Wingdings" panose="05000000000000000000" pitchFamily="2" charset="2"/>
              <a:buChar char="q"/>
              <a:defRPr/>
            </a:pPr>
            <a:r>
              <a:rPr lang="en-US" sz="1800" dirty="0" err="1">
                <a:solidFill>
                  <a:schemeClr val="dk1"/>
                </a:solidFill>
                <a:latin typeface="Lato"/>
                <a:ea typeface="Lato"/>
                <a:cs typeface="Lato"/>
              </a:rPr>
              <a:t>Komponen</a:t>
            </a:r>
            <a:r>
              <a:rPr lang="en-US" sz="1800" dirty="0">
                <a:solidFill>
                  <a:schemeClr val="dk1"/>
                </a:solidFill>
                <a:latin typeface="Lato"/>
                <a:ea typeface="Lato"/>
                <a:cs typeface="Lato"/>
              </a:rPr>
              <a:t> class diagram: </a:t>
            </a:r>
          </a:p>
          <a:p>
            <a:pPr marL="903288" lvl="1" indent="-457200" defTabSz="685800">
              <a:spcAft>
                <a:spcPts val="600"/>
              </a:spcAft>
              <a:buFont typeface="Arial" panose="020B0604020202020204" pitchFamily="34" charset="0"/>
              <a:buChar char="•"/>
              <a:defRPr/>
            </a:pPr>
            <a:r>
              <a:rPr lang="en-US" sz="1800" dirty="0">
                <a:solidFill>
                  <a:schemeClr val="dk1"/>
                </a:solidFill>
                <a:latin typeface="Lato"/>
                <a:ea typeface="Lato"/>
                <a:cs typeface="Lato"/>
              </a:rPr>
              <a:t>Class </a:t>
            </a:r>
            <a:r>
              <a:rPr lang="en-US" sz="1800" dirty="0" err="1">
                <a:solidFill>
                  <a:schemeClr val="dk1"/>
                </a:solidFill>
                <a:latin typeface="Lato"/>
                <a:ea typeface="Lato"/>
                <a:cs typeface="Lato"/>
              </a:rPr>
              <a:t>berisi</a:t>
            </a:r>
            <a:r>
              <a:rPr lang="en-US" sz="1800" dirty="0">
                <a:solidFill>
                  <a:schemeClr val="dk1"/>
                </a:solidFill>
                <a:latin typeface="Lato"/>
                <a:ea typeface="Lato"/>
                <a:cs typeface="Lato"/>
              </a:rPr>
              <a:t> nama </a:t>
            </a:r>
            <a:r>
              <a:rPr lang="en-US" sz="1800" dirty="0" err="1">
                <a:solidFill>
                  <a:schemeClr val="dk1"/>
                </a:solidFill>
                <a:latin typeface="Lato"/>
                <a:ea typeface="Lato"/>
                <a:cs typeface="Lato"/>
              </a:rPr>
              <a:t>kelas</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atribut</a:t>
            </a:r>
            <a:r>
              <a:rPr lang="en-US" sz="1800" dirty="0">
                <a:solidFill>
                  <a:schemeClr val="dk1"/>
                </a:solidFill>
                <a:latin typeface="Lato"/>
                <a:ea typeface="Lato"/>
                <a:cs typeface="Lato"/>
              </a:rPr>
              <a:t> dan </a:t>
            </a:r>
            <a:r>
              <a:rPr lang="en-US" sz="1800" dirty="0" err="1">
                <a:solidFill>
                  <a:schemeClr val="dk1"/>
                </a:solidFill>
                <a:latin typeface="Lato"/>
                <a:ea typeface="Lato"/>
                <a:cs typeface="Lato"/>
              </a:rPr>
              <a:t>metode</a:t>
            </a:r>
            <a:endParaRPr lang="en-US" sz="1800" dirty="0">
              <a:solidFill>
                <a:schemeClr val="dk1"/>
              </a:solidFill>
              <a:latin typeface="Lato"/>
              <a:ea typeface="Lato"/>
              <a:cs typeface="Lato"/>
            </a:endParaRPr>
          </a:p>
          <a:p>
            <a:pPr marL="903288" lvl="1" indent="-457200" defTabSz="685800">
              <a:spcAft>
                <a:spcPts val="600"/>
              </a:spcAft>
              <a:buFont typeface="Arial" panose="020B0604020202020204" pitchFamily="34" charset="0"/>
              <a:buChar char="•"/>
              <a:defRPr/>
            </a:pPr>
            <a:r>
              <a:rPr lang="en-US" sz="1800" dirty="0" err="1">
                <a:solidFill>
                  <a:schemeClr val="dk1"/>
                </a:solidFill>
                <a:latin typeface="Lato"/>
                <a:ea typeface="Lato"/>
                <a:cs typeface="Lato"/>
              </a:rPr>
              <a:t>Relasi</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antar</a:t>
            </a:r>
            <a:r>
              <a:rPr lang="en-US" sz="1800" dirty="0">
                <a:solidFill>
                  <a:schemeClr val="dk1"/>
                </a:solidFill>
                <a:latin typeface="Lato"/>
                <a:ea typeface="Lato"/>
                <a:cs typeface="Lato"/>
              </a:rPr>
              <a:t> class</a:t>
            </a:r>
            <a:endParaRPr lang="en-US" sz="1800" dirty="0">
              <a:solidFill>
                <a:schemeClr val="dk1"/>
              </a:solidFill>
              <a:latin typeface="Lato"/>
              <a:ea typeface="Lato"/>
              <a:cs typeface="Lato"/>
              <a:sym typeface="Lato"/>
            </a:endParaRPr>
          </a:p>
          <a:p>
            <a:pPr marL="457200" lvl="1" indent="-457200" defTabSz="685800">
              <a:spcAft>
                <a:spcPts val="600"/>
              </a:spcAft>
              <a:buFont typeface="Wingdings" panose="05000000000000000000" pitchFamily="2" charset="2"/>
              <a:buChar char="q"/>
              <a:defRPr/>
            </a:pPr>
            <a:r>
              <a:rPr lang="en-US" sz="1800" dirty="0">
                <a:solidFill>
                  <a:schemeClr val="dk1"/>
                </a:solidFill>
                <a:latin typeface="Lato"/>
                <a:ea typeface="Lato"/>
                <a:cs typeface="Lato"/>
              </a:rPr>
              <a:t>Tools </a:t>
            </a:r>
            <a:r>
              <a:rPr lang="en-US" sz="1800" dirty="0" err="1">
                <a:solidFill>
                  <a:schemeClr val="dk1"/>
                </a:solidFill>
                <a:latin typeface="Lato"/>
                <a:ea typeface="Lato"/>
                <a:cs typeface="Lato"/>
              </a:rPr>
              <a:t>untuk</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membuat</a:t>
            </a:r>
            <a:r>
              <a:rPr lang="en-US" sz="1800" dirty="0">
                <a:solidFill>
                  <a:schemeClr val="dk1"/>
                </a:solidFill>
                <a:latin typeface="Lato"/>
                <a:ea typeface="Lato"/>
                <a:cs typeface="Lato"/>
              </a:rPr>
              <a:t> class diagram: </a:t>
            </a:r>
          </a:p>
          <a:p>
            <a:pPr marL="903288" lvl="1" indent="-457200" defTabSz="685800">
              <a:spcAft>
                <a:spcPts val="600"/>
              </a:spcAft>
              <a:buFont typeface="Arial" panose="020B0604020202020204" pitchFamily="34" charset="0"/>
              <a:buChar char="•"/>
              <a:defRPr/>
            </a:pPr>
            <a:r>
              <a:rPr lang="en-US" sz="1800" dirty="0" err="1">
                <a:solidFill>
                  <a:schemeClr val="dk1"/>
                </a:solidFill>
                <a:latin typeface="Lato"/>
                <a:ea typeface="Lato"/>
                <a:cs typeface="Lato"/>
              </a:rPr>
              <a:t>StarUML</a:t>
            </a:r>
            <a:r>
              <a:rPr lang="en-US" sz="1800" dirty="0">
                <a:solidFill>
                  <a:schemeClr val="dk1"/>
                </a:solidFill>
                <a:latin typeface="Lato"/>
                <a:ea typeface="Lato"/>
                <a:cs typeface="Lato"/>
              </a:rPr>
              <a:t>, Visual Paradigm</a:t>
            </a:r>
          </a:p>
          <a:p>
            <a:pPr marL="903288" lvl="1" indent="-457200" defTabSz="685800">
              <a:spcAft>
                <a:spcPts val="600"/>
              </a:spcAft>
              <a:buFont typeface="Arial" panose="020B0604020202020204" pitchFamily="34" charset="0"/>
              <a:buChar char="•"/>
              <a:defRPr/>
            </a:pPr>
            <a:r>
              <a:rPr lang="en-US" sz="1800" dirty="0" err="1">
                <a:solidFill>
                  <a:schemeClr val="dk1"/>
                </a:solidFill>
                <a:latin typeface="Lato"/>
                <a:ea typeface="Lato"/>
                <a:cs typeface="Lato"/>
              </a:rPr>
              <a:t>draw.ioPlantUML</a:t>
            </a:r>
            <a:r>
              <a:rPr lang="en-US" sz="1800" dirty="0">
                <a:solidFill>
                  <a:schemeClr val="dk1"/>
                </a:solidFill>
                <a:latin typeface="Lato"/>
                <a:ea typeface="Lato"/>
                <a:cs typeface="Lato"/>
              </a:rPr>
              <a:t>, </a:t>
            </a:r>
            <a:r>
              <a:rPr lang="en-US" sz="1800" dirty="0" err="1">
                <a:solidFill>
                  <a:schemeClr val="dk1"/>
                </a:solidFill>
                <a:latin typeface="Lato"/>
                <a:ea typeface="Lato"/>
                <a:cs typeface="Lato"/>
              </a:rPr>
              <a:t>dll</a:t>
            </a:r>
            <a:r>
              <a:rPr lang="en-US" sz="1800" dirty="0">
                <a:solidFill>
                  <a:schemeClr val="dk1"/>
                </a:solidFill>
                <a:latin typeface="Lato"/>
                <a:ea typeface="Lato"/>
                <a:cs typeface="Lato"/>
              </a:rPr>
              <a:t>…</a:t>
            </a:r>
          </a:p>
          <a:p>
            <a:pPr marL="446088" lvl="1" defTabSz="685800">
              <a:spcAft>
                <a:spcPts val="600"/>
              </a:spcAft>
              <a:defRPr/>
            </a:pPr>
            <a:endParaRPr lang="en-US" sz="1800" dirty="0">
              <a:solidFill>
                <a:schemeClr val="dk1"/>
              </a:solidFill>
              <a:latin typeface="Lato"/>
              <a:ea typeface="Lato"/>
              <a:cs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8C7346A1-A691-32AF-5720-4350D2209BAE}"/>
              </a:ext>
            </a:extLst>
          </p:cNvPr>
          <p:cNvPicPr>
            <a:picLocks noChangeAspect="1"/>
          </p:cNvPicPr>
          <p:nvPr/>
        </p:nvPicPr>
        <p:blipFill>
          <a:blip r:embed="rId3"/>
          <a:stretch>
            <a:fillRect/>
          </a:stretch>
        </p:blipFill>
        <p:spPr>
          <a:xfrm>
            <a:off x="5248556" y="2697595"/>
            <a:ext cx="2976236" cy="1827513"/>
          </a:xfrm>
          <a:prstGeom prst="rect">
            <a:avLst/>
          </a:prstGeom>
        </p:spPr>
      </p:pic>
    </p:spTree>
    <p:extLst>
      <p:ext uri="{BB962C8B-B14F-4D97-AF65-F5344CB8AC3E}">
        <p14:creationId xmlns:p14="http://schemas.microsoft.com/office/powerpoint/2010/main" val="2380519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7599853D-116D-B271-C041-DB5961C0FE30}"/>
            </a:ext>
          </a:extLst>
        </p:cNvPr>
        <p:cNvGrpSpPr/>
        <p:nvPr/>
      </p:nvGrpSpPr>
      <p:grpSpPr>
        <a:xfrm>
          <a:off x="0" y="0"/>
          <a:ext cx="0" cy="0"/>
          <a:chOff x="0" y="0"/>
          <a:chExt cx="0" cy="0"/>
        </a:xfrm>
      </p:grpSpPr>
      <p:grpSp>
        <p:nvGrpSpPr>
          <p:cNvPr id="667" name="Google Shape;667;p38">
            <a:extLst>
              <a:ext uri="{FF2B5EF4-FFF2-40B4-BE49-F238E27FC236}">
                <a16:creationId xmlns:a16="http://schemas.microsoft.com/office/drawing/2014/main" id="{F5474F0B-27EC-5696-0F3F-7EB1123D93A0}"/>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4F02EA3E-27E2-FC0F-F9E2-25DA6CC55190}"/>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87FA0C43-F5BA-CE62-C190-25D87AB6EE2F}"/>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CDA8806F-34C2-8F5E-C12B-B0F7FB6FDC55}"/>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CC81520A-246D-8EB7-A3BB-7BA05A19B529}"/>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0094E209-AF01-8013-445D-854274AB7B4E}"/>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 name="Straight Arrow Connector 4">
            <a:extLst>
              <a:ext uri="{FF2B5EF4-FFF2-40B4-BE49-F238E27FC236}">
                <a16:creationId xmlns:a16="http://schemas.microsoft.com/office/drawing/2014/main" id="{34F95C6A-07D4-667C-526D-225BC3EAE6EB}"/>
              </a:ext>
            </a:extLst>
          </p:cNvPr>
          <p:cNvCxnSpPr/>
          <p:nvPr/>
        </p:nvCxnSpPr>
        <p:spPr>
          <a:xfrm>
            <a:off x="3399840" y="2168122"/>
            <a:ext cx="535785" cy="1191"/>
          </a:xfrm>
          <a:prstGeom prst="straightConnector1">
            <a:avLst/>
          </a:prstGeom>
          <a:ln w="57150">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713D088-EFD8-2AC6-ADD2-A956FD8D55FC}"/>
              </a:ext>
            </a:extLst>
          </p:cNvPr>
          <p:cNvSpPr txBox="1"/>
          <p:nvPr/>
        </p:nvSpPr>
        <p:spPr>
          <a:xfrm>
            <a:off x="1257001" y="3625157"/>
            <a:ext cx="1168910" cy="307777"/>
          </a:xfrm>
          <a:prstGeom prst="rect">
            <a:avLst/>
          </a:prstGeom>
          <a:noFill/>
        </p:spPr>
        <p:txBody>
          <a:bodyPr wrap="none" rtlCol="0">
            <a:spAutoFit/>
          </a:bodyPr>
          <a:lstStyle/>
          <a:p>
            <a:r>
              <a:rPr lang="en-US" b="1" dirty="0" err="1"/>
              <a:t>Notasi</a:t>
            </a:r>
            <a:r>
              <a:rPr lang="en-US" b="1" dirty="0"/>
              <a:t> UML</a:t>
            </a:r>
            <a:endParaRPr lang="en-ID" b="1" dirty="0"/>
          </a:p>
        </p:txBody>
      </p:sp>
      <p:sp>
        <p:nvSpPr>
          <p:cNvPr id="6" name="TextBox 5">
            <a:extLst>
              <a:ext uri="{FF2B5EF4-FFF2-40B4-BE49-F238E27FC236}">
                <a16:creationId xmlns:a16="http://schemas.microsoft.com/office/drawing/2014/main" id="{29472185-D5C0-EE13-8ADF-56FCB473E7AD}"/>
              </a:ext>
            </a:extLst>
          </p:cNvPr>
          <p:cNvSpPr txBox="1"/>
          <p:nvPr/>
        </p:nvSpPr>
        <p:spPr>
          <a:xfrm>
            <a:off x="5234781" y="4709107"/>
            <a:ext cx="1667444" cy="307777"/>
          </a:xfrm>
          <a:prstGeom prst="rect">
            <a:avLst/>
          </a:prstGeom>
          <a:noFill/>
        </p:spPr>
        <p:txBody>
          <a:bodyPr wrap="none" rtlCol="0">
            <a:spAutoFit/>
          </a:bodyPr>
          <a:lstStyle/>
          <a:p>
            <a:r>
              <a:rPr lang="en-US" b="1" dirty="0" err="1"/>
              <a:t>Notasi</a:t>
            </a:r>
            <a:r>
              <a:rPr lang="en-US" b="1" dirty="0"/>
              <a:t> </a:t>
            </a:r>
            <a:r>
              <a:rPr lang="en-US" b="1" dirty="0" err="1"/>
              <a:t>Algortimik</a:t>
            </a:r>
            <a:endParaRPr lang="en-ID" b="1" dirty="0"/>
          </a:p>
        </p:txBody>
      </p:sp>
      <p:sp>
        <p:nvSpPr>
          <p:cNvPr id="12" name="Content Placeholder 2">
            <a:extLst>
              <a:ext uri="{FF2B5EF4-FFF2-40B4-BE49-F238E27FC236}">
                <a16:creationId xmlns:a16="http://schemas.microsoft.com/office/drawing/2014/main" id="{8B440A0B-2C32-4C45-FCFA-6DC8544623E0}"/>
              </a:ext>
            </a:extLst>
          </p:cNvPr>
          <p:cNvSpPr txBox="1">
            <a:spLocks/>
          </p:cNvSpPr>
          <p:nvPr/>
        </p:nvSpPr>
        <p:spPr>
          <a:xfrm>
            <a:off x="4155904" y="104585"/>
            <a:ext cx="4168495" cy="4604522"/>
          </a:xfrm>
          <a:prstGeom prst="rect">
            <a:avLst/>
          </a:prstGeom>
          <a:solidFill>
            <a:srgbClr val="F7FAFF"/>
          </a:solidFill>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10000"/>
              </a:lnSpc>
              <a:spcAft>
                <a:spcPts val="600"/>
              </a:spcAft>
            </a:pPr>
            <a:r>
              <a:rPr lang="en-US" b="1" u="sng" dirty="0">
                <a:latin typeface="Consolas" panose="020B0609020204030204" pitchFamily="49" charset="0"/>
                <a:cs typeface="Courier New" panose="02070309020205020404" pitchFamily="49" charset="0"/>
              </a:rPr>
              <a:t>class</a:t>
            </a: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Titik</a:t>
            </a:r>
            <a:r>
              <a:rPr lang="en-US" dirty="0">
                <a:latin typeface="Consolas" panose="020B0609020204030204" pitchFamily="49" charset="0"/>
                <a:cs typeface="Courier New" panose="02070309020205020404" pitchFamily="49" charset="0"/>
              </a:rPr>
              <a:t> </a:t>
            </a:r>
          </a:p>
          <a:p>
            <a:pPr>
              <a:lnSpc>
                <a:spcPct val="110000"/>
              </a:lnSpc>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atribut</a:t>
            </a:r>
            <a:r>
              <a:rPr lang="en-US" dirty="0">
                <a:latin typeface="Consolas" panose="020B0609020204030204" pitchFamily="49" charset="0"/>
                <a:cs typeface="Courier New" panose="02070309020205020404" pitchFamily="49" charset="0"/>
              </a:rPr>
              <a:t>}</a:t>
            </a:r>
          </a:p>
          <a:p>
            <a:pPr>
              <a:lnSpc>
                <a:spcPct val="110000"/>
              </a:lnSpc>
              <a:buNone/>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absis</a:t>
            </a:r>
            <a:r>
              <a:rPr lang="en-US" dirty="0">
                <a:latin typeface="Consolas" panose="020B0609020204030204" pitchFamily="49" charset="0"/>
                <a:cs typeface="Courier New" panose="02070309020205020404" pitchFamily="49" charset="0"/>
              </a:rPr>
              <a:t>: </a:t>
            </a:r>
            <a:r>
              <a:rPr lang="en-US" u="sng" dirty="0">
                <a:latin typeface="Consolas" panose="020B0609020204030204" pitchFamily="49" charset="0"/>
                <a:cs typeface="Courier New" panose="02070309020205020404" pitchFamily="49" charset="0"/>
              </a:rPr>
              <a:t>real</a:t>
            </a:r>
          </a:p>
          <a:p>
            <a:pPr>
              <a:lnSpc>
                <a:spcPct val="110000"/>
              </a:lnSpc>
              <a:spcAft>
                <a:spcPts val="600"/>
              </a:spcAft>
              <a:buNone/>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ordinat</a:t>
            </a:r>
            <a:r>
              <a:rPr lang="en-US" dirty="0">
                <a:latin typeface="Consolas" panose="020B0609020204030204" pitchFamily="49" charset="0"/>
                <a:cs typeface="Courier New" panose="02070309020205020404" pitchFamily="49" charset="0"/>
              </a:rPr>
              <a:t>: </a:t>
            </a:r>
            <a:r>
              <a:rPr lang="en-US" u="sng" dirty="0">
                <a:latin typeface="Consolas" panose="020B0609020204030204" pitchFamily="49" charset="0"/>
                <a:cs typeface="Courier New" panose="02070309020205020404" pitchFamily="49" charset="0"/>
              </a:rPr>
              <a:t>real</a:t>
            </a:r>
          </a:p>
          <a:p>
            <a:pPr>
              <a:lnSpc>
                <a:spcPct val="110000"/>
              </a:lnSpc>
            </a:pPr>
            <a:r>
              <a:rPr lang="en-US" dirty="0">
                <a:latin typeface="Consolas" panose="020B0609020204030204" pitchFamily="49" charset="0"/>
                <a:cs typeface="Courier New" panose="02070309020205020404" pitchFamily="49" charset="0"/>
              </a:rPr>
              <a:t>  {method}</a:t>
            </a:r>
          </a:p>
          <a:p>
            <a:pPr>
              <a:lnSpc>
                <a:spcPct val="110000"/>
              </a:lnSpc>
            </a:pPr>
            <a:r>
              <a:rPr lang="en-US" dirty="0">
                <a:latin typeface="Consolas" panose="020B0609020204030204" pitchFamily="49" charset="0"/>
                <a:cs typeface="Courier New" panose="02070309020205020404" pitchFamily="49" charset="0"/>
              </a:rPr>
              <a:t>   </a:t>
            </a:r>
            <a:r>
              <a:rPr lang="en-US" u="sng" dirty="0">
                <a:latin typeface="Consolas" panose="020B0609020204030204" pitchFamily="49" charset="0"/>
                <a:cs typeface="Courier New" panose="02070309020205020404" pitchFamily="49" charset="0"/>
              </a:rPr>
              <a:t>procedure</a:t>
            </a: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Titik</a:t>
            </a:r>
            <a:r>
              <a:rPr lang="en-US" dirty="0">
                <a:latin typeface="Consolas" panose="020B0609020204030204" pitchFamily="49" charset="0"/>
                <a:cs typeface="Courier New" panose="02070309020205020404" pitchFamily="49" charset="0"/>
              </a:rPr>
              <a:t>()</a:t>
            </a:r>
          </a:p>
          <a:p>
            <a:pPr>
              <a:lnSpc>
                <a:spcPct val="110000"/>
              </a:lnSpc>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absis</a:t>
            </a:r>
            <a:r>
              <a:rPr lang="en-US" dirty="0">
                <a:latin typeface="Consolas" panose="020B0609020204030204" pitchFamily="49" charset="0"/>
                <a:cs typeface="Courier New" panose="02070309020205020404" pitchFamily="49" charset="0"/>
              </a:rPr>
              <a:t> &lt;- 0 </a:t>
            </a:r>
          </a:p>
          <a:p>
            <a:pPr>
              <a:lnSpc>
                <a:spcPct val="110000"/>
              </a:lnSpc>
              <a:spcAft>
                <a:spcPts val="600"/>
              </a:spcAft>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ordinat</a:t>
            </a:r>
            <a:r>
              <a:rPr lang="en-US" dirty="0">
                <a:latin typeface="Consolas" panose="020B0609020204030204" pitchFamily="49" charset="0"/>
                <a:cs typeface="Courier New" panose="02070309020205020404" pitchFamily="49" charset="0"/>
              </a:rPr>
              <a:t> &lt;- 0;</a:t>
            </a:r>
          </a:p>
          <a:p>
            <a:pPr>
              <a:lnSpc>
                <a:spcPct val="110000"/>
              </a:lnSpc>
            </a:pPr>
            <a:r>
              <a:rPr lang="en-US" dirty="0">
                <a:latin typeface="Consolas" panose="020B0609020204030204" pitchFamily="49" charset="0"/>
                <a:cs typeface="Courier New" panose="02070309020205020404" pitchFamily="49" charset="0"/>
              </a:rPr>
              <a:t>   </a:t>
            </a:r>
            <a:r>
              <a:rPr lang="en-US" u="sng" dirty="0">
                <a:solidFill>
                  <a:schemeClr val="tx1"/>
                </a:solidFill>
                <a:latin typeface="Consolas" panose="020B0609020204030204" pitchFamily="49" charset="0"/>
                <a:cs typeface="Courier New" panose="02070309020205020404" pitchFamily="49" charset="0"/>
              </a:rPr>
              <a:t>function</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getAbsis</a:t>
            </a:r>
            <a:r>
              <a:rPr lang="en-US" dirty="0">
                <a:solidFill>
                  <a:schemeClr val="tx1"/>
                </a:solidFill>
                <a:latin typeface="Consolas" panose="020B0609020204030204" pitchFamily="49" charset="0"/>
                <a:cs typeface="Courier New" panose="02070309020205020404" pitchFamily="49" charset="0"/>
              </a:rPr>
              <a:t>()-&gt; real </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sym typeface="Wingdings" pitchFamily="2" charset="2"/>
              </a:rPr>
              <a:t>    -&gt;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this.absis</a:t>
            </a:r>
            <a:endParaRPr lang="en-US" dirty="0">
              <a:solidFill>
                <a:schemeClr val="tx1"/>
              </a:solidFill>
              <a:latin typeface="Consolas" panose="020B0609020204030204" pitchFamily="49" charset="0"/>
              <a:cs typeface="Courier New" panose="02070309020205020404" pitchFamily="49" charset="0"/>
              <a:sym typeface="Wingdings" pitchFamily="2" charset="2"/>
            </a:endParaRP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dirty="0">
                <a:solidFill>
                  <a:schemeClr val="tx1"/>
                </a:solidFill>
                <a:latin typeface="Consolas" panose="020B0609020204030204" pitchFamily="49" charset="0"/>
                <a:cs typeface="Courier New" panose="02070309020205020404" pitchFamily="49" charset="0"/>
                <a:sym typeface="Wingdings" pitchFamily="2" charset="2"/>
              </a:rPr>
              <a:t> </a:t>
            </a:r>
            <a:r>
              <a:rPr lang="en-US" u="sng" dirty="0">
                <a:solidFill>
                  <a:schemeClr val="tx1"/>
                </a:solidFill>
                <a:latin typeface="Consolas" panose="020B0609020204030204" pitchFamily="49" charset="0"/>
                <a:cs typeface="Courier New" panose="02070309020205020404" pitchFamily="49" charset="0"/>
              </a:rPr>
              <a:t>function</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getOrdinat</a:t>
            </a:r>
            <a:r>
              <a:rPr lang="en-US" dirty="0">
                <a:solidFill>
                  <a:schemeClr val="tx1"/>
                </a:solidFill>
                <a:latin typeface="Consolas" panose="020B0609020204030204" pitchFamily="49" charset="0"/>
                <a:cs typeface="Courier New" panose="02070309020205020404" pitchFamily="49" charset="0"/>
              </a:rPr>
              <a:t>()-&gt; real</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sym typeface="Wingdings" pitchFamily="2" charset="2"/>
              </a:rPr>
              <a:t>    -&gt;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this.ordinat</a:t>
            </a:r>
            <a:endParaRPr lang="en-US" dirty="0">
              <a:solidFill>
                <a:schemeClr val="tx1"/>
              </a:solidFill>
              <a:latin typeface="Consolas" panose="020B0609020204030204" pitchFamily="49" charset="0"/>
              <a:cs typeface="Courier New" panose="02070309020205020404" pitchFamily="49" charset="0"/>
              <a:sym typeface="Wingdings" pitchFamily="2" charset="2"/>
            </a:endParaRP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u="sng" dirty="0">
                <a:solidFill>
                  <a:schemeClr val="tx1"/>
                </a:solidFill>
                <a:latin typeface="Consolas" panose="020B0609020204030204" pitchFamily="49" charset="0"/>
                <a:cs typeface="Courier New" panose="02070309020205020404" pitchFamily="49" charset="0"/>
              </a:rPr>
              <a:t>procedure</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setAbsis</a:t>
            </a:r>
            <a:r>
              <a:rPr lang="en-US" dirty="0">
                <a:solidFill>
                  <a:schemeClr val="tx1"/>
                </a:solidFill>
                <a:latin typeface="Consolas" panose="020B0609020204030204" pitchFamily="49" charset="0"/>
                <a:cs typeface="Courier New" panose="02070309020205020404" pitchFamily="49" charset="0"/>
              </a:rPr>
              <a:t>(</a:t>
            </a:r>
            <a:r>
              <a:rPr lang="en-US" u="sng" dirty="0">
                <a:solidFill>
                  <a:schemeClr val="tx1"/>
                </a:solidFill>
                <a:latin typeface="Consolas" panose="020B0609020204030204" pitchFamily="49" charset="0"/>
                <a:cs typeface="Courier New" panose="02070309020205020404" pitchFamily="49" charset="0"/>
              </a:rPr>
              <a:t>input</a:t>
            </a:r>
            <a:r>
              <a:rPr lang="en-US" dirty="0">
                <a:solidFill>
                  <a:schemeClr val="tx1"/>
                </a:solidFill>
                <a:latin typeface="Consolas" panose="020B0609020204030204" pitchFamily="49" charset="0"/>
                <a:cs typeface="Courier New" panose="02070309020205020404" pitchFamily="49" charset="0"/>
              </a:rPr>
              <a:t> x:real) </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sym typeface="Wingdings" pitchFamily="2" charset="2"/>
              </a:rPr>
              <a: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this.absis</a:t>
            </a:r>
            <a:r>
              <a:rPr lang="en-US" dirty="0">
                <a:solidFill>
                  <a:schemeClr val="tx1"/>
                </a:solidFill>
                <a:latin typeface="Consolas" panose="020B0609020204030204" pitchFamily="49" charset="0"/>
                <a:cs typeface="Courier New" panose="02070309020205020404" pitchFamily="49" charset="0"/>
                <a:sym typeface="Wingdings" pitchFamily="2" charset="2"/>
              </a:rPr>
              <a:t> &lt;- x</a:t>
            </a: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u="sng" dirty="0">
                <a:solidFill>
                  <a:schemeClr val="tx1"/>
                </a:solidFill>
                <a:latin typeface="Consolas" panose="020B0609020204030204" pitchFamily="49" charset="0"/>
                <a:cs typeface="Courier New" panose="02070309020205020404" pitchFamily="49" charset="0"/>
              </a:rPr>
              <a:t>procedure</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setOrdinat</a:t>
            </a:r>
            <a:r>
              <a:rPr lang="en-US" dirty="0">
                <a:solidFill>
                  <a:schemeClr val="tx1"/>
                </a:solidFill>
                <a:latin typeface="Consolas" panose="020B0609020204030204" pitchFamily="49" charset="0"/>
                <a:cs typeface="Courier New" panose="02070309020205020404" pitchFamily="49" charset="0"/>
              </a:rPr>
              <a:t>(</a:t>
            </a:r>
            <a:r>
              <a:rPr lang="en-US" u="sng" dirty="0">
                <a:solidFill>
                  <a:schemeClr val="tx1"/>
                </a:solidFill>
                <a:latin typeface="Consolas" panose="020B0609020204030204" pitchFamily="49" charset="0"/>
                <a:cs typeface="Courier New" panose="02070309020205020404" pitchFamily="49" charset="0"/>
              </a:rPr>
              <a:t>input</a:t>
            </a:r>
            <a:r>
              <a:rPr lang="en-US" dirty="0">
                <a:solidFill>
                  <a:schemeClr val="tx1"/>
                </a:solidFill>
                <a:latin typeface="Consolas" panose="020B0609020204030204" pitchFamily="49" charset="0"/>
                <a:cs typeface="Courier New" panose="02070309020205020404" pitchFamily="49" charset="0"/>
              </a:rPr>
              <a:t> y:real) </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sym typeface="Wingdings" pitchFamily="2" charset="2"/>
              </a:rPr>
              <a: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this.ordinat</a:t>
            </a:r>
            <a:r>
              <a:rPr lang="en-US" dirty="0">
                <a:solidFill>
                  <a:schemeClr val="tx1"/>
                </a:solidFill>
                <a:latin typeface="Consolas" panose="020B0609020204030204" pitchFamily="49" charset="0"/>
                <a:cs typeface="Courier New" panose="02070309020205020404" pitchFamily="49" charset="0"/>
                <a:sym typeface="Wingdings" pitchFamily="2" charset="2"/>
              </a:rPr>
              <a:t> &lt;- y</a:t>
            </a:r>
            <a:endParaRPr lang="en-US" dirty="0">
              <a:latin typeface="Consolas" panose="020B0609020204030204" pitchFamily="49" charset="0"/>
              <a:cs typeface="Courier New" panose="02070309020205020404" pitchFamily="49" charset="0"/>
              <a:sym typeface="Wingdings" pitchFamily="2" charset="2"/>
            </a:endParaRPr>
          </a:p>
          <a:p>
            <a:pPr>
              <a:lnSpc>
                <a:spcPct val="110000"/>
              </a:lnSpc>
            </a:pPr>
            <a:r>
              <a:rPr lang="en-US" dirty="0">
                <a:latin typeface="Consolas" panose="020B0609020204030204" pitchFamily="49" charset="0"/>
                <a:cs typeface="Courier New" panose="02070309020205020404" pitchFamily="49" charset="0"/>
              </a:rPr>
              <a:t>{end class </a:t>
            </a:r>
            <a:r>
              <a:rPr lang="en-US" dirty="0" err="1">
                <a:latin typeface="Consolas" panose="020B0609020204030204" pitchFamily="49" charset="0"/>
                <a:cs typeface="Courier New" panose="02070309020205020404" pitchFamily="49" charset="0"/>
              </a:rPr>
              <a:t>Titik</a:t>
            </a:r>
            <a:r>
              <a:rPr lang="en-US" dirty="0">
                <a:latin typeface="Consolas" panose="020B0609020204030204" pitchFamily="49" charset="0"/>
                <a:cs typeface="Courier New" panose="02070309020205020404" pitchFamily="49" charset="0"/>
              </a:rPr>
              <a:t>}</a:t>
            </a:r>
          </a:p>
        </p:txBody>
      </p:sp>
      <p:sp>
        <p:nvSpPr>
          <p:cNvPr id="2" name="Rectangle 1">
            <a:extLst>
              <a:ext uri="{FF2B5EF4-FFF2-40B4-BE49-F238E27FC236}">
                <a16:creationId xmlns:a16="http://schemas.microsoft.com/office/drawing/2014/main" id="{2D60DBFF-6A05-F455-EE0F-7FDF3773C462}"/>
              </a:ext>
            </a:extLst>
          </p:cNvPr>
          <p:cNvSpPr/>
          <p:nvPr/>
        </p:nvSpPr>
        <p:spPr>
          <a:xfrm>
            <a:off x="1876789" y="2258030"/>
            <a:ext cx="477078" cy="1908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3" name="Picture 2">
            <a:extLst>
              <a:ext uri="{FF2B5EF4-FFF2-40B4-BE49-F238E27FC236}">
                <a16:creationId xmlns:a16="http://schemas.microsoft.com/office/drawing/2014/main" id="{59C06221-82B8-C58F-C4C7-85D347CB0E38}"/>
              </a:ext>
            </a:extLst>
          </p:cNvPr>
          <p:cNvPicPr>
            <a:picLocks noChangeAspect="1"/>
          </p:cNvPicPr>
          <p:nvPr/>
        </p:nvPicPr>
        <p:blipFill>
          <a:blip r:embed="rId3"/>
          <a:stretch>
            <a:fillRect/>
          </a:stretch>
        </p:blipFill>
        <p:spPr>
          <a:xfrm>
            <a:off x="742406" y="943471"/>
            <a:ext cx="2437156" cy="2681686"/>
          </a:xfrm>
          <a:prstGeom prst="rect">
            <a:avLst/>
          </a:prstGeom>
        </p:spPr>
      </p:pic>
    </p:spTree>
    <p:extLst>
      <p:ext uri="{BB962C8B-B14F-4D97-AF65-F5344CB8AC3E}">
        <p14:creationId xmlns:p14="http://schemas.microsoft.com/office/powerpoint/2010/main" val="1316635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5FF1A888-4EB3-869F-0E1A-CBC7354AA89D}"/>
            </a:ext>
          </a:extLst>
        </p:cNvPr>
        <p:cNvGrpSpPr/>
        <p:nvPr/>
      </p:nvGrpSpPr>
      <p:grpSpPr>
        <a:xfrm>
          <a:off x="0" y="0"/>
          <a:ext cx="0" cy="0"/>
          <a:chOff x="0" y="0"/>
          <a:chExt cx="0" cy="0"/>
        </a:xfrm>
      </p:grpSpPr>
      <p:grpSp>
        <p:nvGrpSpPr>
          <p:cNvPr id="667" name="Google Shape;667;p38">
            <a:extLst>
              <a:ext uri="{FF2B5EF4-FFF2-40B4-BE49-F238E27FC236}">
                <a16:creationId xmlns:a16="http://schemas.microsoft.com/office/drawing/2014/main" id="{9B392AEC-8A1C-3513-CFCC-3E1FE2A06943}"/>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9380F315-32C4-F6A4-50DB-EF39B227BDBD}"/>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3B77AF0C-870C-EC34-AF5C-566BD38A1190}"/>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242D53EF-9C0E-BBFB-DDC3-9B25F9068A3F}"/>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0D25EAF4-9928-49AA-51BE-B66ABEE5C7A9}"/>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F5B531F8-F523-2ABF-6B9B-9BF8DD37FDDD}"/>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TextBox 5">
            <a:extLst>
              <a:ext uri="{FF2B5EF4-FFF2-40B4-BE49-F238E27FC236}">
                <a16:creationId xmlns:a16="http://schemas.microsoft.com/office/drawing/2014/main" id="{9ED63DEA-0D04-5C92-0194-A66CC0C3520B}"/>
              </a:ext>
            </a:extLst>
          </p:cNvPr>
          <p:cNvSpPr txBox="1"/>
          <p:nvPr/>
        </p:nvSpPr>
        <p:spPr>
          <a:xfrm>
            <a:off x="1221130" y="4709107"/>
            <a:ext cx="1667444" cy="307777"/>
          </a:xfrm>
          <a:prstGeom prst="rect">
            <a:avLst/>
          </a:prstGeom>
          <a:noFill/>
        </p:spPr>
        <p:txBody>
          <a:bodyPr wrap="none" rtlCol="0">
            <a:spAutoFit/>
          </a:bodyPr>
          <a:lstStyle/>
          <a:p>
            <a:r>
              <a:rPr lang="en-US" b="1" dirty="0" err="1"/>
              <a:t>Notasi</a:t>
            </a:r>
            <a:r>
              <a:rPr lang="en-US" b="1" dirty="0"/>
              <a:t> </a:t>
            </a:r>
            <a:r>
              <a:rPr lang="en-US" b="1" dirty="0" err="1"/>
              <a:t>Algortimik</a:t>
            </a:r>
            <a:endParaRPr lang="en-ID" b="1" dirty="0"/>
          </a:p>
        </p:txBody>
      </p:sp>
      <p:sp>
        <p:nvSpPr>
          <p:cNvPr id="3" name="Content Placeholder 2">
            <a:extLst>
              <a:ext uri="{FF2B5EF4-FFF2-40B4-BE49-F238E27FC236}">
                <a16:creationId xmlns:a16="http://schemas.microsoft.com/office/drawing/2014/main" id="{4733F8C8-4B72-F802-FC05-E36473E9ABE7}"/>
              </a:ext>
            </a:extLst>
          </p:cNvPr>
          <p:cNvSpPr txBox="1">
            <a:spLocks/>
          </p:cNvSpPr>
          <p:nvPr/>
        </p:nvSpPr>
        <p:spPr>
          <a:xfrm>
            <a:off x="4466063" y="56644"/>
            <a:ext cx="4414303" cy="4709107"/>
          </a:xfrm>
          <a:prstGeom prst="rect">
            <a:avLst/>
          </a:prstGeom>
          <a:solidFill>
            <a:srgbClr val="F7FAFF"/>
          </a:solidFill>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10000"/>
              </a:lnSpc>
              <a:spcAft>
                <a:spcPts val="600"/>
              </a:spcAft>
            </a:pPr>
            <a:r>
              <a:rPr lang="en-US" b="1" u="sng" dirty="0">
                <a:solidFill>
                  <a:schemeClr val="tx1"/>
                </a:solidFill>
                <a:latin typeface="Consolas" panose="020B0609020204030204" pitchFamily="49" charset="0"/>
                <a:cs typeface="Courier New" panose="02070309020205020404" pitchFamily="49" charset="0"/>
              </a:rPr>
              <a:t>class</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Titik</a:t>
            </a:r>
            <a:r>
              <a:rPr lang="en-US" dirty="0">
                <a:solidFill>
                  <a:schemeClr val="tx1"/>
                </a:solidFill>
                <a:latin typeface="Consolas" panose="020B0609020204030204" pitchFamily="49" charset="0"/>
                <a:cs typeface="Courier New" panose="02070309020205020404" pitchFamily="49" charset="0"/>
              </a:rPr>
              <a:t> {</a:t>
            </a: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atribut</a:t>
            </a:r>
            <a:endParaRPr lang="en-US" dirty="0">
              <a:solidFill>
                <a:schemeClr val="tx1"/>
              </a:solidFill>
              <a:latin typeface="Consolas" panose="020B0609020204030204" pitchFamily="49" charset="0"/>
              <a:cs typeface="Courier New" panose="02070309020205020404" pitchFamily="49" charset="0"/>
            </a:endParaRPr>
          </a:p>
          <a:p>
            <a:pPr>
              <a:lnSpc>
                <a:spcPct val="110000"/>
              </a:lnSpc>
              <a:buNone/>
            </a:pPr>
            <a:r>
              <a:rPr lang="en-US" dirty="0">
                <a:solidFill>
                  <a:schemeClr val="tx1"/>
                </a:solidFill>
                <a:latin typeface="Consolas" panose="020B0609020204030204" pitchFamily="49" charset="0"/>
                <a:cs typeface="Courier New" panose="02070309020205020404" pitchFamily="49" charset="0"/>
              </a:rPr>
              <a:t>   double </a:t>
            </a:r>
            <a:r>
              <a:rPr lang="en-US" dirty="0" err="1">
                <a:solidFill>
                  <a:schemeClr val="tx1"/>
                </a:solidFill>
                <a:latin typeface="Consolas" panose="020B0609020204030204" pitchFamily="49" charset="0"/>
                <a:cs typeface="Courier New" panose="02070309020205020404" pitchFamily="49" charset="0"/>
              </a:rPr>
              <a:t>absis</a:t>
            </a:r>
            <a:r>
              <a:rPr lang="en-US" dirty="0">
                <a:solidFill>
                  <a:schemeClr val="tx1"/>
                </a:solidFill>
                <a:latin typeface="Consolas" panose="020B0609020204030204" pitchFamily="49" charset="0"/>
                <a:cs typeface="Courier New" panose="02070309020205020404" pitchFamily="49" charset="0"/>
              </a:rPr>
              <a:t>;</a:t>
            </a:r>
            <a:endParaRPr lang="en-US" u="sng" dirty="0">
              <a:solidFill>
                <a:schemeClr val="tx1"/>
              </a:solidFill>
              <a:latin typeface="Consolas" panose="020B0609020204030204" pitchFamily="49" charset="0"/>
              <a:cs typeface="Courier New" panose="02070309020205020404" pitchFamily="49" charset="0"/>
            </a:endParaRPr>
          </a:p>
          <a:p>
            <a:pPr>
              <a:lnSpc>
                <a:spcPct val="110000"/>
              </a:lnSpc>
              <a:spcAft>
                <a:spcPts val="600"/>
              </a:spcAft>
              <a:buNone/>
            </a:pPr>
            <a:r>
              <a:rPr lang="en-US" dirty="0">
                <a:solidFill>
                  <a:schemeClr val="tx1"/>
                </a:solidFill>
                <a:latin typeface="Consolas" panose="020B0609020204030204" pitchFamily="49" charset="0"/>
                <a:cs typeface="Courier New" panose="02070309020205020404" pitchFamily="49" charset="0"/>
              </a:rPr>
              <a:t>   double </a:t>
            </a:r>
            <a:r>
              <a:rPr lang="en-US" dirty="0" err="1">
                <a:solidFill>
                  <a:schemeClr val="tx1"/>
                </a:solidFill>
                <a:latin typeface="Consolas" panose="020B0609020204030204" pitchFamily="49" charset="0"/>
                <a:cs typeface="Courier New" panose="02070309020205020404" pitchFamily="49" charset="0"/>
              </a:rPr>
              <a:t>ordinat</a:t>
            </a:r>
            <a:r>
              <a:rPr lang="en-US" dirty="0">
                <a:solidFill>
                  <a:schemeClr val="tx1"/>
                </a:solidFill>
                <a:latin typeface="Consolas" panose="020B0609020204030204" pitchFamily="49" charset="0"/>
                <a:cs typeface="Courier New" panose="02070309020205020404" pitchFamily="49" charset="0"/>
              </a:rPr>
              <a:t>;</a:t>
            </a:r>
            <a:endParaRPr lang="en-US" u="sng" dirty="0">
              <a:solidFill>
                <a:schemeClr val="tx1"/>
              </a:solidFill>
              <a:latin typeface="Consolas" panose="020B0609020204030204" pitchFamily="49" charset="0"/>
              <a:cs typeface="Courier New" panose="02070309020205020404" pitchFamily="49" charset="0"/>
            </a:endParaRPr>
          </a:p>
          <a:p>
            <a:pPr>
              <a:lnSpc>
                <a:spcPct val="110000"/>
              </a:lnSpc>
            </a:pPr>
            <a:r>
              <a:rPr lang="en-US" dirty="0">
                <a:solidFill>
                  <a:schemeClr val="tx1"/>
                </a:solidFill>
                <a:latin typeface="Consolas" panose="020B0609020204030204" pitchFamily="49" charset="0"/>
                <a:cs typeface="Courier New" panose="02070309020205020404" pitchFamily="49" charset="0"/>
              </a:rPr>
              <a:t>  //method</a:t>
            </a: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Titik</a:t>
            </a:r>
            <a:r>
              <a:rPr lang="en-US" dirty="0">
                <a:solidFill>
                  <a:schemeClr val="tx1"/>
                </a:solidFill>
                <a:latin typeface="Consolas" panose="020B0609020204030204" pitchFamily="49" charset="0"/>
                <a:cs typeface="Courier New" panose="02070309020205020404" pitchFamily="49" charset="0"/>
              </a:rPr>
              <a:t>(){</a:t>
            </a: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this.absis</a:t>
            </a:r>
            <a:r>
              <a:rPr lang="en-US" dirty="0">
                <a:solidFill>
                  <a:schemeClr val="tx1"/>
                </a:solidFill>
                <a:latin typeface="Consolas" panose="020B0609020204030204" pitchFamily="49" charset="0"/>
                <a:cs typeface="Courier New" panose="02070309020205020404" pitchFamily="49" charset="0"/>
              </a:rPr>
              <a:t> = 0; </a:t>
            </a: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this.ordinat</a:t>
            </a:r>
            <a:r>
              <a:rPr lang="en-US" dirty="0">
                <a:solidFill>
                  <a:schemeClr val="tx1"/>
                </a:solidFill>
                <a:latin typeface="Consolas" panose="020B0609020204030204" pitchFamily="49" charset="0"/>
                <a:cs typeface="Courier New" panose="02070309020205020404" pitchFamily="49" charset="0"/>
              </a:rPr>
              <a:t> = 0;</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rPr>
              <a:t>   }</a:t>
            </a:r>
          </a:p>
          <a:p>
            <a:pPr>
              <a:lnSpc>
                <a:spcPct val="110000"/>
              </a:lnSpc>
            </a:pPr>
            <a:r>
              <a:rPr lang="en-US" dirty="0">
                <a:solidFill>
                  <a:schemeClr val="tx1"/>
                </a:solidFill>
                <a:latin typeface="Consolas" panose="020B0609020204030204" pitchFamily="49" charset="0"/>
                <a:cs typeface="Courier New" panose="02070309020205020404" pitchFamily="49" charset="0"/>
              </a:rPr>
              <a:t>   double </a:t>
            </a:r>
            <a:r>
              <a:rPr lang="en-US" dirty="0" err="1">
                <a:solidFill>
                  <a:schemeClr val="tx1"/>
                </a:solidFill>
                <a:latin typeface="Consolas" panose="020B0609020204030204" pitchFamily="49" charset="0"/>
                <a:cs typeface="Courier New" panose="02070309020205020404" pitchFamily="49" charset="0"/>
              </a:rPr>
              <a:t>getAbsis</a:t>
            </a:r>
            <a:r>
              <a:rPr lang="en-US" dirty="0">
                <a:solidFill>
                  <a:schemeClr val="tx1"/>
                </a:solidFill>
                <a:latin typeface="Consolas" panose="020B0609020204030204" pitchFamily="49" charset="0"/>
                <a:cs typeface="Courier New" panose="02070309020205020404" pitchFamily="49" charset="0"/>
              </a:rPr>
              <a:t>(){ </a:t>
            </a:r>
          </a:p>
          <a:p>
            <a:pPr>
              <a:lnSpc>
                <a:spcPct val="110000"/>
              </a:lnSpc>
            </a:pPr>
            <a:r>
              <a:rPr lang="en-US" dirty="0">
                <a:solidFill>
                  <a:schemeClr val="tx1"/>
                </a:solidFill>
                <a:latin typeface="Consolas" panose="020B0609020204030204" pitchFamily="49" charset="0"/>
                <a:cs typeface="Courier New" panose="02070309020205020404" pitchFamily="49" charset="0"/>
                <a:sym typeface="Wingdings" pitchFamily="2" charset="2"/>
              </a:rPr>
              <a:t>     return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this.absis</a:t>
            </a:r>
            <a:r>
              <a:rPr lang="en-US" dirty="0">
                <a:solidFill>
                  <a:schemeClr val="tx1"/>
                </a:solidFill>
                <a:latin typeface="Consolas" panose="020B0609020204030204" pitchFamily="49" charset="0"/>
                <a:cs typeface="Courier New" panose="02070309020205020404" pitchFamily="49" charset="0"/>
                <a:sym typeface="Wingdings" pitchFamily="2" charset="2"/>
              </a:rPr>
              <a:t>;</a:t>
            </a:r>
          </a:p>
          <a:p>
            <a:pPr>
              <a:lnSpc>
                <a:spcPct val="110000"/>
              </a:lnSpc>
            </a:pPr>
            <a:r>
              <a:rPr lang="en-US" dirty="0">
                <a:solidFill>
                  <a:schemeClr val="tx1"/>
                </a:solidFill>
                <a:latin typeface="Consolas" panose="020B0609020204030204" pitchFamily="49" charset="0"/>
                <a:cs typeface="Courier New" panose="02070309020205020404" pitchFamily="49" charset="0"/>
                <a:sym typeface="Wingdings" pitchFamily="2" charset="2"/>
              </a:rPr>
              <a:t>   }</a:t>
            </a:r>
          </a:p>
          <a:p>
            <a:pPr>
              <a:lnSpc>
                <a:spcPct val="110000"/>
              </a:lnSpc>
            </a:pPr>
            <a:r>
              <a:rPr lang="en-US" dirty="0">
                <a:solidFill>
                  <a:schemeClr val="tx1"/>
                </a:solidFill>
                <a:latin typeface="Consolas" panose="020B0609020204030204" pitchFamily="49" charset="0"/>
                <a:cs typeface="Courier New" panose="02070309020205020404" pitchFamily="49" charset="0"/>
              </a:rPr>
              <a:t>   double </a:t>
            </a:r>
            <a:r>
              <a:rPr lang="en-US" dirty="0" err="1">
                <a:solidFill>
                  <a:schemeClr val="tx1"/>
                </a:solidFill>
                <a:latin typeface="Consolas" panose="020B0609020204030204" pitchFamily="49" charset="0"/>
                <a:cs typeface="Courier New" panose="02070309020205020404" pitchFamily="49" charset="0"/>
              </a:rPr>
              <a:t>getOrdinat</a:t>
            </a:r>
            <a:r>
              <a:rPr lang="en-US" dirty="0">
                <a:solidFill>
                  <a:schemeClr val="tx1"/>
                </a:solidFill>
                <a:latin typeface="Consolas" panose="020B0609020204030204" pitchFamily="49" charset="0"/>
                <a:cs typeface="Courier New" panose="02070309020205020404" pitchFamily="49" charset="0"/>
              </a:rPr>
              <a:t>(){ </a:t>
            </a:r>
          </a:p>
          <a:p>
            <a:pPr>
              <a:lnSpc>
                <a:spcPct val="110000"/>
              </a:lnSpc>
            </a:pPr>
            <a:r>
              <a:rPr lang="en-US" dirty="0">
                <a:solidFill>
                  <a:schemeClr val="tx1"/>
                </a:solidFill>
                <a:latin typeface="Consolas" panose="020B0609020204030204" pitchFamily="49" charset="0"/>
                <a:cs typeface="Courier New" panose="02070309020205020404" pitchFamily="49" charset="0"/>
                <a:sym typeface="Wingdings" pitchFamily="2" charset="2"/>
              </a:rPr>
              <a:t>     return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this.Ordinat</a:t>
            </a:r>
            <a:r>
              <a:rPr lang="en-US" dirty="0">
                <a:solidFill>
                  <a:schemeClr val="tx1"/>
                </a:solidFill>
                <a:latin typeface="Consolas" panose="020B0609020204030204" pitchFamily="49" charset="0"/>
                <a:cs typeface="Courier New" panose="02070309020205020404" pitchFamily="49" charset="0"/>
                <a:sym typeface="Wingdings" pitchFamily="2" charset="2"/>
              </a:rPr>
              <a:t>;</a:t>
            </a:r>
          </a:p>
          <a:p>
            <a:pPr>
              <a:lnSpc>
                <a:spcPct val="110000"/>
              </a:lnSpc>
            </a:pPr>
            <a:r>
              <a:rPr lang="en-US" dirty="0">
                <a:solidFill>
                  <a:schemeClr val="tx1"/>
                </a:solidFill>
                <a:latin typeface="Consolas" panose="020B0609020204030204" pitchFamily="49" charset="0"/>
                <a:cs typeface="Courier New" panose="02070309020205020404" pitchFamily="49" charset="0"/>
                <a:sym typeface="Wingdings" pitchFamily="2" charset="2"/>
              </a:rPr>
              <a:t>   }</a:t>
            </a:r>
          </a:p>
          <a:p>
            <a:pPr>
              <a:lnSpc>
                <a:spcPct val="110000"/>
              </a:lnSpc>
            </a:pPr>
            <a:r>
              <a:rPr lang="en-US" dirty="0">
                <a:solidFill>
                  <a:schemeClr val="tx1"/>
                </a:solidFill>
                <a:latin typeface="Consolas" panose="020B0609020204030204" pitchFamily="49" charset="0"/>
                <a:cs typeface="Courier New" panose="02070309020205020404" pitchFamily="49" charset="0"/>
              </a:rPr>
              <a:t>   void </a:t>
            </a:r>
            <a:r>
              <a:rPr lang="en-US" dirty="0" err="1">
                <a:solidFill>
                  <a:schemeClr val="tx1"/>
                </a:solidFill>
                <a:latin typeface="Consolas" panose="020B0609020204030204" pitchFamily="49" charset="0"/>
                <a:cs typeface="Courier New" panose="02070309020205020404" pitchFamily="49" charset="0"/>
              </a:rPr>
              <a:t>setAbsis</a:t>
            </a:r>
            <a:r>
              <a:rPr lang="en-US" dirty="0">
                <a:solidFill>
                  <a:schemeClr val="tx1"/>
                </a:solidFill>
                <a:latin typeface="Consolas" panose="020B0609020204030204" pitchFamily="49" charset="0"/>
                <a:cs typeface="Courier New" panose="02070309020205020404" pitchFamily="49" charset="0"/>
              </a:rPr>
              <a:t>(double x){ </a:t>
            </a:r>
          </a:p>
          <a:p>
            <a:pPr>
              <a:lnSpc>
                <a:spcPct val="110000"/>
              </a:lnSpc>
            </a:pPr>
            <a:r>
              <a:rPr lang="en-US" dirty="0">
                <a:solidFill>
                  <a:schemeClr val="tx1"/>
                </a:solidFill>
                <a:latin typeface="Consolas" panose="020B0609020204030204" pitchFamily="49" charset="0"/>
                <a:cs typeface="Courier New" panose="02070309020205020404" pitchFamily="49" charset="0"/>
                <a:sym typeface="Wingdings" pitchFamily="2" charset="2"/>
              </a:rPr>
              <a: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this.absis</a:t>
            </a:r>
            <a:r>
              <a:rPr lang="en-US" dirty="0">
                <a:solidFill>
                  <a:schemeClr val="tx1"/>
                </a:solidFill>
                <a:latin typeface="Consolas" panose="020B0609020204030204" pitchFamily="49" charset="0"/>
                <a:cs typeface="Courier New" panose="02070309020205020404" pitchFamily="49" charset="0"/>
                <a:sym typeface="Wingdings" pitchFamily="2" charset="2"/>
              </a:rPr>
              <a:t> = x;</a:t>
            </a:r>
          </a:p>
          <a:p>
            <a:pPr>
              <a:lnSpc>
                <a:spcPct val="110000"/>
              </a:lnSpc>
            </a:pPr>
            <a:r>
              <a:rPr lang="en-US" dirty="0">
                <a:solidFill>
                  <a:schemeClr val="tx1"/>
                </a:solidFill>
                <a:latin typeface="Consolas" panose="020B0609020204030204" pitchFamily="49" charset="0"/>
                <a:cs typeface="Courier New" panose="02070309020205020404" pitchFamily="49" charset="0"/>
                <a:sym typeface="Wingdings" pitchFamily="2" charset="2"/>
              </a:rPr>
              <a:t>   }</a:t>
            </a:r>
          </a:p>
          <a:p>
            <a:pPr>
              <a:lnSpc>
                <a:spcPct val="110000"/>
              </a:lnSpc>
            </a:pPr>
            <a:r>
              <a:rPr lang="en-US" dirty="0">
                <a:solidFill>
                  <a:schemeClr val="tx1"/>
                </a:solidFill>
                <a:latin typeface="Consolas" panose="020B0609020204030204" pitchFamily="49" charset="0"/>
                <a:cs typeface="Courier New" panose="02070309020205020404" pitchFamily="49" charset="0"/>
              </a:rPr>
              <a:t>   void </a:t>
            </a:r>
            <a:r>
              <a:rPr lang="en-US" dirty="0" err="1">
                <a:solidFill>
                  <a:schemeClr val="tx1"/>
                </a:solidFill>
                <a:latin typeface="Consolas" panose="020B0609020204030204" pitchFamily="49" charset="0"/>
                <a:cs typeface="Courier New" panose="02070309020205020404" pitchFamily="49" charset="0"/>
              </a:rPr>
              <a:t>setOrdinat</a:t>
            </a:r>
            <a:r>
              <a:rPr lang="en-US" dirty="0">
                <a:solidFill>
                  <a:schemeClr val="tx1"/>
                </a:solidFill>
                <a:latin typeface="Consolas" panose="020B0609020204030204" pitchFamily="49" charset="0"/>
                <a:cs typeface="Courier New" panose="02070309020205020404" pitchFamily="49" charset="0"/>
              </a:rPr>
              <a:t>(double y){ </a:t>
            </a:r>
          </a:p>
          <a:p>
            <a:pPr>
              <a:lnSpc>
                <a:spcPct val="110000"/>
              </a:lnSpc>
            </a:pPr>
            <a:r>
              <a:rPr lang="en-US" dirty="0">
                <a:solidFill>
                  <a:schemeClr val="tx1"/>
                </a:solidFill>
                <a:latin typeface="Consolas" panose="020B0609020204030204" pitchFamily="49" charset="0"/>
                <a:cs typeface="Courier New" panose="02070309020205020404" pitchFamily="49" charset="0"/>
                <a:sym typeface="Wingdings" pitchFamily="2" charset="2"/>
              </a:rPr>
              <a: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this.ordinat</a:t>
            </a:r>
            <a:r>
              <a:rPr lang="en-US" dirty="0">
                <a:solidFill>
                  <a:schemeClr val="tx1"/>
                </a:solidFill>
                <a:latin typeface="Consolas" panose="020B0609020204030204" pitchFamily="49" charset="0"/>
                <a:cs typeface="Courier New" panose="02070309020205020404" pitchFamily="49" charset="0"/>
                <a:sym typeface="Wingdings" pitchFamily="2" charset="2"/>
              </a:rPr>
              <a:t> = y;</a:t>
            </a:r>
          </a:p>
          <a:p>
            <a:pPr>
              <a:lnSpc>
                <a:spcPct val="110000"/>
              </a:lnSpc>
            </a:pPr>
            <a:r>
              <a:rPr lang="en-US" dirty="0">
                <a:solidFill>
                  <a:schemeClr val="tx1"/>
                </a:solidFill>
                <a:latin typeface="Consolas" panose="020B0609020204030204" pitchFamily="49" charset="0"/>
                <a:cs typeface="Courier New" panose="02070309020205020404" pitchFamily="49" charset="0"/>
                <a:sym typeface="Wingdings" pitchFamily="2" charset="2"/>
              </a:rPr>
              <a:t>   }</a:t>
            </a:r>
          </a:p>
          <a:p>
            <a:pPr>
              <a:lnSpc>
                <a:spcPct val="110000"/>
              </a:lnSpc>
            </a:pPr>
            <a:r>
              <a:rPr lang="en-US" dirty="0">
                <a:solidFill>
                  <a:schemeClr val="tx1"/>
                </a:solidFill>
                <a:latin typeface="Consolas" panose="020B0609020204030204" pitchFamily="49" charset="0"/>
                <a:cs typeface="Courier New" panose="02070309020205020404" pitchFamily="49" charset="0"/>
              </a:rPr>
              <a:t>} //end class </a:t>
            </a:r>
            <a:r>
              <a:rPr lang="en-US" dirty="0" err="1">
                <a:solidFill>
                  <a:schemeClr val="tx1"/>
                </a:solidFill>
                <a:latin typeface="Consolas" panose="020B0609020204030204" pitchFamily="49" charset="0"/>
                <a:cs typeface="Courier New" panose="02070309020205020404" pitchFamily="49" charset="0"/>
              </a:rPr>
              <a:t>Titik</a:t>
            </a:r>
            <a:endParaRPr lang="en-US" dirty="0">
              <a:solidFill>
                <a:schemeClr val="tx1"/>
              </a:solidFill>
              <a:latin typeface="Consolas" panose="020B06090202040302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3B0443BA-DB77-A528-2DF9-825808CE8929}"/>
              </a:ext>
            </a:extLst>
          </p:cNvPr>
          <p:cNvSpPr txBox="1"/>
          <p:nvPr/>
        </p:nvSpPr>
        <p:spPr>
          <a:xfrm>
            <a:off x="5880794" y="4690818"/>
            <a:ext cx="1178528" cy="307777"/>
          </a:xfrm>
          <a:prstGeom prst="rect">
            <a:avLst/>
          </a:prstGeom>
          <a:noFill/>
        </p:spPr>
        <p:txBody>
          <a:bodyPr wrap="none" rtlCol="0">
            <a:spAutoFit/>
          </a:bodyPr>
          <a:lstStyle/>
          <a:p>
            <a:r>
              <a:rPr lang="en-US" b="1" dirty="0" err="1"/>
              <a:t>Notasi</a:t>
            </a:r>
            <a:r>
              <a:rPr lang="en-US" b="1" dirty="0"/>
              <a:t> Java</a:t>
            </a:r>
            <a:endParaRPr lang="en-ID" b="1" dirty="0"/>
          </a:p>
        </p:txBody>
      </p:sp>
      <p:sp>
        <p:nvSpPr>
          <p:cNvPr id="11" name="Content Placeholder 2">
            <a:extLst>
              <a:ext uri="{FF2B5EF4-FFF2-40B4-BE49-F238E27FC236}">
                <a16:creationId xmlns:a16="http://schemas.microsoft.com/office/drawing/2014/main" id="{487F0A3F-ABE8-DB40-890A-1D903826DEEF}"/>
              </a:ext>
            </a:extLst>
          </p:cNvPr>
          <p:cNvSpPr txBox="1">
            <a:spLocks/>
          </p:cNvSpPr>
          <p:nvPr/>
        </p:nvSpPr>
        <p:spPr>
          <a:xfrm>
            <a:off x="142254" y="104585"/>
            <a:ext cx="4168495" cy="4604522"/>
          </a:xfrm>
          <a:prstGeom prst="rect">
            <a:avLst/>
          </a:prstGeom>
          <a:solidFill>
            <a:srgbClr val="F7FAFF"/>
          </a:solidFill>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10000"/>
              </a:lnSpc>
              <a:spcAft>
                <a:spcPts val="600"/>
              </a:spcAft>
            </a:pPr>
            <a:r>
              <a:rPr lang="en-US" b="1" u="sng" dirty="0">
                <a:latin typeface="Consolas" panose="020B0609020204030204" pitchFamily="49" charset="0"/>
                <a:cs typeface="Courier New" panose="02070309020205020404" pitchFamily="49" charset="0"/>
              </a:rPr>
              <a:t>class</a:t>
            </a: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Titik</a:t>
            </a:r>
            <a:r>
              <a:rPr lang="en-US" dirty="0">
                <a:latin typeface="Consolas" panose="020B0609020204030204" pitchFamily="49" charset="0"/>
                <a:cs typeface="Courier New" panose="02070309020205020404" pitchFamily="49" charset="0"/>
              </a:rPr>
              <a:t> </a:t>
            </a:r>
          </a:p>
          <a:p>
            <a:pPr>
              <a:lnSpc>
                <a:spcPct val="110000"/>
              </a:lnSpc>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atribut</a:t>
            </a:r>
            <a:r>
              <a:rPr lang="en-US" dirty="0">
                <a:latin typeface="Consolas" panose="020B0609020204030204" pitchFamily="49" charset="0"/>
                <a:cs typeface="Courier New" panose="02070309020205020404" pitchFamily="49" charset="0"/>
              </a:rPr>
              <a:t>}</a:t>
            </a:r>
          </a:p>
          <a:p>
            <a:pPr>
              <a:lnSpc>
                <a:spcPct val="110000"/>
              </a:lnSpc>
              <a:buNone/>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absis</a:t>
            </a:r>
            <a:r>
              <a:rPr lang="en-US" dirty="0">
                <a:latin typeface="Consolas" panose="020B0609020204030204" pitchFamily="49" charset="0"/>
                <a:cs typeface="Courier New" panose="02070309020205020404" pitchFamily="49" charset="0"/>
              </a:rPr>
              <a:t>: </a:t>
            </a:r>
            <a:r>
              <a:rPr lang="en-US" u="sng" dirty="0">
                <a:latin typeface="Consolas" panose="020B0609020204030204" pitchFamily="49" charset="0"/>
                <a:cs typeface="Courier New" panose="02070309020205020404" pitchFamily="49" charset="0"/>
              </a:rPr>
              <a:t>real</a:t>
            </a:r>
          </a:p>
          <a:p>
            <a:pPr>
              <a:lnSpc>
                <a:spcPct val="110000"/>
              </a:lnSpc>
              <a:spcAft>
                <a:spcPts val="600"/>
              </a:spcAft>
              <a:buNone/>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ordinat</a:t>
            </a:r>
            <a:r>
              <a:rPr lang="en-US" dirty="0">
                <a:latin typeface="Consolas" panose="020B0609020204030204" pitchFamily="49" charset="0"/>
                <a:cs typeface="Courier New" panose="02070309020205020404" pitchFamily="49" charset="0"/>
              </a:rPr>
              <a:t>: </a:t>
            </a:r>
            <a:r>
              <a:rPr lang="en-US" u="sng" dirty="0">
                <a:latin typeface="Consolas" panose="020B0609020204030204" pitchFamily="49" charset="0"/>
                <a:cs typeface="Courier New" panose="02070309020205020404" pitchFamily="49" charset="0"/>
              </a:rPr>
              <a:t>real</a:t>
            </a:r>
          </a:p>
          <a:p>
            <a:pPr>
              <a:lnSpc>
                <a:spcPct val="110000"/>
              </a:lnSpc>
            </a:pPr>
            <a:r>
              <a:rPr lang="en-US" dirty="0">
                <a:latin typeface="Consolas" panose="020B0609020204030204" pitchFamily="49" charset="0"/>
                <a:cs typeface="Courier New" panose="02070309020205020404" pitchFamily="49" charset="0"/>
              </a:rPr>
              <a:t>  {method}</a:t>
            </a:r>
          </a:p>
          <a:p>
            <a:pPr>
              <a:lnSpc>
                <a:spcPct val="110000"/>
              </a:lnSpc>
            </a:pPr>
            <a:r>
              <a:rPr lang="en-US" dirty="0">
                <a:latin typeface="Consolas" panose="020B0609020204030204" pitchFamily="49" charset="0"/>
                <a:cs typeface="Courier New" panose="02070309020205020404" pitchFamily="49" charset="0"/>
              </a:rPr>
              <a:t>   </a:t>
            </a:r>
            <a:r>
              <a:rPr lang="en-US" u="sng" dirty="0">
                <a:latin typeface="Consolas" panose="020B0609020204030204" pitchFamily="49" charset="0"/>
                <a:cs typeface="Courier New" panose="02070309020205020404" pitchFamily="49" charset="0"/>
              </a:rPr>
              <a:t>procedure</a:t>
            </a: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Titik</a:t>
            </a:r>
            <a:r>
              <a:rPr lang="en-US" dirty="0">
                <a:latin typeface="Consolas" panose="020B0609020204030204" pitchFamily="49" charset="0"/>
                <a:cs typeface="Courier New" panose="02070309020205020404" pitchFamily="49" charset="0"/>
              </a:rPr>
              <a:t>()</a:t>
            </a:r>
          </a:p>
          <a:p>
            <a:pPr>
              <a:lnSpc>
                <a:spcPct val="110000"/>
              </a:lnSpc>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this.absis</a:t>
            </a:r>
            <a:r>
              <a:rPr lang="en-US" dirty="0">
                <a:latin typeface="Consolas" panose="020B0609020204030204" pitchFamily="49" charset="0"/>
                <a:cs typeface="Courier New" panose="02070309020205020404" pitchFamily="49" charset="0"/>
              </a:rPr>
              <a:t> &lt;- 0 </a:t>
            </a:r>
          </a:p>
          <a:p>
            <a:pPr>
              <a:lnSpc>
                <a:spcPct val="110000"/>
              </a:lnSpc>
              <a:spcAft>
                <a:spcPts val="600"/>
              </a:spcAft>
            </a:pPr>
            <a:r>
              <a:rPr lang="en-US" dirty="0">
                <a:latin typeface="Consolas" panose="020B0609020204030204" pitchFamily="49" charset="0"/>
                <a:cs typeface="Courier New" panose="02070309020205020404" pitchFamily="49" charset="0"/>
              </a:rPr>
              <a:t>     </a:t>
            </a:r>
            <a:r>
              <a:rPr lang="en-US" dirty="0" err="1">
                <a:latin typeface="Consolas" panose="020B0609020204030204" pitchFamily="49" charset="0"/>
                <a:cs typeface="Courier New" panose="02070309020205020404" pitchFamily="49" charset="0"/>
              </a:rPr>
              <a:t>this.ordinat</a:t>
            </a:r>
            <a:r>
              <a:rPr lang="en-US" dirty="0">
                <a:latin typeface="Consolas" panose="020B0609020204030204" pitchFamily="49" charset="0"/>
                <a:cs typeface="Courier New" panose="02070309020205020404" pitchFamily="49" charset="0"/>
              </a:rPr>
              <a:t> &lt;- 0;</a:t>
            </a:r>
          </a:p>
          <a:p>
            <a:pPr>
              <a:lnSpc>
                <a:spcPct val="110000"/>
              </a:lnSpc>
            </a:pPr>
            <a:r>
              <a:rPr lang="en-US" dirty="0">
                <a:latin typeface="Consolas" panose="020B0609020204030204" pitchFamily="49" charset="0"/>
                <a:cs typeface="Courier New" panose="02070309020205020404" pitchFamily="49" charset="0"/>
              </a:rPr>
              <a:t>   </a:t>
            </a:r>
            <a:r>
              <a:rPr lang="en-US" u="sng" dirty="0">
                <a:solidFill>
                  <a:schemeClr val="tx1"/>
                </a:solidFill>
                <a:latin typeface="Consolas" panose="020B0609020204030204" pitchFamily="49" charset="0"/>
                <a:cs typeface="Courier New" panose="02070309020205020404" pitchFamily="49" charset="0"/>
              </a:rPr>
              <a:t>function</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getAbsis</a:t>
            </a:r>
            <a:r>
              <a:rPr lang="en-US" dirty="0">
                <a:solidFill>
                  <a:schemeClr val="tx1"/>
                </a:solidFill>
                <a:latin typeface="Consolas" panose="020B0609020204030204" pitchFamily="49" charset="0"/>
                <a:cs typeface="Courier New" panose="02070309020205020404" pitchFamily="49" charset="0"/>
              </a:rPr>
              <a:t>()-&gt; real </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sym typeface="Wingdings" pitchFamily="2" charset="2"/>
              </a:rPr>
              <a:t>    -&gt;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this.absis</a:t>
            </a:r>
            <a:endParaRPr lang="en-US" dirty="0">
              <a:solidFill>
                <a:schemeClr val="tx1"/>
              </a:solidFill>
              <a:latin typeface="Consolas" panose="020B0609020204030204" pitchFamily="49" charset="0"/>
              <a:cs typeface="Courier New" panose="02070309020205020404" pitchFamily="49" charset="0"/>
              <a:sym typeface="Wingdings" pitchFamily="2" charset="2"/>
            </a:endParaRP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dirty="0">
                <a:solidFill>
                  <a:schemeClr val="tx1"/>
                </a:solidFill>
                <a:latin typeface="Consolas" panose="020B0609020204030204" pitchFamily="49" charset="0"/>
                <a:cs typeface="Courier New" panose="02070309020205020404" pitchFamily="49" charset="0"/>
                <a:sym typeface="Wingdings" pitchFamily="2" charset="2"/>
              </a:rPr>
              <a:t> </a:t>
            </a:r>
            <a:r>
              <a:rPr lang="en-US" u="sng" dirty="0">
                <a:solidFill>
                  <a:schemeClr val="tx1"/>
                </a:solidFill>
                <a:latin typeface="Consolas" panose="020B0609020204030204" pitchFamily="49" charset="0"/>
                <a:cs typeface="Courier New" panose="02070309020205020404" pitchFamily="49" charset="0"/>
              </a:rPr>
              <a:t>function</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getOrdinat</a:t>
            </a:r>
            <a:r>
              <a:rPr lang="en-US" dirty="0">
                <a:solidFill>
                  <a:schemeClr val="tx1"/>
                </a:solidFill>
                <a:latin typeface="Consolas" panose="020B0609020204030204" pitchFamily="49" charset="0"/>
                <a:cs typeface="Courier New" panose="02070309020205020404" pitchFamily="49" charset="0"/>
              </a:rPr>
              <a:t>()-&gt; real</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sym typeface="Wingdings" pitchFamily="2" charset="2"/>
              </a:rPr>
              <a:t>    -&gt;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this.ordinat</a:t>
            </a:r>
            <a:endParaRPr lang="en-US" dirty="0">
              <a:solidFill>
                <a:schemeClr val="tx1"/>
              </a:solidFill>
              <a:latin typeface="Consolas" panose="020B0609020204030204" pitchFamily="49" charset="0"/>
              <a:cs typeface="Courier New" panose="02070309020205020404" pitchFamily="49" charset="0"/>
              <a:sym typeface="Wingdings" pitchFamily="2" charset="2"/>
            </a:endParaRP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u="sng" dirty="0">
                <a:solidFill>
                  <a:schemeClr val="tx1"/>
                </a:solidFill>
                <a:latin typeface="Consolas" panose="020B0609020204030204" pitchFamily="49" charset="0"/>
                <a:cs typeface="Courier New" panose="02070309020205020404" pitchFamily="49" charset="0"/>
              </a:rPr>
              <a:t>procedure</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setAbsis</a:t>
            </a:r>
            <a:r>
              <a:rPr lang="en-US" dirty="0">
                <a:solidFill>
                  <a:schemeClr val="tx1"/>
                </a:solidFill>
                <a:latin typeface="Consolas" panose="020B0609020204030204" pitchFamily="49" charset="0"/>
                <a:cs typeface="Courier New" panose="02070309020205020404" pitchFamily="49" charset="0"/>
              </a:rPr>
              <a:t>(</a:t>
            </a:r>
            <a:r>
              <a:rPr lang="en-US" u="sng" dirty="0">
                <a:solidFill>
                  <a:schemeClr val="tx1"/>
                </a:solidFill>
                <a:latin typeface="Consolas" panose="020B0609020204030204" pitchFamily="49" charset="0"/>
                <a:cs typeface="Courier New" panose="02070309020205020404" pitchFamily="49" charset="0"/>
              </a:rPr>
              <a:t>input</a:t>
            </a:r>
            <a:r>
              <a:rPr lang="en-US" dirty="0">
                <a:solidFill>
                  <a:schemeClr val="tx1"/>
                </a:solidFill>
                <a:latin typeface="Consolas" panose="020B0609020204030204" pitchFamily="49" charset="0"/>
                <a:cs typeface="Courier New" panose="02070309020205020404" pitchFamily="49" charset="0"/>
              </a:rPr>
              <a:t> x:real) </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sym typeface="Wingdings" pitchFamily="2" charset="2"/>
              </a:rPr>
              <a: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this.absis</a:t>
            </a:r>
            <a:r>
              <a:rPr lang="en-US" dirty="0">
                <a:solidFill>
                  <a:schemeClr val="tx1"/>
                </a:solidFill>
                <a:latin typeface="Consolas" panose="020B0609020204030204" pitchFamily="49" charset="0"/>
                <a:cs typeface="Courier New" panose="02070309020205020404" pitchFamily="49" charset="0"/>
                <a:sym typeface="Wingdings" pitchFamily="2" charset="2"/>
              </a:rPr>
              <a:t> &lt;- x</a:t>
            </a:r>
          </a:p>
          <a:p>
            <a:pPr>
              <a:lnSpc>
                <a:spcPct val="110000"/>
              </a:lnSpc>
            </a:pPr>
            <a:r>
              <a:rPr lang="en-US" dirty="0">
                <a:solidFill>
                  <a:schemeClr val="tx1"/>
                </a:solidFill>
                <a:latin typeface="Consolas" panose="020B0609020204030204" pitchFamily="49" charset="0"/>
                <a:cs typeface="Courier New" panose="02070309020205020404" pitchFamily="49" charset="0"/>
              </a:rPr>
              <a:t>   </a:t>
            </a:r>
            <a:r>
              <a:rPr lang="en-US" u="sng" dirty="0">
                <a:solidFill>
                  <a:schemeClr val="tx1"/>
                </a:solidFill>
                <a:latin typeface="Consolas" panose="020B0609020204030204" pitchFamily="49" charset="0"/>
                <a:cs typeface="Courier New" panose="02070309020205020404" pitchFamily="49" charset="0"/>
              </a:rPr>
              <a:t>procedure</a:t>
            </a:r>
            <a:r>
              <a:rPr lang="en-US" dirty="0">
                <a:solidFill>
                  <a:schemeClr val="tx1"/>
                </a:solidFill>
                <a:latin typeface="Consolas" panose="020B0609020204030204" pitchFamily="49" charset="0"/>
                <a:cs typeface="Courier New" panose="02070309020205020404" pitchFamily="49" charset="0"/>
              </a:rPr>
              <a:t> </a:t>
            </a:r>
            <a:r>
              <a:rPr lang="en-US" dirty="0" err="1">
                <a:solidFill>
                  <a:schemeClr val="tx1"/>
                </a:solidFill>
                <a:latin typeface="Consolas" panose="020B0609020204030204" pitchFamily="49" charset="0"/>
                <a:cs typeface="Courier New" panose="02070309020205020404" pitchFamily="49" charset="0"/>
              </a:rPr>
              <a:t>setOrdinat</a:t>
            </a:r>
            <a:r>
              <a:rPr lang="en-US" dirty="0">
                <a:solidFill>
                  <a:schemeClr val="tx1"/>
                </a:solidFill>
                <a:latin typeface="Consolas" panose="020B0609020204030204" pitchFamily="49" charset="0"/>
                <a:cs typeface="Courier New" panose="02070309020205020404" pitchFamily="49" charset="0"/>
              </a:rPr>
              <a:t>(</a:t>
            </a:r>
            <a:r>
              <a:rPr lang="en-US" u="sng" dirty="0">
                <a:solidFill>
                  <a:schemeClr val="tx1"/>
                </a:solidFill>
                <a:latin typeface="Consolas" panose="020B0609020204030204" pitchFamily="49" charset="0"/>
                <a:cs typeface="Courier New" panose="02070309020205020404" pitchFamily="49" charset="0"/>
              </a:rPr>
              <a:t>input</a:t>
            </a:r>
            <a:r>
              <a:rPr lang="en-US" dirty="0">
                <a:solidFill>
                  <a:schemeClr val="tx1"/>
                </a:solidFill>
                <a:latin typeface="Consolas" panose="020B0609020204030204" pitchFamily="49" charset="0"/>
                <a:cs typeface="Courier New" panose="02070309020205020404" pitchFamily="49" charset="0"/>
              </a:rPr>
              <a:t> y:real) </a:t>
            </a:r>
          </a:p>
          <a:p>
            <a:pPr>
              <a:lnSpc>
                <a:spcPct val="110000"/>
              </a:lnSpc>
              <a:spcAft>
                <a:spcPts val="600"/>
              </a:spcAft>
            </a:pPr>
            <a:r>
              <a:rPr lang="en-US" dirty="0">
                <a:solidFill>
                  <a:schemeClr val="tx1"/>
                </a:solidFill>
                <a:latin typeface="Consolas" panose="020B0609020204030204" pitchFamily="49" charset="0"/>
                <a:cs typeface="Courier New" panose="02070309020205020404" pitchFamily="49" charset="0"/>
                <a:sym typeface="Wingdings" pitchFamily="2" charset="2"/>
              </a:rPr>
              <a:t>    </a:t>
            </a:r>
            <a:r>
              <a:rPr lang="en-US" dirty="0" err="1">
                <a:solidFill>
                  <a:schemeClr val="tx1"/>
                </a:solidFill>
                <a:latin typeface="Consolas" panose="020B0609020204030204" pitchFamily="49" charset="0"/>
                <a:cs typeface="Courier New" panose="02070309020205020404" pitchFamily="49" charset="0"/>
                <a:sym typeface="Wingdings" pitchFamily="2" charset="2"/>
              </a:rPr>
              <a:t>this.ordinat</a:t>
            </a:r>
            <a:r>
              <a:rPr lang="en-US" dirty="0">
                <a:solidFill>
                  <a:schemeClr val="tx1"/>
                </a:solidFill>
                <a:latin typeface="Consolas" panose="020B0609020204030204" pitchFamily="49" charset="0"/>
                <a:cs typeface="Courier New" panose="02070309020205020404" pitchFamily="49" charset="0"/>
                <a:sym typeface="Wingdings" pitchFamily="2" charset="2"/>
              </a:rPr>
              <a:t> &lt;- y</a:t>
            </a:r>
            <a:endParaRPr lang="en-US" dirty="0">
              <a:latin typeface="Consolas" panose="020B0609020204030204" pitchFamily="49" charset="0"/>
              <a:cs typeface="Courier New" panose="02070309020205020404" pitchFamily="49" charset="0"/>
              <a:sym typeface="Wingdings" pitchFamily="2" charset="2"/>
            </a:endParaRPr>
          </a:p>
          <a:p>
            <a:pPr>
              <a:lnSpc>
                <a:spcPct val="110000"/>
              </a:lnSpc>
            </a:pPr>
            <a:r>
              <a:rPr lang="en-US" dirty="0">
                <a:latin typeface="Consolas" panose="020B0609020204030204" pitchFamily="49" charset="0"/>
                <a:cs typeface="Courier New" panose="02070309020205020404" pitchFamily="49" charset="0"/>
              </a:rPr>
              <a:t>{end class </a:t>
            </a:r>
            <a:r>
              <a:rPr lang="en-US" dirty="0" err="1">
                <a:latin typeface="Consolas" panose="020B0609020204030204" pitchFamily="49" charset="0"/>
                <a:cs typeface="Courier New" panose="02070309020205020404" pitchFamily="49" charset="0"/>
              </a:rPr>
              <a:t>Titik</a:t>
            </a:r>
            <a:r>
              <a:rPr lang="en-US" dirty="0">
                <a:latin typeface="Consolas" panose="020B0609020204030204" pitchFamily="49" charset="0"/>
                <a:cs typeface="Courier New" panose="02070309020205020404" pitchFamily="49" charset="0"/>
              </a:rPr>
              <a:t>}</a:t>
            </a:r>
          </a:p>
        </p:txBody>
      </p:sp>
    </p:spTree>
    <p:extLst>
      <p:ext uri="{BB962C8B-B14F-4D97-AF65-F5344CB8AC3E}">
        <p14:creationId xmlns:p14="http://schemas.microsoft.com/office/powerpoint/2010/main" val="1141091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30481A7F-A839-19C4-4E75-4A22FCE12B7E}"/>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864A82AC-CADD-6FB5-296D-90224D1B04D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ym typeface="Wingdings" panose="05000000000000000000" pitchFamily="2" charset="2"/>
              </a:rPr>
              <a:t>Main Program Titik (Java)</a:t>
            </a:r>
            <a:endParaRPr dirty="0"/>
          </a:p>
        </p:txBody>
      </p:sp>
      <p:grpSp>
        <p:nvGrpSpPr>
          <p:cNvPr id="667" name="Google Shape;667;p38">
            <a:extLst>
              <a:ext uri="{FF2B5EF4-FFF2-40B4-BE49-F238E27FC236}">
                <a16:creationId xmlns:a16="http://schemas.microsoft.com/office/drawing/2014/main" id="{5D6E4DBE-CD13-FE18-5E0E-F9472668A306}"/>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6528E6F0-1304-280B-7E16-B9BB8F6DC708}"/>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B3E9C70B-C5EA-E386-57BF-D01076DA1197}"/>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F67FE81D-EF23-9A34-ABE9-F27D7B57789A}"/>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25C10FD9-8350-7B4A-C9FB-63D550CFD731}"/>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5E326318-C632-92AB-9DFE-07ED9F0071C5}"/>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Content Placeholder 2">
            <a:extLst>
              <a:ext uri="{FF2B5EF4-FFF2-40B4-BE49-F238E27FC236}">
                <a16:creationId xmlns:a16="http://schemas.microsoft.com/office/drawing/2014/main" id="{27FB8764-ED16-6BF7-7024-FEBB224D9299}"/>
              </a:ext>
            </a:extLst>
          </p:cNvPr>
          <p:cNvSpPr txBox="1">
            <a:spLocks/>
          </p:cNvSpPr>
          <p:nvPr/>
        </p:nvSpPr>
        <p:spPr>
          <a:xfrm>
            <a:off x="4154843" y="1204554"/>
            <a:ext cx="5231982" cy="3242787"/>
          </a:xfrm>
          <a:prstGeom prst="rect">
            <a:avLst/>
          </a:prstGeom>
          <a:solidFill>
            <a:srgbClr val="F7FAFF"/>
          </a:solidFill>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lang="en-ID" dirty="0">
                <a:latin typeface="Consolas" panose="020B0609020204030204" pitchFamily="49" charset="0"/>
              </a:rPr>
              <a:t>public class </a:t>
            </a:r>
            <a:r>
              <a:rPr lang="en-ID" dirty="0" err="1">
                <a:latin typeface="Consolas" panose="020B0609020204030204" pitchFamily="49" charset="0"/>
              </a:rPr>
              <a:t>MTitik</a:t>
            </a:r>
            <a:r>
              <a:rPr lang="en-ID" dirty="0">
                <a:latin typeface="Consolas" panose="020B0609020204030204" pitchFamily="49" charset="0"/>
              </a:rPr>
              <a:t> { </a:t>
            </a:r>
          </a:p>
          <a:p>
            <a:pPr>
              <a:lnSpc>
                <a:spcPct val="120000"/>
              </a:lnSpc>
            </a:pPr>
            <a:r>
              <a:rPr lang="en-ID" dirty="0">
                <a:latin typeface="Consolas" panose="020B0609020204030204" pitchFamily="49" charset="0"/>
              </a:rPr>
              <a:t>    public static void main(String[] </a:t>
            </a:r>
            <a:r>
              <a:rPr lang="en-ID" dirty="0" err="1">
                <a:latin typeface="Consolas" panose="020B0609020204030204" pitchFamily="49" charset="0"/>
              </a:rPr>
              <a:t>args</a:t>
            </a:r>
            <a:r>
              <a:rPr lang="en-ID" dirty="0">
                <a:latin typeface="Consolas" panose="020B0609020204030204" pitchFamily="49" charset="0"/>
              </a:rPr>
              <a:t>) { </a:t>
            </a:r>
          </a:p>
          <a:p>
            <a:pPr>
              <a:lnSpc>
                <a:spcPct val="120000"/>
              </a:lnSpc>
            </a:pPr>
            <a:r>
              <a:rPr lang="en-ID" dirty="0">
                <a:latin typeface="Consolas" panose="020B0609020204030204" pitchFamily="49" charset="0"/>
              </a:rPr>
              <a:t>       //</a:t>
            </a:r>
            <a:r>
              <a:rPr lang="en-ID" dirty="0" err="1">
                <a:latin typeface="Consolas" panose="020B0609020204030204" pitchFamily="49" charset="0"/>
              </a:rPr>
              <a:t>Membuat</a:t>
            </a:r>
            <a:r>
              <a:rPr lang="en-ID" dirty="0">
                <a:latin typeface="Consolas" panose="020B0609020204030204" pitchFamily="49" charset="0"/>
              </a:rPr>
              <a:t> </a:t>
            </a:r>
            <a:r>
              <a:rPr lang="en-ID" dirty="0" err="1">
                <a:latin typeface="Consolas" panose="020B0609020204030204" pitchFamily="49" charset="0"/>
              </a:rPr>
              <a:t>objek</a:t>
            </a:r>
            <a:r>
              <a:rPr lang="en-ID" dirty="0">
                <a:latin typeface="Consolas" panose="020B0609020204030204" pitchFamily="49" charset="0"/>
              </a:rPr>
              <a:t> </a:t>
            </a:r>
            <a:r>
              <a:rPr lang="en-ID" dirty="0" err="1">
                <a:latin typeface="Consolas" panose="020B0609020204030204" pitchFamily="49" charset="0"/>
              </a:rPr>
              <a:t>titik</a:t>
            </a:r>
            <a:r>
              <a:rPr lang="en-ID" dirty="0">
                <a:latin typeface="Consolas" panose="020B0609020204030204" pitchFamily="49" charset="0"/>
              </a:rPr>
              <a:t> T1</a:t>
            </a:r>
          </a:p>
          <a:p>
            <a:pPr>
              <a:lnSpc>
                <a:spcPct val="120000"/>
              </a:lnSpc>
            </a:pPr>
            <a:r>
              <a:rPr lang="en-ID" dirty="0">
                <a:latin typeface="Consolas" panose="020B0609020204030204" pitchFamily="49" charset="0"/>
              </a:rPr>
              <a:t>       </a:t>
            </a:r>
            <a:r>
              <a:rPr lang="en-ID" dirty="0" err="1">
                <a:latin typeface="Consolas" panose="020B0609020204030204" pitchFamily="49" charset="0"/>
              </a:rPr>
              <a:t>Titik</a:t>
            </a:r>
            <a:r>
              <a:rPr lang="en-ID" dirty="0">
                <a:latin typeface="Consolas" panose="020B0609020204030204" pitchFamily="49" charset="0"/>
              </a:rPr>
              <a:t> T1 = new </a:t>
            </a:r>
            <a:r>
              <a:rPr lang="en-ID" dirty="0" err="1">
                <a:latin typeface="Consolas" panose="020B0609020204030204" pitchFamily="49" charset="0"/>
              </a:rPr>
              <a:t>Titik</a:t>
            </a:r>
            <a:r>
              <a:rPr lang="en-ID" dirty="0">
                <a:latin typeface="Consolas" panose="020B0609020204030204" pitchFamily="49" charset="0"/>
              </a:rPr>
              <a:t>(); </a:t>
            </a:r>
          </a:p>
          <a:p>
            <a:pPr>
              <a:lnSpc>
                <a:spcPct val="120000"/>
              </a:lnSpc>
            </a:pPr>
            <a:r>
              <a:rPr lang="en-ID" dirty="0">
                <a:latin typeface="Consolas" panose="020B0609020204030204" pitchFamily="49" charset="0"/>
              </a:rPr>
              <a:t>       T1.setAbsis(3); </a:t>
            </a:r>
          </a:p>
          <a:p>
            <a:pPr>
              <a:lnSpc>
                <a:spcPct val="120000"/>
              </a:lnSpc>
            </a:pPr>
            <a:r>
              <a:rPr lang="en-ID" dirty="0">
                <a:latin typeface="Consolas" panose="020B0609020204030204" pitchFamily="49" charset="0"/>
              </a:rPr>
              <a:t>       T1.setOrdinat(3);</a:t>
            </a:r>
          </a:p>
          <a:p>
            <a:pPr>
              <a:lnSpc>
                <a:spcPct val="120000"/>
              </a:lnSpc>
            </a:pPr>
            <a:r>
              <a:rPr lang="en-ID" dirty="0">
                <a:latin typeface="Consolas" panose="020B0609020204030204" pitchFamily="49" charset="0"/>
              </a:rPr>
              <a:t>       </a:t>
            </a:r>
          </a:p>
          <a:p>
            <a:pPr>
              <a:lnSpc>
                <a:spcPct val="120000"/>
              </a:lnSpc>
            </a:pPr>
            <a:r>
              <a:rPr lang="en-ID" dirty="0">
                <a:latin typeface="Consolas" panose="020B0609020204030204" pitchFamily="49" charset="0"/>
              </a:rPr>
              <a:t>       //Menampilkan </a:t>
            </a:r>
            <a:r>
              <a:rPr lang="en-ID" dirty="0" err="1">
                <a:latin typeface="Consolas" panose="020B0609020204030204" pitchFamily="49" charset="0"/>
              </a:rPr>
              <a:t>titik</a:t>
            </a:r>
            <a:r>
              <a:rPr lang="en-ID" dirty="0">
                <a:latin typeface="Consolas" panose="020B0609020204030204" pitchFamily="49" charset="0"/>
              </a:rPr>
              <a:t> T1</a:t>
            </a:r>
          </a:p>
          <a:p>
            <a:pPr>
              <a:lnSpc>
                <a:spcPct val="120000"/>
              </a:lnSpc>
            </a:pPr>
            <a:r>
              <a:rPr lang="en-ID" dirty="0">
                <a:latin typeface="Consolas" panose="020B0609020204030204" pitchFamily="49" charset="0"/>
              </a:rPr>
              <a:t>       </a:t>
            </a:r>
            <a:r>
              <a:rPr lang="en-ID" dirty="0" err="1">
                <a:latin typeface="Consolas" panose="020B0609020204030204" pitchFamily="49" charset="0"/>
              </a:rPr>
              <a:t>System.out.println</a:t>
            </a:r>
            <a:r>
              <a:rPr lang="en-ID" dirty="0">
                <a:latin typeface="Consolas" panose="020B0609020204030204" pitchFamily="49" charset="0"/>
              </a:rPr>
              <a:t>(T1.getAbsis());</a:t>
            </a:r>
          </a:p>
          <a:p>
            <a:pPr>
              <a:lnSpc>
                <a:spcPct val="120000"/>
              </a:lnSpc>
            </a:pPr>
            <a:r>
              <a:rPr lang="en-ID" dirty="0">
                <a:latin typeface="Consolas" panose="020B0609020204030204" pitchFamily="49" charset="0"/>
              </a:rPr>
              <a:t>       </a:t>
            </a:r>
            <a:r>
              <a:rPr lang="en-ID" dirty="0" err="1">
                <a:latin typeface="Consolas" panose="020B0609020204030204" pitchFamily="49" charset="0"/>
              </a:rPr>
              <a:t>System.out.println</a:t>
            </a:r>
            <a:r>
              <a:rPr lang="en-ID" dirty="0">
                <a:latin typeface="Consolas" panose="020B0609020204030204" pitchFamily="49" charset="0"/>
              </a:rPr>
              <a:t>(T1.getOrdinat());</a:t>
            </a:r>
          </a:p>
          <a:p>
            <a:pPr>
              <a:lnSpc>
                <a:spcPct val="120000"/>
              </a:lnSpc>
            </a:pPr>
            <a:r>
              <a:rPr lang="en-ID" dirty="0">
                <a:latin typeface="Consolas" panose="020B0609020204030204" pitchFamily="49" charset="0"/>
              </a:rPr>
              <a:t>    }</a:t>
            </a:r>
          </a:p>
          <a:p>
            <a:pPr>
              <a:lnSpc>
                <a:spcPct val="120000"/>
              </a:lnSpc>
            </a:pPr>
            <a:r>
              <a:rPr lang="en-ID" dirty="0">
                <a:latin typeface="Consolas" panose="020B0609020204030204" pitchFamily="49" charset="0"/>
              </a:rPr>
              <a:t>}</a:t>
            </a:r>
            <a:endParaRPr lang="en-US" dirty="0">
              <a:latin typeface="Consolas" panose="020B0609020204030204" pitchFamily="49" charset="0"/>
            </a:endParaRPr>
          </a:p>
        </p:txBody>
      </p:sp>
      <p:sp>
        <p:nvSpPr>
          <p:cNvPr id="5" name="Content Placeholder 2">
            <a:extLst>
              <a:ext uri="{FF2B5EF4-FFF2-40B4-BE49-F238E27FC236}">
                <a16:creationId xmlns:a16="http://schemas.microsoft.com/office/drawing/2014/main" id="{BC623704-5320-1F6C-3536-09B3A53243AE}"/>
              </a:ext>
            </a:extLst>
          </p:cNvPr>
          <p:cNvSpPr txBox="1">
            <a:spLocks/>
          </p:cNvSpPr>
          <p:nvPr/>
        </p:nvSpPr>
        <p:spPr>
          <a:xfrm>
            <a:off x="411512" y="1204553"/>
            <a:ext cx="3604500" cy="3242787"/>
          </a:xfrm>
          <a:prstGeom prst="rect">
            <a:avLst/>
          </a:prstGeom>
          <a:solidFill>
            <a:srgbClr val="F7FAFF"/>
          </a:solidFill>
        </p:spPr>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lang="en-ID" dirty="0">
                <a:latin typeface="Consolas" panose="020B0609020204030204" pitchFamily="49" charset="0"/>
              </a:rPr>
              <a:t>class </a:t>
            </a:r>
            <a:r>
              <a:rPr lang="en-ID" dirty="0" err="1">
                <a:latin typeface="Consolas" panose="020B0609020204030204" pitchFamily="49" charset="0"/>
              </a:rPr>
              <a:t>MTitik</a:t>
            </a:r>
            <a:r>
              <a:rPr lang="en-ID" dirty="0">
                <a:latin typeface="Consolas" panose="020B0609020204030204" pitchFamily="49" charset="0"/>
              </a:rPr>
              <a:t> { </a:t>
            </a:r>
          </a:p>
          <a:p>
            <a:pPr>
              <a:lnSpc>
                <a:spcPct val="120000"/>
              </a:lnSpc>
            </a:pPr>
            <a:r>
              <a:rPr lang="en-ID" dirty="0">
                <a:latin typeface="Consolas" panose="020B0609020204030204" pitchFamily="49" charset="0"/>
              </a:rPr>
              <a:t>    main() { </a:t>
            </a:r>
          </a:p>
          <a:p>
            <a:pPr>
              <a:lnSpc>
                <a:spcPct val="120000"/>
              </a:lnSpc>
            </a:pPr>
            <a:r>
              <a:rPr lang="en-ID" dirty="0">
                <a:latin typeface="Consolas" panose="020B0609020204030204" pitchFamily="49" charset="0"/>
              </a:rPr>
              <a:t>       //</a:t>
            </a:r>
            <a:r>
              <a:rPr lang="en-ID" dirty="0" err="1">
                <a:latin typeface="Consolas" panose="020B0609020204030204" pitchFamily="49" charset="0"/>
              </a:rPr>
              <a:t>Membuat</a:t>
            </a:r>
            <a:r>
              <a:rPr lang="en-ID" dirty="0">
                <a:latin typeface="Consolas" panose="020B0609020204030204" pitchFamily="49" charset="0"/>
              </a:rPr>
              <a:t> </a:t>
            </a:r>
            <a:r>
              <a:rPr lang="en-ID" dirty="0" err="1">
                <a:latin typeface="Consolas" panose="020B0609020204030204" pitchFamily="49" charset="0"/>
              </a:rPr>
              <a:t>objek</a:t>
            </a:r>
            <a:r>
              <a:rPr lang="en-ID" dirty="0">
                <a:latin typeface="Consolas" panose="020B0609020204030204" pitchFamily="49" charset="0"/>
              </a:rPr>
              <a:t> </a:t>
            </a:r>
            <a:r>
              <a:rPr lang="en-ID" dirty="0" err="1">
                <a:latin typeface="Consolas" panose="020B0609020204030204" pitchFamily="49" charset="0"/>
              </a:rPr>
              <a:t>titik</a:t>
            </a:r>
            <a:r>
              <a:rPr lang="en-ID" dirty="0">
                <a:latin typeface="Consolas" panose="020B0609020204030204" pitchFamily="49" charset="0"/>
              </a:rPr>
              <a:t> T1</a:t>
            </a:r>
          </a:p>
          <a:p>
            <a:pPr>
              <a:lnSpc>
                <a:spcPct val="120000"/>
              </a:lnSpc>
            </a:pPr>
            <a:r>
              <a:rPr lang="en-ID" dirty="0">
                <a:latin typeface="Consolas" panose="020B0609020204030204" pitchFamily="49" charset="0"/>
              </a:rPr>
              <a:t>       T1: </a:t>
            </a:r>
            <a:r>
              <a:rPr lang="en-ID" dirty="0" err="1">
                <a:latin typeface="Consolas" panose="020B0609020204030204" pitchFamily="49" charset="0"/>
              </a:rPr>
              <a:t>Titik</a:t>
            </a:r>
            <a:endParaRPr lang="en-ID" dirty="0">
              <a:latin typeface="Consolas" panose="020B0609020204030204" pitchFamily="49" charset="0"/>
            </a:endParaRPr>
          </a:p>
          <a:p>
            <a:pPr>
              <a:lnSpc>
                <a:spcPct val="120000"/>
              </a:lnSpc>
            </a:pPr>
            <a:r>
              <a:rPr lang="en-ID" dirty="0">
                <a:latin typeface="Consolas" panose="020B0609020204030204" pitchFamily="49" charset="0"/>
              </a:rPr>
              <a:t>       T1 &lt;- new </a:t>
            </a:r>
            <a:r>
              <a:rPr lang="en-ID" dirty="0" err="1">
                <a:latin typeface="Consolas" panose="020B0609020204030204" pitchFamily="49" charset="0"/>
              </a:rPr>
              <a:t>Titik</a:t>
            </a:r>
            <a:r>
              <a:rPr lang="en-ID" dirty="0">
                <a:latin typeface="Consolas" panose="020B0609020204030204" pitchFamily="49" charset="0"/>
              </a:rPr>
              <a:t>(); </a:t>
            </a:r>
          </a:p>
          <a:p>
            <a:pPr>
              <a:lnSpc>
                <a:spcPct val="120000"/>
              </a:lnSpc>
            </a:pPr>
            <a:r>
              <a:rPr lang="en-ID" dirty="0">
                <a:latin typeface="Consolas" panose="020B0609020204030204" pitchFamily="49" charset="0"/>
              </a:rPr>
              <a:t>       T1.setAbsis(3); </a:t>
            </a:r>
          </a:p>
          <a:p>
            <a:pPr>
              <a:lnSpc>
                <a:spcPct val="120000"/>
              </a:lnSpc>
            </a:pPr>
            <a:r>
              <a:rPr lang="en-ID" dirty="0">
                <a:latin typeface="Consolas" panose="020B0609020204030204" pitchFamily="49" charset="0"/>
              </a:rPr>
              <a:t>       T1.setOrdinat(3);</a:t>
            </a:r>
          </a:p>
          <a:p>
            <a:pPr>
              <a:lnSpc>
                <a:spcPct val="120000"/>
              </a:lnSpc>
            </a:pPr>
            <a:r>
              <a:rPr lang="en-ID" dirty="0">
                <a:latin typeface="Consolas" panose="020B0609020204030204" pitchFamily="49" charset="0"/>
              </a:rPr>
              <a:t>       </a:t>
            </a:r>
          </a:p>
          <a:p>
            <a:pPr>
              <a:lnSpc>
                <a:spcPct val="120000"/>
              </a:lnSpc>
            </a:pPr>
            <a:r>
              <a:rPr lang="en-ID" dirty="0">
                <a:latin typeface="Consolas" panose="020B0609020204030204" pitchFamily="49" charset="0"/>
              </a:rPr>
              <a:t>       //Menampilkan </a:t>
            </a:r>
            <a:r>
              <a:rPr lang="en-ID" dirty="0" err="1">
                <a:latin typeface="Consolas" panose="020B0609020204030204" pitchFamily="49" charset="0"/>
              </a:rPr>
              <a:t>titik</a:t>
            </a:r>
            <a:r>
              <a:rPr lang="en-ID" dirty="0">
                <a:latin typeface="Consolas" panose="020B0609020204030204" pitchFamily="49" charset="0"/>
              </a:rPr>
              <a:t> T1</a:t>
            </a:r>
          </a:p>
          <a:p>
            <a:pPr>
              <a:lnSpc>
                <a:spcPct val="120000"/>
              </a:lnSpc>
            </a:pPr>
            <a:r>
              <a:rPr lang="en-ID" dirty="0">
                <a:latin typeface="Consolas" panose="020B0609020204030204" pitchFamily="49" charset="0"/>
              </a:rPr>
              <a:t>       output(T1.getAbsis());</a:t>
            </a:r>
          </a:p>
          <a:p>
            <a:pPr>
              <a:lnSpc>
                <a:spcPct val="120000"/>
              </a:lnSpc>
            </a:pPr>
            <a:r>
              <a:rPr lang="en-ID" dirty="0">
                <a:latin typeface="Consolas" panose="020B0609020204030204" pitchFamily="49" charset="0"/>
              </a:rPr>
              <a:t>       output(T1.getOrdinat());</a:t>
            </a:r>
          </a:p>
          <a:p>
            <a:pPr>
              <a:lnSpc>
                <a:spcPct val="120000"/>
              </a:lnSpc>
            </a:pPr>
            <a:r>
              <a:rPr lang="en-ID" dirty="0">
                <a:latin typeface="Consolas" panose="020B0609020204030204" pitchFamily="49" charset="0"/>
              </a:rPr>
              <a:t>    }</a:t>
            </a:r>
          </a:p>
          <a:p>
            <a:pPr>
              <a:lnSpc>
                <a:spcPct val="120000"/>
              </a:lnSpc>
            </a:pPr>
            <a:r>
              <a:rPr lang="en-ID" dirty="0">
                <a:latin typeface="Consolas" panose="020B0609020204030204" pitchFamily="49" charset="0"/>
              </a:rPr>
              <a:t>}</a:t>
            </a:r>
            <a:endParaRPr lang="en-US" dirty="0">
              <a:latin typeface="Consolas" panose="020B0609020204030204" pitchFamily="49" charset="0"/>
            </a:endParaRPr>
          </a:p>
        </p:txBody>
      </p:sp>
    </p:spTree>
    <p:extLst>
      <p:ext uri="{BB962C8B-B14F-4D97-AF65-F5344CB8AC3E}">
        <p14:creationId xmlns:p14="http://schemas.microsoft.com/office/powerpoint/2010/main" val="2779031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Karakteristik OOP</a:t>
            </a:r>
            <a:endParaRPr dirty="0"/>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Diagram 1">
            <a:extLst>
              <a:ext uri="{FF2B5EF4-FFF2-40B4-BE49-F238E27FC236}">
                <a16:creationId xmlns:a16="http://schemas.microsoft.com/office/drawing/2014/main" id="{329EF513-5E5D-D253-987B-825059800EDD}"/>
              </a:ext>
            </a:extLst>
          </p:cNvPr>
          <p:cNvGraphicFramePr/>
          <p:nvPr>
            <p:extLst>
              <p:ext uri="{D42A27DB-BD31-4B8C-83A1-F6EECF244321}">
                <p14:modId xmlns:p14="http://schemas.microsoft.com/office/powerpoint/2010/main" val="303445023"/>
              </p:ext>
            </p:extLst>
          </p:nvPr>
        </p:nvGraphicFramePr>
        <p:xfrm>
          <a:off x="867509" y="1017724"/>
          <a:ext cx="7350368" cy="39142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5606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Encapsulation</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Membungkus</a:t>
            </a:r>
            <a:r>
              <a:rPr lang="en-US" sz="2000" dirty="0">
                <a:solidFill>
                  <a:schemeClr val="dk1"/>
                </a:solidFill>
                <a:latin typeface="Lato"/>
                <a:ea typeface="Lato"/>
                <a:cs typeface="Lato"/>
              </a:rPr>
              <a:t> data dan method </a:t>
            </a:r>
            <a:r>
              <a:rPr lang="en-US" sz="2000" dirty="0" err="1">
                <a:solidFill>
                  <a:schemeClr val="dk1"/>
                </a:solidFill>
                <a:latin typeface="Lato"/>
                <a:ea typeface="Lato"/>
                <a:cs typeface="Lato"/>
              </a:rPr>
              <a:t>ke</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dalam</a:t>
            </a:r>
            <a:r>
              <a:rPr lang="en-US" sz="2000" dirty="0">
                <a:solidFill>
                  <a:schemeClr val="dk1"/>
                </a:solidFill>
                <a:latin typeface="Lato"/>
                <a:ea typeface="Lato"/>
                <a:cs typeface="Lato"/>
              </a:rPr>
              <a:t> single unit, </a:t>
            </a:r>
            <a:r>
              <a:rPr lang="en-US" sz="2000" dirty="0" err="1">
                <a:solidFill>
                  <a:schemeClr val="dk1"/>
                </a:solidFill>
                <a:latin typeface="Lato"/>
                <a:ea typeface="Lato"/>
                <a:cs typeface="Lato"/>
              </a:rPr>
              <a:t>yaitu</a:t>
            </a:r>
            <a:r>
              <a:rPr lang="en-US" sz="2000" dirty="0">
                <a:solidFill>
                  <a:schemeClr val="dk1"/>
                </a:solidFill>
                <a:latin typeface="Lato"/>
                <a:ea typeface="Lato"/>
                <a:cs typeface="Lato"/>
              </a:rPr>
              <a:t> class.</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Keuntungan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enkapsulasi</a:t>
            </a:r>
            <a:r>
              <a:rPr lang="en-US" sz="2000" dirty="0">
                <a:solidFill>
                  <a:schemeClr val="dk1"/>
                </a:solidFill>
                <a:latin typeface="Lato"/>
                <a:ea typeface="Lato"/>
                <a:cs typeface="Lato"/>
              </a:rPr>
              <a:t>:</a:t>
            </a:r>
          </a:p>
          <a:p>
            <a:pPr marL="714375" indent="-268288">
              <a:spcAft>
                <a:spcPts val="600"/>
              </a:spcAft>
              <a:buFont typeface="Arial" panose="020B0604020202020204" pitchFamily="34" charset="0"/>
              <a:buChar char="•"/>
            </a:pPr>
            <a:r>
              <a:rPr lang="en-US" sz="2000" dirty="0" err="1">
                <a:solidFill>
                  <a:schemeClr val="dk1"/>
                </a:solidFill>
                <a:latin typeface="Lato"/>
                <a:ea typeface="Lato"/>
                <a:cs typeface="Lato"/>
              </a:rPr>
              <a:t>Memberikan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batasan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terhadap</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atribut-atribut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agar </a:t>
            </a:r>
            <a:r>
              <a:rPr lang="en-US" sz="2000" dirty="0" err="1">
                <a:solidFill>
                  <a:schemeClr val="dk1"/>
                </a:solidFill>
                <a:latin typeface="Lato"/>
                <a:ea typeface="Lato"/>
                <a:cs typeface="Lato"/>
              </a:rPr>
              <a:t>tidak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diakses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secara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langsung</a:t>
            </a:r>
            <a:r>
              <a:rPr lang="en-US" sz="2000" dirty="0">
                <a:solidFill>
                  <a:schemeClr val="dk1"/>
                </a:solidFill>
                <a:latin typeface="Lato"/>
                <a:ea typeface="Lato"/>
                <a:cs typeface="Lato"/>
              </a:rPr>
              <a:t> oleh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lainnya</a:t>
            </a:r>
            <a:r>
              <a:rPr lang="en-US" sz="2000" dirty="0">
                <a:solidFill>
                  <a:schemeClr val="dk1"/>
                </a:solidFill>
                <a:latin typeface="Lato"/>
                <a:ea typeface="Lato"/>
                <a:cs typeface="Lato"/>
              </a:rPr>
              <a:t> </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mendukung</a:t>
            </a:r>
            <a:r>
              <a:rPr lang="en-US" sz="2000" dirty="0">
                <a:solidFill>
                  <a:schemeClr val="dk1"/>
                </a:solidFill>
                <a:latin typeface="Lato"/>
                <a:ea typeface="Lato"/>
                <a:cs typeface="Lato"/>
                <a:sym typeface="Wingdings" panose="05000000000000000000" pitchFamily="2" charset="2"/>
              </a:rPr>
              <a:t> </a:t>
            </a:r>
            <a:r>
              <a:rPr lang="en-US" sz="2000" i="1" dirty="0">
                <a:solidFill>
                  <a:schemeClr val="dk1"/>
                </a:solidFill>
                <a:latin typeface="Lato"/>
                <a:ea typeface="Lato"/>
                <a:cs typeface="Lato"/>
                <a:sym typeface="Wingdings" panose="05000000000000000000" pitchFamily="2" charset="2"/>
              </a:rPr>
              <a:t>information hiding</a:t>
            </a:r>
            <a:r>
              <a:rPr lang="en-US" sz="2000" dirty="0">
                <a:solidFill>
                  <a:schemeClr val="dk1"/>
                </a:solidFill>
                <a:latin typeface="Lato"/>
                <a:ea typeface="Lato"/>
                <a:cs typeface="Lato"/>
                <a:sym typeface="Wingdings" panose="05000000000000000000" pitchFamily="2" charset="2"/>
              </a:rPr>
              <a:t>.</a:t>
            </a:r>
            <a:endParaRPr lang="en-US" sz="2000" dirty="0">
              <a:solidFill>
                <a:schemeClr val="dk1"/>
              </a:solidFill>
              <a:latin typeface="Lato"/>
              <a:ea typeface="Lato"/>
              <a:cs typeface="Lato"/>
            </a:endParaRPr>
          </a:p>
          <a:p>
            <a:pPr marL="714375" indent="-268288">
              <a:spcAft>
                <a:spcPts val="600"/>
              </a:spcAft>
              <a:buFont typeface="Arial" panose="020B0604020202020204" pitchFamily="34" charset="0"/>
              <a:buChar char="•"/>
            </a:pPr>
            <a:r>
              <a:rPr lang="en-US" sz="2000" dirty="0">
                <a:solidFill>
                  <a:schemeClr val="dk1"/>
                </a:solidFill>
                <a:latin typeface="Lato"/>
                <a:ea typeface="Lato"/>
                <a:cs typeface="Lato"/>
              </a:rPr>
              <a:t>Mem-binding data </a:t>
            </a:r>
            <a:r>
              <a:rPr lang="en-US" sz="2000" dirty="0" err="1">
                <a:solidFill>
                  <a:schemeClr val="dk1"/>
                </a:solidFill>
                <a:latin typeface="Lato"/>
                <a:ea typeface="Lato"/>
                <a:cs typeface="Lato"/>
              </a:rPr>
              <a:t>dengan</a:t>
            </a:r>
            <a:r>
              <a:rPr lang="en-US" sz="2000" dirty="0">
                <a:solidFill>
                  <a:schemeClr val="dk1"/>
                </a:solidFill>
                <a:latin typeface="Lato"/>
                <a:ea typeface="Lato"/>
                <a:cs typeface="Lato"/>
              </a:rPr>
              <a:t> method yang </a:t>
            </a:r>
            <a:r>
              <a:rPr lang="en-US" sz="2000" dirty="0" err="1">
                <a:solidFill>
                  <a:schemeClr val="dk1"/>
                </a:solidFill>
                <a:latin typeface="Lato"/>
                <a:ea typeface="Lato"/>
                <a:cs typeface="Lato"/>
              </a:rPr>
              <a:t>bekerja</a:t>
            </a:r>
            <a:r>
              <a:rPr lang="en-US" sz="2000" dirty="0">
                <a:solidFill>
                  <a:schemeClr val="dk1"/>
                </a:solidFill>
                <a:latin typeface="Lato"/>
                <a:ea typeface="Lato"/>
                <a:cs typeface="Lato"/>
              </a:rPr>
              <a:t> pada data </a:t>
            </a:r>
            <a:r>
              <a:rPr lang="en-US" sz="2000" dirty="0" err="1">
                <a:solidFill>
                  <a:schemeClr val="dk1"/>
                </a:solidFill>
                <a:latin typeface="Lato"/>
                <a:ea typeface="Lato"/>
                <a:cs typeface="Lato"/>
              </a:rPr>
              <a:t>tersebut</a:t>
            </a:r>
            <a:r>
              <a:rPr lang="en-US" sz="2000" dirty="0">
                <a:solidFill>
                  <a:schemeClr val="dk1"/>
                </a:solidFill>
                <a:latin typeface="Lato"/>
                <a:ea typeface="Lato"/>
                <a:cs typeface="Lato"/>
              </a:rPr>
              <a:t>.</a:t>
            </a:r>
          </a:p>
          <a:p>
            <a:pPr marL="714375" indent="-268288">
              <a:spcAft>
                <a:spcPts val="600"/>
              </a:spcAft>
              <a:buFont typeface="Arial" panose="020B0604020202020204" pitchFamily="34" charset="0"/>
              <a:buChar char="•"/>
            </a:pPr>
            <a:r>
              <a:rPr lang="en-US" sz="2000" dirty="0" err="1">
                <a:solidFill>
                  <a:schemeClr val="dk1"/>
                </a:solidFill>
                <a:latin typeface="Lato"/>
                <a:ea typeface="Lato"/>
                <a:cs typeface="Lato"/>
              </a:rPr>
              <a:t>Modularitas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objek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dikelola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secara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independen</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31516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Encapsulation</a:t>
            </a:r>
            <a:endParaRPr dirty="0"/>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122" name="Picture 2">
            <a:extLst>
              <a:ext uri="{FF2B5EF4-FFF2-40B4-BE49-F238E27FC236}">
                <a16:creationId xmlns:a16="http://schemas.microsoft.com/office/drawing/2014/main" id="{25CA92CD-A165-7DB4-65D6-3DE41FC2D8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9345" y="1590674"/>
            <a:ext cx="6198239" cy="231311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075A33E-748B-D995-6506-0CF4B9C35E46}"/>
              </a:ext>
            </a:extLst>
          </p:cNvPr>
          <p:cNvSpPr txBox="1"/>
          <p:nvPr/>
        </p:nvSpPr>
        <p:spPr>
          <a:xfrm>
            <a:off x="1509345" y="4476734"/>
            <a:ext cx="5908430" cy="276999"/>
          </a:xfrm>
          <a:prstGeom prst="rect">
            <a:avLst/>
          </a:prstGeom>
          <a:noFill/>
        </p:spPr>
        <p:txBody>
          <a:bodyPr wrap="square">
            <a:spAutoFit/>
          </a:bodyPr>
          <a:lstStyle/>
          <a:p>
            <a:pPr algn="ctr"/>
            <a:r>
              <a:rPr lang="en-ID" sz="1200" dirty="0">
                <a:latin typeface="Lato" panose="020F0502020204030203" pitchFamily="34" charset="0"/>
                <a:ea typeface="Lato" panose="020F0502020204030203" pitchFamily="34" charset="0"/>
                <a:cs typeface="Lato" panose="020F0502020204030203" pitchFamily="34" charset="0"/>
              </a:rPr>
              <a:t>http://miro.medium.com/max/552/0*m8rZxUoWejR-ARJB.jpeg</a:t>
            </a:r>
          </a:p>
        </p:txBody>
      </p:sp>
    </p:spTree>
    <p:extLst>
      <p:ext uri="{BB962C8B-B14F-4D97-AF65-F5344CB8AC3E}">
        <p14:creationId xmlns:p14="http://schemas.microsoft.com/office/powerpoint/2010/main" val="3750040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C449D2C9-2ED0-36FD-4EE3-E05981D1C412}"/>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541AE5C6-BC19-572E-DD63-33DF7AB3658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Abstraction</a:t>
            </a:r>
            <a:endParaRPr dirty="0"/>
          </a:p>
        </p:txBody>
      </p:sp>
      <p:sp>
        <p:nvSpPr>
          <p:cNvPr id="664" name="Google Shape;664;p38">
            <a:extLst>
              <a:ext uri="{FF2B5EF4-FFF2-40B4-BE49-F238E27FC236}">
                <a16:creationId xmlns:a16="http://schemas.microsoft.com/office/drawing/2014/main" id="{E81B7DA7-3A06-3311-00F2-DC44BB5B5746}"/>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Fokus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hanya</a:t>
            </a:r>
            <a:r>
              <a:rPr lang="en-US" sz="2000" dirty="0">
                <a:solidFill>
                  <a:schemeClr val="dk1"/>
                </a:solidFill>
                <a:latin typeface="Lato"/>
                <a:ea typeface="Lato"/>
                <a:cs typeface="Lato"/>
              </a:rPr>
              <a:t> pada </a:t>
            </a:r>
            <a:r>
              <a:rPr lang="en-US" sz="2000" dirty="0" err="1">
                <a:solidFill>
                  <a:schemeClr val="dk1"/>
                </a:solidFill>
                <a:latin typeface="Lato"/>
                <a:ea typeface="Lato"/>
                <a:cs typeface="Lato"/>
              </a:rPr>
              <a:t>bagian</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penting</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relevan</a:t>
            </a:r>
            <a:r>
              <a:rPr lang="en-US" sz="2000" dirty="0">
                <a:solidFill>
                  <a:schemeClr val="dk1"/>
                </a:solidFill>
                <a:latin typeface="Lato"/>
                <a:ea typeface="Lato"/>
                <a:cs typeface="Lato"/>
              </a:rPr>
              <a:t>), dan </a:t>
            </a:r>
            <a:r>
              <a:rPr lang="en-US" sz="2000" dirty="0" err="1">
                <a:solidFill>
                  <a:schemeClr val="dk1"/>
                </a:solidFill>
                <a:latin typeface="Lato"/>
                <a:ea typeface="Lato"/>
                <a:cs typeface="Lato"/>
              </a:rPr>
              <a:t>menyembunyikan</a:t>
            </a:r>
            <a:r>
              <a:rPr lang="en-US" sz="2000" dirty="0">
                <a:solidFill>
                  <a:schemeClr val="dk1"/>
                </a:solidFill>
                <a:latin typeface="Lato"/>
                <a:ea typeface="Lato"/>
                <a:cs typeface="Lato"/>
              </a:rPr>
              <a:t> detail </a:t>
            </a:r>
            <a:r>
              <a:rPr lang="en-US" sz="2000" dirty="0" err="1">
                <a:solidFill>
                  <a:schemeClr val="dk1"/>
                </a:solidFill>
                <a:latin typeface="Lato"/>
                <a:ea typeface="Lato"/>
                <a:cs typeface="Lato"/>
              </a:rPr>
              <a:t>kerumitannya</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Contoh</a:t>
            </a:r>
            <a:r>
              <a:rPr lang="en-US" sz="2000" dirty="0">
                <a:solidFill>
                  <a:schemeClr val="dk1"/>
                </a:solidFill>
                <a:latin typeface="Lato"/>
                <a:ea typeface="Lato"/>
                <a:cs typeface="Lato"/>
              </a:rPr>
              <a:t>:</a:t>
            </a:r>
          </a:p>
          <a:p>
            <a:pPr marL="446088">
              <a:spcAft>
                <a:spcPts val="600"/>
              </a:spcAft>
            </a:pPr>
            <a:r>
              <a:rPr lang="en-US" sz="2000" dirty="0" err="1">
                <a:solidFill>
                  <a:schemeClr val="dk1"/>
                </a:solidFill>
                <a:latin typeface="Lato"/>
                <a:ea typeface="Lato"/>
                <a:cs typeface="Lato"/>
              </a:rPr>
              <a:t>Saat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menggunakan</a:t>
            </a:r>
            <a:r>
              <a:rPr lang="en-US" sz="2000" dirty="0">
                <a:solidFill>
                  <a:schemeClr val="dk1"/>
                </a:solidFill>
                <a:latin typeface="Lato"/>
                <a:ea typeface="Lato"/>
                <a:cs typeface="Lato"/>
              </a:rPr>
              <a:t> Smartphone, </a:t>
            </a:r>
            <a:r>
              <a:rPr lang="en-US" sz="2000" dirty="0" err="1">
                <a:solidFill>
                  <a:schemeClr val="dk1"/>
                </a:solidFill>
                <a:latin typeface="Lato"/>
                <a:ea typeface="Lato"/>
                <a:cs typeface="Lato"/>
              </a:rPr>
              <a:t>pengguna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hanya</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perlu</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mengetahui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tombol-tombol</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apa</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diperlukan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untuk</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melakukan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sesuatu</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selanjutnya</a:t>
            </a:r>
            <a:r>
              <a:rPr lang="en-US" sz="2000" dirty="0">
                <a:solidFill>
                  <a:schemeClr val="dk1"/>
                </a:solidFill>
                <a:latin typeface="Lato"/>
                <a:ea typeface="Lato"/>
                <a:cs typeface="Lato"/>
              </a:rPr>
              <a:t> proses-proses </a:t>
            </a:r>
            <a:r>
              <a:rPr lang="en-US" sz="2000" dirty="0" err="1">
                <a:solidFill>
                  <a:schemeClr val="dk1"/>
                </a:solidFill>
                <a:latin typeface="Lato"/>
                <a:ea typeface="Lato"/>
                <a:cs typeface="Lato"/>
              </a:rPr>
              <a:t>apa</a:t>
            </a:r>
            <a:r>
              <a:rPr lang="en-US" sz="2000" dirty="0">
                <a:solidFill>
                  <a:schemeClr val="dk1"/>
                </a:solidFill>
                <a:latin typeface="Lato"/>
                <a:ea typeface="Lato"/>
                <a:cs typeface="Lato"/>
              </a:rPr>
              <a:t> yang </a:t>
            </a:r>
            <a:r>
              <a:rPr lang="en-US" sz="2000" dirty="0" err="1">
                <a:solidFill>
                  <a:schemeClr val="dk1"/>
                </a:solidFill>
                <a:latin typeface="Lato"/>
                <a:ea typeface="Lato"/>
                <a:cs typeface="Lato"/>
              </a:rPr>
              <a:t>terjadi</a:t>
            </a:r>
            <a:r>
              <a:rPr lang="en-US" sz="2000" dirty="0">
                <a:solidFill>
                  <a:schemeClr val="dk1"/>
                </a:solidFill>
                <a:latin typeface="Lato"/>
                <a:ea typeface="Lato"/>
                <a:cs typeface="Lato"/>
              </a:rPr>
              <a:t> di </a:t>
            </a:r>
            <a:r>
              <a:rPr lang="en-US" sz="2000" dirty="0" err="1">
                <a:solidFill>
                  <a:schemeClr val="dk1"/>
                </a:solidFill>
                <a:latin typeface="Lato"/>
                <a:ea typeface="Lato"/>
                <a:cs typeface="Lato"/>
              </a:rPr>
              <a:t>dalam</a:t>
            </a:r>
            <a:r>
              <a:rPr lang="en-US" sz="2000" dirty="0">
                <a:solidFill>
                  <a:schemeClr val="dk1"/>
                </a:solidFill>
                <a:latin typeface="Lato"/>
                <a:ea typeface="Lato"/>
                <a:cs typeface="Lato"/>
              </a:rPr>
              <a:t> internal </a:t>
            </a:r>
            <a:r>
              <a:rPr lang="en-US" sz="2000" dirty="0" err="1">
                <a:solidFill>
                  <a:schemeClr val="dk1"/>
                </a:solidFill>
                <a:latin typeface="Lato"/>
                <a:ea typeface="Lato"/>
                <a:cs typeface="Lato"/>
              </a:rPr>
              <a:t>Smarphone</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disembunyikan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dari</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pengguna</a:t>
            </a:r>
            <a:r>
              <a:rPr lang="en-US" sz="2000" dirty="0">
                <a:solidFill>
                  <a:schemeClr val="dk1"/>
                </a:solidFill>
                <a:latin typeface="Lato"/>
                <a:ea typeface="Lato"/>
                <a:cs typeface="Lato"/>
              </a:rPr>
              <a:t>.</a:t>
            </a: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a:extLst>
              <a:ext uri="{FF2B5EF4-FFF2-40B4-BE49-F238E27FC236}">
                <a16:creationId xmlns:a16="http://schemas.microsoft.com/office/drawing/2014/main" id="{DF478EE7-E92C-08F7-B2FD-F0758FC7419B}"/>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84655E88-5079-6E13-DFF5-551E124A76F3}"/>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7973578A-8387-08DE-0B42-DBCB2B7610C2}"/>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7412F04F-978F-EF2E-6B07-B9EA8FDED9A0}"/>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37329A5D-1FE8-D46D-4C07-47DF5E9B98A0}"/>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F97811C1-9BE3-DEE1-8040-364AC79FAAE5}"/>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96108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Inheritance / Pewarisan</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b="1" dirty="0">
                <a:solidFill>
                  <a:srgbClr val="FF0000"/>
                </a:solidFill>
                <a:latin typeface="Lato"/>
                <a:ea typeface="Lato"/>
                <a:cs typeface="Lato"/>
              </a:rPr>
              <a:t>Subclass</a:t>
            </a:r>
            <a:r>
              <a:rPr lang="en-US" sz="2000" dirty="0">
                <a:solidFill>
                  <a:schemeClr val="dk1"/>
                </a:solidFill>
                <a:latin typeface="Lato"/>
                <a:ea typeface="Lato"/>
                <a:cs typeface="Lato"/>
              </a:rPr>
              <a:t> (child class)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meng-inherit </a:t>
            </a:r>
            <a:r>
              <a:rPr lang="en-US" sz="2000" b="1" dirty="0">
                <a:solidFill>
                  <a:srgbClr val="FF0000"/>
                </a:solidFill>
                <a:latin typeface="Lato"/>
                <a:ea typeface="Lato"/>
                <a:cs typeface="Lato"/>
              </a:rPr>
              <a:t>superclass</a:t>
            </a:r>
            <a:r>
              <a:rPr lang="en-US" sz="2000" dirty="0">
                <a:solidFill>
                  <a:schemeClr val="dk1"/>
                </a:solidFill>
                <a:latin typeface="Lato"/>
                <a:ea typeface="Lato"/>
                <a:cs typeface="Lato"/>
              </a:rPr>
              <a:t> (parent class) </a:t>
            </a:r>
            <a:r>
              <a:rPr lang="en-US" sz="2000" dirty="0">
                <a:solidFill>
                  <a:schemeClr val="dk1"/>
                </a:solidFill>
                <a:latin typeface="Lato"/>
                <a:ea typeface="Lato"/>
                <a:cs typeface="Lato"/>
                <a:sym typeface="Wingdings" panose="05000000000000000000" pitchFamily="2" charset="2"/>
              </a:rPr>
              <a:t> subclass </a:t>
            </a:r>
            <a:r>
              <a:rPr lang="en-US" sz="2000" dirty="0" err="1">
                <a:solidFill>
                  <a:schemeClr val="dk1"/>
                </a:solidFill>
                <a:latin typeface="Lato"/>
                <a:ea typeface="Lato"/>
                <a:cs typeface="Lato"/>
                <a:sym typeface="Wingdings" panose="05000000000000000000" pitchFamily="2" charset="2"/>
              </a:rPr>
              <a:t>mewarisi</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semua</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atribut</a:t>
            </a:r>
            <a:r>
              <a:rPr lang="en-US" sz="2000" dirty="0">
                <a:solidFill>
                  <a:schemeClr val="dk1"/>
                </a:solidFill>
                <a:latin typeface="Lato"/>
                <a:ea typeface="Lato"/>
                <a:cs typeface="Lato"/>
                <a:sym typeface="Wingdings" panose="05000000000000000000" pitchFamily="2" charset="2"/>
              </a:rPr>
              <a:t> dan method yang </a:t>
            </a:r>
            <a:r>
              <a:rPr lang="en-US" sz="2000" dirty="0" err="1">
                <a:solidFill>
                  <a:schemeClr val="dk1"/>
                </a:solidFill>
                <a:latin typeface="Lato"/>
                <a:ea typeface="Lato"/>
                <a:cs typeface="Lato"/>
                <a:sym typeface="Wingdings" panose="05000000000000000000" pitchFamily="2" charset="2"/>
              </a:rPr>
              <a:t>dimiliki</a:t>
            </a:r>
            <a:r>
              <a:rPr lang="en-US" sz="2000" dirty="0">
                <a:solidFill>
                  <a:schemeClr val="dk1"/>
                </a:solidFill>
                <a:latin typeface="Lato"/>
                <a:ea typeface="Lato"/>
                <a:cs typeface="Lato"/>
                <a:sym typeface="Wingdings" panose="05000000000000000000" pitchFamily="2" charset="2"/>
              </a:rPr>
              <a:t> oleh superclass. </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sym typeface="Wingdings" panose="05000000000000000000" pitchFamily="2" charset="2"/>
              </a:rPr>
              <a:t>Definisi</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atribut</a:t>
            </a:r>
            <a:r>
              <a:rPr lang="en-US" sz="2000" dirty="0">
                <a:solidFill>
                  <a:schemeClr val="dk1"/>
                </a:solidFill>
                <a:latin typeface="Lato"/>
                <a:ea typeface="Lato"/>
                <a:cs typeface="Lato"/>
                <a:sym typeface="Wingdings" panose="05000000000000000000" pitchFamily="2" charset="2"/>
              </a:rPr>
              <a:t> dan method </a:t>
            </a:r>
            <a:r>
              <a:rPr lang="en-US" sz="2000" dirty="0" err="1">
                <a:solidFill>
                  <a:schemeClr val="dk1"/>
                </a:solidFill>
                <a:latin typeface="Lato"/>
                <a:ea typeface="Lato"/>
                <a:cs typeface="Lato"/>
                <a:sym typeface="Wingdings" panose="05000000000000000000" pitchFamily="2" charset="2"/>
              </a:rPr>
              <a:t>hanya</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diberikan</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satu</a:t>
            </a:r>
            <a:r>
              <a:rPr lang="en-US" sz="2000" dirty="0">
                <a:solidFill>
                  <a:schemeClr val="dk1"/>
                </a:solidFill>
                <a:latin typeface="Lato"/>
                <a:ea typeface="Lato"/>
                <a:cs typeface="Lato"/>
                <a:sym typeface="Wingdings" panose="05000000000000000000" pitchFamily="2" charset="2"/>
              </a:rPr>
              <a:t> kali pada superclass  </a:t>
            </a:r>
            <a:r>
              <a:rPr lang="en-US" sz="2000" dirty="0" err="1">
                <a:solidFill>
                  <a:schemeClr val="dk1"/>
                </a:solidFill>
                <a:latin typeface="Lato"/>
                <a:ea typeface="Lato"/>
                <a:cs typeface="Lato"/>
                <a:sym typeface="Wingdings" panose="05000000000000000000" pitchFamily="2" charset="2"/>
              </a:rPr>
              <a:t>mendukung</a:t>
            </a:r>
            <a:r>
              <a:rPr lang="en-US" sz="2000" dirty="0">
                <a:solidFill>
                  <a:schemeClr val="dk1"/>
                </a:solidFill>
                <a:latin typeface="Lato"/>
                <a:ea typeface="Lato"/>
                <a:cs typeface="Lato"/>
                <a:sym typeface="Wingdings" panose="05000000000000000000" pitchFamily="2" charset="2"/>
              </a:rPr>
              <a:t> </a:t>
            </a:r>
            <a:r>
              <a:rPr lang="en-US" sz="2000" i="1" dirty="0">
                <a:solidFill>
                  <a:srgbClr val="FF0000"/>
                </a:solidFill>
                <a:latin typeface="Lato"/>
                <a:ea typeface="Lato"/>
                <a:cs typeface="Lato"/>
                <a:sym typeface="Wingdings" panose="05000000000000000000" pitchFamily="2" charset="2"/>
              </a:rPr>
              <a:t>reusability</a:t>
            </a:r>
            <a:r>
              <a:rPr lang="en-US" sz="2000" dirty="0">
                <a:solidFill>
                  <a:schemeClr val="dk1"/>
                </a:solidFill>
                <a:latin typeface="Lato"/>
                <a:ea typeface="Lato"/>
                <a:cs typeface="Lato"/>
                <a:sym typeface="Wingdings" panose="05000000000000000000" pitchFamily="2" charset="2"/>
              </a:rPr>
              <a:t>.</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sym typeface="Wingdings" panose="05000000000000000000" pitchFamily="2" charset="2"/>
              </a:rPr>
              <a:t>Subclass </a:t>
            </a:r>
            <a:r>
              <a:rPr lang="en-US" sz="2000" dirty="0" err="1">
                <a:solidFill>
                  <a:schemeClr val="dk1"/>
                </a:solidFill>
                <a:latin typeface="Lato"/>
                <a:ea typeface="Lato"/>
                <a:cs typeface="Lato"/>
                <a:sym typeface="Wingdings" panose="05000000000000000000" pitchFamily="2" charset="2"/>
              </a:rPr>
              <a:t>dapat</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memodifikasi</a:t>
            </a:r>
            <a:r>
              <a:rPr lang="en-US" sz="2000" dirty="0">
                <a:solidFill>
                  <a:schemeClr val="dk1"/>
                </a:solidFill>
                <a:latin typeface="Lato"/>
                <a:ea typeface="Lato"/>
                <a:cs typeface="Lato"/>
                <a:sym typeface="Wingdings" panose="05000000000000000000" pitchFamily="2" charset="2"/>
              </a:rPr>
              <a:t> method yang </a:t>
            </a:r>
            <a:r>
              <a:rPr lang="en-US" sz="2000" dirty="0" err="1">
                <a:solidFill>
                  <a:schemeClr val="dk1"/>
                </a:solidFill>
                <a:latin typeface="Lato"/>
                <a:ea typeface="Lato"/>
                <a:cs typeface="Lato"/>
                <a:sym typeface="Wingdings" panose="05000000000000000000" pitchFamily="2" charset="2"/>
              </a:rPr>
              <a:t>diwarisi</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dari</a:t>
            </a:r>
            <a:r>
              <a:rPr lang="en-US" sz="2000" dirty="0">
                <a:solidFill>
                  <a:schemeClr val="dk1"/>
                </a:solidFill>
                <a:latin typeface="Lato"/>
                <a:ea typeface="Lato"/>
                <a:cs typeface="Lato"/>
                <a:sym typeface="Wingdings" panose="05000000000000000000" pitchFamily="2" charset="2"/>
              </a:rPr>
              <a:t> superclass, </a:t>
            </a:r>
            <a:r>
              <a:rPr lang="en-US" sz="2000" dirty="0" err="1">
                <a:solidFill>
                  <a:schemeClr val="dk1"/>
                </a:solidFill>
                <a:latin typeface="Lato"/>
                <a:ea typeface="Lato"/>
                <a:cs typeface="Lato"/>
                <a:sym typeface="Wingdings" panose="05000000000000000000" pitchFamily="2" charset="2"/>
              </a:rPr>
              <a:t>tanpa</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mempengaruhi</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perilaku</a:t>
            </a:r>
            <a:r>
              <a:rPr lang="en-US" sz="2000" dirty="0">
                <a:solidFill>
                  <a:schemeClr val="dk1"/>
                </a:solidFill>
                <a:latin typeface="Lato"/>
                <a:ea typeface="Lato"/>
                <a:cs typeface="Lato"/>
                <a:sym typeface="Wingdings" panose="05000000000000000000" pitchFamily="2" charset="2"/>
              </a:rPr>
              <a:t> method pada superclass  </a:t>
            </a:r>
            <a:r>
              <a:rPr lang="en-US" sz="2000" i="1" dirty="0">
                <a:solidFill>
                  <a:srgbClr val="FF0000"/>
                </a:solidFill>
                <a:latin typeface="Lato"/>
                <a:ea typeface="Lato"/>
                <a:cs typeface="Lato"/>
                <a:sym typeface="Wingdings" panose="05000000000000000000" pitchFamily="2" charset="2"/>
              </a:rPr>
              <a:t>overriding</a:t>
            </a:r>
            <a:r>
              <a:rPr lang="en-US" sz="2000" dirty="0">
                <a:solidFill>
                  <a:schemeClr val="dk1"/>
                </a:solidFill>
                <a:latin typeface="Lato"/>
                <a:ea typeface="Lato"/>
                <a:cs typeface="Lato"/>
                <a:sym typeface="Wingdings" panose="05000000000000000000" pitchFamily="2" charset="2"/>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sym typeface="Wingdings" panose="05000000000000000000" pitchFamily="2" charset="2"/>
              </a:rPr>
              <a:t>Memungkinkan</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adanya</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penambahan</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atribut</a:t>
            </a:r>
            <a:r>
              <a:rPr lang="en-US" sz="2000" dirty="0">
                <a:solidFill>
                  <a:schemeClr val="dk1"/>
                </a:solidFill>
                <a:latin typeface="Lato"/>
                <a:ea typeface="Lato"/>
                <a:cs typeface="Lato"/>
                <a:sym typeface="Wingdings" panose="05000000000000000000" pitchFamily="2" charset="2"/>
              </a:rPr>
              <a:t> dan method yang </a:t>
            </a:r>
            <a:r>
              <a:rPr lang="en-US" sz="2000" dirty="0" err="1">
                <a:solidFill>
                  <a:schemeClr val="dk1"/>
                </a:solidFill>
                <a:latin typeface="Lato"/>
                <a:ea typeface="Lato"/>
                <a:cs typeface="Lato"/>
                <a:sym typeface="Wingdings" panose="05000000000000000000" pitchFamily="2" charset="2"/>
              </a:rPr>
              <a:t>baru</a:t>
            </a:r>
            <a:r>
              <a:rPr lang="en-US" sz="2000" dirty="0">
                <a:solidFill>
                  <a:schemeClr val="dk1"/>
                </a:solidFill>
                <a:latin typeface="Lato"/>
                <a:ea typeface="Lato"/>
                <a:cs typeface="Lato"/>
                <a:sym typeface="Wingdings" panose="05000000000000000000" pitchFamily="2" charset="2"/>
              </a:rPr>
              <a:t> pada subclass.</a:t>
            </a: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881707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Inheritance / Pewarisan</a:t>
            </a:r>
            <a:endParaRPr dirty="0"/>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074" name="Picture 2">
            <a:extLst>
              <a:ext uri="{FF2B5EF4-FFF2-40B4-BE49-F238E27FC236}">
                <a16:creationId xmlns:a16="http://schemas.microsoft.com/office/drawing/2014/main" id="{C0A3A5D4-EC8D-FED7-EBD4-4C5A3D780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741" y="1302721"/>
            <a:ext cx="5507681" cy="310076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16A6FE2-EF24-5B6D-9764-376BDAFDD3C9}"/>
              </a:ext>
            </a:extLst>
          </p:cNvPr>
          <p:cNvSpPr txBox="1"/>
          <p:nvPr/>
        </p:nvSpPr>
        <p:spPr>
          <a:xfrm>
            <a:off x="1648342" y="4421476"/>
            <a:ext cx="5908430" cy="276999"/>
          </a:xfrm>
          <a:prstGeom prst="rect">
            <a:avLst/>
          </a:prstGeom>
          <a:noFill/>
        </p:spPr>
        <p:txBody>
          <a:bodyPr wrap="square">
            <a:spAutoFit/>
          </a:bodyPr>
          <a:lstStyle/>
          <a:p>
            <a:pPr algn="ctr"/>
            <a:r>
              <a:rPr lang="en-ID" sz="1200" dirty="0">
                <a:latin typeface="Lato" panose="020F0502020204030203" pitchFamily="34" charset="0"/>
                <a:ea typeface="Lato" panose="020F0502020204030203" pitchFamily="34" charset="0"/>
                <a:cs typeface="Lato" panose="020F0502020204030203" pitchFamily="34" charset="0"/>
              </a:rPr>
              <a:t>https://cdn-images-1.medium.com/max/1080/1*gRily1Y6mlrOETJeKRgvgw.png</a:t>
            </a:r>
          </a:p>
        </p:txBody>
      </p:sp>
    </p:spTree>
    <p:extLst>
      <p:ext uri="{BB962C8B-B14F-4D97-AF65-F5344CB8AC3E}">
        <p14:creationId xmlns:p14="http://schemas.microsoft.com/office/powerpoint/2010/main" val="27904082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Inheritance / Pewarisan</a:t>
            </a:r>
            <a:endParaRPr dirty="0"/>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016A6FE2-EF24-5B6D-9764-376BDAFDD3C9}"/>
              </a:ext>
            </a:extLst>
          </p:cNvPr>
          <p:cNvSpPr txBox="1"/>
          <p:nvPr/>
        </p:nvSpPr>
        <p:spPr>
          <a:xfrm>
            <a:off x="1648342" y="4421476"/>
            <a:ext cx="5908430" cy="276999"/>
          </a:xfrm>
          <a:prstGeom prst="rect">
            <a:avLst/>
          </a:prstGeom>
          <a:noFill/>
        </p:spPr>
        <p:txBody>
          <a:bodyPr wrap="square">
            <a:spAutoFit/>
          </a:bodyPr>
          <a:lstStyle/>
          <a:p>
            <a:pPr algn="ctr"/>
            <a:r>
              <a:rPr lang="en-ID" sz="1200" dirty="0">
                <a:latin typeface="Lato" panose="020F0502020204030203" pitchFamily="34" charset="0"/>
                <a:ea typeface="Lato" panose="020F0502020204030203" pitchFamily="34" charset="0"/>
                <a:cs typeface="Lato" panose="020F0502020204030203" pitchFamily="34" charset="0"/>
              </a:rPr>
              <a:t>https://miro.medium.com/max/4336/1*xPR1IbBKNz7d-lyvXQ_dMA.png</a:t>
            </a:r>
          </a:p>
        </p:txBody>
      </p:sp>
      <p:pic>
        <p:nvPicPr>
          <p:cNvPr id="4098" name="Picture 2">
            <a:extLst>
              <a:ext uri="{FF2B5EF4-FFF2-40B4-BE49-F238E27FC236}">
                <a16:creationId xmlns:a16="http://schemas.microsoft.com/office/drawing/2014/main" id="{A6F3E769-CD70-53A3-5E69-4A5A5ED5E9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8342" y="1338812"/>
            <a:ext cx="5638802" cy="2954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038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Polymorphism</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Poly (</a:t>
            </a:r>
            <a:r>
              <a:rPr lang="en-US" sz="2000" dirty="0" err="1">
                <a:solidFill>
                  <a:schemeClr val="dk1"/>
                </a:solidFill>
                <a:latin typeface="Lato"/>
                <a:ea typeface="Lato"/>
                <a:cs typeface="Lato"/>
              </a:rPr>
              <a:t>banyak</a:t>
            </a:r>
            <a:r>
              <a:rPr lang="en-US" sz="2000" dirty="0">
                <a:solidFill>
                  <a:schemeClr val="dk1"/>
                </a:solidFill>
                <a:latin typeface="Lato"/>
                <a:ea typeface="Lato"/>
                <a:cs typeface="Lato"/>
              </a:rPr>
              <a:t>) + </a:t>
            </a:r>
            <a:r>
              <a:rPr lang="en-US" sz="2000" dirty="0" err="1">
                <a:solidFill>
                  <a:schemeClr val="dk1"/>
                </a:solidFill>
                <a:latin typeface="Lato"/>
                <a:ea typeface="Lato"/>
                <a:cs typeface="Lato"/>
              </a:rPr>
              <a:t>morphe</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bentuk</a:t>
            </a:r>
            <a:r>
              <a:rPr lang="en-US" sz="2000" dirty="0">
                <a:solidFill>
                  <a:schemeClr val="dk1"/>
                </a:solidFill>
                <a:latin typeface="Lato"/>
                <a:ea typeface="Lato"/>
                <a:cs typeface="Lato"/>
              </a:rPr>
              <a:t>) </a:t>
            </a:r>
            <a:r>
              <a:rPr lang="en-US" sz="2000" dirty="0">
                <a:solidFill>
                  <a:schemeClr val="dk1"/>
                </a:solidFill>
                <a:latin typeface="Lato"/>
                <a:ea typeface="Lato"/>
                <a:cs typeface="Lato"/>
                <a:sym typeface="Wingdings" panose="05000000000000000000" pitchFamily="2" charset="2"/>
              </a:rPr>
              <a:t> polymorphism (</a:t>
            </a:r>
            <a:r>
              <a:rPr lang="en-US" sz="2000" dirty="0" err="1">
                <a:solidFill>
                  <a:schemeClr val="dk1"/>
                </a:solidFill>
                <a:latin typeface="Lato"/>
                <a:ea typeface="Lato"/>
                <a:cs typeface="Lato"/>
                <a:sym typeface="Wingdings" panose="05000000000000000000" pitchFamily="2" charset="2"/>
              </a:rPr>
              <a:t>banyak</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bentuk</a:t>
            </a:r>
            <a:r>
              <a:rPr lang="en-US" sz="2000" dirty="0">
                <a:solidFill>
                  <a:schemeClr val="dk1"/>
                </a:solidFill>
                <a:latin typeface="Lato"/>
                <a:ea typeface="Lato"/>
                <a:cs typeface="Lato"/>
                <a:sym typeface="Wingdings" panose="05000000000000000000" pitchFamily="2" charset="2"/>
              </a:rPr>
              <a:t>)</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sym typeface="Wingdings" panose="05000000000000000000" pitchFamily="2" charset="2"/>
              </a:rPr>
              <a:t>Objek</a:t>
            </a:r>
            <a:r>
              <a:rPr lang="en-US" sz="2000" dirty="0">
                <a:solidFill>
                  <a:schemeClr val="dk1"/>
                </a:solidFill>
                <a:latin typeface="Lato"/>
                <a:ea typeface="Lato"/>
                <a:cs typeface="Lato"/>
                <a:sym typeface="Wingdings" panose="05000000000000000000" pitchFamily="2" charset="2"/>
              </a:rPr>
              <a:t> yang </a:t>
            </a:r>
            <a:r>
              <a:rPr lang="en-US" sz="2000" dirty="0" err="1">
                <a:solidFill>
                  <a:schemeClr val="dk1"/>
                </a:solidFill>
                <a:latin typeface="Lato"/>
                <a:ea typeface="Lato"/>
                <a:cs typeface="Lato"/>
                <a:sym typeface="Wingdings" panose="05000000000000000000" pitchFamily="2" charset="2"/>
              </a:rPr>
              <a:t>memiliki</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behaviour</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atau</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perilaku</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sama</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dapat</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mempunyai</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lebih</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dari</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satu</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interpretasi</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dalam</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konteks</a:t>
            </a:r>
            <a:r>
              <a:rPr lang="en-US" sz="2000" dirty="0">
                <a:solidFill>
                  <a:schemeClr val="dk1"/>
                </a:solidFill>
                <a:latin typeface="Lato"/>
                <a:ea typeface="Lato"/>
                <a:cs typeface="Lato"/>
                <a:sym typeface="Wingdings" panose="05000000000000000000" pitchFamily="2" charset="2"/>
              </a:rPr>
              <a:t> yang </a:t>
            </a:r>
            <a:r>
              <a:rPr lang="en-US" sz="2000" dirty="0" err="1">
                <a:solidFill>
                  <a:schemeClr val="dk1"/>
                </a:solidFill>
                <a:latin typeface="Lato"/>
                <a:ea typeface="Lato"/>
                <a:cs typeface="Lato"/>
                <a:sym typeface="Wingdings" panose="05000000000000000000" pitchFamily="2" charset="2"/>
              </a:rPr>
              <a:t>berbeda</a:t>
            </a:r>
            <a:r>
              <a:rPr lang="en-US" sz="2000" dirty="0">
                <a:solidFill>
                  <a:schemeClr val="dk1"/>
                </a:solidFill>
                <a:latin typeface="Lato"/>
                <a:ea typeface="Lato"/>
                <a:cs typeface="Lato"/>
                <a:sym typeface="Wingdings" panose="05000000000000000000" pitchFamily="2" charset="2"/>
              </a:rPr>
              <a:t>. </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sym typeface="Wingdings" panose="05000000000000000000" pitchFamily="2" charset="2"/>
              </a:rPr>
              <a:t>Polymorphism </a:t>
            </a:r>
            <a:r>
              <a:rPr lang="en-US" sz="2000" dirty="0" err="1">
                <a:solidFill>
                  <a:schemeClr val="dk1"/>
                </a:solidFill>
                <a:latin typeface="Lato"/>
                <a:ea typeface="Lato"/>
                <a:cs typeface="Lato"/>
                <a:sym typeface="Wingdings" panose="05000000000000000000" pitchFamily="2" charset="2"/>
              </a:rPr>
              <a:t>dapat</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berupa</a:t>
            </a:r>
            <a:r>
              <a:rPr lang="en-US" sz="2000" dirty="0">
                <a:solidFill>
                  <a:schemeClr val="dk1"/>
                </a:solidFill>
                <a:latin typeface="Lato"/>
                <a:ea typeface="Lato"/>
                <a:cs typeface="Lato"/>
                <a:sym typeface="Wingdings" panose="05000000000000000000" pitchFamily="2" charset="2"/>
              </a:rPr>
              <a:t>:</a:t>
            </a:r>
          </a:p>
          <a:p>
            <a:pPr marL="809625" lvl="1" indent="-269875">
              <a:spcAft>
                <a:spcPts val="600"/>
              </a:spcAft>
              <a:buFont typeface="Arial" panose="020B0604020202020204" pitchFamily="34" charset="0"/>
              <a:buChar char="•"/>
            </a:pPr>
            <a:r>
              <a:rPr lang="en-US" sz="2000" dirty="0">
                <a:solidFill>
                  <a:schemeClr val="dk1"/>
                </a:solidFill>
                <a:latin typeface="Lato"/>
                <a:ea typeface="Lato"/>
                <a:cs typeface="Lato"/>
                <a:sym typeface="Wingdings" panose="05000000000000000000" pitchFamily="2" charset="2"/>
              </a:rPr>
              <a:t>Compile-time polymorphism: method mana yang di-invoke </a:t>
            </a:r>
            <a:r>
              <a:rPr lang="en-US" sz="2000" dirty="0" err="1">
                <a:solidFill>
                  <a:schemeClr val="dk1"/>
                </a:solidFill>
                <a:latin typeface="Lato"/>
                <a:ea typeface="Lato"/>
                <a:cs typeface="Lato"/>
                <a:sym typeface="Wingdings" panose="05000000000000000000" pitchFamily="2" charset="2"/>
              </a:rPr>
              <a:t>dapat</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ditentukan</a:t>
            </a:r>
            <a:r>
              <a:rPr lang="en-US" sz="2000" dirty="0">
                <a:solidFill>
                  <a:schemeClr val="dk1"/>
                </a:solidFill>
                <a:latin typeface="Lato"/>
                <a:ea typeface="Lato"/>
                <a:cs typeface="Lato"/>
                <a:sym typeface="Wingdings" panose="05000000000000000000" pitchFamily="2" charset="2"/>
              </a:rPr>
              <a:t> pada </a:t>
            </a:r>
            <a:r>
              <a:rPr lang="en-US" sz="2000" dirty="0" err="1">
                <a:solidFill>
                  <a:schemeClr val="dk1"/>
                </a:solidFill>
                <a:latin typeface="Lato"/>
                <a:ea typeface="Lato"/>
                <a:cs typeface="Lato"/>
                <a:sym typeface="Wingdings" panose="05000000000000000000" pitchFamily="2" charset="2"/>
              </a:rPr>
              <a:t>saat</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kompilasi</a:t>
            </a:r>
            <a:r>
              <a:rPr lang="en-US" sz="2000" dirty="0">
                <a:solidFill>
                  <a:schemeClr val="dk1"/>
                </a:solidFill>
                <a:latin typeface="Lato"/>
                <a:ea typeface="Lato"/>
                <a:cs typeface="Lato"/>
                <a:sym typeface="Wingdings" panose="05000000000000000000" pitchFamily="2" charset="2"/>
              </a:rPr>
              <a:t>.</a:t>
            </a:r>
          </a:p>
          <a:p>
            <a:pPr marL="809625" lvl="1" indent="-269875">
              <a:spcAft>
                <a:spcPts val="600"/>
              </a:spcAft>
              <a:buFont typeface="Arial" panose="020B0604020202020204" pitchFamily="34" charset="0"/>
              <a:buChar char="•"/>
            </a:pPr>
            <a:r>
              <a:rPr lang="en-US" sz="2000" dirty="0">
                <a:solidFill>
                  <a:schemeClr val="dk1"/>
                </a:solidFill>
                <a:latin typeface="Lato"/>
                <a:ea typeface="Lato"/>
                <a:cs typeface="Lato"/>
                <a:sym typeface="Wingdings" panose="05000000000000000000" pitchFamily="2" charset="2"/>
              </a:rPr>
              <a:t>Runtime polymorphism: method mana yang di-invoke </a:t>
            </a:r>
            <a:r>
              <a:rPr lang="en-US" sz="2000" dirty="0" err="1">
                <a:solidFill>
                  <a:schemeClr val="dk1"/>
                </a:solidFill>
                <a:latin typeface="Lato"/>
                <a:ea typeface="Lato"/>
                <a:cs typeface="Lato"/>
                <a:sym typeface="Wingdings" panose="05000000000000000000" pitchFamily="2" charset="2"/>
              </a:rPr>
              <a:t>baru</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dapat</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ditentukan</a:t>
            </a:r>
            <a:r>
              <a:rPr lang="en-US" sz="2000" dirty="0">
                <a:solidFill>
                  <a:schemeClr val="dk1"/>
                </a:solidFill>
                <a:latin typeface="Lato"/>
                <a:ea typeface="Lato"/>
                <a:cs typeface="Lato"/>
                <a:sym typeface="Wingdings" panose="05000000000000000000" pitchFamily="2" charset="2"/>
              </a:rPr>
              <a:t> </a:t>
            </a:r>
            <a:r>
              <a:rPr lang="en-US" sz="2000" dirty="0" err="1">
                <a:solidFill>
                  <a:schemeClr val="dk1"/>
                </a:solidFill>
                <a:latin typeface="Lato"/>
                <a:ea typeface="Lato"/>
                <a:cs typeface="Lato"/>
                <a:sym typeface="Wingdings" panose="05000000000000000000" pitchFamily="2" charset="2"/>
              </a:rPr>
              <a:t>saat</a:t>
            </a:r>
            <a:r>
              <a:rPr lang="en-US" sz="2000" dirty="0">
                <a:solidFill>
                  <a:schemeClr val="dk1"/>
                </a:solidFill>
                <a:latin typeface="Lato"/>
                <a:ea typeface="Lato"/>
                <a:cs typeface="Lato"/>
                <a:sym typeface="Wingdings" panose="05000000000000000000" pitchFamily="2" charset="2"/>
              </a:rPr>
              <a:t> runtime.</a:t>
            </a: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026391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Kelebihan OOP</a:t>
            </a:r>
            <a:endParaRPr dirty="0"/>
          </a:p>
        </p:txBody>
      </p:sp>
      <p:sp>
        <p:nvSpPr>
          <p:cNvPr id="664" name="Google Shape;664;p38"/>
          <p:cNvSpPr txBox="1"/>
          <p:nvPr/>
        </p:nvSpPr>
        <p:spPr>
          <a:xfrm>
            <a:off x="720000" y="1204554"/>
            <a:ext cx="7790954" cy="3320554"/>
          </a:xfrm>
          <a:prstGeom prst="rect">
            <a:avLst/>
          </a:prstGeom>
          <a:noFill/>
          <a:ln>
            <a:noFill/>
          </a:ln>
        </p:spPr>
        <p:txBody>
          <a:bodyPr spcFirstLastPara="1" wrap="square" lIns="91425" tIns="91425" rIns="91425" bIns="91425" anchor="t" anchorCtr="0">
            <a:noAutofit/>
          </a:bodyPr>
          <a:lstStyle/>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Kelebihan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paradigma</a:t>
            </a:r>
            <a:r>
              <a:rPr lang="en-US" sz="2000" dirty="0">
                <a:solidFill>
                  <a:schemeClr val="dk1"/>
                </a:solidFill>
                <a:latin typeface="Lato"/>
                <a:ea typeface="Lato"/>
                <a:cs typeface="Lato"/>
              </a:rPr>
              <a:t> OOP:</a:t>
            </a:r>
          </a:p>
          <a:p>
            <a:pPr marL="714375" indent="-268288">
              <a:spcAft>
                <a:spcPts val="600"/>
              </a:spcAft>
              <a:buFont typeface="Arial" panose="020B0604020202020204" pitchFamily="34" charset="0"/>
              <a:buChar char="•"/>
            </a:pPr>
            <a:r>
              <a:rPr lang="en-US" sz="2000" dirty="0">
                <a:solidFill>
                  <a:schemeClr val="dk1"/>
                </a:solidFill>
                <a:latin typeface="Lato"/>
                <a:ea typeface="Lato"/>
                <a:cs typeface="Lato"/>
              </a:rPr>
              <a:t>Code reuse and recycling</a:t>
            </a:r>
          </a:p>
          <a:p>
            <a:pPr marL="714375" indent="-268288">
              <a:spcAft>
                <a:spcPts val="600"/>
              </a:spcAft>
              <a:buFont typeface="Arial" panose="020B0604020202020204" pitchFamily="34" charset="0"/>
              <a:buChar char="•"/>
            </a:pPr>
            <a:r>
              <a:rPr lang="en-US" sz="2000" dirty="0">
                <a:solidFill>
                  <a:schemeClr val="dk1"/>
                </a:solidFill>
                <a:latin typeface="Lato"/>
                <a:ea typeface="Lato"/>
                <a:cs typeface="Lato"/>
              </a:rPr>
              <a:t>Abstraction</a:t>
            </a:r>
          </a:p>
          <a:p>
            <a:pPr marL="714375" indent="-268288">
              <a:spcAft>
                <a:spcPts val="600"/>
              </a:spcAft>
              <a:buFont typeface="Arial" panose="020B0604020202020204" pitchFamily="34" charset="0"/>
              <a:buChar char="•"/>
            </a:pPr>
            <a:r>
              <a:rPr lang="en-US" sz="2000" dirty="0">
                <a:solidFill>
                  <a:schemeClr val="dk1"/>
                </a:solidFill>
                <a:latin typeface="Lato"/>
                <a:ea typeface="Lato"/>
                <a:cs typeface="Lato"/>
              </a:rPr>
              <a:t>Data hiding</a:t>
            </a:r>
          </a:p>
          <a:p>
            <a:pPr marL="457200" indent="-457200">
              <a:spcAft>
                <a:spcPts val="600"/>
              </a:spcAft>
              <a:buFont typeface="Wingdings" panose="05000000000000000000" pitchFamily="2" charset="2"/>
              <a:buChar char="q"/>
            </a:pPr>
            <a:r>
              <a:rPr lang="en-US" sz="2000" dirty="0" err="1">
                <a:solidFill>
                  <a:schemeClr val="dk1"/>
                </a:solidFill>
                <a:latin typeface="Lato"/>
                <a:ea typeface="Lato"/>
                <a:cs typeface="Lato"/>
              </a:rPr>
              <a:t>Pengembangan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sistem</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dengan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metoda</a:t>
            </a:r>
            <a:r>
              <a:rPr lang="en-US" sz="2000" dirty="0">
                <a:solidFill>
                  <a:schemeClr val="dk1"/>
                </a:solidFill>
                <a:latin typeface="Lato"/>
                <a:ea typeface="Lato"/>
                <a:cs typeface="Lato"/>
              </a:rPr>
              <a:t> OO </a:t>
            </a:r>
            <a:r>
              <a:rPr lang="en-US" sz="2000" dirty="0" err="1">
                <a:solidFill>
                  <a:schemeClr val="dk1"/>
                </a:solidFill>
                <a:latin typeface="Lato"/>
                <a:ea typeface="Lato"/>
                <a:cs typeface="Lato"/>
              </a:rPr>
              <a:t>dapat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meningkatkan</a:t>
            </a:r>
            <a:r>
              <a:rPr lang="en-US" sz="2000" dirty="0">
                <a:solidFill>
                  <a:schemeClr val="dk1"/>
                </a:solidFill>
                <a:latin typeface="Lato"/>
                <a:ea typeface="Lato"/>
                <a:cs typeface="Lato"/>
              </a:rPr>
              <a:t>:</a:t>
            </a:r>
          </a:p>
          <a:p>
            <a:pPr marL="714375" indent="-268288">
              <a:spcAft>
                <a:spcPts val="600"/>
              </a:spcAft>
              <a:buFont typeface="Arial" panose="020B0604020202020204" pitchFamily="34" charset="0"/>
              <a:buChar char="•"/>
            </a:pPr>
            <a:r>
              <a:rPr lang="en-US" sz="2000" dirty="0" err="1">
                <a:solidFill>
                  <a:schemeClr val="dk1"/>
                </a:solidFill>
                <a:latin typeface="Lato"/>
                <a:ea typeface="Lato"/>
                <a:cs typeface="Lato"/>
              </a:rPr>
              <a:t>Produktifitas</a:t>
            </a:r>
            <a:endParaRPr lang="en-US" sz="2000" dirty="0">
              <a:solidFill>
                <a:schemeClr val="dk1"/>
              </a:solidFill>
              <a:latin typeface="Lato"/>
              <a:ea typeface="Lato"/>
              <a:cs typeface="Lato"/>
            </a:endParaRPr>
          </a:p>
          <a:p>
            <a:pPr marL="714375" indent="-268288">
              <a:spcAft>
                <a:spcPts val="600"/>
              </a:spcAft>
              <a:buFont typeface="Arial" panose="020B0604020202020204" pitchFamily="34" charset="0"/>
              <a:buChar char="•"/>
            </a:pPr>
            <a:r>
              <a:rPr lang="en-US" sz="2000" dirty="0" err="1">
                <a:solidFill>
                  <a:schemeClr val="dk1"/>
                </a:solidFill>
                <a:latin typeface="Lato"/>
                <a:ea typeface="Lato"/>
                <a:cs typeface="Lato"/>
              </a:rPr>
              <a:t>Kecepatan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pengembangan</a:t>
            </a:r>
            <a:endParaRPr lang="en-US" sz="2000" dirty="0">
              <a:solidFill>
                <a:schemeClr val="dk1"/>
              </a:solidFill>
              <a:latin typeface="Lato"/>
              <a:ea typeface="Lato"/>
              <a:cs typeface="Lato"/>
            </a:endParaRPr>
          </a:p>
          <a:p>
            <a:pPr marL="714375" indent="-268288">
              <a:spcAft>
                <a:spcPts val="600"/>
              </a:spcAft>
              <a:buFont typeface="Arial" panose="020B0604020202020204" pitchFamily="34" charset="0"/>
              <a:buChar char="•"/>
            </a:pPr>
            <a:r>
              <a:rPr lang="en-US" sz="2000" dirty="0" err="1">
                <a:solidFill>
                  <a:schemeClr val="dk1"/>
                </a:solidFill>
                <a:latin typeface="Lato"/>
                <a:ea typeface="Lato"/>
                <a:cs typeface="Lato"/>
              </a:rPr>
              <a:t>Kualitas</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perangkat</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lunak</a:t>
            </a:r>
            <a:endParaRPr lang="en-US" sz="2000" dirty="0">
              <a:solidFill>
                <a:schemeClr val="dk1"/>
              </a:solidFill>
              <a:latin typeface="Lato"/>
              <a:ea typeface="Lato"/>
              <a:cs typeface="Lato"/>
            </a:endParaRPr>
          </a:p>
          <a:p>
            <a:pPr marL="714375" indent="-268288">
              <a:spcAft>
                <a:spcPts val="600"/>
              </a:spcAft>
              <a:buFont typeface="Arial" panose="020B0604020202020204" pitchFamily="34" charset="0"/>
              <a:buChar char="•"/>
            </a:pPr>
            <a:r>
              <a:rPr lang="en-US" sz="2000" dirty="0" err="1">
                <a:solidFill>
                  <a:schemeClr val="dk1"/>
                </a:solidFill>
                <a:latin typeface="Lato"/>
                <a:ea typeface="Lato"/>
                <a:cs typeface="Lato"/>
              </a:rPr>
              <a:t>Kemudahan</a:t>
            </a:r>
            <a:r>
              <a:rPr lang="en-US" sz="2000" dirty="0">
                <a:solidFill>
                  <a:schemeClr val="dk1"/>
                </a:solidFill>
                <a:latin typeface="Lato"/>
                <a:ea typeface="Lato"/>
                <a:cs typeface="Lato"/>
              </a:rPr>
              <a:t> </a:t>
            </a:r>
            <a:r>
              <a:rPr lang="en-US" sz="2000" dirty="0" err="1">
                <a:solidFill>
                  <a:schemeClr val="dk1"/>
                </a:solidFill>
                <a:latin typeface="Lato"/>
                <a:ea typeface="Lato"/>
                <a:cs typeface="Lato"/>
              </a:rPr>
              <a:t>pemeliharaan</a:t>
            </a:r>
            <a:endParaRPr lang="en-US" sz="2000" dirty="0">
              <a:solidFill>
                <a:schemeClr val="dk1"/>
              </a:solidFill>
              <a:latin typeface="Lato"/>
              <a:ea typeface="Lato"/>
              <a:cs typeface="Lato"/>
            </a:endParaRP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031153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Screen Shot 2018-02-05 at 06.09.09.png">
            <a:extLst>
              <a:ext uri="{FF2B5EF4-FFF2-40B4-BE49-F238E27FC236}">
                <a16:creationId xmlns:a16="http://schemas.microsoft.com/office/drawing/2014/main" id="{A8CF1902-4DC9-2E14-9E8B-02F4C1E00F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471" y="88129"/>
            <a:ext cx="7471712" cy="4967242"/>
          </a:xfrm>
          <a:prstGeom prst="rect">
            <a:avLst/>
          </a:prstGeom>
        </p:spPr>
      </p:pic>
    </p:spTree>
    <p:extLst>
      <p:ext uri="{BB962C8B-B14F-4D97-AF65-F5344CB8AC3E}">
        <p14:creationId xmlns:p14="http://schemas.microsoft.com/office/powerpoint/2010/main" val="40840509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Kesimpulan</a:t>
            </a:r>
            <a:endParaRPr dirty="0"/>
          </a:p>
        </p:txBody>
      </p:sp>
      <p:sp>
        <p:nvSpPr>
          <p:cNvPr id="664" name="Google Shape;664;p38"/>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a:spcAft>
                <a:spcPts val="600"/>
              </a:spcAft>
            </a:pPr>
            <a:r>
              <a:rPr lang="en-US" sz="2000" dirty="0">
                <a:solidFill>
                  <a:schemeClr val="dk1"/>
                </a:solidFill>
                <a:latin typeface="Lato"/>
                <a:ea typeface="Lato"/>
                <a:cs typeface="Lato"/>
              </a:rPr>
              <a:t>Some important characteristics of OOP:</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Your focus is on data, not on functions. So, you divide your program into objects, not functions.</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You do not allow data to flow freely. You use methods to access them.</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Your objects communicate through methods.</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The outside world should not access your data.</a:t>
            </a:r>
          </a:p>
          <a:p>
            <a:pPr marL="457200" indent="-457200">
              <a:spcAft>
                <a:spcPts val="600"/>
              </a:spcAft>
              <a:buFont typeface="Wingdings" panose="05000000000000000000" pitchFamily="2" charset="2"/>
              <a:buChar char="q"/>
            </a:pPr>
            <a:r>
              <a:rPr lang="en-US" sz="2000" dirty="0">
                <a:solidFill>
                  <a:schemeClr val="dk1"/>
                </a:solidFill>
                <a:latin typeface="Lato"/>
                <a:ea typeface="Lato"/>
                <a:cs typeface="Lato"/>
              </a:rPr>
              <a:t>Your application can adapt to new changes easily. At the same time, it is easy to maintain.</a:t>
            </a:r>
          </a:p>
          <a:p>
            <a:pPr marL="457200" indent="-457200">
              <a:spcAft>
                <a:spcPts val="600"/>
              </a:spcAft>
              <a:buFont typeface="Wingdings" panose="05000000000000000000" pitchFamily="2" charset="2"/>
              <a:buChar char="q"/>
            </a:pPr>
            <a:endParaRPr lang="en-ID" sz="2000" dirty="0">
              <a:solidFill>
                <a:schemeClr val="dk1"/>
              </a:solidFill>
              <a:latin typeface="Lato"/>
              <a:ea typeface="Lato"/>
              <a:cs typeface="Lato"/>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a:ea typeface="Lato"/>
              <a:cs typeface="Lato"/>
              <a:sym typeface="Lato"/>
            </a:endParaRPr>
          </a:p>
        </p:txBody>
      </p:sp>
      <p:grpSp>
        <p:nvGrpSpPr>
          <p:cNvPr id="667" name="Google Shape;667;p38"/>
          <p:cNvGrpSpPr/>
          <p:nvPr/>
        </p:nvGrpSpPr>
        <p:grpSpPr>
          <a:xfrm>
            <a:off x="7777347" y="258196"/>
            <a:ext cx="234196" cy="188409"/>
            <a:chOff x="3889166" y="1636096"/>
            <a:chExt cx="98179" cy="78984"/>
          </a:xfrm>
        </p:grpSpPr>
        <p:sp>
          <p:nvSpPr>
            <p:cNvPr id="668" name="Google Shape;668;p38"/>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p:cNvGrpSpPr/>
          <p:nvPr/>
        </p:nvGrpSpPr>
        <p:grpSpPr>
          <a:xfrm>
            <a:off x="239358" y="3821302"/>
            <a:ext cx="234788" cy="188409"/>
            <a:chOff x="4424582" y="1819850"/>
            <a:chExt cx="98427" cy="78984"/>
          </a:xfrm>
        </p:grpSpPr>
        <p:sp>
          <p:nvSpPr>
            <p:cNvPr id="671" name="Google Shape;671;p38"/>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956479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08">
          <a:extLst>
            <a:ext uri="{FF2B5EF4-FFF2-40B4-BE49-F238E27FC236}">
              <a16:creationId xmlns:a16="http://schemas.microsoft.com/office/drawing/2014/main" id="{E945AEBF-3865-FC78-AEE7-B86E94440582}"/>
            </a:ext>
          </a:extLst>
        </p:cNvPr>
        <p:cNvGrpSpPr/>
        <p:nvPr/>
      </p:nvGrpSpPr>
      <p:grpSpPr>
        <a:xfrm>
          <a:off x="0" y="0"/>
          <a:ext cx="0" cy="0"/>
          <a:chOff x="0" y="0"/>
          <a:chExt cx="0" cy="0"/>
        </a:xfrm>
      </p:grpSpPr>
      <p:sp>
        <p:nvSpPr>
          <p:cNvPr id="909" name="Google Shape;909;p41">
            <a:extLst>
              <a:ext uri="{FF2B5EF4-FFF2-40B4-BE49-F238E27FC236}">
                <a16:creationId xmlns:a16="http://schemas.microsoft.com/office/drawing/2014/main" id="{B14809F5-3397-B91C-73D3-CAB24147A3E2}"/>
              </a:ext>
            </a:extLst>
          </p:cNvPr>
          <p:cNvSpPr txBox="1">
            <a:spLocks noGrp="1"/>
          </p:cNvSpPr>
          <p:nvPr>
            <p:ph type="title"/>
          </p:nvPr>
        </p:nvSpPr>
        <p:spPr>
          <a:xfrm>
            <a:off x="713225" y="2324851"/>
            <a:ext cx="461992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600" dirty="0"/>
              <a:t>Review Questions</a:t>
            </a:r>
            <a:endParaRPr sz="3600" dirty="0"/>
          </a:p>
        </p:txBody>
      </p:sp>
      <p:sp>
        <p:nvSpPr>
          <p:cNvPr id="910" name="Google Shape;910;p41">
            <a:extLst>
              <a:ext uri="{FF2B5EF4-FFF2-40B4-BE49-F238E27FC236}">
                <a16:creationId xmlns:a16="http://schemas.microsoft.com/office/drawing/2014/main" id="{268F1C8B-7BC4-E995-4D21-7416243BC804}"/>
              </a:ext>
            </a:extLst>
          </p:cNvPr>
          <p:cNvSpPr txBox="1">
            <a:spLocks noGrp="1"/>
          </p:cNvSpPr>
          <p:nvPr>
            <p:ph type="title" idx="2"/>
          </p:nvPr>
        </p:nvSpPr>
        <p:spPr>
          <a:xfrm>
            <a:off x="708165" y="1791810"/>
            <a:ext cx="1377681" cy="672278"/>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5400" dirty="0"/>
              <a:t>03</a:t>
            </a:r>
            <a:endParaRPr sz="5400" dirty="0"/>
          </a:p>
        </p:txBody>
      </p:sp>
      <p:sp>
        <p:nvSpPr>
          <p:cNvPr id="911" name="Google Shape;911;p41">
            <a:extLst>
              <a:ext uri="{FF2B5EF4-FFF2-40B4-BE49-F238E27FC236}">
                <a16:creationId xmlns:a16="http://schemas.microsoft.com/office/drawing/2014/main" id="{BF8894A7-0A31-7D29-4325-97080DC1D638}"/>
              </a:ext>
            </a:extLst>
          </p:cNvPr>
          <p:cNvSpPr txBox="1">
            <a:spLocks noGrp="1"/>
          </p:cNvSpPr>
          <p:nvPr>
            <p:ph type="subTitle" idx="1"/>
          </p:nvPr>
        </p:nvSpPr>
        <p:spPr>
          <a:xfrm>
            <a:off x="713225" y="3209796"/>
            <a:ext cx="44445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12" name="Google Shape;912;p41">
            <a:extLst>
              <a:ext uri="{FF2B5EF4-FFF2-40B4-BE49-F238E27FC236}">
                <a16:creationId xmlns:a16="http://schemas.microsoft.com/office/drawing/2014/main" id="{8E9B97F9-35C1-4276-C5C5-1828179424E8}"/>
              </a:ext>
            </a:extLst>
          </p:cNvPr>
          <p:cNvSpPr/>
          <p:nvPr/>
        </p:nvSpPr>
        <p:spPr>
          <a:xfrm>
            <a:off x="5294150" y="101292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3" name="Google Shape;913;p41">
            <a:extLst>
              <a:ext uri="{FF2B5EF4-FFF2-40B4-BE49-F238E27FC236}">
                <a16:creationId xmlns:a16="http://schemas.microsoft.com/office/drawing/2014/main" id="{E93552FC-6B27-4241-4A5F-3771CE22D6CC}"/>
              </a:ext>
            </a:extLst>
          </p:cNvPr>
          <p:cNvGrpSpPr/>
          <p:nvPr/>
        </p:nvGrpSpPr>
        <p:grpSpPr>
          <a:xfrm>
            <a:off x="4091402" y="4414375"/>
            <a:ext cx="367931" cy="258297"/>
            <a:chOff x="4992850" y="4345375"/>
            <a:chExt cx="619413" cy="638400"/>
          </a:xfrm>
        </p:grpSpPr>
        <p:sp>
          <p:nvSpPr>
            <p:cNvPr id="914" name="Google Shape;914;p41">
              <a:extLst>
                <a:ext uri="{FF2B5EF4-FFF2-40B4-BE49-F238E27FC236}">
                  <a16:creationId xmlns:a16="http://schemas.microsoft.com/office/drawing/2014/main" id="{74DC8F45-A072-5A53-CE06-2D9D8CCC12D9}"/>
                </a:ext>
              </a:extLst>
            </p:cNvPr>
            <p:cNvSpPr/>
            <p:nvPr/>
          </p:nvSpPr>
          <p:spPr>
            <a:xfrm>
              <a:off x="4992850"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1">
              <a:extLst>
                <a:ext uri="{FF2B5EF4-FFF2-40B4-BE49-F238E27FC236}">
                  <a16:creationId xmlns:a16="http://schemas.microsoft.com/office/drawing/2014/main" id="{5199AF07-6F10-3966-469C-5D37C7EC06DC}"/>
                </a:ext>
              </a:extLst>
            </p:cNvPr>
            <p:cNvSpPr/>
            <p:nvPr/>
          </p:nvSpPr>
          <p:spPr>
            <a:xfrm rot="10800000">
              <a:off x="5386363" y="4345375"/>
              <a:ext cx="225900" cy="638400"/>
            </a:xfrm>
            <a:prstGeom prst="leftBrace">
              <a:avLst>
                <a:gd name="adj1" fmla="val 2174"/>
                <a:gd name="adj2"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41">
            <a:extLst>
              <a:ext uri="{FF2B5EF4-FFF2-40B4-BE49-F238E27FC236}">
                <a16:creationId xmlns:a16="http://schemas.microsoft.com/office/drawing/2014/main" id="{D1B9EFF9-5B94-E5DB-881F-351EBF55F628}"/>
              </a:ext>
            </a:extLst>
          </p:cNvPr>
          <p:cNvSpPr/>
          <p:nvPr/>
        </p:nvSpPr>
        <p:spPr>
          <a:xfrm>
            <a:off x="6956400" y="41445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1">
            <a:extLst>
              <a:ext uri="{FF2B5EF4-FFF2-40B4-BE49-F238E27FC236}">
                <a16:creationId xmlns:a16="http://schemas.microsoft.com/office/drawing/2014/main" id="{FE169DB5-0530-B0A8-4CC7-2276FA278F06}"/>
              </a:ext>
            </a:extLst>
          </p:cNvPr>
          <p:cNvGrpSpPr/>
          <p:nvPr/>
        </p:nvGrpSpPr>
        <p:grpSpPr>
          <a:xfrm>
            <a:off x="5293908" y="1087072"/>
            <a:ext cx="3381870" cy="3516739"/>
            <a:chOff x="5222815" y="1012953"/>
            <a:chExt cx="3453354" cy="3591074"/>
          </a:xfrm>
        </p:grpSpPr>
        <p:sp>
          <p:nvSpPr>
            <p:cNvPr id="918" name="Google Shape;918;p41">
              <a:extLst>
                <a:ext uri="{FF2B5EF4-FFF2-40B4-BE49-F238E27FC236}">
                  <a16:creationId xmlns:a16="http://schemas.microsoft.com/office/drawing/2014/main" id="{954EB10D-3873-8A44-7520-D520A3D5F74C}"/>
                </a:ext>
              </a:extLst>
            </p:cNvPr>
            <p:cNvSpPr/>
            <p:nvPr/>
          </p:nvSpPr>
          <p:spPr>
            <a:xfrm>
              <a:off x="5222815" y="1012953"/>
              <a:ext cx="3453354" cy="3346964"/>
            </a:xfrm>
            <a:custGeom>
              <a:avLst/>
              <a:gdLst/>
              <a:ahLst/>
              <a:cxnLst/>
              <a:rect l="l" t="t" r="r" b="b"/>
              <a:pathLst>
                <a:path w="34694" h="33626" extrusionOk="0">
                  <a:moveTo>
                    <a:pt x="26961" y="0"/>
                  </a:moveTo>
                  <a:cubicBezTo>
                    <a:pt x="26141" y="0"/>
                    <a:pt x="25322" y="151"/>
                    <a:pt x="24556" y="464"/>
                  </a:cubicBezTo>
                  <a:cubicBezTo>
                    <a:pt x="21698" y="1610"/>
                    <a:pt x="20134" y="4617"/>
                    <a:pt x="17835" y="6683"/>
                  </a:cubicBezTo>
                  <a:cubicBezTo>
                    <a:pt x="14743" y="9484"/>
                    <a:pt x="10676" y="9541"/>
                    <a:pt x="7223" y="11514"/>
                  </a:cubicBezTo>
                  <a:cubicBezTo>
                    <a:pt x="4217" y="13226"/>
                    <a:pt x="1712" y="16000"/>
                    <a:pt x="680" y="19332"/>
                  </a:cubicBezTo>
                  <a:cubicBezTo>
                    <a:pt x="121" y="21065"/>
                    <a:pt x="0" y="23223"/>
                    <a:pt x="382" y="25281"/>
                  </a:cubicBezTo>
                  <a:cubicBezTo>
                    <a:pt x="800" y="27432"/>
                    <a:pt x="1769" y="29441"/>
                    <a:pt x="3361" y="30679"/>
                  </a:cubicBezTo>
                  <a:cubicBezTo>
                    <a:pt x="6075" y="32748"/>
                    <a:pt x="9754" y="33625"/>
                    <a:pt x="13212" y="33625"/>
                  </a:cubicBezTo>
                  <a:cubicBezTo>
                    <a:pt x="14035" y="33625"/>
                    <a:pt x="14846" y="33576"/>
                    <a:pt x="15628" y="33480"/>
                  </a:cubicBezTo>
                  <a:cubicBezTo>
                    <a:pt x="16066" y="33417"/>
                    <a:pt x="16512" y="33360"/>
                    <a:pt x="16922" y="33268"/>
                  </a:cubicBezTo>
                  <a:cubicBezTo>
                    <a:pt x="19455" y="32801"/>
                    <a:pt x="21931" y="31768"/>
                    <a:pt x="23763" y="29971"/>
                  </a:cubicBezTo>
                  <a:cubicBezTo>
                    <a:pt x="25765" y="27998"/>
                    <a:pt x="26798" y="25840"/>
                    <a:pt x="27767" y="23251"/>
                  </a:cubicBezTo>
                  <a:cubicBezTo>
                    <a:pt x="28892" y="20273"/>
                    <a:pt x="30774" y="17676"/>
                    <a:pt x="32217" y="14846"/>
                  </a:cubicBezTo>
                  <a:cubicBezTo>
                    <a:pt x="33667" y="12045"/>
                    <a:pt x="34693" y="8805"/>
                    <a:pt x="33929" y="5742"/>
                  </a:cubicBezTo>
                  <a:cubicBezTo>
                    <a:pt x="33427" y="3768"/>
                    <a:pt x="32160" y="1964"/>
                    <a:pt x="30420" y="938"/>
                  </a:cubicBezTo>
                  <a:cubicBezTo>
                    <a:pt x="29369" y="324"/>
                    <a:pt x="28163" y="0"/>
                    <a:pt x="269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41">
              <a:extLst>
                <a:ext uri="{FF2B5EF4-FFF2-40B4-BE49-F238E27FC236}">
                  <a16:creationId xmlns:a16="http://schemas.microsoft.com/office/drawing/2014/main" id="{AE61E0A1-BD40-9469-86FF-9D2216C8AED1}"/>
                </a:ext>
              </a:extLst>
            </p:cNvPr>
            <p:cNvGrpSpPr/>
            <p:nvPr/>
          </p:nvGrpSpPr>
          <p:grpSpPr>
            <a:xfrm>
              <a:off x="6352264" y="1624259"/>
              <a:ext cx="378942" cy="384502"/>
              <a:chOff x="5033016" y="2415353"/>
              <a:chExt cx="132303" cy="134249"/>
            </a:xfrm>
          </p:grpSpPr>
          <p:sp>
            <p:nvSpPr>
              <p:cNvPr id="920" name="Google Shape;920;p41">
                <a:extLst>
                  <a:ext uri="{FF2B5EF4-FFF2-40B4-BE49-F238E27FC236}">
                    <a16:creationId xmlns:a16="http://schemas.microsoft.com/office/drawing/2014/main" id="{72EB78AE-5224-C55A-4729-383A9832537F}"/>
                  </a:ext>
                </a:extLst>
              </p:cNvPr>
              <p:cNvSpPr/>
              <p:nvPr/>
            </p:nvSpPr>
            <p:spPr>
              <a:xfrm>
                <a:off x="5033016" y="2415353"/>
                <a:ext cx="132303" cy="134249"/>
              </a:xfrm>
              <a:custGeom>
                <a:avLst/>
                <a:gdLst/>
                <a:ahLst/>
                <a:cxnLst/>
                <a:rect l="l" t="t" r="r" b="b"/>
                <a:pathLst>
                  <a:path w="3807" h="3863" extrusionOk="0">
                    <a:moveTo>
                      <a:pt x="1925" y="963"/>
                    </a:moveTo>
                    <a:cubicBezTo>
                      <a:pt x="2394" y="963"/>
                      <a:pt x="2807" y="1326"/>
                      <a:pt x="2858" y="1804"/>
                    </a:cubicBezTo>
                    <a:cubicBezTo>
                      <a:pt x="2922" y="2335"/>
                      <a:pt x="2568" y="2830"/>
                      <a:pt x="2038" y="2922"/>
                    </a:cubicBezTo>
                    <a:cubicBezTo>
                      <a:pt x="2003" y="2926"/>
                      <a:pt x="1968" y="2927"/>
                      <a:pt x="1933" y="2927"/>
                    </a:cubicBezTo>
                    <a:cubicBezTo>
                      <a:pt x="1446" y="2927"/>
                      <a:pt x="1027" y="2562"/>
                      <a:pt x="948" y="2066"/>
                    </a:cubicBezTo>
                    <a:cubicBezTo>
                      <a:pt x="884" y="1535"/>
                      <a:pt x="1238" y="1033"/>
                      <a:pt x="1769" y="976"/>
                    </a:cubicBezTo>
                    <a:cubicBezTo>
                      <a:pt x="1821" y="967"/>
                      <a:pt x="1874" y="963"/>
                      <a:pt x="1925" y="963"/>
                    </a:cubicBezTo>
                    <a:close/>
                    <a:moveTo>
                      <a:pt x="1974" y="0"/>
                    </a:moveTo>
                    <a:lnTo>
                      <a:pt x="1974" y="36"/>
                    </a:lnTo>
                    <a:cubicBezTo>
                      <a:pt x="2009" y="212"/>
                      <a:pt x="1889" y="389"/>
                      <a:pt x="1712" y="389"/>
                    </a:cubicBezTo>
                    <a:cubicBezTo>
                      <a:pt x="1695" y="392"/>
                      <a:pt x="1678" y="393"/>
                      <a:pt x="1661" y="393"/>
                    </a:cubicBezTo>
                    <a:cubicBezTo>
                      <a:pt x="1507" y="393"/>
                      <a:pt x="1384" y="280"/>
                      <a:pt x="1358" y="120"/>
                    </a:cubicBezTo>
                    <a:lnTo>
                      <a:pt x="1358" y="92"/>
                    </a:lnTo>
                    <a:cubicBezTo>
                      <a:pt x="1238" y="120"/>
                      <a:pt x="1125" y="177"/>
                      <a:pt x="1005" y="241"/>
                    </a:cubicBezTo>
                    <a:cubicBezTo>
                      <a:pt x="1033" y="241"/>
                      <a:pt x="1033" y="241"/>
                      <a:pt x="1033" y="269"/>
                    </a:cubicBezTo>
                    <a:cubicBezTo>
                      <a:pt x="1153" y="389"/>
                      <a:pt x="1125" y="594"/>
                      <a:pt x="976" y="708"/>
                    </a:cubicBezTo>
                    <a:cubicBezTo>
                      <a:pt x="923" y="748"/>
                      <a:pt x="854" y="771"/>
                      <a:pt x="783" y="771"/>
                    </a:cubicBezTo>
                    <a:cubicBezTo>
                      <a:pt x="692" y="771"/>
                      <a:pt x="598" y="734"/>
                      <a:pt x="531" y="651"/>
                    </a:cubicBezTo>
                    <a:lnTo>
                      <a:pt x="531" y="623"/>
                    </a:lnTo>
                    <a:cubicBezTo>
                      <a:pt x="446" y="708"/>
                      <a:pt x="354" y="800"/>
                      <a:pt x="297" y="920"/>
                    </a:cubicBezTo>
                    <a:lnTo>
                      <a:pt x="326" y="920"/>
                    </a:lnTo>
                    <a:cubicBezTo>
                      <a:pt x="502" y="976"/>
                      <a:pt x="559" y="1182"/>
                      <a:pt x="502" y="1330"/>
                    </a:cubicBezTo>
                    <a:cubicBezTo>
                      <a:pt x="460" y="1463"/>
                      <a:pt x="349" y="1528"/>
                      <a:pt x="222" y="1528"/>
                    </a:cubicBezTo>
                    <a:cubicBezTo>
                      <a:pt x="180" y="1528"/>
                      <a:pt x="136" y="1521"/>
                      <a:pt x="92" y="1507"/>
                    </a:cubicBezTo>
                    <a:lnTo>
                      <a:pt x="64" y="1507"/>
                    </a:lnTo>
                    <a:cubicBezTo>
                      <a:pt x="28" y="1627"/>
                      <a:pt x="0" y="1741"/>
                      <a:pt x="0" y="1861"/>
                    </a:cubicBezTo>
                    <a:lnTo>
                      <a:pt x="64" y="1861"/>
                    </a:lnTo>
                    <a:cubicBezTo>
                      <a:pt x="78" y="1858"/>
                      <a:pt x="93" y="1856"/>
                      <a:pt x="108" y="1856"/>
                    </a:cubicBezTo>
                    <a:cubicBezTo>
                      <a:pt x="240" y="1856"/>
                      <a:pt x="382" y="1964"/>
                      <a:pt x="382" y="2123"/>
                    </a:cubicBezTo>
                    <a:cubicBezTo>
                      <a:pt x="417" y="2299"/>
                      <a:pt x="297" y="2476"/>
                      <a:pt x="120" y="2476"/>
                    </a:cubicBezTo>
                    <a:lnTo>
                      <a:pt x="92" y="2476"/>
                    </a:lnTo>
                    <a:cubicBezTo>
                      <a:pt x="120" y="2625"/>
                      <a:pt x="177" y="2745"/>
                      <a:pt x="241" y="2830"/>
                    </a:cubicBezTo>
                    <a:lnTo>
                      <a:pt x="269" y="2802"/>
                    </a:lnTo>
                    <a:cubicBezTo>
                      <a:pt x="318" y="2765"/>
                      <a:pt x="385" y="2744"/>
                      <a:pt x="454" y="2744"/>
                    </a:cubicBezTo>
                    <a:cubicBezTo>
                      <a:pt x="546" y="2744"/>
                      <a:pt x="643" y="2781"/>
                      <a:pt x="708" y="2865"/>
                    </a:cubicBezTo>
                    <a:cubicBezTo>
                      <a:pt x="800" y="3007"/>
                      <a:pt x="771" y="3219"/>
                      <a:pt x="651" y="3304"/>
                    </a:cubicBezTo>
                    <a:cubicBezTo>
                      <a:pt x="623" y="3332"/>
                      <a:pt x="623" y="3332"/>
                      <a:pt x="594" y="3332"/>
                    </a:cubicBezTo>
                    <a:cubicBezTo>
                      <a:pt x="708" y="3424"/>
                      <a:pt x="800" y="3509"/>
                      <a:pt x="913" y="3573"/>
                    </a:cubicBezTo>
                    <a:lnTo>
                      <a:pt x="913" y="3537"/>
                    </a:lnTo>
                    <a:cubicBezTo>
                      <a:pt x="959" y="3408"/>
                      <a:pt x="1067" y="3327"/>
                      <a:pt x="1191" y="3327"/>
                    </a:cubicBezTo>
                    <a:cubicBezTo>
                      <a:pt x="1236" y="3327"/>
                      <a:pt x="1283" y="3338"/>
                      <a:pt x="1330" y="3361"/>
                    </a:cubicBezTo>
                    <a:cubicBezTo>
                      <a:pt x="1479" y="3424"/>
                      <a:pt x="1564" y="3601"/>
                      <a:pt x="1507" y="3778"/>
                    </a:cubicBezTo>
                    <a:lnTo>
                      <a:pt x="1479" y="3806"/>
                    </a:lnTo>
                    <a:cubicBezTo>
                      <a:pt x="1592" y="3835"/>
                      <a:pt x="1712" y="3863"/>
                      <a:pt x="1861" y="3863"/>
                    </a:cubicBezTo>
                    <a:cubicBezTo>
                      <a:pt x="1861" y="3835"/>
                      <a:pt x="1832" y="3835"/>
                      <a:pt x="1832" y="3806"/>
                    </a:cubicBezTo>
                    <a:cubicBezTo>
                      <a:pt x="1797" y="3629"/>
                      <a:pt x="1946" y="3481"/>
                      <a:pt x="2094" y="3453"/>
                    </a:cubicBezTo>
                    <a:cubicBezTo>
                      <a:pt x="2112" y="3450"/>
                      <a:pt x="2131" y="3448"/>
                      <a:pt x="2149" y="3448"/>
                    </a:cubicBezTo>
                    <a:cubicBezTo>
                      <a:pt x="2305" y="3448"/>
                      <a:pt x="2448" y="3556"/>
                      <a:pt x="2448" y="3714"/>
                    </a:cubicBezTo>
                    <a:lnTo>
                      <a:pt x="2448" y="3778"/>
                    </a:lnTo>
                    <a:cubicBezTo>
                      <a:pt x="2596" y="3750"/>
                      <a:pt x="2717" y="3686"/>
                      <a:pt x="2802" y="3629"/>
                    </a:cubicBezTo>
                    <a:lnTo>
                      <a:pt x="2773" y="3601"/>
                    </a:lnTo>
                    <a:cubicBezTo>
                      <a:pt x="2681" y="3453"/>
                      <a:pt x="2681" y="3247"/>
                      <a:pt x="2830" y="3155"/>
                    </a:cubicBezTo>
                    <a:cubicBezTo>
                      <a:pt x="2891" y="3109"/>
                      <a:pt x="2957" y="3086"/>
                      <a:pt x="3022" y="3086"/>
                    </a:cubicBezTo>
                    <a:cubicBezTo>
                      <a:pt x="3115" y="3086"/>
                      <a:pt x="3205" y="3132"/>
                      <a:pt x="3276" y="3219"/>
                    </a:cubicBezTo>
                    <a:lnTo>
                      <a:pt x="3304" y="3247"/>
                    </a:lnTo>
                    <a:cubicBezTo>
                      <a:pt x="3389" y="3155"/>
                      <a:pt x="3452" y="3042"/>
                      <a:pt x="3537" y="2950"/>
                    </a:cubicBezTo>
                    <a:cubicBezTo>
                      <a:pt x="3509" y="2950"/>
                      <a:pt x="3509" y="2950"/>
                      <a:pt x="3481" y="2922"/>
                    </a:cubicBezTo>
                    <a:cubicBezTo>
                      <a:pt x="3332" y="2865"/>
                      <a:pt x="3247" y="2688"/>
                      <a:pt x="3304" y="2512"/>
                    </a:cubicBezTo>
                    <a:cubicBezTo>
                      <a:pt x="3348" y="2396"/>
                      <a:pt x="3483" y="2314"/>
                      <a:pt x="3610" y="2314"/>
                    </a:cubicBezTo>
                    <a:cubicBezTo>
                      <a:pt x="3646" y="2314"/>
                      <a:pt x="3681" y="2321"/>
                      <a:pt x="3714" y="2335"/>
                    </a:cubicBezTo>
                    <a:lnTo>
                      <a:pt x="3742" y="2363"/>
                    </a:lnTo>
                    <a:cubicBezTo>
                      <a:pt x="3778" y="2243"/>
                      <a:pt x="3806" y="2123"/>
                      <a:pt x="3806" y="1981"/>
                    </a:cubicBezTo>
                    <a:lnTo>
                      <a:pt x="3806" y="1981"/>
                    </a:lnTo>
                    <a:lnTo>
                      <a:pt x="3778" y="2009"/>
                    </a:lnTo>
                    <a:cubicBezTo>
                      <a:pt x="3601" y="2009"/>
                      <a:pt x="3424" y="1889"/>
                      <a:pt x="3424" y="1712"/>
                    </a:cubicBezTo>
                    <a:cubicBezTo>
                      <a:pt x="3389" y="1535"/>
                      <a:pt x="3509" y="1387"/>
                      <a:pt x="3686" y="1359"/>
                    </a:cubicBezTo>
                    <a:lnTo>
                      <a:pt x="3714" y="1359"/>
                    </a:lnTo>
                    <a:cubicBezTo>
                      <a:pt x="3686" y="1238"/>
                      <a:pt x="3629" y="1125"/>
                      <a:pt x="3566" y="1005"/>
                    </a:cubicBezTo>
                    <a:cubicBezTo>
                      <a:pt x="3566" y="1033"/>
                      <a:pt x="3566" y="1033"/>
                      <a:pt x="3537" y="1033"/>
                    </a:cubicBezTo>
                    <a:cubicBezTo>
                      <a:pt x="3490" y="1084"/>
                      <a:pt x="3424" y="1108"/>
                      <a:pt x="3356" y="1108"/>
                    </a:cubicBezTo>
                    <a:cubicBezTo>
                      <a:pt x="3263" y="1108"/>
                      <a:pt x="3164" y="1062"/>
                      <a:pt x="3099" y="976"/>
                    </a:cubicBezTo>
                    <a:cubicBezTo>
                      <a:pt x="3007" y="856"/>
                      <a:pt x="3035" y="651"/>
                      <a:pt x="3155" y="531"/>
                    </a:cubicBezTo>
                    <a:lnTo>
                      <a:pt x="3184" y="531"/>
                    </a:lnTo>
                    <a:cubicBezTo>
                      <a:pt x="3099" y="446"/>
                      <a:pt x="3007" y="354"/>
                      <a:pt x="2894" y="297"/>
                    </a:cubicBezTo>
                    <a:lnTo>
                      <a:pt x="2894" y="326"/>
                    </a:lnTo>
                    <a:cubicBezTo>
                      <a:pt x="2844" y="442"/>
                      <a:pt x="2725" y="523"/>
                      <a:pt x="2592" y="523"/>
                    </a:cubicBezTo>
                    <a:cubicBezTo>
                      <a:pt x="2554" y="523"/>
                      <a:pt x="2515" y="517"/>
                      <a:pt x="2476" y="503"/>
                    </a:cubicBezTo>
                    <a:cubicBezTo>
                      <a:pt x="2328" y="446"/>
                      <a:pt x="2243" y="241"/>
                      <a:pt x="2299" y="92"/>
                    </a:cubicBezTo>
                    <a:lnTo>
                      <a:pt x="2328" y="64"/>
                    </a:lnTo>
                    <a:cubicBezTo>
                      <a:pt x="2214" y="36"/>
                      <a:pt x="2094" y="0"/>
                      <a:pt x="1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1">
                <a:extLst>
                  <a:ext uri="{FF2B5EF4-FFF2-40B4-BE49-F238E27FC236}">
                    <a16:creationId xmlns:a16="http://schemas.microsoft.com/office/drawing/2014/main" id="{670C606B-C5A7-AF89-F18C-175E02B11D7C}"/>
                  </a:ext>
                </a:extLst>
              </p:cNvPr>
              <p:cNvSpPr/>
              <p:nvPr/>
            </p:nvSpPr>
            <p:spPr>
              <a:xfrm>
                <a:off x="5056613" y="2442148"/>
                <a:ext cx="85074" cy="80904"/>
              </a:xfrm>
              <a:custGeom>
                <a:avLst/>
                <a:gdLst/>
                <a:ahLst/>
                <a:cxnLst/>
                <a:rect l="l" t="t" r="r" b="b"/>
                <a:pathLst>
                  <a:path w="2448" h="2328" extrusionOk="0">
                    <a:moveTo>
                      <a:pt x="1238" y="57"/>
                    </a:moveTo>
                    <a:cubicBezTo>
                      <a:pt x="1769" y="57"/>
                      <a:pt x="2243" y="467"/>
                      <a:pt x="2299" y="998"/>
                    </a:cubicBezTo>
                    <a:cubicBezTo>
                      <a:pt x="2391" y="1620"/>
                      <a:pt x="1974" y="2179"/>
                      <a:pt x="1387" y="2271"/>
                    </a:cubicBezTo>
                    <a:lnTo>
                      <a:pt x="1238" y="2271"/>
                    </a:lnTo>
                    <a:cubicBezTo>
                      <a:pt x="679" y="2271"/>
                      <a:pt x="205" y="1854"/>
                      <a:pt x="149" y="1323"/>
                    </a:cubicBezTo>
                    <a:cubicBezTo>
                      <a:pt x="57" y="708"/>
                      <a:pt x="474" y="149"/>
                      <a:pt x="1090" y="57"/>
                    </a:cubicBezTo>
                    <a:close/>
                    <a:moveTo>
                      <a:pt x="1061" y="0"/>
                    </a:moveTo>
                    <a:cubicBezTo>
                      <a:pt x="446" y="85"/>
                      <a:pt x="0" y="679"/>
                      <a:pt x="92" y="1323"/>
                    </a:cubicBezTo>
                    <a:cubicBezTo>
                      <a:pt x="177" y="1882"/>
                      <a:pt x="651" y="2328"/>
                      <a:pt x="1238" y="2328"/>
                    </a:cubicBezTo>
                    <a:lnTo>
                      <a:pt x="1387" y="2328"/>
                    </a:lnTo>
                    <a:cubicBezTo>
                      <a:pt x="2002" y="2236"/>
                      <a:pt x="2448" y="1649"/>
                      <a:pt x="2356" y="998"/>
                    </a:cubicBezTo>
                    <a:cubicBezTo>
                      <a:pt x="2299" y="439"/>
                      <a:pt x="1797" y="0"/>
                      <a:pt x="1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 name="Google Shape;922;p41">
              <a:extLst>
                <a:ext uri="{FF2B5EF4-FFF2-40B4-BE49-F238E27FC236}">
                  <a16:creationId xmlns:a16="http://schemas.microsoft.com/office/drawing/2014/main" id="{AB80A089-9B69-C974-699B-C4114CE15325}"/>
                </a:ext>
              </a:extLst>
            </p:cNvPr>
            <p:cNvGrpSpPr/>
            <p:nvPr/>
          </p:nvGrpSpPr>
          <p:grpSpPr>
            <a:xfrm>
              <a:off x="8150729" y="2571746"/>
              <a:ext cx="461359" cy="469107"/>
              <a:chOff x="5894466" y="2926705"/>
              <a:chExt cx="161078" cy="163789"/>
            </a:xfrm>
          </p:grpSpPr>
          <p:sp>
            <p:nvSpPr>
              <p:cNvPr id="923" name="Google Shape;923;p41">
                <a:extLst>
                  <a:ext uri="{FF2B5EF4-FFF2-40B4-BE49-F238E27FC236}">
                    <a16:creationId xmlns:a16="http://schemas.microsoft.com/office/drawing/2014/main" id="{6B61D500-168C-00F7-6E74-157E78F58B3A}"/>
                  </a:ext>
                </a:extLst>
              </p:cNvPr>
              <p:cNvSpPr/>
              <p:nvPr/>
            </p:nvSpPr>
            <p:spPr>
              <a:xfrm>
                <a:off x="5894466" y="2926705"/>
                <a:ext cx="161078" cy="163789"/>
              </a:xfrm>
              <a:custGeom>
                <a:avLst/>
                <a:gdLst/>
                <a:ahLst/>
                <a:cxnLst/>
                <a:rect l="l" t="t" r="r" b="b"/>
                <a:pathLst>
                  <a:path w="4635" h="4713" extrusionOk="0">
                    <a:moveTo>
                      <a:pt x="2310" y="1165"/>
                    </a:moveTo>
                    <a:cubicBezTo>
                      <a:pt x="2893" y="1165"/>
                      <a:pt x="3403" y="1609"/>
                      <a:pt x="3481" y="2208"/>
                    </a:cubicBezTo>
                    <a:cubicBezTo>
                      <a:pt x="3573" y="2859"/>
                      <a:pt x="3128" y="3446"/>
                      <a:pt x="2477" y="3566"/>
                    </a:cubicBezTo>
                    <a:cubicBezTo>
                      <a:pt x="2426" y="3573"/>
                      <a:pt x="2375" y="3576"/>
                      <a:pt x="2325" y="3576"/>
                    </a:cubicBezTo>
                    <a:cubicBezTo>
                      <a:pt x="1742" y="3576"/>
                      <a:pt x="1232" y="3133"/>
                      <a:pt x="1154" y="2534"/>
                    </a:cubicBezTo>
                    <a:cubicBezTo>
                      <a:pt x="1062" y="1883"/>
                      <a:pt x="1507" y="1267"/>
                      <a:pt x="2158" y="1175"/>
                    </a:cubicBezTo>
                    <a:cubicBezTo>
                      <a:pt x="2209" y="1169"/>
                      <a:pt x="2260" y="1165"/>
                      <a:pt x="2310" y="1165"/>
                    </a:cubicBezTo>
                    <a:close/>
                    <a:moveTo>
                      <a:pt x="2392" y="1"/>
                    </a:moveTo>
                    <a:lnTo>
                      <a:pt x="2392" y="58"/>
                    </a:lnTo>
                    <a:cubicBezTo>
                      <a:pt x="2420" y="263"/>
                      <a:pt x="2272" y="468"/>
                      <a:pt x="2066" y="496"/>
                    </a:cubicBezTo>
                    <a:cubicBezTo>
                      <a:pt x="2046" y="500"/>
                      <a:pt x="2026" y="501"/>
                      <a:pt x="2007" y="501"/>
                    </a:cubicBezTo>
                    <a:cubicBezTo>
                      <a:pt x="1828" y="501"/>
                      <a:pt x="1682" y="359"/>
                      <a:pt x="1656" y="142"/>
                    </a:cubicBezTo>
                    <a:cubicBezTo>
                      <a:pt x="1628" y="142"/>
                      <a:pt x="1628" y="114"/>
                      <a:pt x="1628" y="114"/>
                    </a:cubicBezTo>
                    <a:cubicBezTo>
                      <a:pt x="1507" y="142"/>
                      <a:pt x="1359" y="206"/>
                      <a:pt x="1210" y="291"/>
                    </a:cubicBezTo>
                    <a:cubicBezTo>
                      <a:pt x="1239" y="291"/>
                      <a:pt x="1239" y="291"/>
                      <a:pt x="1239" y="319"/>
                    </a:cubicBezTo>
                    <a:cubicBezTo>
                      <a:pt x="1387" y="496"/>
                      <a:pt x="1359" y="737"/>
                      <a:pt x="1182" y="850"/>
                    </a:cubicBezTo>
                    <a:cubicBezTo>
                      <a:pt x="1105" y="914"/>
                      <a:pt x="1017" y="946"/>
                      <a:pt x="933" y="946"/>
                    </a:cubicBezTo>
                    <a:cubicBezTo>
                      <a:pt x="823" y="946"/>
                      <a:pt x="719" y="893"/>
                      <a:pt x="651" y="793"/>
                    </a:cubicBezTo>
                    <a:lnTo>
                      <a:pt x="623" y="765"/>
                    </a:lnTo>
                    <a:cubicBezTo>
                      <a:pt x="531" y="850"/>
                      <a:pt x="418" y="998"/>
                      <a:pt x="354" y="1119"/>
                    </a:cubicBezTo>
                    <a:lnTo>
                      <a:pt x="390" y="1119"/>
                    </a:lnTo>
                    <a:cubicBezTo>
                      <a:pt x="595" y="1204"/>
                      <a:pt x="680" y="1444"/>
                      <a:pt x="595" y="1649"/>
                    </a:cubicBezTo>
                    <a:cubicBezTo>
                      <a:pt x="546" y="1784"/>
                      <a:pt x="399" y="1886"/>
                      <a:pt x="241" y="1886"/>
                    </a:cubicBezTo>
                    <a:cubicBezTo>
                      <a:pt x="192" y="1886"/>
                      <a:pt x="141" y="1876"/>
                      <a:pt x="93" y="1854"/>
                    </a:cubicBezTo>
                    <a:lnTo>
                      <a:pt x="64" y="1826"/>
                    </a:lnTo>
                    <a:cubicBezTo>
                      <a:pt x="36" y="1975"/>
                      <a:pt x="1" y="2123"/>
                      <a:pt x="1" y="2265"/>
                    </a:cubicBezTo>
                    <a:lnTo>
                      <a:pt x="36" y="2265"/>
                    </a:lnTo>
                    <a:cubicBezTo>
                      <a:pt x="55" y="2262"/>
                      <a:pt x="74" y="2261"/>
                      <a:pt x="92" y="2261"/>
                    </a:cubicBezTo>
                    <a:cubicBezTo>
                      <a:pt x="298" y="2261"/>
                      <a:pt x="449" y="2402"/>
                      <a:pt x="475" y="2590"/>
                    </a:cubicBezTo>
                    <a:cubicBezTo>
                      <a:pt x="503" y="2831"/>
                      <a:pt x="354" y="3008"/>
                      <a:pt x="149" y="3036"/>
                    </a:cubicBezTo>
                    <a:lnTo>
                      <a:pt x="93" y="3036"/>
                    </a:lnTo>
                    <a:cubicBezTo>
                      <a:pt x="149" y="3184"/>
                      <a:pt x="213" y="3326"/>
                      <a:pt x="269" y="3474"/>
                    </a:cubicBezTo>
                    <a:cubicBezTo>
                      <a:pt x="269" y="3446"/>
                      <a:pt x="298" y="3446"/>
                      <a:pt x="298" y="3446"/>
                    </a:cubicBezTo>
                    <a:cubicBezTo>
                      <a:pt x="375" y="3381"/>
                      <a:pt x="462" y="3350"/>
                      <a:pt x="549" y="3350"/>
                    </a:cubicBezTo>
                    <a:cubicBezTo>
                      <a:pt x="662" y="3350"/>
                      <a:pt x="773" y="3403"/>
                      <a:pt x="857" y="3503"/>
                    </a:cubicBezTo>
                    <a:cubicBezTo>
                      <a:pt x="977" y="3680"/>
                      <a:pt x="949" y="3920"/>
                      <a:pt x="772" y="4033"/>
                    </a:cubicBezTo>
                    <a:cubicBezTo>
                      <a:pt x="772" y="4069"/>
                      <a:pt x="743" y="4069"/>
                      <a:pt x="743" y="4097"/>
                    </a:cubicBezTo>
                    <a:cubicBezTo>
                      <a:pt x="828" y="4182"/>
                      <a:pt x="977" y="4274"/>
                      <a:pt x="1097" y="4359"/>
                    </a:cubicBezTo>
                    <a:cubicBezTo>
                      <a:pt x="1097" y="4359"/>
                      <a:pt x="1097" y="4330"/>
                      <a:pt x="1125" y="4302"/>
                    </a:cubicBezTo>
                    <a:cubicBezTo>
                      <a:pt x="1169" y="4167"/>
                      <a:pt x="1315" y="4065"/>
                      <a:pt x="1460" y="4065"/>
                    </a:cubicBezTo>
                    <a:cubicBezTo>
                      <a:pt x="1505" y="4065"/>
                      <a:pt x="1550" y="4075"/>
                      <a:pt x="1592" y="4097"/>
                    </a:cubicBezTo>
                    <a:cubicBezTo>
                      <a:pt x="1805" y="4182"/>
                      <a:pt x="1889" y="4387"/>
                      <a:pt x="1833" y="4599"/>
                    </a:cubicBezTo>
                    <a:cubicBezTo>
                      <a:pt x="1805" y="4628"/>
                      <a:pt x="1805" y="4656"/>
                      <a:pt x="1805" y="4656"/>
                    </a:cubicBezTo>
                    <a:cubicBezTo>
                      <a:pt x="1946" y="4684"/>
                      <a:pt x="2095" y="4712"/>
                      <a:pt x="2243" y="4712"/>
                    </a:cubicBezTo>
                    <a:lnTo>
                      <a:pt x="2243" y="4656"/>
                    </a:lnTo>
                    <a:cubicBezTo>
                      <a:pt x="2215" y="4451"/>
                      <a:pt x="2363" y="4246"/>
                      <a:pt x="2569" y="4210"/>
                    </a:cubicBezTo>
                    <a:cubicBezTo>
                      <a:pt x="2585" y="4208"/>
                      <a:pt x="2602" y="4207"/>
                      <a:pt x="2618" y="4207"/>
                    </a:cubicBezTo>
                    <a:cubicBezTo>
                      <a:pt x="2802" y="4207"/>
                      <a:pt x="2953" y="4350"/>
                      <a:pt x="2979" y="4564"/>
                    </a:cubicBezTo>
                    <a:cubicBezTo>
                      <a:pt x="3007" y="4564"/>
                      <a:pt x="3007" y="4599"/>
                      <a:pt x="2979" y="4628"/>
                    </a:cubicBezTo>
                    <a:cubicBezTo>
                      <a:pt x="3156" y="4564"/>
                      <a:pt x="3276" y="4507"/>
                      <a:pt x="3425" y="4451"/>
                    </a:cubicBezTo>
                    <a:cubicBezTo>
                      <a:pt x="3396" y="4422"/>
                      <a:pt x="3396" y="4422"/>
                      <a:pt x="3396" y="4387"/>
                    </a:cubicBezTo>
                    <a:cubicBezTo>
                      <a:pt x="3248" y="4210"/>
                      <a:pt x="3276" y="3977"/>
                      <a:pt x="3453" y="3856"/>
                    </a:cubicBezTo>
                    <a:cubicBezTo>
                      <a:pt x="3529" y="3796"/>
                      <a:pt x="3615" y="3766"/>
                      <a:pt x="3698" y="3766"/>
                    </a:cubicBezTo>
                    <a:cubicBezTo>
                      <a:pt x="3809" y="3766"/>
                      <a:pt x="3915" y="3819"/>
                      <a:pt x="3984" y="3920"/>
                    </a:cubicBezTo>
                    <a:cubicBezTo>
                      <a:pt x="4012" y="3948"/>
                      <a:pt x="4012" y="3948"/>
                      <a:pt x="4012" y="3977"/>
                    </a:cubicBezTo>
                    <a:cubicBezTo>
                      <a:pt x="4132" y="3856"/>
                      <a:pt x="4217" y="3743"/>
                      <a:pt x="4309" y="3595"/>
                    </a:cubicBezTo>
                    <a:lnTo>
                      <a:pt x="4245" y="3595"/>
                    </a:lnTo>
                    <a:cubicBezTo>
                      <a:pt x="4040" y="3503"/>
                      <a:pt x="3955" y="3269"/>
                      <a:pt x="4040" y="3064"/>
                    </a:cubicBezTo>
                    <a:cubicBezTo>
                      <a:pt x="4089" y="2929"/>
                      <a:pt x="4236" y="2827"/>
                      <a:pt x="4394" y="2827"/>
                    </a:cubicBezTo>
                    <a:cubicBezTo>
                      <a:pt x="4443" y="2827"/>
                      <a:pt x="4494" y="2837"/>
                      <a:pt x="4542" y="2859"/>
                    </a:cubicBezTo>
                    <a:lnTo>
                      <a:pt x="4571" y="2887"/>
                    </a:lnTo>
                    <a:cubicBezTo>
                      <a:pt x="4599" y="2739"/>
                      <a:pt x="4634" y="2590"/>
                      <a:pt x="4634" y="2413"/>
                    </a:cubicBezTo>
                    <a:lnTo>
                      <a:pt x="4634" y="2413"/>
                    </a:lnTo>
                    <a:cubicBezTo>
                      <a:pt x="4634" y="2442"/>
                      <a:pt x="4599" y="2442"/>
                      <a:pt x="4599" y="2442"/>
                    </a:cubicBezTo>
                    <a:cubicBezTo>
                      <a:pt x="4576" y="2445"/>
                      <a:pt x="4553" y="2447"/>
                      <a:pt x="4531" y="2447"/>
                    </a:cubicBezTo>
                    <a:cubicBezTo>
                      <a:pt x="4332" y="2447"/>
                      <a:pt x="4186" y="2308"/>
                      <a:pt x="4160" y="2123"/>
                    </a:cubicBezTo>
                    <a:cubicBezTo>
                      <a:pt x="4132" y="1883"/>
                      <a:pt x="4281" y="1706"/>
                      <a:pt x="4486" y="1678"/>
                    </a:cubicBezTo>
                    <a:lnTo>
                      <a:pt x="4542" y="1678"/>
                    </a:lnTo>
                    <a:cubicBezTo>
                      <a:pt x="4486" y="1529"/>
                      <a:pt x="4422" y="1380"/>
                      <a:pt x="4366" y="1239"/>
                    </a:cubicBezTo>
                    <a:lnTo>
                      <a:pt x="4337" y="1267"/>
                    </a:lnTo>
                    <a:cubicBezTo>
                      <a:pt x="4262" y="1330"/>
                      <a:pt x="4177" y="1360"/>
                      <a:pt x="4092" y="1360"/>
                    </a:cubicBezTo>
                    <a:cubicBezTo>
                      <a:pt x="3977" y="1360"/>
                      <a:pt x="3864" y="1305"/>
                      <a:pt x="3778" y="1204"/>
                    </a:cubicBezTo>
                    <a:cubicBezTo>
                      <a:pt x="3658" y="1027"/>
                      <a:pt x="3686" y="793"/>
                      <a:pt x="3863" y="645"/>
                    </a:cubicBezTo>
                    <a:lnTo>
                      <a:pt x="3892" y="645"/>
                    </a:lnTo>
                    <a:cubicBezTo>
                      <a:pt x="3778" y="531"/>
                      <a:pt x="3658" y="440"/>
                      <a:pt x="3538" y="355"/>
                    </a:cubicBezTo>
                    <a:cubicBezTo>
                      <a:pt x="3538" y="383"/>
                      <a:pt x="3538" y="383"/>
                      <a:pt x="3510" y="411"/>
                    </a:cubicBezTo>
                    <a:cubicBezTo>
                      <a:pt x="3466" y="546"/>
                      <a:pt x="3320" y="648"/>
                      <a:pt x="3159" y="648"/>
                    </a:cubicBezTo>
                    <a:cubicBezTo>
                      <a:pt x="3109" y="648"/>
                      <a:pt x="3058" y="638"/>
                      <a:pt x="3007" y="616"/>
                    </a:cubicBezTo>
                    <a:cubicBezTo>
                      <a:pt x="2830" y="531"/>
                      <a:pt x="2745" y="291"/>
                      <a:pt x="2802" y="114"/>
                    </a:cubicBezTo>
                    <a:cubicBezTo>
                      <a:pt x="2830" y="86"/>
                      <a:pt x="2830" y="86"/>
                      <a:pt x="2830" y="58"/>
                    </a:cubicBezTo>
                    <a:cubicBezTo>
                      <a:pt x="2689" y="29"/>
                      <a:pt x="2540" y="29"/>
                      <a:pt x="23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1">
                <a:extLst>
                  <a:ext uri="{FF2B5EF4-FFF2-40B4-BE49-F238E27FC236}">
                    <a16:creationId xmlns:a16="http://schemas.microsoft.com/office/drawing/2014/main" id="{20D740D1-F516-7E06-2A90-0526078AAC28}"/>
                  </a:ext>
                </a:extLst>
              </p:cNvPr>
              <p:cNvSpPr/>
              <p:nvPr/>
            </p:nvSpPr>
            <p:spPr>
              <a:xfrm>
                <a:off x="5923241" y="2959407"/>
                <a:ext cx="103528" cy="98384"/>
              </a:xfrm>
              <a:custGeom>
                <a:avLst/>
                <a:gdLst/>
                <a:ahLst/>
                <a:cxnLst/>
                <a:rect l="l" t="t" r="r" b="b"/>
                <a:pathLst>
                  <a:path w="2979" h="2831" extrusionOk="0">
                    <a:moveTo>
                      <a:pt x="1507" y="57"/>
                    </a:moveTo>
                    <a:cubicBezTo>
                      <a:pt x="2151" y="57"/>
                      <a:pt x="2710" y="560"/>
                      <a:pt x="2802" y="1239"/>
                    </a:cubicBezTo>
                    <a:cubicBezTo>
                      <a:pt x="2922" y="1975"/>
                      <a:pt x="2391" y="2682"/>
                      <a:pt x="1684" y="2774"/>
                    </a:cubicBezTo>
                    <a:lnTo>
                      <a:pt x="1472" y="2774"/>
                    </a:lnTo>
                    <a:cubicBezTo>
                      <a:pt x="828" y="2774"/>
                      <a:pt x="269" y="2272"/>
                      <a:pt x="177" y="1621"/>
                    </a:cubicBezTo>
                    <a:cubicBezTo>
                      <a:pt x="57" y="857"/>
                      <a:pt x="588" y="178"/>
                      <a:pt x="1295" y="86"/>
                    </a:cubicBezTo>
                    <a:cubicBezTo>
                      <a:pt x="1359" y="57"/>
                      <a:pt x="1415" y="57"/>
                      <a:pt x="1507" y="57"/>
                    </a:cubicBezTo>
                    <a:close/>
                    <a:moveTo>
                      <a:pt x="1507" y="1"/>
                    </a:moveTo>
                    <a:cubicBezTo>
                      <a:pt x="1415" y="1"/>
                      <a:pt x="1359" y="1"/>
                      <a:pt x="1295" y="29"/>
                    </a:cubicBezTo>
                    <a:cubicBezTo>
                      <a:pt x="531" y="121"/>
                      <a:pt x="0" y="857"/>
                      <a:pt x="121" y="1621"/>
                    </a:cubicBezTo>
                    <a:cubicBezTo>
                      <a:pt x="206" y="2328"/>
                      <a:pt x="800" y="2831"/>
                      <a:pt x="1472" y="2831"/>
                    </a:cubicBezTo>
                    <a:lnTo>
                      <a:pt x="1684" y="2831"/>
                    </a:lnTo>
                    <a:cubicBezTo>
                      <a:pt x="2448" y="2710"/>
                      <a:pt x="2979" y="2003"/>
                      <a:pt x="2858" y="1239"/>
                    </a:cubicBezTo>
                    <a:cubicBezTo>
                      <a:pt x="2773" y="531"/>
                      <a:pt x="2179" y="1"/>
                      <a:pt x="15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 name="Google Shape;925;p41">
              <a:extLst>
                <a:ext uri="{FF2B5EF4-FFF2-40B4-BE49-F238E27FC236}">
                  <a16:creationId xmlns:a16="http://schemas.microsoft.com/office/drawing/2014/main" id="{A4C7828A-B97C-F882-BE16-ACEDCC15098A}"/>
                </a:ext>
              </a:extLst>
            </p:cNvPr>
            <p:cNvGrpSpPr/>
            <p:nvPr/>
          </p:nvGrpSpPr>
          <p:grpSpPr>
            <a:xfrm>
              <a:off x="7790216" y="1173355"/>
              <a:ext cx="522575" cy="528230"/>
              <a:chOff x="5695820" y="2175629"/>
              <a:chExt cx="182451" cy="184432"/>
            </a:xfrm>
          </p:grpSpPr>
          <p:sp>
            <p:nvSpPr>
              <p:cNvPr id="926" name="Google Shape;926;p41">
                <a:extLst>
                  <a:ext uri="{FF2B5EF4-FFF2-40B4-BE49-F238E27FC236}">
                    <a16:creationId xmlns:a16="http://schemas.microsoft.com/office/drawing/2014/main" id="{BC5B3155-AA64-6784-8267-3217F647A003}"/>
                  </a:ext>
                </a:extLst>
              </p:cNvPr>
              <p:cNvSpPr/>
              <p:nvPr/>
            </p:nvSpPr>
            <p:spPr>
              <a:xfrm>
                <a:off x="5695820" y="2175629"/>
                <a:ext cx="182451" cy="184432"/>
              </a:xfrm>
              <a:custGeom>
                <a:avLst/>
                <a:gdLst/>
                <a:ahLst/>
                <a:cxnLst/>
                <a:rect l="l" t="t" r="r" b="b"/>
                <a:pathLst>
                  <a:path w="5250" h="5307" extrusionOk="0">
                    <a:moveTo>
                      <a:pt x="2625" y="828"/>
                    </a:moveTo>
                    <a:cubicBezTo>
                      <a:pt x="3594" y="828"/>
                      <a:pt x="4394" y="1628"/>
                      <a:pt x="4394" y="2625"/>
                    </a:cubicBezTo>
                    <a:cubicBezTo>
                      <a:pt x="4422" y="3630"/>
                      <a:pt x="3630" y="4458"/>
                      <a:pt x="2625" y="4458"/>
                    </a:cubicBezTo>
                    <a:cubicBezTo>
                      <a:pt x="1649" y="4458"/>
                      <a:pt x="857" y="3658"/>
                      <a:pt x="857" y="2654"/>
                    </a:cubicBezTo>
                    <a:cubicBezTo>
                      <a:pt x="828" y="1656"/>
                      <a:pt x="1621" y="857"/>
                      <a:pt x="2625" y="828"/>
                    </a:cubicBezTo>
                    <a:close/>
                    <a:moveTo>
                      <a:pt x="2179" y="1"/>
                    </a:moveTo>
                    <a:cubicBezTo>
                      <a:pt x="2003" y="36"/>
                      <a:pt x="1861" y="64"/>
                      <a:pt x="1684" y="121"/>
                    </a:cubicBezTo>
                    <a:cubicBezTo>
                      <a:pt x="1713" y="149"/>
                      <a:pt x="1713" y="149"/>
                      <a:pt x="1713" y="178"/>
                    </a:cubicBezTo>
                    <a:cubicBezTo>
                      <a:pt x="1826" y="390"/>
                      <a:pt x="1769" y="652"/>
                      <a:pt x="1564" y="772"/>
                    </a:cubicBezTo>
                    <a:cubicBezTo>
                      <a:pt x="1494" y="810"/>
                      <a:pt x="1417" y="829"/>
                      <a:pt x="1341" y="829"/>
                    </a:cubicBezTo>
                    <a:cubicBezTo>
                      <a:pt x="1194" y="829"/>
                      <a:pt x="1051" y="759"/>
                      <a:pt x="977" y="623"/>
                    </a:cubicBezTo>
                    <a:cubicBezTo>
                      <a:pt x="941" y="595"/>
                      <a:pt x="941" y="595"/>
                      <a:pt x="941" y="567"/>
                    </a:cubicBezTo>
                    <a:cubicBezTo>
                      <a:pt x="800" y="680"/>
                      <a:pt x="680" y="800"/>
                      <a:pt x="588" y="949"/>
                    </a:cubicBezTo>
                    <a:cubicBezTo>
                      <a:pt x="588" y="949"/>
                      <a:pt x="623" y="949"/>
                      <a:pt x="623" y="977"/>
                    </a:cubicBezTo>
                    <a:cubicBezTo>
                      <a:pt x="828" y="1097"/>
                      <a:pt x="913" y="1359"/>
                      <a:pt x="800" y="1564"/>
                    </a:cubicBezTo>
                    <a:cubicBezTo>
                      <a:pt x="716" y="1707"/>
                      <a:pt x="561" y="1795"/>
                      <a:pt x="396" y="1795"/>
                    </a:cubicBezTo>
                    <a:cubicBezTo>
                      <a:pt x="323" y="1795"/>
                      <a:pt x="249" y="1778"/>
                      <a:pt x="177" y="1741"/>
                    </a:cubicBezTo>
                    <a:cubicBezTo>
                      <a:pt x="177" y="1713"/>
                      <a:pt x="149" y="1713"/>
                      <a:pt x="149" y="1713"/>
                    </a:cubicBezTo>
                    <a:cubicBezTo>
                      <a:pt x="93" y="1861"/>
                      <a:pt x="29" y="2038"/>
                      <a:pt x="1" y="2215"/>
                    </a:cubicBezTo>
                    <a:lnTo>
                      <a:pt x="57" y="2215"/>
                    </a:lnTo>
                    <a:cubicBezTo>
                      <a:pt x="298" y="2215"/>
                      <a:pt x="503" y="2392"/>
                      <a:pt x="503" y="2654"/>
                    </a:cubicBezTo>
                    <a:cubicBezTo>
                      <a:pt x="503" y="2894"/>
                      <a:pt x="326" y="3099"/>
                      <a:pt x="57" y="3099"/>
                    </a:cubicBezTo>
                    <a:lnTo>
                      <a:pt x="1" y="3099"/>
                    </a:lnTo>
                    <a:cubicBezTo>
                      <a:pt x="29" y="3276"/>
                      <a:pt x="93" y="3425"/>
                      <a:pt x="149" y="3602"/>
                    </a:cubicBezTo>
                    <a:cubicBezTo>
                      <a:pt x="149" y="3602"/>
                      <a:pt x="177" y="3573"/>
                      <a:pt x="206" y="3573"/>
                    </a:cubicBezTo>
                    <a:cubicBezTo>
                      <a:pt x="277" y="3522"/>
                      <a:pt x="356" y="3498"/>
                      <a:pt x="434" y="3498"/>
                    </a:cubicBezTo>
                    <a:cubicBezTo>
                      <a:pt x="580" y="3498"/>
                      <a:pt x="721" y="3581"/>
                      <a:pt x="800" y="3715"/>
                    </a:cubicBezTo>
                    <a:cubicBezTo>
                      <a:pt x="913" y="3927"/>
                      <a:pt x="857" y="4189"/>
                      <a:pt x="651" y="4337"/>
                    </a:cubicBezTo>
                    <a:cubicBezTo>
                      <a:pt x="623" y="4337"/>
                      <a:pt x="588" y="4337"/>
                      <a:pt x="559" y="4366"/>
                    </a:cubicBezTo>
                    <a:cubicBezTo>
                      <a:pt x="680" y="4486"/>
                      <a:pt x="800" y="4634"/>
                      <a:pt x="941" y="4719"/>
                    </a:cubicBezTo>
                    <a:cubicBezTo>
                      <a:pt x="941" y="4719"/>
                      <a:pt x="977" y="4691"/>
                      <a:pt x="977" y="4663"/>
                    </a:cubicBezTo>
                    <a:cubicBezTo>
                      <a:pt x="1052" y="4527"/>
                      <a:pt x="1194" y="4454"/>
                      <a:pt x="1341" y="4454"/>
                    </a:cubicBezTo>
                    <a:cubicBezTo>
                      <a:pt x="1417" y="4454"/>
                      <a:pt x="1494" y="4473"/>
                      <a:pt x="1564" y="4514"/>
                    </a:cubicBezTo>
                    <a:cubicBezTo>
                      <a:pt x="1769" y="4634"/>
                      <a:pt x="1861" y="4896"/>
                      <a:pt x="1741" y="5101"/>
                    </a:cubicBezTo>
                    <a:cubicBezTo>
                      <a:pt x="1713" y="5130"/>
                      <a:pt x="1713" y="5130"/>
                      <a:pt x="1684" y="5165"/>
                    </a:cubicBezTo>
                    <a:cubicBezTo>
                      <a:pt x="1861" y="5222"/>
                      <a:pt x="2038" y="5278"/>
                      <a:pt x="2215" y="5306"/>
                    </a:cubicBezTo>
                    <a:cubicBezTo>
                      <a:pt x="2215" y="5278"/>
                      <a:pt x="2179" y="5250"/>
                      <a:pt x="2179" y="5222"/>
                    </a:cubicBezTo>
                    <a:cubicBezTo>
                      <a:pt x="2179" y="4988"/>
                      <a:pt x="2392" y="4776"/>
                      <a:pt x="2625" y="4776"/>
                    </a:cubicBezTo>
                    <a:cubicBezTo>
                      <a:pt x="2859" y="4776"/>
                      <a:pt x="3064" y="4988"/>
                      <a:pt x="3064" y="5222"/>
                    </a:cubicBezTo>
                    <a:lnTo>
                      <a:pt x="3064" y="5306"/>
                    </a:lnTo>
                    <a:cubicBezTo>
                      <a:pt x="3241" y="5278"/>
                      <a:pt x="3417" y="5222"/>
                      <a:pt x="3566" y="5165"/>
                    </a:cubicBezTo>
                    <a:cubicBezTo>
                      <a:pt x="3566" y="5130"/>
                      <a:pt x="3538" y="5130"/>
                      <a:pt x="3538" y="5101"/>
                    </a:cubicBezTo>
                    <a:cubicBezTo>
                      <a:pt x="3417" y="4896"/>
                      <a:pt x="3481" y="4599"/>
                      <a:pt x="3686" y="4486"/>
                    </a:cubicBezTo>
                    <a:cubicBezTo>
                      <a:pt x="3758" y="4444"/>
                      <a:pt x="3836" y="4424"/>
                      <a:pt x="3914" y="4424"/>
                    </a:cubicBezTo>
                    <a:cubicBezTo>
                      <a:pt x="4059" y="4424"/>
                      <a:pt x="4200" y="4496"/>
                      <a:pt x="4273" y="4634"/>
                    </a:cubicBezTo>
                    <a:cubicBezTo>
                      <a:pt x="4302" y="4663"/>
                      <a:pt x="4302" y="4691"/>
                      <a:pt x="4302" y="4719"/>
                    </a:cubicBezTo>
                    <a:cubicBezTo>
                      <a:pt x="4450" y="4599"/>
                      <a:pt x="4571" y="4458"/>
                      <a:pt x="4691" y="4337"/>
                    </a:cubicBezTo>
                    <a:cubicBezTo>
                      <a:pt x="4655" y="4309"/>
                      <a:pt x="4655" y="4309"/>
                      <a:pt x="4627" y="4309"/>
                    </a:cubicBezTo>
                    <a:cubicBezTo>
                      <a:pt x="4422" y="4189"/>
                      <a:pt x="4337" y="3927"/>
                      <a:pt x="4450" y="3686"/>
                    </a:cubicBezTo>
                    <a:cubicBezTo>
                      <a:pt x="4530" y="3551"/>
                      <a:pt x="4670" y="3480"/>
                      <a:pt x="4826" y="3480"/>
                    </a:cubicBezTo>
                    <a:cubicBezTo>
                      <a:pt x="4907" y="3480"/>
                      <a:pt x="4991" y="3499"/>
                      <a:pt x="5073" y="3538"/>
                    </a:cubicBezTo>
                    <a:cubicBezTo>
                      <a:pt x="5073" y="3538"/>
                      <a:pt x="5101" y="3538"/>
                      <a:pt x="5101" y="3573"/>
                    </a:cubicBezTo>
                    <a:cubicBezTo>
                      <a:pt x="5158" y="3396"/>
                      <a:pt x="5221" y="3220"/>
                      <a:pt x="5250" y="3043"/>
                    </a:cubicBezTo>
                    <a:lnTo>
                      <a:pt x="5250" y="3043"/>
                    </a:lnTo>
                    <a:cubicBezTo>
                      <a:pt x="5221" y="3071"/>
                      <a:pt x="5221" y="3071"/>
                      <a:pt x="5186" y="3071"/>
                    </a:cubicBezTo>
                    <a:cubicBezTo>
                      <a:pt x="4953" y="3071"/>
                      <a:pt x="4747" y="2866"/>
                      <a:pt x="4747" y="2625"/>
                    </a:cubicBezTo>
                    <a:cubicBezTo>
                      <a:pt x="4747" y="2364"/>
                      <a:pt x="4924" y="2187"/>
                      <a:pt x="5186" y="2187"/>
                    </a:cubicBezTo>
                    <a:lnTo>
                      <a:pt x="5250" y="2187"/>
                    </a:lnTo>
                    <a:cubicBezTo>
                      <a:pt x="5221" y="2010"/>
                      <a:pt x="5158" y="1833"/>
                      <a:pt x="5101" y="1684"/>
                    </a:cubicBezTo>
                    <a:cubicBezTo>
                      <a:pt x="5073" y="1684"/>
                      <a:pt x="5073" y="1684"/>
                      <a:pt x="5045" y="1713"/>
                    </a:cubicBezTo>
                    <a:cubicBezTo>
                      <a:pt x="4974" y="1753"/>
                      <a:pt x="4899" y="1772"/>
                      <a:pt x="4824" y="1772"/>
                    </a:cubicBezTo>
                    <a:cubicBezTo>
                      <a:pt x="4675" y="1772"/>
                      <a:pt x="4531" y="1692"/>
                      <a:pt x="4450" y="1536"/>
                    </a:cubicBezTo>
                    <a:cubicBezTo>
                      <a:pt x="4337" y="1331"/>
                      <a:pt x="4394" y="1062"/>
                      <a:pt x="4599" y="949"/>
                    </a:cubicBezTo>
                    <a:cubicBezTo>
                      <a:pt x="4627" y="920"/>
                      <a:pt x="4655" y="920"/>
                      <a:pt x="4655" y="920"/>
                    </a:cubicBezTo>
                    <a:cubicBezTo>
                      <a:pt x="4542" y="772"/>
                      <a:pt x="4422" y="652"/>
                      <a:pt x="4302" y="567"/>
                    </a:cubicBezTo>
                    <a:cubicBezTo>
                      <a:pt x="4273" y="567"/>
                      <a:pt x="4273" y="595"/>
                      <a:pt x="4273" y="595"/>
                    </a:cubicBezTo>
                    <a:cubicBezTo>
                      <a:pt x="4195" y="738"/>
                      <a:pt x="4040" y="822"/>
                      <a:pt x="3885" y="822"/>
                    </a:cubicBezTo>
                    <a:cubicBezTo>
                      <a:pt x="3817" y="822"/>
                      <a:pt x="3749" y="806"/>
                      <a:pt x="3686" y="772"/>
                    </a:cubicBezTo>
                    <a:cubicBezTo>
                      <a:pt x="3481" y="652"/>
                      <a:pt x="3389" y="390"/>
                      <a:pt x="3509" y="149"/>
                    </a:cubicBezTo>
                    <a:lnTo>
                      <a:pt x="3538" y="121"/>
                    </a:lnTo>
                    <a:cubicBezTo>
                      <a:pt x="3389" y="64"/>
                      <a:pt x="3212" y="1"/>
                      <a:pt x="3035" y="1"/>
                    </a:cubicBezTo>
                    <a:lnTo>
                      <a:pt x="3064" y="36"/>
                    </a:lnTo>
                    <a:cubicBezTo>
                      <a:pt x="3064" y="270"/>
                      <a:pt x="2859" y="475"/>
                      <a:pt x="2625" y="475"/>
                    </a:cubicBezTo>
                    <a:cubicBezTo>
                      <a:pt x="2392" y="475"/>
                      <a:pt x="2179" y="298"/>
                      <a:pt x="2179" y="36"/>
                    </a:cubicBezTo>
                    <a:lnTo>
                      <a:pt x="21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41">
                <a:extLst>
                  <a:ext uri="{FF2B5EF4-FFF2-40B4-BE49-F238E27FC236}">
                    <a16:creationId xmlns:a16="http://schemas.microsoft.com/office/drawing/2014/main" id="{2751864C-C834-B7A8-4F1D-8F2732B2A590}"/>
                  </a:ext>
                </a:extLst>
              </p:cNvPr>
              <p:cNvSpPr/>
              <p:nvPr/>
            </p:nvSpPr>
            <p:spPr>
              <a:xfrm>
                <a:off x="5710068" y="2196342"/>
                <a:ext cx="154927" cy="142937"/>
              </a:xfrm>
              <a:custGeom>
                <a:avLst/>
                <a:gdLst/>
                <a:ahLst/>
                <a:cxnLst/>
                <a:rect l="l" t="t" r="r" b="b"/>
                <a:pathLst>
                  <a:path w="4458" h="4113" extrusionOk="0">
                    <a:moveTo>
                      <a:pt x="2208" y="669"/>
                    </a:moveTo>
                    <a:cubicBezTo>
                      <a:pt x="2309" y="669"/>
                      <a:pt x="2411" y="681"/>
                      <a:pt x="2512" y="706"/>
                    </a:cubicBezTo>
                    <a:cubicBezTo>
                      <a:pt x="3248" y="883"/>
                      <a:pt x="3715" y="1619"/>
                      <a:pt x="3538" y="2355"/>
                    </a:cubicBezTo>
                    <a:cubicBezTo>
                      <a:pt x="3386" y="2986"/>
                      <a:pt x="2823" y="3425"/>
                      <a:pt x="2219" y="3425"/>
                    </a:cubicBezTo>
                    <a:cubicBezTo>
                      <a:pt x="2119" y="3425"/>
                      <a:pt x="2018" y="3413"/>
                      <a:pt x="1918" y="3388"/>
                    </a:cubicBezTo>
                    <a:cubicBezTo>
                      <a:pt x="1182" y="3239"/>
                      <a:pt x="708" y="2475"/>
                      <a:pt x="885" y="1739"/>
                    </a:cubicBezTo>
                    <a:cubicBezTo>
                      <a:pt x="1037" y="1103"/>
                      <a:pt x="1604" y="669"/>
                      <a:pt x="2208" y="669"/>
                    </a:cubicBezTo>
                    <a:close/>
                    <a:moveTo>
                      <a:pt x="2228" y="1"/>
                    </a:moveTo>
                    <a:cubicBezTo>
                      <a:pt x="1302" y="1"/>
                      <a:pt x="466" y="655"/>
                      <a:pt x="241" y="1591"/>
                    </a:cubicBezTo>
                    <a:cubicBezTo>
                      <a:pt x="1" y="2708"/>
                      <a:pt x="680" y="3798"/>
                      <a:pt x="1741" y="4067"/>
                    </a:cubicBezTo>
                    <a:cubicBezTo>
                      <a:pt x="1885" y="4098"/>
                      <a:pt x="2030" y="4113"/>
                      <a:pt x="2173" y="4113"/>
                    </a:cubicBezTo>
                    <a:cubicBezTo>
                      <a:pt x="3106" y="4113"/>
                      <a:pt x="3962" y="3473"/>
                      <a:pt x="4189" y="2503"/>
                    </a:cubicBezTo>
                    <a:cubicBezTo>
                      <a:pt x="4458" y="1414"/>
                      <a:pt x="3750" y="289"/>
                      <a:pt x="2689" y="56"/>
                    </a:cubicBezTo>
                    <a:cubicBezTo>
                      <a:pt x="2534" y="19"/>
                      <a:pt x="2380" y="1"/>
                      <a:pt x="2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41">
                <a:extLst>
                  <a:ext uri="{FF2B5EF4-FFF2-40B4-BE49-F238E27FC236}">
                    <a16:creationId xmlns:a16="http://schemas.microsoft.com/office/drawing/2014/main" id="{DAD1C21D-D408-6CD5-7EAE-18F92DAC1EDE}"/>
                  </a:ext>
                </a:extLst>
              </p:cNvPr>
              <p:cNvSpPr/>
              <p:nvPr/>
            </p:nvSpPr>
            <p:spPr>
              <a:xfrm>
                <a:off x="5724595" y="2209548"/>
                <a:ext cx="124935" cy="115830"/>
              </a:xfrm>
              <a:custGeom>
                <a:avLst/>
                <a:gdLst/>
                <a:ahLst/>
                <a:cxnLst/>
                <a:rect l="l" t="t" r="r" b="b"/>
                <a:pathLst>
                  <a:path w="3595" h="3333" extrusionOk="0">
                    <a:moveTo>
                      <a:pt x="1797" y="58"/>
                    </a:moveTo>
                    <a:cubicBezTo>
                      <a:pt x="1917" y="58"/>
                      <a:pt x="2031" y="86"/>
                      <a:pt x="2151" y="121"/>
                    </a:cubicBezTo>
                    <a:cubicBezTo>
                      <a:pt x="3007" y="298"/>
                      <a:pt x="3537" y="1182"/>
                      <a:pt x="3332" y="2031"/>
                    </a:cubicBezTo>
                    <a:cubicBezTo>
                      <a:pt x="3155" y="2739"/>
                      <a:pt x="2505" y="3269"/>
                      <a:pt x="1797" y="3269"/>
                    </a:cubicBezTo>
                    <a:cubicBezTo>
                      <a:pt x="1677" y="3269"/>
                      <a:pt x="1564" y="3241"/>
                      <a:pt x="1443" y="3213"/>
                    </a:cubicBezTo>
                    <a:cubicBezTo>
                      <a:pt x="587" y="3036"/>
                      <a:pt x="57" y="2180"/>
                      <a:pt x="262" y="1324"/>
                    </a:cubicBezTo>
                    <a:cubicBezTo>
                      <a:pt x="439" y="588"/>
                      <a:pt x="1090" y="58"/>
                      <a:pt x="1797" y="58"/>
                    </a:cubicBezTo>
                    <a:close/>
                    <a:moveTo>
                      <a:pt x="1797" y="1"/>
                    </a:moveTo>
                    <a:cubicBezTo>
                      <a:pt x="1061" y="1"/>
                      <a:pt x="382" y="560"/>
                      <a:pt x="205" y="1296"/>
                    </a:cubicBezTo>
                    <a:cubicBezTo>
                      <a:pt x="0" y="2180"/>
                      <a:pt x="559" y="3064"/>
                      <a:pt x="1443" y="3269"/>
                    </a:cubicBezTo>
                    <a:cubicBezTo>
                      <a:pt x="1564" y="3305"/>
                      <a:pt x="1677" y="3333"/>
                      <a:pt x="1797" y="3333"/>
                    </a:cubicBezTo>
                    <a:cubicBezTo>
                      <a:pt x="2533" y="3333"/>
                      <a:pt x="3212" y="2774"/>
                      <a:pt x="3389" y="2031"/>
                    </a:cubicBezTo>
                    <a:cubicBezTo>
                      <a:pt x="3594" y="1147"/>
                      <a:pt x="3035" y="263"/>
                      <a:pt x="2179" y="58"/>
                    </a:cubicBezTo>
                    <a:cubicBezTo>
                      <a:pt x="2031" y="29"/>
                      <a:pt x="1917" y="1"/>
                      <a:pt x="1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1">
              <a:extLst>
                <a:ext uri="{FF2B5EF4-FFF2-40B4-BE49-F238E27FC236}">
                  <a16:creationId xmlns:a16="http://schemas.microsoft.com/office/drawing/2014/main" id="{A0999051-916D-D349-E434-5AA5327E6D76}"/>
                </a:ext>
              </a:extLst>
            </p:cNvPr>
            <p:cNvGrpSpPr/>
            <p:nvPr/>
          </p:nvGrpSpPr>
          <p:grpSpPr>
            <a:xfrm>
              <a:off x="7112761" y="1457153"/>
              <a:ext cx="1499343" cy="988678"/>
              <a:chOff x="5561570" y="3414250"/>
              <a:chExt cx="523477" cy="345197"/>
            </a:xfrm>
          </p:grpSpPr>
          <p:sp>
            <p:nvSpPr>
              <p:cNvPr id="930" name="Google Shape;930;p41">
                <a:extLst>
                  <a:ext uri="{FF2B5EF4-FFF2-40B4-BE49-F238E27FC236}">
                    <a16:creationId xmlns:a16="http://schemas.microsoft.com/office/drawing/2014/main" id="{8E6537C7-6336-96A6-7E05-969770601119}"/>
                  </a:ext>
                </a:extLst>
              </p:cNvPr>
              <p:cNvSpPr/>
              <p:nvPr/>
            </p:nvSpPr>
            <p:spPr>
              <a:xfrm>
                <a:off x="5561570" y="3414250"/>
                <a:ext cx="523477" cy="345197"/>
              </a:xfrm>
              <a:custGeom>
                <a:avLst/>
                <a:gdLst/>
                <a:ahLst/>
                <a:cxnLst/>
                <a:rect l="l" t="t" r="r" b="b"/>
                <a:pathLst>
                  <a:path w="15063" h="9933" extrusionOk="0">
                    <a:moveTo>
                      <a:pt x="178" y="0"/>
                    </a:moveTo>
                    <a:cubicBezTo>
                      <a:pt x="65" y="0"/>
                      <a:pt x="1" y="85"/>
                      <a:pt x="1" y="177"/>
                    </a:cubicBezTo>
                    <a:lnTo>
                      <a:pt x="1" y="9756"/>
                    </a:lnTo>
                    <a:cubicBezTo>
                      <a:pt x="1" y="9848"/>
                      <a:pt x="65" y="9933"/>
                      <a:pt x="178" y="9933"/>
                    </a:cubicBezTo>
                    <a:lnTo>
                      <a:pt x="14885" y="9933"/>
                    </a:lnTo>
                    <a:cubicBezTo>
                      <a:pt x="14977" y="9933"/>
                      <a:pt x="15062" y="9848"/>
                      <a:pt x="15062" y="9756"/>
                    </a:cubicBezTo>
                    <a:lnTo>
                      <a:pt x="15062" y="177"/>
                    </a:lnTo>
                    <a:cubicBezTo>
                      <a:pt x="15062" y="85"/>
                      <a:pt x="14977" y="0"/>
                      <a:pt x="1488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1">
                <a:extLst>
                  <a:ext uri="{FF2B5EF4-FFF2-40B4-BE49-F238E27FC236}">
                    <a16:creationId xmlns:a16="http://schemas.microsoft.com/office/drawing/2014/main" id="{629619BF-904F-301E-18A4-EF514A705C90}"/>
                  </a:ext>
                </a:extLst>
              </p:cNvPr>
              <p:cNvSpPr/>
              <p:nvPr/>
            </p:nvSpPr>
            <p:spPr>
              <a:xfrm>
                <a:off x="5609772" y="3650742"/>
                <a:ext cx="118784" cy="8410"/>
              </a:xfrm>
              <a:custGeom>
                <a:avLst/>
                <a:gdLst/>
                <a:ahLst/>
                <a:cxnLst/>
                <a:rect l="l" t="t" r="r" b="b"/>
                <a:pathLst>
                  <a:path w="3418" h="242" extrusionOk="0">
                    <a:moveTo>
                      <a:pt x="1" y="1"/>
                    </a:moveTo>
                    <a:lnTo>
                      <a:pt x="1" y="241"/>
                    </a:lnTo>
                    <a:lnTo>
                      <a:pt x="3417" y="241"/>
                    </a:lnTo>
                    <a:lnTo>
                      <a:pt x="341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1">
                <a:extLst>
                  <a:ext uri="{FF2B5EF4-FFF2-40B4-BE49-F238E27FC236}">
                    <a16:creationId xmlns:a16="http://schemas.microsoft.com/office/drawing/2014/main" id="{CCA7E619-F0DF-A7F9-427E-A8203749CE2D}"/>
                  </a:ext>
                </a:extLst>
              </p:cNvPr>
              <p:cNvSpPr/>
              <p:nvPr/>
            </p:nvSpPr>
            <p:spPr>
              <a:xfrm>
                <a:off x="5748192" y="3650742"/>
                <a:ext cx="47958" cy="8410"/>
              </a:xfrm>
              <a:custGeom>
                <a:avLst/>
                <a:gdLst/>
                <a:ahLst/>
                <a:cxnLst/>
                <a:rect l="l" t="t" r="r" b="b"/>
                <a:pathLst>
                  <a:path w="1380" h="242" extrusionOk="0">
                    <a:moveTo>
                      <a:pt x="0" y="1"/>
                    </a:moveTo>
                    <a:lnTo>
                      <a:pt x="0" y="241"/>
                    </a:lnTo>
                    <a:lnTo>
                      <a:pt x="1380" y="241"/>
                    </a:lnTo>
                    <a:lnTo>
                      <a:pt x="13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41">
                <a:extLst>
                  <a:ext uri="{FF2B5EF4-FFF2-40B4-BE49-F238E27FC236}">
                    <a16:creationId xmlns:a16="http://schemas.microsoft.com/office/drawing/2014/main" id="{0799445B-DE97-FA65-8759-A9F85CAD54BD}"/>
                  </a:ext>
                </a:extLst>
              </p:cNvPr>
              <p:cNvSpPr/>
              <p:nvPr/>
            </p:nvSpPr>
            <p:spPr>
              <a:xfrm>
                <a:off x="5808419" y="3650742"/>
                <a:ext cx="30756" cy="8410"/>
              </a:xfrm>
              <a:custGeom>
                <a:avLst/>
                <a:gdLst/>
                <a:ahLst/>
                <a:cxnLst/>
                <a:rect l="l" t="t" r="r" b="b"/>
                <a:pathLst>
                  <a:path w="885" h="242" extrusionOk="0">
                    <a:moveTo>
                      <a:pt x="1" y="1"/>
                    </a:moveTo>
                    <a:lnTo>
                      <a:pt x="1" y="241"/>
                    </a:lnTo>
                    <a:lnTo>
                      <a:pt x="885" y="241"/>
                    </a:lnTo>
                    <a:lnTo>
                      <a:pt x="8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1">
                <a:extLst>
                  <a:ext uri="{FF2B5EF4-FFF2-40B4-BE49-F238E27FC236}">
                    <a16:creationId xmlns:a16="http://schemas.microsoft.com/office/drawing/2014/main" id="{8D373A8D-0975-D6F7-093D-2F250B16BD8A}"/>
                  </a:ext>
                </a:extLst>
              </p:cNvPr>
              <p:cNvSpPr/>
              <p:nvPr/>
            </p:nvSpPr>
            <p:spPr>
              <a:xfrm>
                <a:off x="5848488" y="3650742"/>
                <a:ext cx="12337" cy="8410"/>
              </a:xfrm>
              <a:custGeom>
                <a:avLst/>
                <a:gdLst/>
                <a:ahLst/>
                <a:cxnLst/>
                <a:rect l="l" t="t" r="r" b="b"/>
                <a:pathLst>
                  <a:path w="355" h="242" extrusionOk="0">
                    <a:moveTo>
                      <a:pt x="1" y="1"/>
                    </a:moveTo>
                    <a:lnTo>
                      <a:pt x="1" y="241"/>
                    </a:lnTo>
                    <a:lnTo>
                      <a:pt x="354" y="241"/>
                    </a:lnTo>
                    <a:lnTo>
                      <a:pt x="3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1">
                <a:extLst>
                  <a:ext uri="{FF2B5EF4-FFF2-40B4-BE49-F238E27FC236}">
                    <a16:creationId xmlns:a16="http://schemas.microsoft.com/office/drawing/2014/main" id="{7974D38B-9950-E52C-3507-0207A6669B07}"/>
                  </a:ext>
                </a:extLst>
              </p:cNvPr>
              <p:cNvSpPr/>
              <p:nvPr/>
            </p:nvSpPr>
            <p:spPr>
              <a:xfrm>
                <a:off x="5878237" y="3650742"/>
                <a:ext cx="126916" cy="8410"/>
              </a:xfrm>
              <a:custGeom>
                <a:avLst/>
                <a:gdLst/>
                <a:ahLst/>
                <a:cxnLst/>
                <a:rect l="l" t="t" r="r" b="b"/>
                <a:pathLst>
                  <a:path w="3652" h="242" extrusionOk="0">
                    <a:moveTo>
                      <a:pt x="1" y="1"/>
                    </a:moveTo>
                    <a:lnTo>
                      <a:pt x="1" y="241"/>
                    </a:lnTo>
                    <a:lnTo>
                      <a:pt x="3651" y="241"/>
                    </a:lnTo>
                    <a:lnTo>
                      <a:pt x="36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1">
                <a:extLst>
                  <a:ext uri="{FF2B5EF4-FFF2-40B4-BE49-F238E27FC236}">
                    <a16:creationId xmlns:a16="http://schemas.microsoft.com/office/drawing/2014/main" id="{E4DC208F-CE36-30B4-A428-948EC090840E}"/>
                  </a:ext>
                </a:extLst>
              </p:cNvPr>
              <p:cNvSpPr/>
              <p:nvPr/>
            </p:nvSpPr>
            <p:spPr>
              <a:xfrm>
                <a:off x="5712293" y="3620021"/>
                <a:ext cx="135257" cy="9383"/>
              </a:xfrm>
              <a:custGeom>
                <a:avLst/>
                <a:gdLst/>
                <a:ahLst/>
                <a:cxnLst/>
                <a:rect l="l" t="t" r="r" b="b"/>
                <a:pathLst>
                  <a:path w="3892" h="270" extrusionOk="0">
                    <a:moveTo>
                      <a:pt x="1" y="1"/>
                    </a:moveTo>
                    <a:lnTo>
                      <a:pt x="1" y="269"/>
                    </a:lnTo>
                    <a:lnTo>
                      <a:pt x="3891" y="269"/>
                    </a:lnTo>
                    <a:lnTo>
                      <a:pt x="38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1">
                <a:extLst>
                  <a:ext uri="{FF2B5EF4-FFF2-40B4-BE49-F238E27FC236}">
                    <a16:creationId xmlns:a16="http://schemas.microsoft.com/office/drawing/2014/main" id="{B993AD6E-1B7E-12CB-16DA-0AB4F7B78821}"/>
                  </a:ext>
                </a:extLst>
              </p:cNvPr>
              <p:cNvSpPr/>
              <p:nvPr/>
            </p:nvSpPr>
            <p:spPr>
              <a:xfrm>
                <a:off x="5869896" y="3623218"/>
                <a:ext cx="14527" cy="9140"/>
              </a:xfrm>
              <a:custGeom>
                <a:avLst/>
                <a:gdLst/>
                <a:ahLst/>
                <a:cxnLst/>
                <a:rect l="l" t="t" r="r" b="b"/>
                <a:pathLst>
                  <a:path w="418" h="263" extrusionOk="0">
                    <a:moveTo>
                      <a:pt x="0" y="1"/>
                    </a:moveTo>
                    <a:lnTo>
                      <a:pt x="0" y="262"/>
                    </a:lnTo>
                    <a:lnTo>
                      <a:pt x="418" y="262"/>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1">
                <a:extLst>
                  <a:ext uri="{FF2B5EF4-FFF2-40B4-BE49-F238E27FC236}">
                    <a16:creationId xmlns:a16="http://schemas.microsoft.com/office/drawing/2014/main" id="{C2765AB8-9F52-167A-097F-464B9B4701BB}"/>
                  </a:ext>
                </a:extLst>
              </p:cNvPr>
              <p:cNvSpPr/>
              <p:nvPr/>
            </p:nvSpPr>
            <p:spPr>
              <a:xfrm>
                <a:off x="5912920" y="3623218"/>
                <a:ext cx="67628" cy="9140"/>
              </a:xfrm>
              <a:custGeom>
                <a:avLst/>
                <a:gdLst/>
                <a:ahLst/>
                <a:cxnLst/>
                <a:rect l="l" t="t" r="r" b="b"/>
                <a:pathLst>
                  <a:path w="1946" h="263" extrusionOk="0">
                    <a:moveTo>
                      <a:pt x="0" y="1"/>
                    </a:moveTo>
                    <a:lnTo>
                      <a:pt x="0" y="262"/>
                    </a:lnTo>
                    <a:lnTo>
                      <a:pt x="1946" y="262"/>
                    </a:lnTo>
                    <a:lnTo>
                      <a:pt x="19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1">
                <a:extLst>
                  <a:ext uri="{FF2B5EF4-FFF2-40B4-BE49-F238E27FC236}">
                    <a16:creationId xmlns:a16="http://schemas.microsoft.com/office/drawing/2014/main" id="{6FE965B9-7142-72C0-B157-2B5DEDECE077}"/>
                  </a:ext>
                </a:extLst>
              </p:cNvPr>
              <p:cNvSpPr/>
              <p:nvPr/>
            </p:nvSpPr>
            <p:spPr>
              <a:xfrm>
                <a:off x="6002165" y="3623218"/>
                <a:ext cx="39861" cy="9140"/>
              </a:xfrm>
              <a:custGeom>
                <a:avLst/>
                <a:gdLst/>
                <a:ahLst/>
                <a:cxnLst/>
                <a:rect l="l" t="t" r="r" b="b"/>
                <a:pathLst>
                  <a:path w="1147" h="263" extrusionOk="0">
                    <a:moveTo>
                      <a:pt x="0" y="1"/>
                    </a:moveTo>
                    <a:lnTo>
                      <a:pt x="0" y="262"/>
                    </a:lnTo>
                    <a:lnTo>
                      <a:pt x="1146" y="262"/>
                    </a:lnTo>
                    <a:lnTo>
                      <a:pt x="11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1">
                <a:extLst>
                  <a:ext uri="{FF2B5EF4-FFF2-40B4-BE49-F238E27FC236}">
                    <a16:creationId xmlns:a16="http://schemas.microsoft.com/office/drawing/2014/main" id="{2379FA9E-5D45-88CA-9FFC-FA2682FB6590}"/>
                  </a:ext>
                </a:extLst>
              </p:cNvPr>
              <p:cNvSpPr/>
              <p:nvPr/>
            </p:nvSpPr>
            <p:spPr>
              <a:xfrm>
                <a:off x="5673196" y="3592497"/>
                <a:ext cx="55361" cy="9140"/>
              </a:xfrm>
              <a:custGeom>
                <a:avLst/>
                <a:gdLst/>
                <a:ahLst/>
                <a:cxnLst/>
                <a:rect l="l" t="t" r="r" b="b"/>
                <a:pathLst>
                  <a:path w="1593" h="263" extrusionOk="0">
                    <a:moveTo>
                      <a:pt x="1" y="0"/>
                    </a:moveTo>
                    <a:lnTo>
                      <a:pt x="1" y="262"/>
                    </a:lnTo>
                    <a:lnTo>
                      <a:pt x="1592" y="262"/>
                    </a:lnTo>
                    <a:lnTo>
                      <a:pt x="15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1">
                <a:extLst>
                  <a:ext uri="{FF2B5EF4-FFF2-40B4-BE49-F238E27FC236}">
                    <a16:creationId xmlns:a16="http://schemas.microsoft.com/office/drawing/2014/main" id="{FAB6091F-9D38-5DE3-AAD3-A513DE2A7A92}"/>
                  </a:ext>
                </a:extLst>
              </p:cNvPr>
              <p:cNvSpPr/>
              <p:nvPr/>
            </p:nvSpPr>
            <p:spPr>
              <a:xfrm>
                <a:off x="5748192" y="3592497"/>
                <a:ext cx="47958" cy="9140"/>
              </a:xfrm>
              <a:custGeom>
                <a:avLst/>
                <a:gdLst/>
                <a:ahLst/>
                <a:cxnLst/>
                <a:rect l="l" t="t" r="r" b="b"/>
                <a:pathLst>
                  <a:path w="1380" h="263" extrusionOk="0">
                    <a:moveTo>
                      <a:pt x="0" y="0"/>
                    </a:moveTo>
                    <a:lnTo>
                      <a:pt x="0" y="262"/>
                    </a:lnTo>
                    <a:lnTo>
                      <a:pt x="1380" y="262"/>
                    </a:lnTo>
                    <a:lnTo>
                      <a:pt x="138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1">
                <a:extLst>
                  <a:ext uri="{FF2B5EF4-FFF2-40B4-BE49-F238E27FC236}">
                    <a16:creationId xmlns:a16="http://schemas.microsoft.com/office/drawing/2014/main" id="{2F070C2B-D3B0-F17D-60DF-7CC4A8B8A8C6}"/>
                  </a:ext>
                </a:extLst>
              </p:cNvPr>
              <p:cNvSpPr/>
              <p:nvPr/>
            </p:nvSpPr>
            <p:spPr>
              <a:xfrm>
                <a:off x="5808419" y="3592497"/>
                <a:ext cx="30756" cy="9140"/>
              </a:xfrm>
              <a:custGeom>
                <a:avLst/>
                <a:gdLst/>
                <a:ahLst/>
                <a:cxnLst/>
                <a:rect l="l" t="t" r="r" b="b"/>
                <a:pathLst>
                  <a:path w="885" h="263" extrusionOk="0">
                    <a:moveTo>
                      <a:pt x="1" y="0"/>
                    </a:moveTo>
                    <a:lnTo>
                      <a:pt x="1" y="262"/>
                    </a:lnTo>
                    <a:lnTo>
                      <a:pt x="885" y="262"/>
                    </a:lnTo>
                    <a:lnTo>
                      <a:pt x="8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1">
                <a:extLst>
                  <a:ext uri="{FF2B5EF4-FFF2-40B4-BE49-F238E27FC236}">
                    <a16:creationId xmlns:a16="http://schemas.microsoft.com/office/drawing/2014/main" id="{9BB79E8E-8989-499A-9AEB-A3F3AE4871AE}"/>
                  </a:ext>
                </a:extLst>
              </p:cNvPr>
              <p:cNvSpPr/>
              <p:nvPr/>
            </p:nvSpPr>
            <p:spPr>
              <a:xfrm>
                <a:off x="5848488" y="3592497"/>
                <a:ext cx="12337" cy="9140"/>
              </a:xfrm>
              <a:custGeom>
                <a:avLst/>
                <a:gdLst/>
                <a:ahLst/>
                <a:cxnLst/>
                <a:rect l="l" t="t" r="r" b="b"/>
                <a:pathLst>
                  <a:path w="355" h="263" extrusionOk="0">
                    <a:moveTo>
                      <a:pt x="1" y="0"/>
                    </a:moveTo>
                    <a:lnTo>
                      <a:pt x="1"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1">
                <a:extLst>
                  <a:ext uri="{FF2B5EF4-FFF2-40B4-BE49-F238E27FC236}">
                    <a16:creationId xmlns:a16="http://schemas.microsoft.com/office/drawing/2014/main" id="{DD4E7351-8744-1EB7-F0F8-FC4A586BB4DA}"/>
                  </a:ext>
                </a:extLst>
              </p:cNvPr>
              <p:cNvSpPr/>
              <p:nvPr/>
            </p:nvSpPr>
            <p:spPr>
              <a:xfrm>
                <a:off x="5878237" y="3592497"/>
                <a:ext cx="126916" cy="9140"/>
              </a:xfrm>
              <a:custGeom>
                <a:avLst/>
                <a:gdLst/>
                <a:ahLst/>
                <a:cxnLst/>
                <a:rect l="l" t="t" r="r" b="b"/>
                <a:pathLst>
                  <a:path w="3652" h="263" extrusionOk="0">
                    <a:moveTo>
                      <a:pt x="1" y="0"/>
                    </a:moveTo>
                    <a:lnTo>
                      <a:pt x="1" y="262"/>
                    </a:lnTo>
                    <a:lnTo>
                      <a:pt x="3651" y="262"/>
                    </a:lnTo>
                    <a:lnTo>
                      <a:pt x="36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1">
                <a:extLst>
                  <a:ext uri="{FF2B5EF4-FFF2-40B4-BE49-F238E27FC236}">
                    <a16:creationId xmlns:a16="http://schemas.microsoft.com/office/drawing/2014/main" id="{C2149B68-8E9A-C159-C8AA-DF75D5C77190}"/>
                  </a:ext>
                </a:extLst>
              </p:cNvPr>
              <p:cNvSpPr/>
              <p:nvPr/>
            </p:nvSpPr>
            <p:spPr>
              <a:xfrm>
                <a:off x="5609772" y="3565946"/>
                <a:ext cx="77985" cy="9140"/>
              </a:xfrm>
              <a:custGeom>
                <a:avLst/>
                <a:gdLst/>
                <a:ahLst/>
                <a:cxnLst/>
                <a:rect l="l" t="t" r="r" b="b"/>
                <a:pathLst>
                  <a:path w="2244" h="263" extrusionOk="0">
                    <a:moveTo>
                      <a:pt x="1" y="0"/>
                    </a:moveTo>
                    <a:lnTo>
                      <a:pt x="1" y="262"/>
                    </a:lnTo>
                    <a:lnTo>
                      <a:pt x="2243" y="262"/>
                    </a:lnTo>
                    <a:lnTo>
                      <a:pt x="22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1">
                <a:extLst>
                  <a:ext uri="{FF2B5EF4-FFF2-40B4-BE49-F238E27FC236}">
                    <a16:creationId xmlns:a16="http://schemas.microsoft.com/office/drawing/2014/main" id="{1AFD2C44-F5FB-17F1-15DB-F5681DF6E28F}"/>
                  </a:ext>
                </a:extLst>
              </p:cNvPr>
              <p:cNvSpPr/>
              <p:nvPr/>
            </p:nvSpPr>
            <p:spPr>
              <a:xfrm>
                <a:off x="5712293" y="3565946"/>
                <a:ext cx="111660" cy="9140"/>
              </a:xfrm>
              <a:custGeom>
                <a:avLst/>
                <a:gdLst/>
                <a:ahLst/>
                <a:cxnLst/>
                <a:rect l="l" t="t" r="r" b="b"/>
                <a:pathLst>
                  <a:path w="3213" h="263" extrusionOk="0">
                    <a:moveTo>
                      <a:pt x="1" y="0"/>
                    </a:moveTo>
                    <a:lnTo>
                      <a:pt x="1" y="262"/>
                    </a:lnTo>
                    <a:lnTo>
                      <a:pt x="3212" y="262"/>
                    </a:lnTo>
                    <a:lnTo>
                      <a:pt x="32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1">
                <a:extLst>
                  <a:ext uri="{FF2B5EF4-FFF2-40B4-BE49-F238E27FC236}">
                    <a16:creationId xmlns:a16="http://schemas.microsoft.com/office/drawing/2014/main" id="{A9449B65-22B3-3C1A-EF9C-FBDF97E5684B}"/>
                  </a:ext>
                </a:extLst>
              </p:cNvPr>
              <p:cNvSpPr/>
              <p:nvPr/>
            </p:nvSpPr>
            <p:spPr>
              <a:xfrm>
                <a:off x="5853667" y="3565946"/>
                <a:ext cx="12302" cy="9140"/>
              </a:xfrm>
              <a:custGeom>
                <a:avLst/>
                <a:gdLst/>
                <a:ahLst/>
                <a:cxnLst/>
                <a:rect l="l" t="t" r="r" b="b"/>
                <a:pathLst>
                  <a:path w="354" h="263" extrusionOk="0">
                    <a:moveTo>
                      <a:pt x="0" y="0"/>
                    </a:moveTo>
                    <a:lnTo>
                      <a:pt x="0" y="262"/>
                    </a:lnTo>
                    <a:lnTo>
                      <a:pt x="354" y="262"/>
                    </a:lnTo>
                    <a:lnTo>
                      <a:pt x="35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1">
                <a:extLst>
                  <a:ext uri="{FF2B5EF4-FFF2-40B4-BE49-F238E27FC236}">
                    <a16:creationId xmlns:a16="http://schemas.microsoft.com/office/drawing/2014/main" id="{2845180C-AFFA-6112-391E-2A5123D6FD5C}"/>
                  </a:ext>
                </a:extLst>
              </p:cNvPr>
              <p:cNvSpPr/>
              <p:nvPr/>
            </p:nvSpPr>
            <p:spPr>
              <a:xfrm>
                <a:off x="5886369" y="3565946"/>
                <a:ext cx="94179" cy="9140"/>
              </a:xfrm>
              <a:custGeom>
                <a:avLst/>
                <a:gdLst/>
                <a:ahLst/>
                <a:cxnLst/>
                <a:rect l="l" t="t" r="r" b="b"/>
                <a:pathLst>
                  <a:path w="2710" h="263" extrusionOk="0">
                    <a:moveTo>
                      <a:pt x="0" y="0"/>
                    </a:moveTo>
                    <a:lnTo>
                      <a:pt x="0" y="262"/>
                    </a:lnTo>
                    <a:lnTo>
                      <a:pt x="2710" y="262"/>
                    </a:lnTo>
                    <a:lnTo>
                      <a:pt x="271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1">
                <a:extLst>
                  <a:ext uri="{FF2B5EF4-FFF2-40B4-BE49-F238E27FC236}">
                    <a16:creationId xmlns:a16="http://schemas.microsoft.com/office/drawing/2014/main" id="{BD144774-0CE3-E9B4-E3C7-CC529CFB2F09}"/>
                  </a:ext>
                </a:extLst>
              </p:cNvPr>
              <p:cNvSpPr/>
              <p:nvPr/>
            </p:nvSpPr>
            <p:spPr>
              <a:xfrm>
                <a:off x="5994033" y="3565946"/>
                <a:ext cx="27593" cy="10113"/>
              </a:xfrm>
              <a:custGeom>
                <a:avLst/>
                <a:gdLst/>
                <a:ahLst/>
                <a:cxnLst/>
                <a:rect l="l" t="t" r="r" b="b"/>
                <a:pathLst>
                  <a:path w="794" h="291" extrusionOk="0">
                    <a:moveTo>
                      <a:pt x="1" y="0"/>
                    </a:moveTo>
                    <a:lnTo>
                      <a:pt x="1" y="262"/>
                    </a:lnTo>
                    <a:lnTo>
                      <a:pt x="765" y="290"/>
                    </a:lnTo>
                    <a:lnTo>
                      <a:pt x="793" y="29"/>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1">
                <a:extLst>
                  <a:ext uri="{FF2B5EF4-FFF2-40B4-BE49-F238E27FC236}">
                    <a16:creationId xmlns:a16="http://schemas.microsoft.com/office/drawing/2014/main" id="{CFD39D71-AF19-4245-35D3-E6A6C1AA7926}"/>
                  </a:ext>
                </a:extLst>
              </p:cNvPr>
              <p:cNvSpPr/>
              <p:nvPr/>
            </p:nvSpPr>
            <p:spPr>
              <a:xfrm>
                <a:off x="6069759" y="3527822"/>
                <a:ext cx="1008" cy="16507"/>
              </a:xfrm>
              <a:custGeom>
                <a:avLst/>
                <a:gdLst/>
                <a:ahLst/>
                <a:cxnLst/>
                <a:rect l="l" t="t" r="r" b="b"/>
                <a:pathLst>
                  <a:path w="29" h="475" extrusionOk="0">
                    <a:moveTo>
                      <a:pt x="1" y="1"/>
                    </a:moveTo>
                    <a:lnTo>
                      <a:pt x="1" y="475"/>
                    </a:lnTo>
                    <a:lnTo>
                      <a:pt x="29" y="475"/>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1">
                <a:extLst>
                  <a:ext uri="{FF2B5EF4-FFF2-40B4-BE49-F238E27FC236}">
                    <a16:creationId xmlns:a16="http://schemas.microsoft.com/office/drawing/2014/main" id="{5528B052-B35A-5E11-95F4-B0C70ACF18E6}"/>
                  </a:ext>
                </a:extLst>
              </p:cNvPr>
              <p:cNvSpPr/>
              <p:nvPr/>
            </p:nvSpPr>
            <p:spPr>
              <a:xfrm>
                <a:off x="6069759" y="3480871"/>
                <a:ext cx="1008" cy="33710"/>
              </a:xfrm>
              <a:custGeom>
                <a:avLst/>
                <a:gdLst/>
                <a:ahLst/>
                <a:cxnLst/>
                <a:rect l="l" t="t" r="r" b="b"/>
                <a:pathLst>
                  <a:path w="29" h="970" extrusionOk="0">
                    <a:moveTo>
                      <a:pt x="1" y="1"/>
                    </a:moveTo>
                    <a:lnTo>
                      <a:pt x="1" y="970"/>
                    </a:lnTo>
                    <a:lnTo>
                      <a:pt x="29" y="970"/>
                    </a:ln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2" name="Google Shape;952;p41">
              <a:extLst>
                <a:ext uri="{FF2B5EF4-FFF2-40B4-BE49-F238E27FC236}">
                  <a16:creationId xmlns:a16="http://schemas.microsoft.com/office/drawing/2014/main" id="{95DACD62-8AEC-DA03-1C88-1F37D8C1F3F4}"/>
                </a:ext>
              </a:extLst>
            </p:cNvPr>
            <p:cNvSpPr/>
            <p:nvPr/>
          </p:nvSpPr>
          <p:spPr>
            <a:xfrm>
              <a:off x="5912220" y="3661765"/>
              <a:ext cx="710598" cy="111380"/>
            </a:xfrm>
            <a:custGeom>
              <a:avLst/>
              <a:gdLst/>
              <a:ahLst/>
              <a:cxnLst/>
              <a:rect l="l" t="t" r="r" b="b"/>
              <a:pathLst>
                <a:path w="7139" h="1119" extrusionOk="0">
                  <a:moveTo>
                    <a:pt x="149" y="0"/>
                  </a:moveTo>
                  <a:cubicBezTo>
                    <a:pt x="64" y="0"/>
                    <a:pt x="0" y="57"/>
                    <a:pt x="0" y="149"/>
                  </a:cubicBezTo>
                  <a:lnTo>
                    <a:pt x="0" y="1005"/>
                  </a:lnTo>
                  <a:cubicBezTo>
                    <a:pt x="0" y="1061"/>
                    <a:pt x="64" y="1118"/>
                    <a:pt x="149" y="1118"/>
                  </a:cubicBezTo>
                  <a:lnTo>
                    <a:pt x="6990" y="1118"/>
                  </a:lnTo>
                  <a:cubicBezTo>
                    <a:pt x="7075" y="1118"/>
                    <a:pt x="7138" y="1061"/>
                    <a:pt x="7138" y="1005"/>
                  </a:cubicBezTo>
                  <a:lnTo>
                    <a:pt x="7138" y="149"/>
                  </a:lnTo>
                  <a:cubicBezTo>
                    <a:pt x="7138" y="85"/>
                    <a:pt x="7075" y="0"/>
                    <a:pt x="69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1">
              <a:extLst>
                <a:ext uri="{FF2B5EF4-FFF2-40B4-BE49-F238E27FC236}">
                  <a16:creationId xmlns:a16="http://schemas.microsoft.com/office/drawing/2014/main" id="{8818F356-5795-88B0-1A8A-9F22BF0F0ECB}"/>
                </a:ext>
              </a:extLst>
            </p:cNvPr>
            <p:cNvSpPr/>
            <p:nvPr/>
          </p:nvSpPr>
          <p:spPr>
            <a:xfrm>
              <a:off x="5912220" y="3717405"/>
              <a:ext cx="710598" cy="422526"/>
            </a:xfrm>
            <a:custGeom>
              <a:avLst/>
              <a:gdLst/>
              <a:ahLst/>
              <a:cxnLst/>
              <a:rect l="l" t="t" r="r" b="b"/>
              <a:pathLst>
                <a:path w="7139" h="4245" extrusionOk="0">
                  <a:moveTo>
                    <a:pt x="0" y="0"/>
                  </a:moveTo>
                  <a:lnTo>
                    <a:pt x="0" y="4245"/>
                  </a:lnTo>
                  <a:lnTo>
                    <a:pt x="7138" y="4245"/>
                  </a:lnTo>
                  <a:lnTo>
                    <a:pt x="71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1">
              <a:extLst>
                <a:ext uri="{FF2B5EF4-FFF2-40B4-BE49-F238E27FC236}">
                  <a16:creationId xmlns:a16="http://schemas.microsoft.com/office/drawing/2014/main" id="{B616CBC3-1855-B2C3-AE38-B91EEEDA5020}"/>
                </a:ext>
              </a:extLst>
            </p:cNvPr>
            <p:cNvSpPr/>
            <p:nvPr/>
          </p:nvSpPr>
          <p:spPr>
            <a:xfrm>
              <a:off x="6056551" y="3773045"/>
              <a:ext cx="413479" cy="12044"/>
            </a:xfrm>
            <a:custGeom>
              <a:avLst/>
              <a:gdLst/>
              <a:ahLst/>
              <a:cxnLst/>
              <a:rect l="l" t="t" r="r" b="b"/>
              <a:pathLst>
                <a:path w="4154" h="121" extrusionOk="0">
                  <a:moveTo>
                    <a:pt x="57" y="0"/>
                  </a:moveTo>
                  <a:cubicBezTo>
                    <a:pt x="29" y="0"/>
                    <a:pt x="1" y="28"/>
                    <a:pt x="1" y="64"/>
                  </a:cubicBezTo>
                  <a:cubicBezTo>
                    <a:pt x="1" y="92"/>
                    <a:pt x="29" y="120"/>
                    <a:pt x="57" y="120"/>
                  </a:cubicBezTo>
                  <a:lnTo>
                    <a:pt x="4097" y="120"/>
                  </a:lnTo>
                  <a:cubicBezTo>
                    <a:pt x="4125" y="120"/>
                    <a:pt x="4153" y="92"/>
                    <a:pt x="4153" y="64"/>
                  </a:cubicBezTo>
                  <a:cubicBezTo>
                    <a:pt x="4153" y="28"/>
                    <a:pt x="4125" y="0"/>
                    <a:pt x="4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1">
              <a:extLst>
                <a:ext uri="{FF2B5EF4-FFF2-40B4-BE49-F238E27FC236}">
                  <a16:creationId xmlns:a16="http://schemas.microsoft.com/office/drawing/2014/main" id="{126AA492-44AE-538A-D5AD-179A49A5B7C2}"/>
                </a:ext>
              </a:extLst>
            </p:cNvPr>
            <p:cNvSpPr/>
            <p:nvPr/>
          </p:nvSpPr>
          <p:spPr>
            <a:xfrm>
              <a:off x="6056551" y="3834956"/>
              <a:ext cx="413479" cy="11347"/>
            </a:xfrm>
            <a:custGeom>
              <a:avLst/>
              <a:gdLst/>
              <a:ahLst/>
              <a:cxnLst/>
              <a:rect l="l" t="t" r="r" b="b"/>
              <a:pathLst>
                <a:path w="4154" h="114" extrusionOk="0">
                  <a:moveTo>
                    <a:pt x="57" y="1"/>
                  </a:moveTo>
                  <a:cubicBezTo>
                    <a:pt x="29" y="1"/>
                    <a:pt x="1" y="1"/>
                    <a:pt x="1" y="57"/>
                  </a:cubicBezTo>
                  <a:cubicBezTo>
                    <a:pt x="1" y="85"/>
                    <a:pt x="29" y="114"/>
                    <a:pt x="57" y="114"/>
                  </a:cubicBezTo>
                  <a:lnTo>
                    <a:pt x="4097" y="114"/>
                  </a:lnTo>
                  <a:cubicBezTo>
                    <a:pt x="4125" y="114"/>
                    <a:pt x="4153" y="85"/>
                    <a:pt x="4153" y="57"/>
                  </a:cubicBezTo>
                  <a:cubicBezTo>
                    <a:pt x="4153" y="1"/>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1">
              <a:extLst>
                <a:ext uri="{FF2B5EF4-FFF2-40B4-BE49-F238E27FC236}">
                  <a16:creationId xmlns:a16="http://schemas.microsoft.com/office/drawing/2014/main" id="{55850B8B-9425-AE20-597D-EF1C05BA70FB}"/>
                </a:ext>
              </a:extLst>
            </p:cNvPr>
            <p:cNvSpPr/>
            <p:nvPr/>
          </p:nvSpPr>
          <p:spPr>
            <a:xfrm>
              <a:off x="6056551" y="3893384"/>
              <a:ext cx="413479" cy="12143"/>
            </a:xfrm>
            <a:custGeom>
              <a:avLst/>
              <a:gdLst/>
              <a:ahLst/>
              <a:cxnLst/>
              <a:rect l="l" t="t" r="r" b="b"/>
              <a:pathLst>
                <a:path w="4154" h="122" extrusionOk="0">
                  <a:moveTo>
                    <a:pt x="57" y="1"/>
                  </a:moveTo>
                  <a:cubicBezTo>
                    <a:pt x="29" y="1"/>
                    <a:pt x="1" y="29"/>
                    <a:pt x="1" y="57"/>
                  </a:cubicBezTo>
                  <a:cubicBezTo>
                    <a:pt x="1" y="93"/>
                    <a:pt x="29" y="121"/>
                    <a:pt x="57" y="121"/>
                  </a:cubicBezTo>
                  <a:lnTo>
                    <a:pt x="4097" y="121"/>
                  </a:lnTo>
                  <a:cubicBezTo>
                    <a:pt x="4125" y="121"/>
                    <a:pt x="4153" y="93"/>
                    <a:pt x="4153" y="57"/>
                  </a:cubicBezTo>
                  <a:cubicBezTo>
                    <a:pt x="4153" y="29"/>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1">
              <a:extLst>
                <a:ext uri="{FF2B5EF4-FFF2-40B4-BE49-F238E27FC236}">
                  <a16:creationId xmlns:a16="http://schemas.microsoft.com/office/drawing/2014/main" id="{B33CC827-FB16-902E-9144-0D96910DB17E}"/>
                </a:ext>
              </a:extLst>
            </p:cNvPr>
            <p:cNvSpPr/>
            <p:nvPr/>
          </p:nvSpPr>
          <p:spPr>
            <a:xfrm>
              <a:off x="6056551" y="3951811"/>
              <a:ext cx="413479" cy="12143"/>
            </a:xfrm>
            <a:custGeom>
              <a:avLst/>
              <a:gdLst/>
              <a:ahLst/>
              <a:cxnLst/>
              <a:rect l="l" t="t" r="r" b="b"/>
              <a:pathLst>
                <a:path w="4154" h="122" extrusionOk="0">
                  <a:moveTo>
                    <a:pt x="57" y="1"/>
                  </a:moveTo>
                  <a:cubicBezTo>
                    <a:pt x="29" y="1"/>
                    <a:pt x="1" y="36"/>
                    <a:pt x="1" y="65"/>
                  </a:cubicBezTo>
                  <a:cubicBezTo>
                    <a:pt x="1" y="93"/>
                    <a:pt x="29" y="121"/>
                    <a:pt x="57" y="121"/>
                  </a:cubicBezTo>
                  <a:lnTo>
                    <a:pt x="4097" y="121"/>
                  </a:lnTo>
                  <a:cubicBezTo>
                    <a:pt x="4125" y="121"/>
                    <a:pt x="4153" y="93"/>
                    <a:pt x="4153" y="65"/>
                  </a:cubicBezTo>
                  <a:cubicBezTo>
                    <a:pt x="4153" y="36"/>
                    <a:pt x="4125" y="1"/>
                    <a:pt x="40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1">
              <a:extLst>
                <a:ext uri="{FF2B5EF4-FFF2-40B4-BE49-F238E27FC236}">
                  <a16:creationId xmlns:a16="http://schemas.microsoft.com/office/drawing/2014/main" id="{BCD70852-0097-8967-50F1-3D458AB0C727}"/>
                </a:ext>
              </a:extLst>
            </p:cNvPr>
            <p:cNvSpPr/>
            <p:nvPr/>
          </p:nvSpPr>
          <p:spPr>
            <a:xfrm>
              <a:off x="5971346" y="3748560"/>
              <a:ext cx="52954" cy="62608"/>
            </a:xfrm>
            <a:custGeom>
              <a:avLst/>
              <a:gdLst/>
              <a:ahLst/>
              <a:cxnLst/>
              <a:rect l="l" t="t" r="r" b="b"/>
              <a:pathLst>
                <a:path w="532" h="629" extrusionOk="0">
                  <a:moveTo>
                    <a:pt x="61" y="1"/>
                  </a:moveTo>
                  <a:cubicBezTo>
                    <a:pt x="43" y="1"/>
                    <a:pt x="29" y="21"/>
                    <a:pt x="29" y="41"/>
                  </a:cubicBezTo>
                  <a:cubicBezTo>
                    <a:pt x="1" y="41"/>
                    <a:pt x="1" y="97"/>
                    <a:pt x="29" y="97"/>
                  </a:cubicBezTo>
                  <a:lnTo>
                    <a:pt x="326" y="310"/>
                  </a:lnTo>
                  <a:lnTo>
                    <a:pt x="29" y="543"/>
                  </a:lnTo>
                  <a:cubicBezTo>
                    <a:pt x="1" y="543"/>
                    <a:pt x="1" y="600"/>
                    <a:pt x="29" y="628"/>
                  </a:cubicBezTo>
                  <a:lnTo>
                    <a:pt x="85" y="628"/>
                  </a:lnTo>
                  <a:lnTo>
                    <a:pt x="531" y="310"/>
                  </a:lnTo>
                  <a:lnTo>
                    <a:pt x="85" y="13"/>
                  </a:lnTo>
                  <a:cubicBezTo>
                    <a:pt x="77" y="4"/>
                    <a:pt x="69" y="1"/>
                    <a:pt x="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9" name="Google Shape;959;p41">
              <a:extLst>
                <a:ext uri="{FF2B5EF4-FFF2-40B4-BE49-F238E27FC236}">
                  <a16:creationId xmlns:a16="http://schemas.microsoft.com/office/drawing/2014/main" id="{6FF20236-DD39-6E6A-1718-E438218EF117}"/>
                </a:ext>
              </a:extLst>
            </p:cNvPr>
            <p:cNvGrpSpPr/>
            <p:nvPr/>
          </p:nvGrpSpPr>
          <p:grpSpPr>
            <a:xfrm>
              <a:off x="6352280" y="2402410"/>
              <a:ext cx="2259826" cy="2201617"/>
              <a:chOff x="5193782" y="4186768"/>
              <a:chExt cx="788990" cy="768694"/>
            </a:xfrm>
          </p:grpSpPr>
          <p:sp>
            <p:nvSpPr>
              <p:cNvPr id="960" name="Google Shape;960;p41">
                <a:extLst>
                  <a:ext uri="{FF2B5EF4-FFF2-40B4-BE49-F238E27FC236}">
                    <a16:creationId xmlns:a16="http://schemas.microsoft.com/office/drawing/2014/main" id="{CAA91F01-9D9C-7E3F-22DA-084BCB95EA25}"/>
                  </a:ext>
                </a:extLst>
              </p:cNvPr>
              <p:cNvSpPr/>
              <p:nvPr/>
            </p:nvSpPr>
            <p:spPr>
              <a:xfrm>
                <a:off x="5229682" y="4210087"/>
                <a:ext cx="156873" cy="113224"/>
              </a:xfrm>
              <a:custGeom>
                <a:avLst/>
                <a:gdLst/>
                <a:ahLst/>
                <a:cxnLst/>
                <a:rect l="l" t="t" r="r" b="b"/>
                <a:pathLst>
                  <a:path w="4514" h="3258" extrusionOk="0">
                    <a:moveTo>
                      <a:pt x="3851" y="2390"/>
                    </a:moveTo>
                    <a:cubicBezTo>
                      <a:pt x="3886" y="2390"/>
                      <a:pt x="3923" y="2400"/>
                      <a:pt x="3955" y="2420"/>
                    </a:cubicBezTo>
                    <a:cubicBezTo>
                      <a:pt x="3983" y="2448"/>
                      <a:pt x="4012" y="2476"/>
                      <a:pt x="4012" y="2512"/>
                    </a:cubicBezTo>
                    <a:lnTo>
                      <a:pt x="4040" y="2512"/>
                    </a:lnTo>
                    <a:lnTo>
                      <a:pt x="4040" y="2540"/>
                    </a:lnTo>
                    <a:cubicBezTo>
                      <a:pt x="4040" y="2540"/>
                      <a:pt x="4040" y="2568"/>
                      <a:pt x="4068" y="2568"/>
                    </a:cubicBezTo>
                    <a:cubicBezTo>
                      <a:pt x="4097" y="2653"/>
                      <a:pt x="4012" y="2773"/>
                      <a:pt x="3920" y="2830"/>
                    </a:cubicBezTo>
                    <a:cubicBezTo>
                      <a:pt x="3863" y="2830"/>
                      <a:pt x="3807" y="2830"/>
                      <a:pt x="3743" y="2802"/>
                    </a:cubicBezTo>
                    <a:cubicBezTo>
                      <a:pt x="3724" y="2783"/>
                      <a:pt x="3705" y="2764"/>
                      <a:pt x="3686" y="2745"/>
                    </a:cubicBezTo>
                    <a:lnTo>
                      <a:pt x="3686" y="2745"/>
                    </a:lnTo>
                    <a:cubicBezTo>
                      <a:pt x="3630" y="2653"/>
                      <a:pt x="3630" y="2540"/>
                      <a:pt x="3686" y="2476"/>
                    </a:cubicBezTo>
                    <a:cubicBezTo>
                      <a:pt x="3723" y="2421"/>
                      <a:pt x="3786" y="2390"/>
                      <a:pt x="3851" y="2390"/>
                    </a:cubicBezTo>
                    <a:close/>
                    <a:moveTo>
                      <a:pt x="383" y="0"/>
                    </a:moveTo>
                    <a:lnTo>
                      <a:pt x="1" y="651"/>
                    </a:lnTo>
                    <a:lnTo>
                      <a:pt x="3184" y="2688"/>
                    </a:lnTo>
                    <a:cubicBezTo>
                      <a:pt x="3212" y="2830"/>
                      <a:pt x="3333" y="3070"/>
                      <a:pt x="3481" y="3155"/>
                    </a:cubicBezTo>
                    <a:cubicBezTo>
                      <a:pt x="3593" y="3225"/>
                      <a:pt x="3721" y="3258"/>
                      <a:pt x="3841" y="3258"/>
                    </a:cubicBezTo>
                    <a:cubicBezTo>
                      <a:pt x="3880" y="3258"/>
                      <a:pt x="3919" y="3254"/>
                      <a:pt x="3955" y="3247"/>
                    </a:cubicBezTo>
                    <a:cubicBezTo>
                      <a:pt x="4132" y="3219"/>
                      <a:pt x="4309" y="3099"/>
                      <a:pt x="4394" y="2922"/>
                    </a:cubicBezTo>
                    <a:cubicBezTo>
                      <a:pt x="4486" y="2773"/>
                      <a:pt x="4514" y="2596"/>
                      <a:pt x="4486" y="2420"/>
                    </a:cubicBezTo>
                    <a:cubicBezTo>
                      <a:pt x="4450" y="2243"/>
                      <a:pt x="4337" y="2094"/>
                      <a:pt x="4189" y="2009"/>
                    </a:cubicBezTo>
                    <a:cubicBezTo>
                      <a:pt x="4095" y="1969"/>
                      <a:pt x="3989" y="1920"/>
                      <a:pt x="3866" y="1920"/>
                    </a:cubicBezTo>
                    <a:cubicBezTo>
                      <a:pt x="3794" y="1920"/>
                      <a:pt x="3716" y="1937"/>
                      <a:pt x="3630" y="1981"/>
                    </a:cubicBezTo>
                    <a:lnTo>
                      <a:pt x="38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1">
                <a:extLst>
                  <a:ext uri="{FF2B5EF4-FFF2-40B4-BE49-F238E27FC236}">
                    <a16:creationId xmlns:a16="http://schemas.microsoft.com/office/drawing/2014/main" id="{827E3E95-C4BD-7DDD-E284-1B7F3BA9371E}"/>
                  </a:ext>
                </a:extLst>
              </p:cNvPr>
              <p:cNvSpPr/>
              <p:nvPr/>
            </p:nvSpPr>
            <p:spPr>
              <a:xfrm>
                <a:off x="5233852" y="4225552"/>
                <a:ext cx="115830" cy="71833"/>
              </a:xfrm>
              <a:custGeom>
                <a:avLst/>
                <a:gdLst/>
                <a:ahLst/>
                <a:cxnLst/>
                <a:rect l="l" t="t" r="r" b="b"/>
                <a:pathLst>
                  <a:path w="3333" h="2067" extrusionOk="0">
                    <a:moveTo>
                      <a:pt x="1" y="1"/>
                    </a:moveTo>
                    <a:lnTo>
                      <a:pt x="1" y="57"/>
                    </a:lnTo>
                    <a:lnTo>
                      <a:pt x="3269" y="2067"/>
                    </a:lnTo>
                    <a:cubicBezTo>
                      <a:pt x="3305" y="2067"/>
                      <a:pt x="3305" y="2067"/>
                      <a:pt x="3305" y="2031"/>
                    </a:cubicBezTo>
                    <a:cubicBezTo>
                      <a:pt x="3333" y="2031"/>
                      <a:pt x="3305" y="2003"/>
                      <a:pt x="3305" y="2003"/>
                    </a:cubicBezTo>
                    <a:lnTo>
                      <a:pt x="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1">
                <a:extLst>
                  <a:ext uri="{FF2B5EF4-FFF2-40B4-BE49-F238E27FC236}">
                    <a16:creationId xmlns:a16="http://schemas.microsoft.com/office/drawing/2014/main" id="{85A08341-2309-0002-9BBF-3384259EC1CD}"/>
                  </a:ext>
                </a:extLst>
              </p:cNvPr>
              <p:cNvSpPr/>
              <p:nvPr/>
            </p:nvSpPr>
            <p:spPr>
              <a:xfrm>
                <a:off x="5238057" y="4218428"/>
                <a:ext cx="116803" cy="71590"/>
              </a:xfrm>
              <a:custGeom>
                <a:avLst/>
                <a:gdLst/>
                <a:ahLst/>
                <a:cxnLst/>
                <a:rect l="l" t="t" r="r" b="b"/>
                <a:pathLst>
                  <a:path w="3361" h="2060" extrusionOk="0">
                    <a:moveTo>
                      <a:pt x="28" y="1"/>
                    </a:moveTo>
                    <a:cubicBezTo>
                      <a:pt x="0" y="29"/>
                      <a:pt x="0" y="29"/>
                      <a:pt x="28" y="57"/>
                    </a:cubicBezTo>
                    <a:lnTo>
                      <a:pt x="3297" y="2059"/>
                    </a:lnTo>
                    <a:lnTo>
                      <a:pt x="3325" y="2059"/>
                    </a:lnTo>
                    <a:cubicBezTo>
                      <a:pt x="3360" y="2031"/>
                      <a:pt x="3325" y="2031"/>
                      <a:pt x="3325" y="2003"/>
                    </a:cubicBezTo>
                    <a:lnTo>
                      <a:pt x="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41">
                <a:extLst>
                  <a:ext uri="{FF2B5EF4-FFF2-40B4-BE49-F238E27FC236}">
                    <a16:creationId xmlns:a16="http://schemas.microsoft.com/office/drawing/2014/main" id="{005EE4D0-0627-0432-2E51-7EBC3ECF7F0E}"/>
                  </a:ext>
                </a:extLst>
              </p:cNvPr>
              <p:cNvSpPr/>
              <p:nvPr/>
            </p:nvSpPr>
            <p:spPr>
              <a:xfrm>
                <a:off x="5193782" y="4186768"/>
                <a:ext cx="66655" cy="62798"/>
              </a:xfrm>
              <a:custGeom>
                <a:avLst/>
                <a:gdLst/>
                <a:ahLst/>
                <a:cxnLst/>
                <a:rect l="l" t="t" r="r" b="b"/>
                <a:pathLst>
                  <a:path w="1918" h="1807" extrusionOk="0">
                    <a:moveTo>
                      <a:pt x="874" y="0"/>
                    </a:moveTo>
                    <a:cubicBezTo>
                      <a:pt x="627" y="0"/>
                      <a:pt x="387" y="105"/>
                      <a:pt x="213" y="317"/>
                    </a:cubicBezTo>
                    <a:lnTo>
                      <a:pt x="121" y="438"/>
                    </a:lnTo>
                    <a:lnTo>
                      <a:pt x="920" y="558"/>
                    </a:lnTo>
                    <a:lnTo>
                      <a:pt x="828" y="1202"/>
                    </a:lnTo>
                    <a:lnTo>
                      <a:pt x="1" y="1060"/>
                    </a:lnTo>
                    <a:lnTo>
                      <a:pt x="36" y="1202"/>
                    </a:lnTo>
                    <a:cubicBezTo>
                      <a:pt x="121" y="1379"/>
                      <a:pt x="241" y="1555"/>
                      <a:pt x="418" y="1676"/>
                    </a:cubicBezTo>
                    <a:cubicBezTo>
                      <a:pt x="575" y="1768"/>
                      <a:pt x="733" y="1806"/>
                      <a:pt x="903" y="1806"/>
                    </a:cubicBezTo>
                    <a:cubicBezTo>
                      <a:pt x="955" y="1806"/>
                      <a:pt x="1007" y="1803"/>
                      <a:pt x="1062" y="1796"/>
                    </a:cubicBezTo>
                    <a:cubicBezTo>
                      <a:pt x="1062" y="1796"/>
                      <a:pt x="1097" y="1796"/>
                      <a:pt x="1097" y="1768"/>
                    </a:cubicBezTo>
                    <a:cubicBezTo>
                      <a:pt x="1331" y="1704"/>
                      <a:pt x="1536" y="1591"/>
                      <a:pt x="1656" y="1379"/>
                    </a:cubicBezTo>
                    <a:cubicBezTo>
                      <a:pt x="1918" y="940"/>
                      <a:pt x="1769" y="381"/>
                      <a:pt x="1359" y="141"/>
                    </a:cubicBezTo>
                    <a:cubicBezTo>
                      <a:pt x="1206" y="47"/>
                      <a:pt x="1038" y="0"/>
                      <a:pt x="87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41">
                <a:extLst>
                  <a:ext uri="{FF2B5EF4-FFF2-40B4-BE49-F238E27FC236}">
                    <a16:creationId xmlns:a16="http://schemas.microsoft.com/office/drawing/2014/main" id="{4DB4E96D-3CAF-99F8-96BF-134E0E28E2F7}"/>
                  </a:ext>
                </a:extLst>
              </p:cNvPr>
              <p:cNvSpPr/>
              <p:nvPr/>
            </p:nvSpPr>
            <p:spPr>
              <a:xfrm>
                <a:off x="5343532" y="4283832"/>
                <a:ext cx="37880" cy="34961"/>
              </a:xfrm>
              <a:custGeom>
                <a:avLst/>
                <a:gdLst/>
                <a:ahLst/>
                <a:cxnLst/>
                <a:rect l="l" t="t" r="r" b="b"/>
                <a:pathLst>
                  <a:path w="1090" h="1006" extrusionOk="0">
                    <a:moveTo>
                      <a:pt x="587" y="64"/>
                    </a:moveTo>
                    <a:cubicBezTo>
                      <a:pt x="707" y="64"/>
                      <a:pt x="856" y="121"/>
                      <a:pt x="941" y="241"/>
                    </a:cubicBezTo>
                    <a:cubicBezTo>
                      <a:pt x="998" y="326"/>
                      <a:pt x="1033" y="446"/>
                      <a:pt x="998" y="566"/>
                    </a:cubicBezTo>
                    <a:cubicBezTo>
                      <a:pt x="998" y="680"/>
                      <a:pt x="941" y="800"/>
                      <a:pt x="821" y="856"/>
                    </a:cubicBezTo>
                    <a:cubicBezTo>
                      <a:pt x="764" y="920"/>
                      <a:pt x="679" y="948"/>
                      <a:pt x="587" y="948"/>
                    </a:cubicBezTo>
                    <a:cubicBezTo>
                      <a:pt x="439" y="948"/>
                      <a:pt x="290" y="885"/>
                      <a:pt x="205" y="772"/>
                    </a:cubicBezTo>
                    <a:cubicBezTo>
                      <a:pt x="85" y="566"/>
                      <a:pt x="113" y="269"/>
                      <a:pt x="325" y="149"/>
                    </a:cubicBezTo>
                    <a:cubicBezTo>
                      <a:pt x="382" y="92"/>
                      <a:pt x="467" y="64"/>
                      <a:pt x="587" y="64"/>
                    </a:cubicBezTo>
                    <a:close/>
                    <a:moveTo>
                      <a:pt x="587" y="0"/>
                    </a:moveTo>
                    <a:cubicBezTo>
                      <a:pt x="467" y="0"/>
                      <a:pt x="354" y="36"/>
                      <a:pt x="290" y="92"/>
                    </a:cubicBezTo>
                    <a:cubicBezTo>
                      <a:pt x="57" y="269"/>
                      <a:pt x="0" y="566"/>
                      <a:pt x="177" y="800"/>
                    </a:cubicBezTo>
                    <a:cubicBezTo>
                      <a:pt x="262" y="920"/>
                      <a:pt x="410" y="1005"/>
                      <a:pt x="587" y="1005"/>
                    </a:cubicBezTo>
                    <a:cubicBezTo>
                      <a:pt x="679" y="1005"/>
                      <a:pt x="792" y="977"/>
                      <a:pt x="884" y="920"/>
                    </a:cubicBezTo>
                    <a:cubicBezTo>
                      <a:pt x="969" y="828"/>
                      <a:pt x="1061" y="708"/>
                      <a:pt x="1061" y="566"/>
                    </a:cubicBezTo>
                    <a:cubicBezTo>
                      <a:pt x="1089" y="446"/>
                      <a:pt x="1061" y="298"/>
                      <a:pt x="969" y="213"/>
                    </a:cubicBezTo>
                    <a:cubicBezTo>
                      <a:pt x="884" y="64"/>
                      <a:pt x="736" y="0"/>
                      <a:pt x="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41">
                <a:extLst>
                  <a:ext uri="{FF2B5EF4-FFF2-40B4-BE49-F238E27FC236}">
                    <a16:creationId xmlns:a16="http://schemas.microsoft.com/office/drawing/2014/main" id="{3A023D15-3848-E8AF-B840-45344874C2C5}"/>
                  </a:ext>
                </a:extLst>
              </p:cNvPr>
              <p:cNvSpPr/>
              <p:nvPr/>
            </p:nvSpPr>
            <p:spPr>
              <a:xfrm>
                <a:off x="5292132" y="4263432"/>
                <a:ext cx="333172" cy="243094"/>
              </a:xfrm>
              <a:custGeom>
                <a:avLst/>
                <a:gdLst/>
                <a:ahLst/>
                <a:cxnLst/>
                <a:rect l="l" t="t" r="r" b="b"/>
                <a:pathLst>
                  <a:path w="9587" h="6995" extrusionOk="0">
                    <a:moveTo>
                      <a:pt x="1033" y="0"/>
                    </a:moveTo>
                    <a:cubicBezTo>
                      <a:pt x="1005" y="205"/>
                      <a:pt x="1005" y="411"/>
                      <a:pt x="856" y="531"/>
                    </a:cubicBezTo>
                    <a:cubicBezTo>
                      <a:pt x="780" y="613"/>
                      <a:pt x="657" y="626"/>
                      <a:pt x="530" y="626"/>
                    </a:cubicBezTo>
                    <a:cubicBezTo>
                      <a:pt x="471" y="626"/>
                      <a:pt x="411" y="623"/>
                      <a:pt x="354" y="623"/>
                    </a:cubicBezTo>
                    <a:cubicBezTo>
                      <a:pt x="318" y="608"/>
                      <a:pt x="287" y="599"/>
                      <a:pt x="258" y="599"/>
                    </a:cubicBezTo>
                    <a:cubicBezTo>
                      <a:pt x="220" y="599"/>
                      <a:pt x="186" y="615"/>
                      <a:pt x="149" y="651"/>
                    </a:cubicBezTo>
                    <a:cubicBezTo>
                      <a:pt x="0" y="828"/>
                      <a:pt x="418" y="1507"/>
                      <a:pt x="503" y="1684"/>
                    </a:cubicBezTo>
                    <a:cubicBezTo>
                      <a:pt x="828" y="2476"/>
                      <a:pt x="1182" y="3276"/>
                      <a:pt x="1507" y="4040"/>
                    </a:cubicBezTo>
                    <a:cubicBezTo>
                      <a:pt x="1741" y="4599"/>
                      <a:pt x="2010" y="5158"/>
                      <a:pt x="2363" y="5660"/>
                    </a:cubicBezTo>
                    <a:cubicBezTo>
                      <a:pt x="2866" y="6311"/>
                      <a:pt x="3686" y="6487"/>
                      <a:pt x="4422" y="6693"/>
                    </a:cubicBezTo>
                    <a:cubicBezTo>
                      <a:pt x="5310" y="6899"/>
                      <a:pt x="6197" y="6995"/>
                      <a:pt x="7080" y="6995"/>
                    </a:cubicBezTo>
                    <a:cubicBezTo>
                      <a:pt x="7196" y="6995"/>
                      <a:pt x="7312" y="6993"/>
                      <a:pt x="7429" y="6990"/>
                    </a:cubicBezTo>
                    <a:cubicBezTo>
                      <a:pt x="7903" y="6954"/>
                      <a:pt x="8313" y="6898"/>
                      <a:pt x="8702" y="6636"/>
                    </a:cubicBezTo>
                    <a:cubicBezTo>
                      <a:pt x="9056" y="6396"/>
                      <a:pt x="9317" y="6070"/>
                      <a:pt x="9466" y="5688"/>
                    </a:cubicBezTo>
                    <a:cubicBezTo>
                      <a:pt x="9523" y="5511"/>
                      <a:pt x="9586" y="5306"/>
                      <a:pt x="9551" y="5129"/>
                    </a:cubicBezTo>
                    <a:cubicBezTo>
                      <a:pt x="9551" y="4924"/>
                      <a:pt x="9466" y="4747"/>
                      <a:pt x="9346" y="4599"/>
                    </a:cubicBezTo>
                    <a:cubicBezTo>
                      <a:pt x="9233" y="4514"/>
                      <a:pt x="9084" y="4450"/>
                      <a:pt x="8935" y="4393"/>
                    </a:cubicBezTo>
                    <a:cubicBezTo>
                      <a:pt x="8396" y="4230"/>
                      <a:pt x="7856" y="4179"/>
                      <a:pt x="7316" y="4179"/>
                    </a:cubicBezTo>
                    <a:cubicBezTo>
                      <a:pt x="7177" y="4179"/>
                      <a:pt x="7037" y="4183"/>
                      <a:pt x="6898" y="4188"/>
                    </a:cubicBezTo>
                    <a:cubicBezTo>
                      <a:pt x="6544" y="4188"/>
                      <a:pt x="6191" y="4217"/>
                      <a:pt x="5837" y="4217"/>
                    </a:cubicBezTo>
                    <a:cubicBezTo>
                      <a:pt x="5776" y="4222"/>
                      <a:pt x="5716" y="4224"/>
                      <a:pt x="5657" y="4224"/>
                    </a:cubicBezTo>
                    <a:cubicBezTo>
                      <a:pt x="5405" y="4224"/>
                      <a:pt x="5165" y="4183"/>
                      <a:pt x="4924" y="4160"/>
                    </a:cubicBezTo>
                    <a:cubicBezTo>
                      <a:pt x="4634" y="4125"/>
                      <a:pt x="4280" y="4096"/>
                      <a:pt x="4104" y="3835"/>
                    </a:cubicBezTo>
                    <a:cubicBezTo>
                      <a:pt x="3248" y="2773"/>
                      <a:pt x="2540" y="1620"/>
                      <a:pt x="1684" y="559"/>
                    </a:cubicBezTo>
                    <a:cubicBezTo>
                      <a:pt x="1628" y="503"/>
                      <a:pt x="1592" y="474"/>
                      <a:pt x="1536" y="411"/>
                    </a:cubicBezTo>
                    <a:cubicBezTo>
                      <a:pt x="1387" y="234"/>
                      <a:pt x="1274" y="92"/>
                      <a:pt x="1033"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1">
                <a:extLst>
                  <a:ext uri="{FF2B5EF4-FFF2-40B4-BE49-F238E27FC236}">
                    <a16:creationId xmlns:a16="http://schemas.microsoft.com/office/drawing/2014/main" id="{4FE2FF07-4033-F4C4-4731-6624C2724B5B}"/>
                  </a:ext>
                </a:extLst>
              </p:cNvPr>
              <p:cNvSpPr/>
              <p:nvPr/>
            </p:nvSpPr>
            <p:spPr>
              <a:xfrm>
                <a:off x="5380404" y="4803316"/>
                <a:ext cx="560315" cy="2016"/>
              </a:xfrm>
              <a:custGeom>
                <a:avLst/>
                <a:gdLst/>
                <a:ahLst/>
                <a:cxnLst/>
                <a:rect l="l" t="t" r="r" b="b"/>
                <a:pathLst>
                  <a:path w="16123" h="58" extrusionOk="0">
                    <a:moveTo>
                      <a:pt x="28" y="1"/>
                    </a:moveTo>
                    <a:cubicBezTo>
                      <a:pt x="0" y="1"/>
                      <a:pt x="0" y="1"/>
                      <a:pt x="0" y="29"/>
                    </a:cubicBezTo>
                    <a:cubicBezTo>
                      <a:pt x="0" y="29"/>
                      <a:pt x="0" y="57"/>
                      <a:pt x="28" y="57"/>
                    </a:cubicBezTo>
                    <a:lnTo>
                      <a:pt x="16094" y="57"/>
                    </a:lnTo>
                    <a:cubicBezTo>
                      <a:pt x="16123" y="57"/>
                      <a:pt x="16123" y="29"/>
                      <a:pt x="16123" y="29"/>
                    </a:cubicBezTo>
                    <a:cubicBezTo>
                      <a:pt x="16123" y="1"/>
                      <a:pt x="16123" y="1"/>
                      <a:pt x="16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1">
                <a:extLst>
                  <a:ext uri="{FF2B5EF4-FFF2-40B4-BE49-F238E27FC236}">
                    <a16:creationId xmlns:a16="http://schemas.microsoft.com/office/drawing/2014/main" id="{79F4B5EB-162E-EF65-7225-DCE6121ADB54}"/>
                  </a:ext>
                </a:extLst>
              </p:cNvPr>
              <p:cNvSpPr/>
              <p:nvPr/>
            </p:nvSpPr>
            <p:spPr>
              <a:xfrm>
                <a:off x="5344505" y="4784897"/>
                <a:ext cx="625962" cy="1981"/>
              </a:xfrm>
              <a:custGeom>
                <a:avLst/>
                <a:gdLst/>
                <a:ahLst/>
                <a:cxnLst/>
                <a:rect l="l" t="t" r="r" b="b"/>
                <a:pathLst>
                  <a:path w="18012" h="57" extrusionOk="0">
                    <a:moveTo>
                      <a:pt x="29" y="0"/>
                    </a:moveTo>
                    <a:lnTo>
                      <a:pt x="0" y="28"/>
                    </a:lnTo>
                    <a:cubicBezTo>
                      <a:pt x="0" y="57"/>
                      <a:pt x="29" y="57"/>
                      <a:pt x="29" y="57"/>
                    </a:cubicBezTo>
                    <a:lnTo>
                      <a:pt x="17983" y="57"/>
                    </a:lnTo>
                    <a:cubicBezTo>
                      <a:pt x="17983" y="57"/>
                      <a:pt x="18012" y="57"/>
                      <a:pt x="18012" y="28"/>
                    </a:cubicBezTo>
                    <a:lnTo>
                      <a:pt x="179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1">
                <a:extLst>
                  <a:ext uri="{FF2B5EF4-FFF2-40B4-BE49-F238E27FC236}">
                    <a16:creationId xmlns:a16="http://schemas.microsoft.com/office/drawing/2014/main" id="{9F55A7A8-DF45-B122-5ADF-C8395CE70EF6}"/>
                  </a:ext>
                </a:extLst>
              </p:cNvPr>
              <p:cNvSpPr/>
              <p:nvPr/>
            </p:nvSpPr>
            <p:spPr>
              <a:xfrm>
                <a:off x="5959141" y="4803316"/>
                <a:ext cx="23632" cy="2016"/>
              </a:xfrm>
              <a:custGeom>
                <a:avLst/>
                <a:gdLst/>
                <a:ahLst/>
                <a:cxnLst/>
                <a:rect l="l" t="t" r="r" b="b"/>
                <a:pathLst>
                  <a:path w="680" h="58" extrusionOk="0">
                    <a:moveTo>
                      <a:pt x="28" y="1"/>
                    </a:moveTo>
                    <a:cubicBezTo>
                      <a:pt x="0" y="1"/>
                      <a:pt x="0" y="1"/>
                      <a:pt x="0" y="29"/>
                    </a:cubicBezTo>
                    <a:cubicBezTo>
                      <a:pt x="0" y="29"/>
                      <a:pt x="0" y="57"/>
                      <a:pt x="28" y="57"/>
                    </a:cubicBezTo>
                    <a:lnTo>
                      <a:pt x="651" y="57"/>
                    </a:lnTo>
                    <a:cubicBezTo>
                      <a:pt x="679" y="57"/>
                      <a:pt x="679" y="29"/>
                      <a:pt x="679" y="29"/>
                    </a:cubicBezTo>
                    <a:cubicBezTo>
                      <a:pt x="679" y="1"/>
                      <a:pt x="679"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1">
                <a:extLst>
                  <a:ext uri="{FF2B5EF4-FFF2-40B4-BE49-F238E27FC236}">
                    <a16:creationId xmlns:a16="http://schemas.microsoft.com/office/drawing/2014/main" id="{64FCC7BD-EAA2-4433-82E6-513AC10F83AE}"/>
                  </a:ext>
                </a:extLst>
              </p:cNvPr>
              <p:cNvSpPr/>
              <p:nvPr/>
            </p:nvSpPr>
            <p:spPr>
              <a:xfrm>
                <a:off x="5586175" y="4228541"/>
                <a:ext cx="174353" cy="238367"/>
              </a:xfrm>
              <a:custGeom>
                <a:avLst/>
                <a:gdLst/>
                <a:ahLst/>
                <a:cxnLst/>
                <a:rect l="l" t="t" r="r" b="b"/>
                <a:pathLst>
                  <a:path w="5017" h="6859" extrusionOk="0">
                    <a:moveTo>
                      <a:pt x="1785" y="0"/>
                    </a:moveTo>
                    <a:cubicBezTo>
                      <a:pt x="1456" y="0"/>
                      <a:pt x="1123" y="104"/>
                      <a:pt x="856" y="297"/>
                    </a:cubicBezTo>
                    <a:cubicBezTo>
                      <a:pt x="206" y="799"/>
                      <a:pt x="177" y="1712"/>
                      <a:pt x="298" y="2419"/>
                    </a:cubicBezTo>
                    <a:cubicBezTo>
                      <a:pt x="375" y="3093"/>
                      <a:pt x="708" y="3796"/>
                      <a:pt x="1415" y="3796"/>
                    </a:cubicBezTo>
                    <a:cubicBezTo>
                      <a:pt x="1480" y="3796"/>
                      <a:pt x="1549" y="3790"/>
                      <a:pt x="1620" y="3777"/>
                    </a:cubicBezTo>
                    <a:lnTo>
                      <a:pt x="1620" y="3777"/>
                    </a:lnTo>
                    <a:cubicBezTo>
                      <a:pt x="1592" y="3926"/>
                      <a:pt x="1564" y="4067"/>
                      <a:pt x="1536" y="4216"/>
                    </a:cubicBezTo>
                    <a:cubicBezTo>
                      <a:pt x="1536" y="4336"/>
                      <a:pt x="1507" y="4457"/>
                      <a:pt x="1444" y="4541"/>
                    </a:cubicBezTo>
                    <a:cubicBezTo>
                      <a:pt x="1238" y="4810"/>
                      <a:pt x="736" y="4775"/>
                      <a:pt x="446" y="4839"/>
                    </a:cubicBezTo>
                    <a:cubicBezTo>
                      <a:pt x="0" y="4987"/>
                      <a:pt x="64" y="5482"/>
                      <a:pt x="121" y="5900"/>
                    </a:cubicBezTo>
                    <a:lnTo>
                      <a:pt x="121" y="6013"/>
                    </a:lnTo>
                    <a:cubicBezTo>
                      <a:pt x="149" y="6190"/>
                      <a:pt x="206" y="6338"/>
                      <a:pt x="298" y="6487"/>
                    </a:cubicBezTo>
                    <a:cubicBezTo>
                      <a:pt x="477" y="6772"/>
                      <a:pt x="810" y="6859"/>
                      <a:pt x="1180" y="6859"/>
                    </a:cubicBezTo>
                    <a:cubicBezTo>
                      <a:pt x="1655" y="6859"/>
                      <a:pt x="2190" y="6715"/>
                      <a:pt x="2540" y="6664"/>
                    </a:cubicBezTo>
                    <a:cubicBezTo>
                      <a:pt x="3389" y="6515"/>
                      <a:pt x="4217" y="6282"/>
                      <a:pt x="5016" y="5928"/>
                    </a:cubicBezTo>
                    <a:cubicBezTo>
                      <a:pt x="4691" y="5631"/>
                      <a:pt x="4394" y="5249"/>
                      <a:pt x="4068" y="4923"/>
                    </a:cubicBezTo>
                    <a:cubicBezTo>
                      <a:pt x="4012" y="4867"/>
                      <a:pt x="3778" y="4895"/>
                      <a:pt x="3686" y="4839"/>
                    </a:cubicBezTo>
                    <a:cubicBezTo>
                      <a:pt x="3566" y="4775"/>
                      <a:pt x="3481" y="4690"/>
                      <a:pt x="3424" y="4570"/>
                    </a:cubicBezTo>
                    <a:cubicBezTo>
                      <a:pt x="3276" y="4308"/>
                      <a:pt x="3248" y="3983"/>
                      <a:pt x="3248" y="3685"/>
                    </a:cubicBezTo>
                    <a:cubicBezTo>
                      <a:pt x="3276" y="3247"/>
                      <a:pt x="3248" y="2511"/>
                      <a:pt x="3276" y="2094"/>
                    </a:cubicBezTo>
                    <a:cubicBezTo>
                      <a:pt x="3276" y="1712"/>
                      <a:pt x="3424" y="1563"/>
                      <a:pt x="3304" y="1209"/>
                    </a:cubicBezTo>
                    <a:cubicBezTo>
                      <a:pt x="3156" y="707"/>
                      <a:pt x="2802" y="269"/>
                      <a:pt x="2300" y="92"/>
                    </a:cubicBezTo>
                    <a:cubicBezTo>
                      <a:pt x="2136" y="30"/>
                      <a:pt x="1961" y="0"/>
                      <a:pt x="1785"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41">
                <a:extLst>
                  <a:ext uri="{FF2B5EF4-FFF2-40B4-BE49-F238E27FC236}">
                    <a16:creationId xmlns:a16="http://schemas.microsoft.com/office/drawing/2014/main" id="{1596EDDF-0022-252F-393F-0B193FEFD605}"/>
                  </a:ext>
                </a:extLst>
              </p:cNvPr>
              <p:cNvSpPr/>
              <p:nvPr/>
            </p:nvSpPr>
            <p:spPr>
              <a:xfrm>
                <a:off x="5497173" y="4393477"/>
                <a:ext cx="341999" cy="333172"/>
              </a:xfrm>
              <a:custGeom>
                <a:avLst/>
                <a:gdLst/>
                <a:ahLst/>
                <a:cxnLst/>
                <a:rect l="l" t="t" r="r" b="b"/>
                <a:pathLst>
                  <a:path w="9841" h="9587" extrusionOk="0">
                    <a:moveTo>
                      <a:pt x="3538" y="1"/>
                    </a:moveTo>
                    <a:cubicBezTo>
                      <a:pt x="2356" y="121"/>
                      <a:pt x="1175" y="269"/>
                      <a:pt x="0" y="383"/>
                    </a:cubicBezTo>
                    <a:cubicBezTo>
                      <a:pt x="85" y="560"/>
                      <a:pt x="57" y="828"/>
                      <a:pt x="85" y="1033"/>
                    </a:cubicBezTo>
                    <a:cubicBezTo>
                      <a:pt x="85" y="1267"/>
                      <a:pt x="114" y="1507"/>
                      <a:pt x="114" y="1741"/>
                    </a:cubicBezTo>
                    <a:cubicBezTo>
                      <a:pt x="177" y="2187"/>
                      <a:pt x="206" y="2654"/>
                      <a:pt x="291" y="3128"/>
                    </a:cubicBezTo>
                    <a:cubicBezTo>
                      <a:pt x="291" y="3248"/>
                      <a:pt x="326" y="3389"/>
                      <a:pt x="354" y="3510"/>
                    </a:cubicBezTo>
                    <a:cubicBezTo>
                      <a:pt x="695" y="3475"/>
                      <a:pt x="1299" y="3417"/>
                      <a:pt x="1712" y="3417"/>
                    </a:cubicBezTo>
                    <a:cubicBezTo>
                      <a:pt x="1976" y="3417"/>
                      <a:pt x="2162" y="3441"/>
                      <a:pt x="2151" y="3510"/>
                    </a:cubicBezTo>
                    <a:cubicBezTo>
                      <a:pt x="2151" y="3778"/>
                      <a:pt x="2179" y="4012"/>
                      <a:pt x="2179" y="4274"/>
                    </a:cubicBezTo>
                    <a:cubicBezTo>
                      <a:pt x="2179" y="4804"/>
                      <a:pt x="2236" y="5306"/>
                      <a:pt x="2236" y="5809"/>
                    </a:cubicBezTo>
                    <a:cubicBezTo>
                      <a:pt x="2271" y="6339"/>
                      <a:pt x="2300" y="6898"/>
                      <a:pt x="2356" y="7429"/>
                    </a:cubicBezTo>
                    <a:cubicBezTo>
                      <a:pt x="2413" y="8051"/>
                      <a:pt x="2505" y="8638"/>
                      <a:pt x="2653" y="9261"/>
                    </a:cubicBezTo>
                    <a:cubicBezTo>
                      <a:pt x="3421" y="9504"/>
                      <a:pt x="4251" y="9586"/>
                      <a:pt x="5089" y="9586"/>
                    </a:cubicBezTo>
                    <a:cubicBezTo>
                      <a:pt x="5765" y="9586"/>
                      <a:pt x="6446" y="9532"/>
                      <a:pt x="7103" y="9466"/>
                    </a:cubicBezTo>
                    <a:cubicBezTo>
                      <a:pt x="7542" y="9438"/>
                      <a:pt x="7987" y="9374"/>
                      <a:pt x="8341" y="9169"/>
                    </a:cubicBezTo>
                    <a:cubicBezTo>
                      <a:pt x="9374" y="8554"/>
                      <a:pt x="9431" y="6750"/>
                      <a:pt x="9579" y="5688"/>
                    </a:cubicBezTo>
                    <a:cubicBezTo>
                      <a:pt x="9699" y="4896"/>
                      <a:pt x="9841" y="4132"/>
                      <a:pt x="9784" y="3304"/>
                    </a:cubicBezTo>
                    <a:cubicBezTo>
                      <a:pt x="9699" y="2243"/>
                      <a:pt x="9225" y="1154"/>
                      <a:pt x="8249" y="623"/>
                    </a:cubicBezTo>
                    <a:cubicBezTo>
                      <a:pt x="7895" y="446"/>
                      <a:pt x="7513" y="326"/>
                      <a:pt x="7131" y="206"/>
                    </a:cubicBezTo>
                    <a:cubicBezTo>
                      <a:pt x="6806" y="149"/>
                      <a:pt x="6481" y="121"/>
                      <a:pt x="6191" y="29"/>
                    </a:cubicBezTo>
                    <a:cubicBezTo>
                      <a:pt x="6070" y="326"/>
                      <a:pt x="5893" y="475"/>
                      <a:pt x="5596" y="595"/>
                    </a:cubicBezTo>
                    <a:cubicBezTo>
                      <a:pt x="5418" y="681"/>
                      <a:pt x="5202" y="718"/>
                      <a:pt x="4994" y="718"/>
                    </a:cubicBezTo>
                    <a:cubicBezTo>
                      <a:pt x="4930" y="718"/>
                      <a:pt x="4866" y="715"/>
                      <a:pt x="4804" y="708"/>
                    </a:cubicBezTo>
                    <a:cubicBezTo>
                      <a:pt x="4535" y="680"/>
                      <a:pt x="4302" y="623"/>
                      <a:pt x="4068" y="503"/>
                    </a:cubicBezTo>
                    <a:cubicBezTo>
                      <a:pt x="3976" y="446"/>
                      <a:pt x="3863" y="354"/>
                      <a:pt x="3771" y="269"/>
                    </a:cubicBezTo>
                    <a:cubicBezTo>
                      <a:pt x="3715" y="206"/>
                      <a:pt x="3651" y="121"/>
                      <a:pt x="3594" y="29"/>
                    </a:cubicBezTo>
                    <a:lnTo>
                      <a:pt x="359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41">
                <a:extLst>
                  <a:ext uri="{FF2B5EF4-FFF2-40B4-BE49-F238E27FC236}">
                    <a16:creationId xmlns:a16="http://schemas.microsoft.com/office/drawing/2014/main" id="{696FC6F8-0C77-5F25-034A-1DD7441DAE19}"/>
                  </a:ext>
                </a:extLst>
              </p:cNvPr>
              <p:cNvSpPr/>
              <p:nvPr/>
            </p:nvSpPr>
            <p:spPr>
              <a:xfrm>
                <a:off x="5506279" y="4504130"/>
                <a:ext cx="61477" cy="11329"/>
              </a:xfrm>
              <a:custGeom>
                <a:avLst/>
                <a:gdLst/>
                <a:ahLst/>
                <a:cxnLst/>
                <a:rect l="l" t="t" r="r" b="b"/>
                <a:pathLst>
                  <a:path w="1769" h="326" extrusionOk="0">
                    <a:moveTo>
                      <a:pt x="29" y="0"/>
                    </a:moveTo>
                    <a:lnTo>
                      <a:pt x="0" y="28"/>
                    </a:lnTo>
                    <a:cubicBezTo>
                      <a:pt x="0" y="92"/>
                      <a:pt x="29" y="120"/>
                      <a:pt x="29" y="149"/>
                    </a:cubicBezTo>
                    <a:lnTo>
                      <a:pt x="29" y="297"/>
                    </a:lnTo>
                    <a:lnTo>
                      <a:pt x="29" y="326"/>
                    </a:lnTo>
                    <a:lnTo>
                      <a:pt x="64" y="326"/>
                    </a:lnTo>
                    <a:cubicBezTo>
                      <a:pt x="559" y="326"/>
                      <a:pt x="1267" y="297"/>
                      <a:pt x="1741" y="269"/>
                    </a:cubicBezTo>
                    <a:lnTo>
                      <a:pt x="1769" y="241"/>
                    </a:lnTo>
                    <a:cubicBezTo>
                      <a:pt x="1769" y="205"/>
                      <a:pt x="1741" y="205"/>
                      <a:pt x="1741" y="205"/>
                    </a:cubicBezTo>
                    <a:cubicBezTo>
                      <a:pt x="1267" y="241"/>
                      <a:pt x="559" y="269"/>
                      <a:pt x="92" y="269"/>
                    </a:cubicBezTo>
                    <a:lnTo>
                      <a:pt x="92" y="149"/>
                    </a:lnTo>
                    <a:cubicBezTo>
                      <a:pt x="64" y="120"/>
                      <a:pt x="64" y="64"/>
                      <a:pt x="64" y="28"/>
                    </a:cubicBezTo>
                    <a:cubicBezTo>
                      <a:pt x="64" y="28"/>
                      <a:pt x="6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41">
                <a:extLst>
                  <a:ext uri="{FF2B5EF4-FFF2-40B4-BE49-F238E27FC236}">
                    <a16:creationId xmlns:a16="http://schemas.microsoft.com/office/drawing/2014/main" id="{2A363FA2-9122-F3D5-04C9-356D527E24D7}"/>
                  </a:ext>
                </a:extLst>
              </p:cNvPr>
              <p:cNvSpPr/>
              <p:nvPr/>
            </p:nvSpPr>
            <p:spPr>
              <a:xfrm>
                <a:off x="5497173" y="4397647"/>
                <a:ext cx="73780" cy="14318"/>
              </a:xfrm>
              <a:custGeom>
                <a:avLst/>
                <a:gdLst/>
                <a:ahLst/>
                <a:cxnLst/>
                <a:rect l="l" t="t" r="r" b="b"/>
                <a:pathLst>
                  <a:path w="2123" h="412" extrusionOk="0">
                    <a:moveTo>
                      <a:pt x="2094" y="1"/>
                    </a:moveTo>
                    <a:cubicBezTo>
                      <a:pt x="1854" y="29"/>
                      <a:pt x="1529" y="57"/>
                      <a:pt x="1210" y="86"/>
                    </a:cubicBezTo>
                    <a:cubicBezTo>
                      <a:pt x="765" y="149"/>
                      <a:pt x="354" y="178"/>
                      <a:pt x="29" y="206"/>
                    </a:cubicBezTo>
                    <a:lnTo>
                      <a:pt x="0" y="206"/>
                    </a:lnTo>
                    <a:lnTo>
                      <a:pt x="0" y="263"/>
                    </a:lnTo>
                    <a:lnTo>
                      <a:pt x="0" y="326"/>
                    </a:lnTo>
                    <a:lnTo>
                      <a:pt x="0" y="383"/>
                    </a:lnTo>
                    <a:cubicBezTo>
                      <a:pt x="0" y="411"/>
                      <a:pt x="29" y="411"/>
                      <a:pt x="29" y="411"/>
                    </a:cubicBezTo>
                    <a:lnTo>
                      <a:pt x="57" y="411"/>
                    </a:lnTo>
                    <a:lnTo>
                      <a:pt x="57" y="383"/>
                    </a:lnTo>
                    <a:lnTo>
                      <a:pt x="57" y="326"/>
                    </a:lnTo>
                    <a:lnTo>
                      <a:pt x="57" y="263"/>
                    </a:lnTo>
                    <a:cubicBezTo>
                      <a:pt x="383" y="234"/>
                      <a:pt x="793" y="206"/>
                      <a:pt x="1210" y="149"/>
                    </a:cubicBezTo>
                    <a:cubicBezTo>
                      <a:pt x="1529" y="121"/>
                      <a:pt x="1854" y="86"/>
                      <a:pt x="2094" y="57"/>
                    </a:cubicBezTo>
                    <a:cubicBezTo>
                      <a:pt x="2123" y="57"/>
                      <a:pt x="2123" y="57"/>
                      <a:pt x="2123" y="29"/>
                    </a:cubicBezTo>
                    <a:cubicBezTo>
                      <a:pt x="2123" y="29"/>
                      <a:pt x="2123" y="1"/>
                      <a:pt x="2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41">
                <a:extLst>
                  <a:ext uri="{FF2B5EF4-FFF2-40B4-BE49-F238E27FC236}">
                    <a16:creationId xmlns:a16="http://schemas.microsoft.com/office/drawing/2014/main" id="{555ADFB6-2F85-B337-089C-BF2C5CAF4242}"/>
                  </a:ext>
                </a:extLst>
              </p:cNvPr>
              <p:cNvSpPr/>
              <p:nvPr/>
            </p:nvSpPr>
            <p:spPr>
              <a:xfrm>
                <a:off x="5570919" y="4515424"/>
                <a:ext cx="7159" cy="108706"/>
              </a:xfrm>
              <a:custGeom>
                <a:avLst/>
                <a:gdLst/>
                <a:ahLst/>
                <a:cxnLst/>
                <a:rect l="l" t="t" r="r" b="b"/>
                <a:pathLst>
                  <a:path w="206" h="3128" extrusionOk="0">
                    <a:moveTo>
                      <a:pt x="57" y="1"/>
                    </a:moveTo>
                    <a:cubicBezTo>
                      <a:pt x="29" y="1"/>
                      <a:pt x="29" y="1"/>
                      <a:pt x="29" y="29"/>
                    </a:cubicBezTo>
                    <a:cubicBezTo>
                      <a:pt x="1" y="1033"/>
                      <a:pt x="29" y="2066"/>
                      <a:pt x="149" y="3099"/>
                    </a:cubicBezTo>
                    <a:cubicBezTo>
                      <a:pt x="149" y="3099"/>
                      <a:pt x="149" y="3127"/>
                      <a:pt x="178" y="3127"/>
                    </a:cubicBezTo>
                    <a:cubicBezTo>
                      <a:pt x="178" y="3127"/>
                      <a:pt x="206" y="3099"/>
                      <a:pt x="206" y="3064"/>
                    </a:cubicBezTo>
                    <a:cubicBezTo>
                      <a:pt x="86" y="2066"/>
                      <a:pt x="57" y="1033"/>
                      <a:pt x="86" y="29"/>
                    </a:cubicBezTo>
                    <a:cubicBezTo>
                      <a:pt x="86" y="1"/>
                      <a:pt x="57"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41">
                <a:extLst>
                  <a:ext uri="{FF2B5EF4-FFF2-40B4-BE49-F238E27FC236}">
                    <a16:creationId xmlns:a16="http://schemas.microsoft.com/office/drawing/2014/main" id="{93BB71BE-0AB4-7713-DA70-87EA7276DB41}"/>
                  </a:ext>
                </a:extLst>
              </p:cNvPr>
              <p:cNvSpPr/>
              <p:nvPr/>
            </p:nvSpPr>
            <p:spPr>
              <a:xfrm>
                <a:off x="5455123" y="4818294"/>
                <a:ext cx="182451" cy="90600"/>
              </a:xfrm>
              <a:custGeom>
                <a:avLst/>
                <a:gdLst/>
                <a:ahLst/>
                <a:cxnLst/>
                <a:rect l="l" t="t" r="r" b="b"/>
                <a:pathLst>
                  <a:path w="5250" h="2607" extrusionOk="0">
                    <a:moveTo>
                      <a:pt x="3538" y="1"/>
                    </a:moveTo>
                    <a:cubicBezTo>
                      <a:pt x="2953" y="1"/>
                      <a:pt x="2398" y="247"/>
                      <a:pt x="1890" y="511"/>
                    </a:cubicBezTo>
                    <a:cubicBezTo>
                      <a:pt x="1359" y="779"/>
                      <a:pt x="737" y="1069"/>
                      <a:pt x="383" y="1543"/>
                    </a:cubicBezTo>
                    <a:cubicBezTo>
                      <a:pt x="354" y="1572"/>
                      <a:pt x="354" y="1600"/>
                      <a:pt x="326" y="1635"/>
                    </a:cubicBezTo>
                    <a:cubicBezTo>
                      <a:pt x="178" y="1840"/>
                      <a:pt x="1" y="2131"/>
                      <a:pt x="149" y="2399"/>
                    </a:cubicBezTo>
                    <a:cubicBezTo>
                      <a:pt x="216" y="2553"/>
                      <a:pt x="343" y="2607"/>
                      <a:pt x="497" y="2607"/>
                    </a:cubicBezTo>
                    <a:cubicBezTo>
                      <a:pt x="818" y="2607"/>
                      <a:pt x="1252" y="2370"/>
                      <a:pt x="1472" y="2307"/>
                    </a:cubicBezTo>
                    <a:cubicBezTo>
                      <a:pt x="1854" y="2194"/>
                      <a:pt x="2208" y="2046"/>
                      <a:pt x="2562" y="1925"/>
                    </a:cubicBezTo>
                    <a:cubicBezTo>
                      <a:pt x="3269" y="1664"/>
                      <a:pt x="4012" y="1458"/>
                      <a:pt x="4748" y="1423"/>
                    </a:cubicBezTo>
                    <a:cubicBezTo>
                      <a:pt x="4925" y="1423"/>
                      <a:pt x="5158" y="1423"/>
                      <a:pt x="5215" y="1246"/>
                    </a:cubicBezTo>
                    <a:cubicBezTo>
                      <a:pt x="5250" y="1190"/>
                      <a:pt x="5250" y="1105"/>
                      <a:pt x="5215" y="1041"/>
                    </a:cubicBezTo>
                    <a:cubicBezTo>
                      <a:pt x="5101" y="426"/>
                      <a:pt x="4302" y="44"/>
                      <a:pt x="3715" y="8"/>
                    </a:cubicBezTo>
                    <a:cubicBezTo>
                      <a:pt x="3656" y="3"/>
                      <a:pt x="3597" y="1"/>
                      <a:pt x="35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41">
                <a:extLst>
                  <a:ext uri="{FF2B5EF4-FFF2-40B4-BE49-F238E27FC236}">
                    <a16:creationId xmlns:a16="http://schemas.microsoft.com/office/drawing/2014/main" id="{C7766B37-9869-6277-E957-EA3E3EFEBDDC}"/>
                  </a:ext>
                </a:extLst>
              </p:cNvPr>
              <p:cNvSpPr/>
              <p:nvPr/>
            </p:nvSpPr>
            <p:spPr>
              <a:xfrm>
                <a:off x="5334183" y="4634696"/>
                <a:ext cx="623008" cy="252790"/>
              </a:xfrm>
              <a:custGeom>
                <a:avLst/>
                <a:gdLst/>
                <a:ahLst/>
                <a:cxnLst/>
                <a:rect l="l" t="t" r="r" b="b"/>
                <a:pathLst>
                  <a:path w="17927" h="7274" extrusionOk="0">
                    <a:moveTo>
                      <a:pt x="2256" y="1"/>
                    </a:moveTo>
                    <a:cubicBezTo>
                      <a:pt x="2076" y="1"/>
                      <a:pt x="1894" y="15"/>
                      <a:pt x="1712" y="49"/>
                    </a:cubicBezTo>
                    <a:cubicBezTo>
                      <a:pt x="1267" y="134"/>
                      <a:pt x="856" y="375"/>
                      <a:pt x="531" y="693"/>
                    </a:cubicBezTo>
                    <a:cubicBezTo>
                      <a:pt x="446" y="813"/>
                      <a:pt x="354" y="933"/>
                      <a:pt x="297" y="1047"/>
                    </a:cubicBezTo>
                    <a:cubicBezTo>
                      <a:pt x="0" y="1641"/>
                      <a:pt x="241" y="2377"/>
                      <a:pt x="502" y="2935"/>
                    </a:cubicBezTo>
                    <a:cubicBezTo>
                      <a:pt x="913" y="3735"/>
                      <a:pt x="1564" y="4322"/>
                      <a:pt x="2299" y="4761"/>
                    </a:cubicBezTo>
                    <a:cubicBezTo>
                      <a:pt x="3155" y="5291"/>
                      <a:pt x="4096" y="5617"/>
                      <a:pt x="5044" y="5970"/>
                    </a:cubicBezTo>
                    <a:cubicBezTo>
                      <a:pt x="6105" y="6352"/>
                      <a:pt x="7195" y="6741"/>
                      <a:pt x="8256" y="7123"/>
                    </a:cubicBezTo>
                    <a:cubicBezTo>
                      <a:pt x="8461" y="7180"/>
                      <a:pt x="8843" y="7237"/>
                      <a:pt x="9048" y="7272"/>
                    </a:cubicBezTo>
                    <a:cubicBezTo>
                      <a:pt x="9053" y="7273"/>
                      <a:pt x="9058" y="7273"/>
                      <a:pt x="9063" y="7273"/>
                    </a:cubicBezTo>
                    <a:cubicBezTo>
                      <a:pt x="9229" y="7273"/>
                      <a:pt x="9290" y="6824"/>
                      <a:pt x="9345" y="6741"/>
                    </a:cubicBezTo>
                    <a:cubicBezTo>
                      <a:pt x="9511" y="6547"/>
                      <a:pt x="9756" y="6528"/>
                      <a:pt x="10001" y="6528"/>
                    </a:cubicBezTo>
                    <a:cubicBezTo>
                      <a:pt x="10059" y="6528"/>
                      <a:pt x="10117" y="6529"/>
                      <a:pt x="10173" y="6529"/>
                    </a:cubicBezTo>
                    <a:cubicBezTo>
                      <a:pt x="10376" y="6543"/>
                      <a:pt x="10578" y="6550"/>
                      <a:pt x="10778" y="6550"/>
                    </a:cubicBezTo>
                    <a:cubicBezTo>
                      <a:pt x="12666" y="6550"/>
                      <a:pt x="14413" y="5929"/>
                      <a:pt x="16038" y="4938"/>
                    </a:cubicBezTo>
                    <a:cubicBezTo>
                      <a:pt x="16540" y="4647"/>
                      <a:pt x="17042" y="4265"/>
                      <a:pt x="17396" y="3763"/>
                    </a:cubicBezTo>
                    <a:cubicBezTo>
                      <a:pt x="17806" y="3169"/>
                      <a:pt x="17927" y="2377"/>
                      <a:pt x="17481" y="1754"/>
                    </a:cubicBezTo>
                    <a:cubicBezTo>
                      <a:pt x="17042" y="1195"/>
                      <a:pt x="16391" y="841"/>
                      <a:pt x="15684" y="728"/>
                    </a:cubicBezTo>
                    <a:cubicBezTo>
                      <a:pt x="15547" y="701"/>
                      <a:pt x="15414" y="688"/>
                      <a:pt x="15285" y="688"/>
                    </a:cubicBezTo>
                    <a:cubicBezTo>
                      <a:pt x="14580" y="688"/>
                      <a:pt x="13983" y="1063"/>
                      <a:pt x="13385" y="1464"/>
                    </a:cubicBezTo>
                    <a:cubicBezTo>
                      <a:pt x="13328" y="1521"/>
                      <a:pt x="13236" y="1577"/>
                      <a:pt x="13151" y="1641"/>
                    </a:cubicBezTo>
                    <a:cubicBezTo>
                      <a:pt x="12793" y="1523"/>
                      <a:pt x="12398" y="1491"/>
                      <a:pt x="11997" y="1491"/>
                    </a:cubicBezTo>
                    <a:cubicBezTo>
                      <a:pt x="11701" y="1491"/>
                      <a:pt x="11402" y="1509"/>
                      <a:pt x="11114" y="1521"/>
                    </a:cubicBezTo>
                    <a:cubicBezTo>
                      <a:pt x="10853" y="1541"/>
                      <a:pt x="10587" y="1547"/>
                      <a:pt x="10320" y="1547"/>
                    </a:cubicBezTo>
                    <a:cubicBezTo>
                      <a:pt x="10027" y="1547"/>
                      <a:pt x="9731" y="1540"/>
                      <a:pt x="9435" y="1540"/>
                    </a:cubicBezTo>
                    <a:cubicBezTo>
                      <a:pt x="9268" y="1540"/>
                      <a:pt x="9102" y="1542"/>
                      <a:pt x="8935" y="1549"/>
                    </a:cubicBezTo>
                    <a:cubicBezTo>
                      <a:pt x="8638" y="1583"/>
                      <a:pt x="8388" y="1615"/>
                      <a:pt x="8136" y="1615"/>
                    </a:cubicBezTo>
                    <a:cubicBezTo>
                      <a:pt x="7914" y="1615"/>
                      <a:pt x="7690" y="1590"/>
                      <a:pt x="7428" y="1521"/>
                    </a:cubicBezTo>
                    <a:cubicBezTo>
                      <a:pt x="6134" y="1167"/>
                      <a:pt x="4896" y="580"/>
                      <a:pt x="3601" y="226"/>
                    </a:cubicBezTo>
                    <a:cubicBezTo>
                      <a:pt x="3173" y="99"/>
                      <a:pt x="2720" y="1"/>
                      <a:pt x="2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1">
                <a:extLst>
                  <a:ext uri="{FF2B5EF4-FFF2-40B4-BE49-F238E27FC236}">
                    <a16:creationId xmlns:a16="http://schemas.microsoft.com/office/drawing/2014/main" id="{818DE4EC-503C-9106-6307-2A5EF209FFF7}"/>
                  </a:ext>
                </a:extLst>
              </p:cNvPr>
              <p:cNvSpPr/>
              <p:nvPr/>
            </p:nvSpPr>
            <p:spPr>
              <a:xfrm>
                <a:off x="5641501" y="4714071"/>
                <a:ext cx="173102" cy="82155"/>
              </a:xfrm>
              <a:custGeom>
                <a:avLst/>
                <a:gdLst/>
                <a:ahLst/>
                <a:cxnLst/>
                <a:rect l="l" t="t" r="r" b="b"/>
                <a:pathLst>
                  <a:path w="4981" h="2364" extrusionOk="0">
                    <a:moveTo>
                      <a:pt x="4924" y="1"/>
                    </a:moveTo>
                    <a:cubicBezTo>
                      <a:pt x="4690" y="121"/>
                      <a:pt x="4450" y="213"/>
                      <a:pt x="4216" y="326"/>
                    </a:cubicBezTo>
                    <a:cubicBezTo>
                      <a:pt x="3863" y="475"/>
                      <a:pt x="3481" y="623"/>
                      <a:pt x="3127" y="857"/>
                    </a:cubicBezTo>
                    <a:cubicBezTo>
                      <a:pt x="2978" y="949"/>
                      <a:pt x="2802" y="1062"/>
                      <a:pt x="2653" y="1154"/>
                    </a:cubicBezTo>
                    <a:cubicBezTo>
                      <a:pt x="2243" y="1415"/>
                      <a:pt x="1832" y="1684"/>
                      <a:pt x="1387" y="1889"/>
                    </a:cubicBezTo>
                    <a:cubicBezTo>
                      <a:pt x="1210" y="1981"/>
                      <a:pt x="976" y="2038"/>
                      <a:pt x="736" y="2066"/>
                    </a:cubicBezTo>
                    <a:cubicBezTo>
                      <a:pt x="502" y="2158"/>
                      <a:pt x="205" y="2215"/>
                      <a:pt x="0" y="2335"/>
                    </a:cubicBezTo>
                    <a:lnTo>
                      <a:pt x="0" y="2363"/>
                    </a:lnTo>
                    <a:lnTo>
                      <a:pt x="28" y="2363"/>
                    </a:lnTo>
                    <a:cubicBezTo>
                      <a:pt x="241" y="2271"/>
                      <a:pt x="502" y="2215"/>
                      <a:pt x="771" y="2123"/>
                    </a:cubicBezTo>
                    <a:cubicBezTo>
                      <a:pt x="1005" y="2066"/>
                      <a:pt x="1210" y="2010"/>
                      <a:pt x="1415" y="1946"/>
                    </a:cubicBezTo>
                    <a:cubicBezTo>
                      <a:pt x="1861" y="1741"/>
                      <a:pt x="2271" y="1479"/>
                      <a:pt x="2681" y="1210"/>
                    </a:cubicBezTo>
                    <a:cubicBezTo>
                      <a:pt x="2830" y="1097"/>
                      <a:pt x="3007" y="1005"/>
                      <a:pt x="3155" y="885"/>
                    </a:cubicBezTo>
                    <a:cubicBezTo>
                      <a:pt x="3509" y="680"/>
                      <a:pt x="3891" y="531"/>
                      <a:pt x="4245" y="390"/>
                    </a:cubicBezTo>
                    <a:cubicBezTo>
                      <a:pt x="4485" y="269"/>
                      <a:pt x="4719" y="177"/>
                      <a:pt x="4952" y="64"/>
                    </a:cubicBezTo>
                    <a:cubicBezTo>
                      <a:pt x="4980" y="36"/>
                      <a:pt x="4980" y="36"/>
                      <a:pt x="4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41">
                <a:extLst>
                  <a:ext uri="{FF2B5EF4-FFF2-40B4-BE49-F238E27FC236}">
                    <a16:creationId xmlns:a16="http://schemas.microsoft.com/office/drawing/2014/main" id="{77406C9C-86D6-51EB-E03A-60DFCBA1FBD1}"/>
                  </a:ext>
                </a:extLst>
              </p:cNvPr>
              <p:cNvSpPr/>
              <p:nvPr/>
            </p:nvSpPr>
            <p:spPr>
              <a:xfrm>
                <a:off x="5653769" y="4825940"/>
                <a:ext cx="142381" cy="129523"/>
              </a:xfrm>
              <a:custGeom>
                <a:avLst/>
                <a:gdLst/>
                <a:ahLst/>
                <a:cxnLst/>
                <a:rect l="l" t="t" r="r" b="b"/>
                <a:pathLst>
                  <a:path w="4097" h="3727" extrusionOk="0">
                    <a:moveTo>
                      <a:pt x="680" y="0"/>
                    </a:moveTo>
                    <a:cubicBezTo>
                      <a:pt x="560" y="262"/>
                      <a:pt x="447" y="496"/>
                      <a:pt x="326" y="764"/>
                    </a:cubicBezTo>
                    <a:cubicBezTo>
                      <a:pt x="298" y="885"/>
                      <a:pt x="241" y="1026"/>
                      <a:pt x="178" y="1146"/>
                    </a:cubicBezTo>
                    <a:cubicBezTo>
                      <a:pt x="149" y="1238"/>
                      <a:pt x="1" y="1415"/>
                      <a:pt x="65" y="1500"/>
                    </a:cubicBezTo>
                    <a:cubicBezTo>
                      <a:pt x="121" y="1529"/>
                      <a:pt x="326" y="1557"/>
                      <a:pt x="383" y="1557"/>
                    </a:cubicBezTo>
                    <a:cubicBezTo>
                      <a:pt x="503" y="1592"/>
                      <a:pt x="623" y="1649"/>
                      <a:pt x="737" y="1677"/>
                    </a:cubicBezTo>
                    <a:cubicBezTo>
                      <a:pt x="885" y="1797"/>
                      <a:pt x="1126" y="1854"/>
                      <a:pt x="1303" y="1974"/>
                    </a:cubicBezTo>
                    <a:cubicBezTo>
                      <a:pt x="1508" y="2087"/>
                      <a:pt x="1713" y="2300"/>
                      <a:pt x="1918" y="2441"/>
                    </a:cubicBezTo>
                    <a:cubicBezTo>
                      <a:pt x="2328" y="2795"/>
                      <a:pt x="2746" y="3149"/>
                      <a:pt x="3184" y="3502"/>
                    </a:cubicBezTo>
                    <a:cubicBezTo>
                      <a:pt x="3310" y="3604"/>
                      <a:pt x="3457" y="3727"/>
                      <a:pt x="3624" y="3727"/>
                    </a:cubicBezTo>
                    <a:cubicBezTo>
                      <a:pt x="3654" y="3727"/>
                      <a:pt x="3684" y="3723"/>
                      <a:pt x="3715" y="3714"/>
                    </a:cubicBezTo>
                    <a:cubicBezTo>
                      <a:pt x="3920" y="3651"/>
                      <a:pt x="4012" y="3389"/>
                      <a:pt x="4040" y="3184"/>
                    </a:cubicBezTo>
                    <a:cubicBezTo>
                      <a:pt x="4097" y="2561"/>
                      <a:pt x="3863" y="2151"/>
                      <a:pt x="3453" y="1705"/>
                    </a:cubicBezTo>
                    <a:cubicBezTo>
                      <a:pt x="3128" y="1380"/>
                      <a:pt x="2717" y="1062"/>
                      <a:pt x="2477" y="616"/>
                    </a:cubicBezTo>
                    <a:cubicBezTo>
                      <a:pt x="2364" y="382"/>
                      <a:pt x="2215" y="142"/>
                      <a:pt x="1918" y="142"/>
                    </a:cubicBezTo>
                    <a:cubicBezTo>
                      <a:pt x="1769" y="142"/>
                      <a:pt x="1621" y="177"/>
                      <a:pt x="1444" y="206"/>
                    </a:cubicBezTo>
                    <a:cubicBezTo>
                      <a:pt x="1415" y="208"/>
                      <a:pt x="1386" y="210"/>
                      <a:pt x="1358" y="210"/>
                    </a:cubicBezTo>
                    <a:cubicBezTo>
                      <a:pt x="1106" y="210"/>
                      <a:pt x="890" y="102"/>
                      <a:pt x="6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1">
                <a:extLst>
                  <a:ext uri="{FF2B5EF4-FFF2-40B4-BE49-F238E27FC236}">
                    <a16:creationId xmlns:a16="http://schemas.microsoft.com/office/drawing/2014/main" id="{D97E786D-02E1-3AFD-52D1-52C65061CD03}"/>
                  </a:ext>
                </a:extLst>
              </p:cNvPr>
              <p:cNvSpPr/>
              <p:nvPr/>
            </p:nvSpPr>
            <p:spPr>
              <a:xfrm>
                <a:off x="5612969" y="4475980"/>
                <a:ext cx="242677" cy="254284"/>
              </a:xfrm>
              <a:custGeom>
                <a:avLst/>
                <a:gdLst/>
                <a:ahLst/>
                <a:cxnLst/>
                <a:rect l="l" t="t" r="r" b="b"/>
                <a:pathLst>
                  <a:path w="6983" h="7317" extrusionOk="0">
                    <a:moveTo>
                      <a:pt x="5454" y="0"/>
                    </a:moveTo>
                    <a:cubicBezTo>
                      <a:pt x="4901" y="0"/>
                      <a:pt x="4358" y="478"/>
                      <a:pt x="4245" y="1136"/>
                    </a:cubicBezTo>
                    <a:cubicBezTo>
                      <a:pt x="4125" y="1758"/>
                      <a:pt x="4097" y="2345"/>
                      <a:pt x="4125" y="2961"/>
                    </a:cubicBezTo>
                    <a:cubicBezTo>
                      <a:pt x="4153" y="3286"/>
                      <a:pt x="4153" y="3583"/>
                      <a:pt x="4181" y="3909"/>
                    </a:cubicBezTo>
                    <a:cubicBezTo>
                      <a:pt x="4181" y="4086"/>
                      <a:pt x="4210" y="4234"/>
                      <a:pt x="4210" y="4411"/>
                    </a:cubicBezTo>
                    <a:cubicBezTo>
                      <a:pt x="4210" y="4496"/>
                      <a:pt x="4273" y="4616"/>
                      <a:pt x="4245" y="4729"/>
                    </a:cubicBezTo>
                    <a:cubicBezTo>
                      <a:pt x="4245" y="4850"/>
                      <a:pt x="4245" y="4821"/>
                      <a:pt x="4153" y="4878"/>
                    </a:cubicBezTo>
                    <a:cubicBezTo>
                      <a:pt x="4033" y="4906"/>
                      <a:pt x="3920" y="4942"/>
                      <a:pt x="3799" y="4970"/>
                    </a:cubicBezTo>
                    <a:cubicBezTo>
                      <a:pt x="3361" y="5083"/>
                      <a:pt x="2915" y="5203"/>
                      <a:pt x="2441" y="5352"/>
                    </a:cubicBezTo>
                    <a:cubicBezTo>
                      <a:pt x="2236" y="5408"/>
                      <a:pt x="2003" y="5472"/>
                      <a:pt x="1797" y="5500"/>
                    </a:cubicBezTo>
                    <a:cubicBezTo>
                      <a:pt x="1500" y="5557"/>
                      <a:pt x="1203" y="5677"/>
                      <a:pt x="913" y="5734"/>
                    </a:cubicBezTo>
                    <a:cubicBezTo>
                      <a:pt x="616" y="5790"/>
                      <a:pt x="319" y="6003"/>
                      <a:pt x="142" y="6236"/>
                    </a:cubicBezTo>
                    <a:cubicBezTo>
                      <a:pt x="29" y="6441"/>
                      <a:pt x="1" y="6710"/>
                      <a:pt x="57" y="6915"/>
                    </a:cubicBezTo>
                    <a:cubicBezTo>
                      <a:pt x="114" y="7064"/>
                      <a:pt x="177" y="7120"/>
                      <a:pt x="234" y="7149"/>
                    </a:cubicBezTo>
                    <a:cubicBezTo>
                      <a:pt x="319" y="7205"/>
                      <a:pt x="439" y="7205"/>
                      <a:pt x="588" y="7205"/>
                    </a:cubicBezTo>
                    <a:cubicBezTo>
                      <a:pt x="1134" y="7258"/>
                      <a:pt x="1816" y="7317"/>
                      <a:pt x="2525" y="7317"/>
                    </a:cubicBezTo>
                    <a:cubicBezTo>
                      <a:pt x="4186" y="7317"/>
                      <a:pt x="6001" y="6996"/>
                      <a:pt x="6601" y="5529"/>
                    </a:cubicBezTo>
                    <a:cubicBezTo>
                      <a:pt x="6926" y="4701"/>
                      <a:pt x="6983" y="3817"/>
                      <a:pt x="6955" y="2904"/>
                    </a:cubicBezTo>
                    <a:cubicBezTo>
                      <a:pt x="6926" y="2112"/>
                      <a:pt x="6806" y="1192"/>
                      <a:pt x="6332" y="520"/>
                    </a:cubicBezTo>
                    <a:cubicBezTo>
                      <a:pt x="6088" y="155"/>
                      <a:pt x="5770" y="0"/>
                      <a:pt x="5454"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1">
                <a:extLst>
                  <a:ext uri="{FF2B5EF4-FFF2-40B4-BE49-F238E27FC236}">
                    <a16:creationId xmlns:a16="http://schemas.microsoft.com/office/drawing/2014/main" id="{01A72E6A-8064-D16B-90DD-5708689A3A8C}"/>
                  </a:ext>
                </a:extLst>
              </p:cNvPr>
              <p:cNvSpPr/>
              <p:nvPr/>
            </p:nvSpPr>
            <p:spPr>
              <a:xfrm>
                <a:off x="5585202" y="4217489"/>
                <a:ext cx="138419" cy="124900"/>
              </a:xfrm>
              <a:custGeom>
                <a:avLst/>
                <a:gdLst/>
                <a:ahLst/>
                <a:cxnLst/>
                <a:rect l="l" t="t" r="r" b="b"/>
                <a:pathLst>
                  <a:path w="3983" h="3594" extrusionOk="0">
                    <a:moveTo>
                      <a:pt x="1872" y="0"/>
                    </a:moveTo>
                    <a:cubicBezTo>
                      <a:pt x="1778" y="0"/>
                      <a:pt x="1684" y="9"/>
                      <a:pt x="1592" y="28"/>
                    </a:cubicBezTo>
                    <a:cubicBezTo>
                      <a:pt x="1535" y="56"/>
                      <a:pt x="1507" y="56"/>
                      <a:pt x="1443" y="56"/>
                    </a:cubicBezTo>
                    <a:cubicBezTo>
                      <a:pt x="856" y="233"/>
                      <a:pt x="382" y="735"/>
                      <a:pt x="149" y="1322"/>
                    </a:cubicBezTo>
                    <a:cubicBezTo>
                      <a:pt x="0" y="1676"/>
                      <a:pt x="587" y="1648"/>
                      <a:pt x="800" y="1676"/>
                    </a:cubicBezTo>
                    <a:cubicBezTo>
                      <a:pt x="941" y="1676"/>
                      <a:pt x="1061" y="1704"/>
                      <a:pt x="1182" y="1704"/>
                    </a:cubicBezTo>
                    <a:cubicBezTo>
                      <a:pt x="1472" y="1733"/>
                      <a:pt x="1769" y="1733"/>
                      <a:pt x="2038" y="1733"/>
                    </a:cubicBezTo>
                    <a:cubicBezTo>
                      <a:pt x="2476" y="1733"/>
                      <a:pt x="2179" y="2086"/>
                      <a:pt x="2420" y="2263"/>
                    </a:cubicBezTo>
                    <a:cubicBezTo>
                      <a:pt x="2596" y="2383"/>
                      <a:pt x="2710" y="2504"/>
                      <a:pt x="2802" y="2681"/>
                    </a:cubicBezTo>
                    <a:cubicBezTo>
                      <a:pt x="2858" y="2886"/>
                      <a:pt x="2886" y="3091"/>
                      <a:pt x="3007" y="3268"/>
                    </a:cubicBezTo>
                    <a:cubicBezTo>
                      <a:pt x="3035" y="3296"/>
                      <a:pt x="3063" y="3324"/>
                      <a:pt x="3099" y="3388"/>
                    </a:cubicBezTo>
                    <a:cubicBezTo>
                      <a:pt x="3184" y="3445"/>
                      <a:pt x="3240" y="3537"/>
                      <a:pt x="3304" y="3593"/>
                    </a:cubicBezTo>
                    <a:cubicBezTo>
                      <a:pt x="3332" y="3565"/>
                      <a:pt x="3360" y="3537"/>
                      <a:pt x="3360" y="3473"/>
                    </a:cubicBezTo>
                    <a:cubicBezTo>
                      <a:pt x="3658" y="2681"/>
                      <a:pt x="3983" y="1796"/>
                      <a:pt x="3537" y="997"/>
                    </a:cubicBezTo>
                    <a:cubicBezTo>
                      <a:pt x="3228" y="434"/>
                      <a:pt x="2534" y="0"/>
                      <a:pt x="18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1">
                <a:extLst>
                  <a:ext uri="{FF2B5EF4-FFF2-40B4-BE49-F238E27FC236}">
                    <a16:creationId xmlns:a16="http://schemas.microsoft.com/office/drawing/2014/main" id="{4A1B08AC-621A-EEFB-C659-BBA88526FB58}"/>
                  </a:ext>
                </a:extLst>
              </p:cNvPr>
              <p:cNvSpPr/>
              <p:nvPr/>
            </p:nvSpPr>
            <p:spPr>
              <a:xfrm>
                <a:off x="5453176" y="4677893"/>
                <a:ext cx="229401" cy="152007"/>
              </a:xfrm>
              <a:custGeom>
                <a:avLst/>
                <a:gdLst/>
                <a:ahLst/>
                <a:cxnLst/>
                <a:rect l="l" t="t" r="r" b="b"/>
                <a:pathLst>
                  <a:path w="6601" h="4374" extrusionOk="0">
                    <a:moveTo>
                      <a:pt x="21" y="0"/>
                    </a:moveTo>
                    <a:cubicBezTo>
                      <a:pt x="13" y="0"/>
                      <a:pt x="0" y="16"/>
                      <a:pt x="0" y="16"/>
                    </a:cubicBezTo>
                    <a:cubicBezTo>
                      <a:pt x="0" y="44"/>
                      <a:pt x="0" y="44"/>
                      <a:pt x="28" y="44"/>
                    </a:cubicBezTo>
                    <a:cubicBezTo>
                      <a:pt x="793" y="398"/>
                      <a:pt x="1500" y="957"/>
                      <a:pt x="2179" y="1459"/>
                    </a:cubicBezTo>
                    <a:cubicBezTo>
                      <a:pt x="2533" y="1749"/>
                      <a:pt x="2887" y="2018"/>
                      <a:pt x="3269" y="2280"/>
                    </a:cubicBezTo>
                    <a:cubicBezTo>
                      <a:pt x="4301" y="2959"/>
                      <a:pt x="5419" y="3461"/>
                      <a:pt x="6544" y="3963"/>
                    </a:cubicBezTo>
                    <a:cubicBezTo>
                      <a:pt x="6509" y="4020"/>
                      <a:pt x="6480" y="4084"/>
                      <a:pt x="6480" y="4140"/>
                    </a:cubicBezTo>
                    <a:cubicBezTo>
                      <a:pt x="6452" y="4197"/>
                      <a:pt x="6424" y="4260"/>
                      <a:pt x="6395" y="4317"/>
                    </a:cubicBezTo>
                    <a:cubicBezTo>
                      <a:pt x="6395" y="4345"/>
                      <a:pt x="6395" y="4345"/>
                      <a:pt x="6424" y="4345"/>
                    </a:cubicBezTo>
                    <a:lnTo>
                      <a:pt x="6424" y="4374"/>
                    </a:lnTo>
                    <a:lnTo>
                      <a:pt x="6452" y="4345"/>
                    </a:lnTo>
                    <a:cubicBezTo>
                      <a:pt x="6480" y="4289"/>
                      <a:pt x="6509" y="4197"/>
                      <a:pt x="6509" y="4140"/>
                    </a:cubicBezTo>
                    <a:cubicBezTo>
                      <a:pt x="6544" y="4084"/>
                      <a:pt x="6572" y="4020"/>
                      <a:pt x="6601" y="3963"/>
                    </a:cubicBezTo>
                    <a:lnTo>
                      <a:pt x="6601" y="3935"/>
                    </a:lnTo>
                    <a:lnTo>
                      <a:pt x="6572" y="3935"/>
                    </a:lnTo>
                    <a:cubicBezTo>
                      <a:pt x="5483" y="3433"/>
                      <a:pt x="4330" y="2902"/>
                      <a:pt x="3297" y="2223"/>
                    </a:cubicBezTo>
                    <a:cubicBezTo>
                      <a:pt x="2915" y="1990"/>
                      <a:pt x="2561" y="1692"/>
                      <a:pt x="2207" y="1431"/>
                    </a:cubicBezTo>
                    <a:cubicBezTo>
                      <a:pt x="1528" y="900"/>
                      <a:pt x="821" y="370"/>
                      <a:pt x="28" y="16"/>
                    </a:cubicBezTo>
                    <a:cubicBezTo>
                      <a:pt x="28" y="4"/>
                      <a:pt x="25" y="0"/>
                      <a:pt x="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1">
                <a:extLst>
                  <a:ext uri="{FF2B5EF4-FFF2-40B4-BE49-F238E27FC236}">
                    <a16:creationId xmlns:a16="http://schemas.microsoft.com/office/drawing/2014/main" id="{BB0524AC-788B-99D0-6C79-7CA01AD9674D}"/>
                  </a:ext>
                </a:extLst>
              </p:cNvPr>
              <p:cNvSpPr/>
              <p:nvPr/>
            </p:nvSpPr>
            <p:spPr>
              <a:xfrm>
                <a:off x="5610745" y="4321400"/>
                <a:ext cx="22659" cy="12858"/>
              </a:xfrm>
              <a:custGeom>
                <a:avLst/>
                <a:gdLst/>
                <a:ahLst/>
                <a:cxnLst/>
                <a:rect l="l" t="t" r="r" b="b"/>
                <a:pathLst>
                  <a:path w="652" h="370" extrusionOk="0">
                    <a:moveTo>
                      <a:pt x="616" y="0"/>
                    </a:moveTo>
                    <a:cubicBezTo>
                      <a:pt x="608" y="0"/>
                      <a:pt x="595" y="16"/>
                      <a:pt x="595" y="16"/>
                    </a:cubicBezTo>
                    <a:cubicBezTo>
                      <a:pt x="560" y="129"/>
                      <a:pt x="475" y="221"/>
                      <a:pt x="383" y="278"/>
                    </a:cubicBezTo>
                    <a:cubicBezTo>
                      <a:pt x="303" y="298"/>
                      <a:pt x="219" y="318"/>
                      <a:pt x="147" y="318"/>
                    </a:cubicBezTo>
                    <a:cubicBezTo>
                      <a:pt x="117" y="318"/>
                      <a:pt x="89" y="314"/>
                      <a:pt x="65" y="306"/>
                    </a:cubicBezTo>
                    <a:cubicBezTo>
                      <a:pt x="53" y="297"/>
                      <a:pt x="42" y="293"/>
                      <a:pt x="32" y="293"/>
                    </a:cubicBezTo>
                    <a:cubicBezTo>
                      <a:pt x="13" y="293"/>
                      <a:pt x="1" y="306"/>
                      <a:pt x="1" y="306"/>
                    </a:cubicBezTo>
                    <a:cubicBezTo>
                      <a:pt x="1" y="334"/>
                      <a:pt x="1" y="334"/>
                      <a:pt x="29" y="334"/>
                    </a:cubicBezTo>
                    <a:cubicBezTo>
                      <a:pt x="65" y="370"/>
                      <a:pt x="121" y="370"/>
                      <a:pt x="178" y="370"/>
                    </a:cubicBezTo>
                    <a:cubicBezTo>
                      <a:pt x="270" y="370"/>
                      <a:pt x="326" y="370"/>
                      <a:pt x="418" y="306"/>
                    </a:cubicBezTo>
                    <a:cubicBezTo>
                      <a:pt x="531" y="249"/>
                      <a:pt x="623" y="157"/>
                      <a:pt x="652" y="44"/>
                    </a:cubicBezTo>
                    <a:cubicBezTo>
                      <a:pt x="652" y="16"/>
                      <a:pt x="652" y="16"/>
                      <a:pt x="623" y="16"/>
                    </a:cubicBezTo>
                    <a:cubicBezTo>
                      <a:pt x="623" y="4"/>
                      <a:pt x="620"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1">
                <a:extLst>
                  <a:ext uri="{FF2B5EF4-FFF2-40B4-BE49-F238E27FC236}">
                    <a16:creationId xmlns:a16="http://schemas.microsoft.com/office/drawing/2014/main" id="{2E11D91B-617C-D82C-8461-BFE1CD79CA8A}"/>
                  </a:ext>
                </a:extLst>
              </p:cNvPr>
              <p:cNvSpPr/>
              <p:nvPr/>
            </p:nvSpPr>
            <p:spPr>
              <a:xfrm>
                <a:off x="5664091" y="4287203"/>
                <a:ext cx="35378" cy="33223"/>
              </a:xfrm>
              <a:custGeom>
                <a:avLst/>
                <a:gdLst/>
                <a:ahLst/>
                <a:cxnLst/>
                <a:rect l="l" t="t" r="r" b="b"/>
                <a:pathLst>
                  <a:path w="1018" h="956" extrusionOk="0">
                    <a:moveTo>
                      <a:pt x="477" y="0"/>
                    </a:moveTo>
                    <a:cubicBezTo>
                      <a:pt x="274" y="0"/>
                      <a:pt x="67" y="136"/>
                      <a:pt x="1" y="377"/>
                    </a:cubicBezTo>
                    <a:lnTo>
                      <a:pt x="298" y="936"/>
                    </a:lnTo>
                    <a:cubicBezTo>
                      <a:pt x="346" y="949"/>
                      <a:pt x="392" y="955"/>
                      <a:pt x="436" y="955"/>
                    </a:cubicBezTo>
                    <a:cubicBezTo>
                      <a:pt x="796" y="955"/>
                      <a:pt x="1018" y="551"/>
                      <a:pt x="885" y="293"/>
                    </a:cubicBezTo>
                    <a:cubicBezTo>
                      <a:pt x="806" y="92"/>
                      <a:pt x="643" y="0"/>
                      <a:pt x="477" y="0"/>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1">
                <a:extLst>
                  <a:ext uri="{FF2B5EF4-FFF2-40B4-BE49-F238E27FC236}">
                    <a16:creationId xmlns:a16="http://schemas.microsoft.com/office/drawing/2014/main" id="{BDEE42A9-B4D7-7BB0-6AEF-AA083F155A27}"/>
                  </a:ext>
                </a:extLst>
              </p:cNvPr>
              <p:cNvSpPr/>
              <p:nvPr/>
            </p:nvSpPr>
            <p:spPr>
              <a:xfrm>
                <a:off x="5669269" y="4294501"/>
                <a:ext cx="14283" cy="10009"/>
              </a:xfrm>
              <a:custGeom>
                <a:avLst/>
                <a:gdLst/>
                <a:ahLst/>
                <a:cxnLst/>
                <a:rect l="l" t="t" r="r" b="b"/>
                <a:pathLst>
                  <a:path w="411" h="288" extrusionOk="0">
                    <a:moveTo>
                      <a:pt x="271" y="0"/>
                    </a:moveTo>
                    <a:cubicBezTo>
                      <a:pt x="219" y="0"/>
                      <a:pt x="168" y="14"/>
                      <a:pt x="114" y="47"/>
                    </a:cubicBezTo>
                    <a:cubicBezTo>
                      <a:pt x="29" y="111"/>
                      <a:pt x="1" y="196"/>
                      <a:pt x="1" y="259"/>
                    </a:cubicBezTo>
                    <a:cubicBezTo>
                      <a:pt x="1" y="288"/>
                      <a:pt x="1" y="288"/>
                      <a:pt x="29" y="288"/>
                    </a:cubicBezTo>
                    <a:cubicBezTo>
                      <a:pt x="29" y="288"/>
                      <a:pt x="57" y="288"/>
                      <a:pt x="57" y="259"/>
                    </a:cubicBezTo>
                    <a:cubicBezTo>
                      <a:pt x="57" y="196"/>
                      <a:pt x="85" y="139"/>
                      <a:pt x="149" y="111"/>
                    </a:cubicBezTo>
                    <a:cubicBezTo>
                      <a:pt x="182" y="74"/>
                      <a:pt x="223" y="59"/>
                      <a:pt x="270" y="59"/>
                    </a:cubicBezTo>
                    <a:cubicBezTo>
                      <a:pt x="305" y="59"/>
                      <a:pt x="343" y="67"/>
                      <a:pt x="383" y="83"/>
                    </a:cubicBezTo>
                    <a:lnTo>
                      <a:pt x="411" y="47"/>
                    </a:lnTo>
                    <a:cubicBezTo>
                      <a:pt x="411" y="19"/>
                      <a:pt x="411" y="19"/>
                      <a:pt x="383" y="19"/>
                    </a:cubicBezTo>
                    <a:cubicBezTo>
                      <a:pt x="344" y="7"/>
                      <a:pt x="308" y="0"/>
                      <a:pt x="2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1">
                <a:extLst>
                  <a:ext uri="{FF2B5EF4-FFF2-40B4-BE49-F238E27FC236}">
                    <a16:creationId xmlns:a16="http://schemas.microsoft.com/office/drawing/2014/main" id="{747A1357-BDA0-0707-5853-D2562EFD84DD}"/>
                  </a:ext>
                </a:extLst>
              </p:cNvPr>
              <p:cNvSpPr/>
              <p:nvPr/>
            </p:nvSpPr>
            <p:spPr>
              <a:xfrm>
                <a:off x="5746976" y="4431357"/>
                <a:ext cx="106725" cy="137446"/>
              </a:xfrm>
              <a:custGeom>
                <a:avLst/>
                <a:gdLst/>
                <a:ahLst/>
                <a:cxnLst/>
                <a:rect l="l" t="t" r="r" b="b"/>
                <a:pathLst>
                  <a:path w="3071" h="3955" extrusionOk="0">
                    <a:moveTo>
                      <a:pt x="1655" y="0"/>
                    </a:moveTo>
                    <a:lnTo>
                      <a:pt x="0" y="1507"/>
                    </a:lnTo>
                    <a:cubicBezTo>
                      <a:pt x="120" y="2009"/>
                      <a:pt x="149" y="3099"/>
                      <a:pt x="149" y="3955"/>
                    </a:cubicBezTo>
                    <a:cubicBezTo>
                      <a:pt x="474" y="3926"/>
                      <a:pt x="799" y="3863"/>
                      <a:pt x="1097" y="3806"/>
                    </a:cubicBezTo>
                    <a:cubicBezTo>
                      <a:pt x="1769" y="3686"/>
                      <a:pt x="2419" y="3481"/>
                      <a:pt x="3070" y="3219"/>
                    </a:cubicBezTo>
                    <a:cubicBezTo>
                      <a:pt x="2865" y="2009"/>
                      <a:pt x="2540" y="856"/>
                      <a:pt x="165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1">
                <a:extLst>
                  <a:ext uri="{FF2B5EF4-FFF2-40B4-BE49-F238E27FC236}">
                    <a16:creationId xmlns:a16="http://schemas.microsoft.com/office/drawing/2014/main" id="{E0DE018D-1E95-7AA1-780A-C7CFFAF15DD9}"/>
                  </a:ext>
                </a:extLst>
              </p:cNvPr>
              <p:cNvSpPr/>
              <p:nvPr/>
            </p:nvSpPr>
            <p:spPr>
              <a:xfrm>
                <a:off x="5509476" y="4735722"/>
                <a:ext cx="248828" cy="12302"/>
              </a:xfrm>
              <a:custGeom>
                <a:avLst/>
                <a:gdLst/>
                <a:ahLst/>
                <a:cxnLst/>
                <a:rect l="l" t="t" r="r" b="b"/>
                <a:pathLst>
                  <a:path w="7160" h="354" extrusionOk="0">
                    <a:moveTo>
                      <a:pt x="177" y="0"/>
                    </a:moveTo>
                    <a:cubicBezTo>
                      <a:pt x="85" y="0"/>
                      <a:pt x="0" y="57"/>
                      <a:pt x="0" y="177"/>
                    </a:cubicBezTo>
                    <a:cubicBezTo>
                      <a:pt x="0" y="262"/>
                      <a:pt x="85" y="354"/>
                      <a:pt x="177" y="354"/>
                    </a:cubicBezTo>
                    <a:lnTo>
                      <a:pt x="6983" y="354"/>
                    </a:lnTo>
                    <a:cubicBezTo>
                      <a:pt x="7075" y="354"/>
                      <a:pt x="7159" y="262"/>
                      <a:pt x="7159" y="177"/>
                    </a:cubicBezTo>
                    <a:cubicBezTo>
                      <a:pt x="7159" y="57"/>
                      <a:pt x="7075" y="0"/>
                      <a:pt x="69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1">
                <a:extLst>
                  <a:ext uri="{FF2B5EF4-FFF2-40B4-BE49-F238E27FC236}">
                    <a16:creationId xmlns:a16="http://schemas.microsoft.com/office/drawing/2014/main" id="{ED2451DE-0062-82CC-DB33-34EDD05C5996}"/>
                  </a:ext>
                </a:extLst>
              </p:cNvPr>
              <p:cNvSpPr/>
              <p:nvPr/>
            </p:nvSpPr>
            <p:spPr>
              <a:xfrm>
                <a:off x="5465444" y="4626042"/>
                <a:ext cx="252060" cy="112668"/>
              </a:xfrm>
              <a:custGeom>
                <a:avLst/>
                <a:gdLst/>
                <a:ahLst/>
                <a:cxnLst/>
                <a:rect l="l" t="t" r="r" b="b"/>
                <a:pathLst>
                  <a:path w="7253" h="3242" extrusionOk="0">
                    <a:moveTo>
                      <a:pt x="178" y="1"/>
                    </a:moveTo>
                    <a:cubicBezTo>
                      <a:pt x="86" y="1"/>
                      <a:pt x="1" y="93"/>
                      <a:pt x="57" y="206"/>
                    </a:cubicBezTo>
                    <a:lnTo>
                      <a:pt x="1296" y="3241"/>
                    </a:lnTo>
                    <a:lnTo>
                      <a:pt x="7252" y="3241"/>
                    </a:lnTo>
                    <a:lnTo>
                      <a:pt x="5950" y="93"/>
                    </a:lnTo>
                    <a:cubicBezTo>
                      <a:pt x="5922" y="29"/>
                      <a:pt x="5894" y="1"/>
                      <a:pt x="5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1">
                <a:extLst>
                  <a:ext uri="{FF2B5EF4-FFF2-40B4-BE49-F238E27FC236}">
                    <a16:creationId xmlns:a16="http://schemas.microsoft.com/office/drawing/2014/main" id="{D07C8498-EAB8-C3F0-00A2-CDE218617906}"/>
                  </a:ext>
                </a:extLst>
              </p:cNvPr>
              <p:cNvSpPr/>
              <p:nvPr/>
            </p:nvSpPr>
            <p:spPr>
              <a:xfrm>
                <a:off x="5567721" y="4671047"/>
                <a:ext cx="29783" cy="22659"/>
              </a:xfrm>
              <a:custGeom>
                <a:avLst/>
                <a:gdLst/>
                <a:ahLst/>
                <a:cxnLst/>
                <a:rect l="l" t="t" r="r" b="b"/>
                <a:pathLst>
                  <a:path w="857" h="652" extrusionOk="0">
                    <a:moveTo>
                      <a:pt x="326" y="64"/>
                    </a:moveTo>
                    <a:cubicBezTo>
                      <a:pt x="503" y="64"/>
                      <a:pt x="708" y="177"/>
                      <a:pt x="772" y="326"/>
                    </a:cubicBezTo>
                    <a:cubicBezTo>
                      <a:pt x="800" y="418"/>
                      <a:pt x="800" y="475"/>
                      <a:pt x="772" y="503"/>
                    </a:cubicBezTo>
                    <a:cubicBezTo>
                      <a:pt x="708" y="567"/>
                      <a:pt x="652" y="595"/>
                      <a:pt x="560" y="595"/>
                    </a:cubicBezTo>
                    <a:cubicBezTo>
                      <a:pt x="355" y="595"/>
                      <a:pt x="149" y="475"/>
                      <a:pt x="93" y="326"/>
                    </a:cubicBezTo>
                    <a:cubicBezTo>
                      <a:pt x="64" y="269"/>
                      <a:pt x="93" y="213"/>
                      <a:pt x="121" y="149"/>
                    </a:cubicBezTo>
                    <a:cubicBezTo>
                      <a:pt x="149" y="93"/>
                      <a:pt x="241" y="64"/>
                      <a:pt x="326" y="64"/>
                    </a:cubicBezTo>
                    <a:close/>
                    <a:moveTo>
                      <a:pt x="326" y="1"/>
                    </a:moveTo>
                    <a:cubicBezTo>
                      <a:pt x="206" y="1"/>
                      <a:pt x="121" y="36"/>
                      <a:pt x="64" y="121"/>
                    </a:cubicBezTo>
                    <a:cubicBezTo>
                      <a:pt x="29" y="177"/>
                      <a:pt x="1" y="269"/>
                      <a:pt x="29" y="326"/>
                    </a:cubicBezTo>
                    <a:cubicBezTo>
                      <a:pt x="121" y="503"/>
                      <a:pt x="326" y="651"/>
                      <a:pt x="560" y="651"/>
                    </a:cubicBezTo>
                    <a:cubicBezTo>
                      <a:pt x="652" y="651"/>
                      <a:pt x="772" y="623"/>
                      <a:pt x="800" y="531"/>
                    </a:cubicBezTo>
                    <a:cubicBezTo>
                      <a:pt x="857" y="475"/>
                      <a:pt x="857" y="418"/>
                      <a:pt x="829" y="326"/>
                    </a:cubicBezTo>
                    <a:cubicBezTo>
                      <a:pt x="772" y="149"/>
                      <a:pt x="531" y="1"/>
                      <a:pt x="3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1">
                <a:extLst>
                  <a:ext uri="{FF2B5EF4-FFF2-40B4-BE49-F238E27FC236}">
                    <a16:creationId xmlns:a16="http://schemas.microsoft.com/office/drawing/2014/main" id="{145C48D3-45BF-23B5-DF04-14D130092901}"/>
                  </a:ext>
                </a:extLst>
              </p:cNvPr>
              <p:cNvSpPr/>
              <p:nvPr/>
            </p:nvSpPr>
            <p:spPr>
              <a:xfrm>
                <a:off x="5640493" y="4353650"/>
                <a:ext cx="18488" cy="17481"/>
              </a:xfrm>
              <a:custGeom>
                <a:avLst/>
                <a:gdLst/>
                <a:ahLst/>
                <a:cxnLst/>
                <a:rect l="l" t="t" r="r" b="b"/>
                <a:pathLst>
                  <a:path w="532" h="503" extrusionOk="0">
                    <a:moveTo>
                      <a:pt x="531" y="1"/>
                    </a:moveTo>
                    <a:cubicBezTo>
                      <a:pt x="383" y="85"/>
                      <a:pt x="178" y="149"/>
                      <a:pt x="1" y="149"/>
                    </a:cubicBezTo>
                    <a:lnTo>
                      <a:pt x="1" y="503"/>
                    </a:lnTo>
                    <a:cubicBezTo>
                      <a:pt x="234" y="411"/>
                      <a:pt x="447" y="234"/>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1">
                <a:extLst>
                  <a:ext uri="{FF2B5EF4-FFF2-40B4-BE49-F238E27FC236}">
                    <a16:creationId xmlns:a16="http://schemas.microsoft.com/office/drawing/2014/main" id="{15D372C8-E731-55BB-A522-816329858EA8}"/>
                  </a:ext>
                </a:extLst>
              </p:cNvPr>
              <p:cNvSpPr/>
              <p:nvPr/>
            </p:nvSpPr>
            <p:spPr>
              <a:xfrm>
                <a:off x="5257971" y="4238828"/>
                <a:ext cx="103041" cy="82224"/>
              </a:xfrm>
              <a:custGeom>
                <a:avLst/>
                <a:gdLst/>
                <a:ahLst/>
                <a:cxnLst/>
                <a:rect l="l" t="t" r="r" b="b"/>
                <a:pathLst>
                  <a:path w="2965" h="2366" extrusionOk="0">
                    <a:moveTo>
                      <a:pt x="1160" y="1"/>
                    </a:moveTo>
                    <a:cubicBezTo>
                      <a:pt x="1132" y="1"/>
                      <a:pt x="1047" y="29"/>
                      <a:pt x="1104" y="57"/>
                    </a:cubicBezTo>
                    <a:cubicBezTo>
                      <a:pt x="1132" y="93"/>
                      <a:pt x="1160" y="121"/>
                      <a:pt x="1224" y="149"/>
                    </a:cubicBezTo>
                    <a:cubicBezTo>
                      <a:pt x="1252" y="149"/>
                      <a:pt x="1281" y="178"/>
                      <a:pt x="1309" y="206"/>
                    </a:cubicBezTo>
                    <a:cubicBezTo>
                      <a:pt x="1401" y="298"/>
                      <a:pt x="1486" y="355"/>
                      <a:pt x="1549" y="447"/>
                    </a:cubicBezTo>
                    <a:cubicBezTo>
                      <a:pt x="1634" y="560"/>
                      <a:pt x="1663" y="708"/>
                      <a:pt x="1726" y="829"/>
                    </a:cubicBezTo>
                    <a:cubicBezTo>
                      <a:pt x="1755" y="1034"/>
                      <a:pt x="1726" y="1295"/>
                      <a:pt x="1457" y="1295"/>
                    </a:cubicBezTo>
                    <a:cubicBezTo>
                      <a:pt x="1443" y="1298"/>
                      <a:pt x="1429" y="1299"/>
                      <a:pt x="1415" y="1299"/>
                    </a:cubicBezTo>
                    <a:cubicBezTo>
                      <a:pt x="1192" y="1299"/>
                      <a:pt x="944" y="1051"/>
                      <a:pt x="778" y="885"/>
                    </a:cubicBezTo>
                    <a:cubicBezTo>
                      <a:pt x="665" y="765"/>
                      <a:pt x="517" y="588"/>
                      <a:pt x="340" y="503"/>
                    </a:cubicBezTo>
                    <a:cubicBezTo>
                      <a:pt x="317" y="496"/>
                      <a:pt x="294" y="492"/>
                      <a:pt x="272" y="492"/>
                    </a:cubicBezTo>
                    <a:cubicBezTo>
                      <a:pt x="122" y="492"/>
                      <a:pt x="1" y="646"/>
                      <a:pt x="99" y="800"/>
                    </a:cubicBezTo>
                    <a:cubicBezTo>
                      <a:pt x="163" y="857"/>
                      <a:pt x="219" y="913"/>
                      <a:pt x="276" y="1005"/>
                    </a:cubicBezTo>
                    <a:cubicBezTo>
                      <a:pt x="311" y="1034"/>
                      <a:pt x="340" y="1119"/>
                      <a:pt x="368" y="1182"/>
                    </a:cubicBezTo>
                    <a:cubicBezTo>
                      <a:pt x="488" y="1416"/>
                      <a:pt x="630" y="1649"/>
                      <a:pt x="807" y="1861"/>
                    </a:cubicBezTo>
                    <a:cubicBezTo>
                      <a:pt x="1132" y="2215"/>
                      <a:pt x="1514" y="2272"/>
                      <a:pt x="1960" y="2357"/>
                    </a:cubicBezTo>
                    <a:cubicBezTo>
                      <a:pt x="2011" y="2363"/>
                      <a:pt x="2061" y="2366"/>
                      <a:pt x="2110" y="2366"/>
                    </a:cubicBezTo>
                    <a:cubicBezTo>
                      <a:pt x="2345" y="2366"/>
                      <a:pt x="2554" y="2293"/>
                      <a:pt x="2724" y="2123"/>
                    </a:cubicBezTo>
                    <a:cubicBezTo>
                      <a:pt x="2752" y="2123"/>
                      <a:pt x="2752" y="2095"/>
                      <a:pt x="2787" y="2095"/>
                    </a:cubicBezTo>
                    <a:cubicBezTo>
                      <a:pt x="2844" y="2038"/>
                      <a:pt x="2901" y="1975"/>
                      <a:pt x="2929" y="1890"/>
                    </a:cubicBezTo>
                    <a:cubicBezTo>
                      <a:pt x="2964" y="1798"/>
                      <a:pt x="2964" y="1685"/>
                      <a:pt x="2964" y="1593"/>
                    </a:cubicBezTo>
                    <a:cubicBezTo>
                      <a:pt x="2964" y="1387"/>
                      <a:pt x="2929" y="1182"/>
                      <a:pt x="2872" y="1005"/>
                    </a:cubicBezTo>
                    <a:cubicBezTo>
                      <a:pt x="2844" y="913"/>
                      <a:pt x="2787" y="829"/>
                      <a:pt x="2724" y="737"/>
                    </a:cubicBezTo>
                    <a:cubicBezTo>
                      <a:pt x="2695" y="652"/>
                      <a:pt x="2639" y="560"/>
                      <a:pt x="2547" y="503"/>
                    </a:cubicBezTo>
                    <a:cubicBezTo>
                      <a:pt x="2462" y="411"/>
                      <a:pt x="2370" y="355"/>
                      <a:pt x="2257" y="270"/>
                    </a:cubicBezTo>
                    <a:cubicBezTo>
                      <a:pt x="2193" y="234"/>
                      <a:pt x="2165" y="206"/>
                      <a:pt x="2108" y="178"/>
                    </a:cubicBezTo>
                    <a:cubicBezTo>
                      <a:pt x="2045" y="149"/>
                      <a:pt x="1988" y="121"/>
                      <a:pt x="1931" y="93"/>
                    </a:cubicBezTo>
                    <a:cubicBezTo>
                      <a:pt x="1811" y="57"/>
                      <a:pt x="1663" y="29"/>
                      <a:pt x="1514" y="29"/>
                    </a:cubicBezTo>
                    <a:cubicBezTo>
                      <a:pt x="1401" y="1"/>
                      <a:pt x="1281" y="1"/>
                      <a:pt x="1160" y="1"/>
                    </a:cubicBezTo>
                    <a:close/>
                  </a:path>
                </a:pathLst>
              </a:custGeom>
              <a:solidFill>
                <a:srgbClr val="A348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1">
                <a:extLst>
                  <a:ext uri="{FF2B5EF4-FFF2-40B4-BE49-F238E27FC236}">
                    <a16:creationId xmlns:a16="http://schemas.microsoft.com/office/drawing/2014/main" id="{1E4C5E83-1563-0D05-4C0E-02D140719CDD}"/>
                  </a:ext>
                </a:extLst>
              </p:cNvPr>
              <p:cNvSpPr/>
              <p:nvPr/>
            </p:nvSpPr>
            <p:spPr>
              <a:xfrm>
                <a:off x="5244174" y="4208662"/>
                <a:ext cx="8167" cy="23076"/>
              </a:xfrm>
              <a:custGeom>
                <a:avLst/>
                <a:gdLst/>
                <a:ahLst/>
                <a:cxnLst/>
                <a:rect l="l" t="t" r="r" b="b"/>
                <a:pathLst>
                  <a:path w="235" h="664" extrusionOk="0">
                    <a:moveTo>
                      <a:pt x="152" y="0"/>
                    </a:moveTo>
                    <a:cubicBezTo>
                      <a:pt x="146" y="0"/>
                      <a:pt x="142" y="3"/>
                      <a:pt x="142" y="13"/>
                    </a:cubicBezTo>
                    <a:cubicBezTo>
                      <a:pt x="114" y="13"/>
                      <a:pt x="114" y="13"/>
                      <a:pt x="114" y="41"/>
                    </a:cubicBezTo>
                    <a:cubicBezTo>
                      <a:pt x="178" y="218"/>
                      <a:pt x="114" y="459"/>
                      <a:pt x="1" y="635"/>
                    </a:cubicBezTo>
                    <a:lnTo>
                      <a:pt x="1" y="664"/>
                    </a:lnTo>
                    <a:lnTo>
                      <a:pt x="58" y="664"/>
                    </a:lnTo>
                    <a:cubicBezTo>
                      <a:pt x="178" y="487"/>
                      <a:pt x="234" y="253"/>
                      <a:pt x="178" y="13"/>
                    </a:cubicBezTo>
                    <a:cubicBezTo>
                      <a:pt x="178" y="13"/>
                      <a:pt x="162" y="0"/>
                      <a:pt x="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1">
                <a:extLst>
                  <a:ext uri="{FF2B5EF4-FFF2-40B4-BE49-F238E27FC236}">
                    <a16:creationId xmlns:a16="http://schemas.microsoft.com/office/drawing/2014/main" id="{8156B1B2-034A-E6FD-CF13-3A6358F8051F}"/>
                  </a:ext>
                </a:extLst>
              </p:cNvPr>
              <p:cNvSpPr/>
              <p:nvPr/>
            </p:nvSpPr>
            <p:spPr>
              <a:xfrm>
                <a:off x="5234860" y="4234657"/>
                <a:ext cx="7159" cy="5213"/>
              </a:xfrm>
              <a:custGeom>
                <a:avLst/>
                <a:gdLst/>
                <a:ahLst/>
                <a:cxnLst/>
                <a:rect l="l" t="t" r="r" b="b"/>
                <a:pathLst>
                  <a:path w="206" h="150" extrusionOk="0">
                    <a:moveTo>
                      <a:pt x="149" y="1"/>
                    </a:moveTo>
                    <a:cubicBezTo>
                      <a:pt x="120" y="64"/>
                      <a:pt x="92" y="64"/>
                      <a:pt x="28" y="93"/>
                    </a:cubicBezTo>
                    <a:lnTo>
                      <a:pt x="0" y="121"/>
                    </a:lnTo>
                    <a:lnTo>
                      <a:pt x="28" y="149"/>
                    </a:lnTo>
                    <a:lnTo>
                      <a:pt x="57" y="149"/>
                    </a:lnTo>
                    <a:cubicBezTo>
                      <a:pt x="120" y="121"/>
                      <a:pt x="149" y="93"/>
                      <a:pt x="177" y="64"/>
                    </a:cubicBezTo>
                    <a:cubicBezTo>
                      <a:pt x="205" y="36"/>
                      <a:pt x="205" y="36"/>
                      <a:pt x="1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1">
                <a:extLst>
                  <a:ext uri="{FF2B5EF4-FFF2-40B4-BE49-F238E27FC236}">
                    <a16:creationId xmlns:a16="http://schemas.microsoft.com/office/drawing/2014/main" id="{4B9EA588-BAFA-4BC2-2C81-BB1B80B18A51}"/>
                  </a:ext>
                </a:extLst>
              </p:cNvPr>
              <p:cNvSpPr/>
              <p:nvPr/>
            </p:nvSpPr>
            <p:spPr>
              <a:xfrm>
                <a:off x="5389475" y="4458152"/>
                <a:ext cx="8410" cy="8132"/>
              </a:xfrm>
              <a:custGeom>
                <a:avLst/>
                <a:gdLst/>
                <a:ahLst/>
                <a:cxnLst/>
                <a:rect l="l" t="t" r="r" b="b"/>
                <a:pathLst>
                  <a:path w="242" h="234" extrusionOk="0">
                    <a:moveTo>
                      <a:pt x="1" y="0"/>
                    </a:moveTo>
                    <a:cubicBezTo>
                      <a:pt x="1" y="57"/>
                      <a:pt x="1" y="113"/>
                      <a:pt x="65" y="177"/>
                    </a:cubicBezTo>
                    <a:cubicBezTo>
                      <a:pt x="93" y="205"/>
                      <a:pt x="149" y="234"/>
                      <a:pt x="178" y="234"/>
                    </a:cubicBezTo>
                    <a:lnTo>
                      <a:pt x="206" y="234"/>
                    </a:lnTo>
                    <a:cubicBezTo>
                      <a:pt x="206" y="234"/>
                      <a:pt x="241" y="234"/>
                      <a:pt x="241" y="205"/>
                    </a:cubicBezTo>
                    <a:cubicBezTo>
                      <a:pt x="241" y="177"/>
                      <a:pt x="206" y="177"/>
                      <a:pt x="206" y="177"/>
                    </a:cubicBezTo>
                    <a:cubicBezTo>
                      <a:pt x="149" y="177"/>
                      <a:pt x="121" y="177"/>
                      <a:pt x="93" y="149"/>
                    </a:cubicBezTo>
                    <a:cubicBezTo>
                      <a:pt x="65" y="85"/>
                      <a:pt x="65" y="57"/>
                      <a:pt x="65" y="28"/>
                    </a:cubicBezTo>
                    <a:cubicBezTo>
                      <a:pt x="65" y="0"/>
                      <a:pt x="65"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1">
                <a:extLst>
                  <a:ext uri="{FF2B5EF4-FFF2-40B4-BE49-F238E27FC236}">
                    <a16:creationId xmlns:a16="http://schemas.microsoft.com/office/drawing/2014/main" id="{D7851464-2056-D276-DD19-ABE2E77C2C08}"/>
                  </a:ext>
                </a:extLst>
              </p:cNvPr>
              <p:cNvSpPr/>
              <p:nvPr/>
            </p:nvSpPr>
            <p:spPr>
              <a:xfrm>
                <a:off x="5690676" y="4886583"/>
                <a:ext cx="37880" cy="34544"/>
              </a:xfrm>
              <a:custGeom>
                <a:avLst/>
                <a:gdLst/>
                <a:ahLst/>
                <a:cxnLst/>
                <a:rect l="l" t="t" r="r" b="b"/>
                <a:pathLst>
                  <a:path w="1090" h="994" extrusionOk="0">
                    <a:moveTo>
                      <a:pt x="513" y="0"/>
                    </a:moveTo>
                    <a:cubicBezTo>
                      <a:pt x="485" y="0"/>
                      <a:pt x="454" y="9"/>
                      <a:pt x="417" y="24"/>
                    </a:cubicBezTo>
                    <a:cubicBezTo>
                      <a:pt x="241" y="81"/>
                      <a:pt x="92" y="229"/>
                      <a:pt x="0" y="406"/>
                    </a:cubicBezTo>
                    <a:cubicBezTo>
                      <a:pt x="0" y="434"/>
                      <a:pt x="0" y="491"/>
                      <a:pt x="28" y="491"/>
                    </a:cubicBezTo>
                    <a:cubicBezTo>
                      <a:pt x="64" y="491"/>
                      <a:pt x="92" y="491"/>
                      <a:pt x="120" y="463"/>
                    </a:cubicBezTo>
                    <a:cubicBezTo>
                      <a:pt x="177" y="314"/>
                      <a:pt x="297" y="201"/>
                      <a:pt x="474" y="137"/>
                    </a:cubicBezTo>
                    <a:cubicBezTo>
                      <a:pt x="488" y="123"/>
                      <a:pt x="502" y="116"/>
                      <a:pt x="513" y="116"/>
                    </a:cubicBezTo>
                    <a:cubicBezTo>
                      <a:pt x="524" y="116"/>
                      <a:pt x="531" y="123"/>
                      <a:pt x="531" y="137"/>
                    </a:cubicBezTo>
                    <a:cubicBezTo>
                      <a:pt x="531" y="137"/>
                      <a:pt x="531" y="166"/>
                      <a:pt x="474" y="229"/>
                    </a:cubicBezTo>
                    <a:cubicBezTo>
                      <a:pt x="417" y="342"/>
                      <a:pt x="354" y="463"/>
                      <a:pt x="325" y="583"/>
                    </a:cubicBezTo>
                    <a:cubicBezTo>
                      <a:pt x="325" y="611"/>
                      <a:pt x="297" y="696"/>
                      <a:pt x="354" y="760"/>
                    </a:cubicBezTo>
                    <a:cubicBezTo>
                      <a:pt x="391" y="793"/>
                      <a:pt x="436" y="807"/>
                      <a:pt x="478" y="807"/>
                    </a:cubicBezTo>
                    <a:cubicBezTo>
                      <a:pt x="507" y="807"/>
                      <a:pt x="535" y="800"/>
                      <a:pt x="559" y="788"/>
                    </a:cubicBezTo>
                    <a:cubicBezTo>
                      <a:pt x="594" y="760"/>
                      <a:pt x="623" y="731"/>
                      <a:pt x="651" y="696"/>
                    </a:cubicBezTo>
                    <a:lnTo>
                      <a:pt x="679" y="668"/>
                    </a:lnTo>
                    <a:cubicBezTo>
                      <a:pt x="735" y="583"/>
                      <a:pt x="855" y="520"/>
                      <a:pt x="946" y="491"/>
                    </a:cubicBezTo>
                    <a:lnTo>
                      <a:pt x="946" y="491"/>
                    </a:lnTo>
                    <a:cubicBezTo>
                      <a:pt x="944" y="507"/>
                      <a:pt x="935" y="519"/>
                      <a:pt x="913" y="519"/>
                    </a:cubicBezTo>
                    <a:cubicBezTo>
                      <a:pt x="828" y="640"/>
                      <a:pt x="799" y="788"/>
                      <a:pt x="799" y="937"/>
                    </a:cubicBezTo>
                    <a:cubicBezTo>
                      <a:pt x="799" y="965"/>
                      <a:pt x="828" y="993"/>
                      <a:pt x="856" y="993"/>
                    </a:cubicBezTo>
                    <a:cubicBezTo>
                      <a:pt x="913" y="993"/>
                      <a:pt x="913" y="965"/>
                      <a:pt x="913" y="937"/>
                    </a:cubicBezTo>
                    <a:cubicBezTo>
                      <a:pt x="913" y="816"/>
                      <a:pt x="948" y="696"/>
                      <a:pt x="1005" y="611"/>
                    </a:cubicBezTo>
                    <a:cubicBezTo>
                      <a:pt x="1033" y="583"/>
                      <a:pt x="1089" y="491"/>
                      <a:pt x="1061" y="434"/>
                    </a:cubicBezTo>
                    <a:cubicBezTo>
                      <a:pt x="1061" y="406"/>
                      <a:pt x="1033" y="378"/>
                      <a:pt x="1005" y="342"/>
                    </a:cubicBezTo>
                    <a:cubicBezTo>
                      <a:pt x="948" y="342"/>
                      <a:pt x="913" y="378"/>
                      <a:pt x="884" y="378"/>
                    </a:cubicBezTo>
                    <a:cubicBezTo>
                      <a:pt x="771" y="434"/>
                      <a:pt x="679" y="491"/>
                      <a:pt x="594" y="611"/>
                    </a:cubicBezTo>
                    <a:lnTo>
                      <a:pt x="559" y="611"/>
                    </a:lnTo>
                    <a:cubicBezTo>
                      <a:pt x="559" y="640"/>
                      <a:pt x="531" y="668"/>
                      <a:pt x="502" y="668"/>
                    </a:cubicBezTo>
                    <a:cubicBezTo>
                      <a:pt x="474" y="696"/>
                      <a:pt x="446" y="696"/>
                      <a:pt x="446" y="696"/>
                    </a:cubicBezTo>
                    <a:cubicBezTo>
                      <a:pt x="446" y="668"/>
                      <a:pt x="417" y="668"/>
                      <a:pt x="446" y="611"/>
                    </a:cubicBezTo>
                    <a:cubicBezTo>
                      <a:pt x="474" y="491"/>
                      <a:pt x="502" y="378"/>
                      <a:pt x="594" y="286"/>
                    </a:cubicBezTo>
                    <a:cubicBezTo>
                      <a:pt x="651" y="201"/>
                      <a:pt x="679" y="109"/>
                      <a:pt x="623" y="52"/>
                    </a:cubicBezTo>
                    <a:cubicBezTo>
                      <a:pt x="586" y="16"/>
                      <a:pt x="552" y="0"/>
                      <a:pt x="5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1">
                <a:extLst>
                  <a:ext uri="{FF2B5EF4-FFF2-40B4-BE49-F238E27FC236}">
                    <a16:creationId xmlns:a16="http://schemas.microsoft.com/office/drawing/2014/main" id="{54C6C08F-B8E8-D10D-BD22-295C8735C41F}"/>
                  </a:ext>
                </a:extLst>
              </p:cNvPr>
              <p:cNvSpPr/>
              <p:nvPr/>
            </p:nvSpPr>
            <p:spPr>
              <a:xfrm>
                <a:off x="5530849" y="4869311"/>
                <a:ext cx="39131" cy="31416"/>
              </a:xfrm>
              <a:custGeom>
                <a:avLst/>
                <a:gdLst/>
                <a:ahLst/>
                <a:cxnLst/>
                <a:rect l="l" t="t" r="r" b="b"/>
                <a:pathLst>
                  <a:path w="1126" h="904" extrusionOk="0">
                    <a:moveTo>
                      <a:pt x="818" y="0"/>
                    </a:moveTo>
                    <a:cubicBezTo>
                      <a:pt x="783" y="0"/>
                      <a:pt x="746" y="7"/>
                      <a:pt x="708" y="19"/>
                    </a:cubicBezTo>
                    <a:cubicBezTo>
                      <a:pt x="652" y="47"/>
                      <a:pt x="595" y="104"/>
                      <a:pt x="595" y="167"/>
                    </a:cubicBezTo>
                    <a:cubicBezTo>
                      <a:pt x="595" y="196"/>
                      <a:pt x="623" y="224"/>
                      <a:pt x="623" y="252"/>
                    </a:cubicBezTo>
                    <a:lnTo>
                      <a:pt x="623" y="309"/>
                    </a:lnTo>
                    <a:cubicBezTo>
                      <a:pt x="652" y="344"/>
                      <a:pt x="623" y="401"/>
                      <a:pt x="595" y="429"/>
                    </a:cubicBezTo>
                    <a:cubicBezTo>
                      <a:pt x="560" y="429"/>
                      <a:pt x="531" y="429"/>
                      <a:pt x="503" y="401"/>
                    </a:cubicBezTo>
                    <a:cubicBezTo>
                      <a:pt x="475" y="401"/>
                      <a:pt x="475" y="372"/>
                      <a:pt x="475" y="309"/>
                    </a:cubicBezTo>
                    <a:cubicBezTo>
                      <a:pt x="475" y="281"/>
                      <a:pt x="475" y="224"/>
                      <a:pt x="418" y="167"/>
                    </a:cubicBezTo>
                    <a:cubicBezTo>
                      <a:pt x="383" y="132"/>
                      <a:pt x="326" y="104"/>
                      <a:pt x="270" y="104"/>
                    </a:cubicBezTo>
                    <a:cubicBezTo>
                      <a:pt x="206" y="132"/>
                      <a:pt x="121" y="167"/>
                      <a:pt x="93" y="252"/>
                    </a:cubicBezTo>
                    <a:cubicBezTo>
                      <a:pt x="64" y="344"/>
                      <a:pt x="64" y="429"/>
                      <a:pt x="64" y="521"/>
                    </a:cubicBezTo>
                    <a:lnTo>
                      <a:pt x="93" y="578"/>
                    </a:lnTo>
                    <a:cubicBezTo>
                      <a:pt x="93" y="663"/>
                      <a:pt x="64" y="754"/>
                      <a:pt x="29" y="783"/>
                    </a:cubicBezTo>
                    <a:cubicBezTo>
                      <a:pt x="1" y="811"/>
                      <a:pt x="1" y="839"/>
                      <a:pt x="29" y="875"/>
                    </a:cubicBezTo>
                    <a:cubicBezTo>
                      <a:pt x="29" y="903"/>
                      <a:pt x="64" y="903"/>
                      <a:pt x="64" y="903"/>
                    </a:cubicBezTo>
                    <a:cubicBezTo>
                      <a:pt x="93" y="903"/>
                      <a:pt x="93" y="903"/>
                      <a:pt x="121" y="875"/>
                    </a:cubicBezTo>
                    <a:cubicBezTo>
                      <a:pt x="178" y="811"/>
                      <a:pt x="206" y="698"/>
                      <a:pt x="206" y="549"/>
                    </a:cubicBezTo>
                    <a:lnTo>
                      <a:pt x="178" y="521"/>
                    </a:lnTo>
                    <a:cubicBezTo>
                      <a:pt x="178" y="429"/>
                      <a:pt x="178" y="372"/>
                      <a:pt x="206" y="281"/>
                    </a:cubicBezTo>
                    <a:cubicBezTo>
                      <a:pt x="206" y="252"/>
                      <a:pt x="241" y="224"/>
                      <a:pt x="298" y="224"/>
                    </a:cubicBezTo>
                    <a:cubicBezTo>
                      <a:pt x="326" y="224"/>
                      <a:pt x="326" y="224"/>
                      <a:pt x="326" y="252"/>
                    </a:cubicBezTo>
                    <a:cubicBezTo>
                      <a:pt x="354" y="252"/>
                      <a:pt x="354" y="281"/>
                      <a:pt x="354" y="344"/>
                    </a:cubicBezTo>
                    <a:cubicBezTo>
                      <a:pt x="354" y="372"/>
                      <a:pt x="383" y="429"/>
                      <a:pt x="418" y="486"/>
                    </a:cubicBezTo>
                    <a:cubicBezTo>
                      <a:pt x="453" y="526"/>
                      <a:pt x="514" y="552"/>
                      <a:pt x="575" y="552"/>
                    </a:cubicBezTo>
                    <a:cubicBezTo>
                      <a:pt x="611" y="552"/>
                      <a:pt x="648" y="542"/>
                      <a:pt x="680" y="521"/>
                    </a:cubicBezTo>
                    <a:cubicBezTo>
                      <a:pt x="736" y="457"/>
                      <a:pt x="772" y="372"/>
                      <a:pt x="736" y="281"/>
                    </a:cubicBezTo>
                    <a:lnTo>
                      <a:pt x="736" y="224"/>
                    </a:lnTo>
                    <a:cubicBezTo>
                      <a:pt x="708" y="196"/>
                      <a:pt x="708" y="196"/>
                      <a:pt x="708" y="167"/>
                    </a:cubicBezTo>
                    <a:cubicBezTo>
                      <a:pt x="708" y="132"/>
                      <a:pt x="736" y="132"/>
                      <a:pt x="772" y="104"/>
                    </a:cubicBezTo>
                    <a:cubicBezTo>
                      <a:pt x="800" y="104"/>
                      <a:pt x="857" y="104"/>
                      <a:pt x="885" y="132"/>
                    </a:cubicBezTo>
                    <a:cubicBezTo>
                      <a:pt x="949" y="196"/>
                      <a:pt x="977" y="281"/>
                      <a:pt x="977" y="401"/>
                    </a:cubicBezTo>
                    <a:cubicBezTo>
                      <a:pt x="997" y="421"/>
                      <a:pt x="1017" y="441"/>
                      <a:pt x="1037" y="441"/>
                    </a:cubicBezTo>
                    <a:cubicBezTo>
                      <a:pt x="1045" y="441"/>
                      <a:pt x="1054" y="437"/>
                      <a:pt x="1062" y="429"/>
                    </a:cubicBezTo>
                    <a:cubicBezTo>
                      <a:pt x="1090" y="429"/>
                      <a:pt x="1125" y="401"/>
                      <a:pt x="1090" y="372"/>
                    </a:cubicBezTo>
                    <a:cubicBezTo>
                      <a:pt x="1090" y="281"/>
                      <a:pt x="1062" y="132"/>
                      <a:pt x="949" y="47"/>
                    </a:cubicBezTo>
                    <a:cubicBezTo>
                      <a:pt x="911" y="14"/>
                      <a:pt x="867" y="0"/>
                      <a:pt x="8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1">
                <a:extLst>
                  <a:ext uri="{FF2B5EF4-FFF2-40B4-BE49-F238E27FC236}">
                    <a16:creationId xmlns:a16="http://schemas.microsoft.com/office/drawing/2014/main" id="{8701E4E2-1AB2-90A3-0897-48873C9E2BC6}"/>
                  </a:ext>
                </a:extLst>
              </p:cNvPr>
              <p:cNvSpPr/>
              <p:nvPr/>
            </p:nvSpPr>
            <p:spPr>
              <a:xfrm>
                <a:off x="5816794" y="4543192"/>
                <a:ext cx="36907" cy="18488"/>
              </a:xfrm>
              <a:custGeom>
                <a:avLst/>
                <a:gdLst/>
                <a:ahLst/>
                <a:cxnLst/>
                <a:rect l="l" t="t" r="r" b="b"/>
                <a:pathLst>
                  <a:path w="1062" h="532" extrusionOk="0">
                    <a:moveTo>
                      <a:pt x="998" y="1"/>
                    </a:moveTo>
                    <a:cubicBezTo>
                      <a:pt x="969" y="29"/>
                      <a:pt x="913" y="58"/>
                      <a:pt x="884" y="86"/>
                    </a:cubicBezTo>
                    <a:cubicBezTo>
                      <a:pt x="821" y="114"/>
                      <a:pt x="764" y="142"/>
                      <a:pt x="708" y="142"/>
                    </a:cubicBezTo>
                    <a:cubicBezTo>
                      <a:pt x="531" y="206"/>
                      <a:pt x="354" y="263"/>
                      <a:pt x="205" y="291"/>
                    </a:cubicBezTo>
                    <a:cubicBezTo>
                      <a:pt x="113" y="319"/>
                      <a:pt x="57" y="355"/>
                      <a:pt x="0" y="383"/>
                    </a:cubicBezTo>
                    <a:cubicBezTo>
                      <a:pt x="79" y="363"/>
                      <a:pt x="176" y="340"/>
                      <a:pt x="259" y="340"/>
                    </a:cubicBezTo>
                    <a:cubicBezTo>
                      <a:pt x="294" y="340"/>
                      <a:pt x="326" y="344"/>
                      <a:pt x="354" y="355"/>
                    </a:cubicBezTo>
                    <a:cubicBezTo>
                      <a:pt x="410" y="383"/>
                      <a:pt x="439" y="383"/>
                      <a:pt x="467" y="411"/>
                    </a:cubicBezTo>
                    <a:cubicBezTo>
                      <a:pt x="531" y="411"/>
                      <a:pt x="559" y="411"/>
                      <a:pt x="587" y="383"/>
                    </a:cubicBezTo>
                    <a:cubicBezTo>
                      <a:pt x="616" y="383"/>
                      <a:pt x="616" y="355"/>
                      <a:pt x="644" y="355"/>
                    </a:cubicBezTo>
                    <a:cubicBezTo>
                      <a:pt x="656" y="343"/>
                      <a:pt x="667" y="339"/>
                      <a:pt x="678" y="339"/>
                    </a:cubicBezTo>
                    <a:cubicBezTo>
                      <a:pt x="701" y="339"/>
                      <a:pt x="726" y="355"/>
                      <a:pt x="764" y="355"/>
                    </a:cubicBezTo>
                    <a:lnTo>
                      <a:pt x="856" y="440"/>
                    </a:lnTo>
                    <a:cubicBezTo>
                      <a:pt x="884" y="496"/>
                      <a:pt x="913" y="496"/>
                      <a:pt x="941" y="532"/>
                    </a:cubicBezTo>
                    <a:cubicBezTo>
                      <a:pt x="1033" y="532"/>
                      <a:pt x="1061" y="411"/>
                      <a:pt x="1061" y="411"/>
                    </a:cubicBezTo>
                    <a:cubicBezTo>
                      <a:pt x="1061" y="383"/>
                      <a:pt x="1033" y="142"/>
                      <a:pt x="1033" y="114"/>
                    </a:cubicBezTo>
                    <a:cubicBezTo>
                      <a:pt x="998" y="58"/>
                      <a:pt x="998" y="58"/>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1">
                <a:extLst>
                  <a:ext uri="{FF2B5EF4-FFF2-40B4-BE49-F238E27FC236}">
                    <a16:creationId xmlns:a16="http://schemas.microsoft.com/office/drawing/2014/main" id="{EB0E221D-6011-3EF8-10D6-C0C262927743}"/>
                  </a:ext>
                </a:extLst>
              </p:cNvPr>
              <p:cNvSpPr/>
              <p:nvPr/>
            </p:nvSpPr>
            <p:spPr>
              <a:xfrm>
                <a:off x="5920287" y="4713619"/>
                <a:ext cx="32737" cy="50183"/>
              </a:xfrm>
              <a:custGeom>
                <a:avLst/>
                <a:gdLst/>
                <a:ahLst/>
                <a:cxnLst/>
                <a:rect l="l" t="t" r="r" b="b"/>
                <a:pathLst>
                  <a:path w="942" h="1444" extrusionOk="0">
                    <a:moveTo>
                      <a:pt x="620" y="1"/>
                    </a:moveTo>
                    <a:cubicBezTo>
                      <a:pt x="529" y="1"/>
                      <a:pt x="436" y="52"/>
                      <a:pt x="382" y="162"/>
                    </a:cubicBezTo>
                    <a:cubicBezTo>
                      <a:pt x="319" y="282"/>
                      <a:pt x="354" y="431"/>
                      <a:pt x="291" y="580"/>
                    </a:cubicBezTo>
                    <a:cubicBezTo>
                      <a:pt x="234" y="664"/>
                      <a:pt x="142" y="721"/>
                      <a:pt x="85" y="813"/>
                    </a:cubicBezTo>
                    <a:cubicBezTo>
                      <a:pt x="0" y="962"/>
                      <a:pt x="0" y="1138"/>
                      <a:pt x="85" y="1287"/>
                    </a:cubicBezTo>
                    <a:cubicBezTo>
                      <a:pt x="148" y="1383"/>
                      <a:pt x="249" y="1443"/>
                      <a:pt x="352" y="1443"/>
                    </a:cubicBezTo>
                    <a:cubicBezTo>
                      <a:pt x="401" y="1443"/>
                      <a:pt x="450" y="1430"/>
                      <a:pt x="496" y="1400"/>
                    </a:cubicBezTo>
                    <a:cubicBezTo>
                      <a:pt x="616" y="1344"/>
                      <a:pt x="708" y="1223"/>
                      <a:pt x="736" y="1110"/>
                    </a:cubicBezTo>
                    <a:cubicBezTo>
                      <a:pt x="821" y="841"/>
                      <a:pt x="941" y="459"/>
                      <a:pt x="849" y="190"/>
                    </a:cubicBezTo>
                    <a:cubicBezTo>
                      <a:pt x="819" y="67"/>
                      <a:pt x="722" y="1"/>
                      <a:pt x="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1">
                <a:extLst>
                  <a:ext uri="{FF2B5EF4-FFF2-40B4-BE49-F238E27FC236}">
                    <a16:creationId xmlns:a16="http://schemas.microsoft.com/office/drawing/2014/main" id="{F49EE177-E7BA-8396-89D0-CDF4344E8D3E}"/>
                  </a:ext>
                </a:extLst>
              </p:cNvPr>
              <p:cNvSpPr/>
              <p:nvPr/>
            </p:nvSpPr>
            <p:spPr>
              <a:xfrm>
                <a:off x="5339327" y="4680847"/>
                <a:ext cx="28810" cy="50461"/>
              </a:xfrm>
              <a:custGeom>
                <a:avLst/>
                <a:gdLst/>
                <a:ahLst/>
                <a:cxnLst/>
                <a:rect l="l" t="t" r="r" b="b"/>
                <a:pathLst>
                  <a:path w="829" h="1452" extrusionOk="0">
                    <a:moveTo>
                      <a:pt x="325" y="1"/>
                    </a:moveTo>
                    <a:cubicBezTo>
                      <a:pt x="294" y="1"/>
                      <a:pt x="263" y="5"/>
                      <a:pt x="234" y="16"/>
                    </a:cubicBezTo>
                    <a:cubicBezTo>
                      <a:pt x="206" y="16"/>
                      <a:pt x="149" y="72"/>
                      <a:pt x="121" y="108"/>
                    </a:cubicBezTo>
                    <a:cubicBezTo>
                      <a:pt x="93" y="164"/>
                      <a:pt x="57" y="221"/>
                      <a:pt x="57" y="285"/>
                    </a:cubicBezTo>
                    <a:cubicBezTo>
                      <a:pt x="1" y="546"/>
                      <a:pt x="93" y="751"/>
                      <a:pt x="121" y="1020"/>
                    </a:cubicBezTo>
                    <a:cubicBezTo>
                      <a:pt x="149" y="1169"/>
                      <a:pt x="178" y="1310"/>
                      <a:pt x="326" y="1402"/>
                    </a:cubicBezTo>
                    <a:cubicBezTo>
                      <a:pt x="374" y="1436"/>
                      <a:pt x="424" y="1452"/>
                      <a:pt x="476" y="1452"/>
                    </a:cubicBezTo>
                    <a:cubicBezTo>
                      <a:pt x="555" y="1452"/>
                      <a:pt x="635" y="1414"/>
                      <a:pt x="708" y="1346"/>
                    </a:cubicBezTo>
                    <a:cubicBezTo>
                      <a:pt x="800" y="1225"/>
                      <a:pt x="828" y="1077"/>
                      <a:pt x="765" y="928"/>
                    </a:cubicBezTo>
                    <a:cubicBezTo>
                      <a:pt x="736" y="843"/>
                      <a:pt x="680" y="751"/>
                      <a:pt x="680" y="667"/>
                    </a:cubicBezTo>
                    <a:cubicBezTo>
                      <a:pt x="680" y="603"/>
                      <a:pt x="736" y="518"/>
                      <a:pt x="736" y="461"/>
                    </a:cubicBezTo>
                    <a:cubicBezTo>
                      <a:pt x="792" y="250"/>
                      <a:pt x="548"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1">
                <a:extLst>
                  <a:ext uri="{FF2B5EF4-FFF2-40B4-BE49-F238E27FC236}">
                    <a16:creationId xmlns:a16="http://schemas.microsoft.com/office/drawing/2014/main" id="{0270A391-442A-9821-F0F0-2CF902308AF2}"/>
                  </a:ext>
                </a:extLst>
              </p:cNvPr>
              <p:cNvSpPr/>
              <p:nvPr/>
            </p:nvSpPr>
            <p:spPr>
              <a:xfrm>
                <a:off x="5823918" y="4660969"/>
                <a:ext cx="15256" cy="25613"/>
              </a:xfrm>
              <a:custGeom>
                <a:avLst/>
                <a:gdLst/>
                <a:ahLst/>
                <a:cxnLst/>
                <a:rect l="l" t="t" r="r" b="b"/>
                <a:pathLst>
                  <a:path w="439" h="737" extrusionOk="0">
                    <a:moveTo>
                      <a:pt x="411" y="1"/>
                    </a:moveTo>
                    <a:lnTo>
                      <a:pt x="382" y="29"/>
                    </a:lnTo>
                    <a:cubicBezTo>
                      <a:pt x="297" y="291"/>
                      <a:pt x="177" y="503"/>
                      <a:pt x="0" y="680"/>
                    </a:cubicBezTo>
                    <a:lnTo>
                      <a:pt x="0" y="736"/>
                    </a:lnTo>
                    <a:lnTo>
                      <a:pt x="29" y="736"/>
                    </a:lnTo>
                    <a:cubicBezTo>
                      <a:pt x="234" y="531"/>
                      <a:pt x="354" y="291"/>
                      <a:pt x="439" y="57"/>
                    </a:cubicBezTo>
                    <a:cubicBezTo>
                      <a:pt x="439" y="29"/>
                      <a:pt x="439" y="29"/>
                      <a:pt x="4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1">
                <a:extLst>
                  <a:ext uri="{FF2B5EF4-FFF2-40B4-BE49-F238E27FC236}">
                    <a16:creationId xmlns:a16="http://schemas.microsoft.com/office/drawing/2014/main" id="{B46F964B-3EAD-E111-88CE-29A694B852AE}"/>
                  </a:ext>
                </a:extLst>
              </p:cNvPr>
              <p:cNvSpPr/>
              <p:nvPr/>
            </p:nvSpPr>
            <p:spPr>
              <a:xfrm>
                <a:off x="5811616" y="4689501"/>
                <a:ext cx="9140" cy="7402"/>
              </a:xfrm>
              <a:custGeom>
                <a:avLst/>
                <a:gdLst/>
                <a:ahLst/>
                <a:cxnLst/>
                <a:rect l="l" t="t" r="r" b="b"/>
                <a:pathLst>
                  <a:path w="263" h="213" extrusionOk="0">
                    <a:moveTo>
                      <a:pt x="206" y="0"/>
                    </a:moveTo>
                    <a:lnTo>
                      <a:pt x="29" y="149"/>
                    </a:lnTo>
                    <a:cubicBezTo>
                      <a:pt x="1" y="149"/>
                      <a:pt x="1" y="177"/>
                      <a:pt x="29" y="177"/>
                    </a:cubicBezTo>
                    <a:lnTo>
                      <a:pt x="29" y="212"/>
                    </a:lnTo>
                    <a:lnTo>
                      <a:pt x="57" y="212"/>
                    </a:lnTo>
                    <a:lnTo>
                      <a:pt x="262" y="36"/>
                    </a:lnTo>
                    <a:lnTo>
                      <a:pt x="2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1">
                <a:extLst>
                  <a:ext uri="{FF2B5EF4-FFF2-40B4-BE49-F238E27FC236}">
                    <a16:creationId xmlns:a16="http://schemas.microsoft.com/office/drawing/2014/main" id="{DBC291BB-91A0-26D4-024F-52D22C74F67E}"/>
                  </a:ext>
                </a:extLst>
              </p:cNvPr>
              <p:cNvSpPr/>
              <p:nvPr/>
            </p:nvSpPr>
            <p:spPr>
              <a:xfrm>
                <a:off x="5817767" y="4679422"/>
                <a:ext cx="6186" cy="6151"/>
              </a:xfrm>
              <a:custGeom>
                <a:avLst/>
                <a:gdLst/>
                <a:ahLst/>
                <a:cxnLst/>
                <a:rect l="l" t="t" r="r" b="b"/>
                <a:pathLst>
                  <a:path w="178" h="177" extrusionOk="0">
                    <a:moveTo>
                      <a:pt x="121" y="0"/>
                    </a:moveTo>
                    <a:lnTo>
                      <a:pt x="0" y="113"/>
                    </a:lnTo>
                    <a:lnTo>
                      <a:pt x="0" y="149"/>
                    </a:lnTo>
                    <a:cubicBezTo>
                      <a:pt x="0" y="177"/>
                      <a:pt x="29" y="177"/>
                      <a:pt x="29" y="177"/>
                    </a:cubicBezTo>
                    <a:lnTo>
                      <a:pt x="29" y="149"/>
                    </a:lnTo>
                    <a:lnTo>
                      <a:pt x="149" y="57"/>
                    </a:lnTo>
                    <a:cubicBezTo>
                      <a:pt x="177" y="28"/>
                      <a:pt x="177" y="28"/>
                      <a:pt x="1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1">
                <a:extLst>
                  <a:ext uri="{FF2B5EF4-FFF2-40B4-BE49-F238E27FC236}">
                    <a16:creationId xmlns:a16="http://schemas.microsoft.com/office/drawing/2014/main" id="{D42169DC-6A2C-C3B1-116F-72782FF3C1B2}"/>
                  </a:ext>
                </a:extLst>
              </p:cNvPr>
              <p:cNvSpPr/>
              <p:nvPr/>
            </p:nvSpPr>
            <p:spPr>
              <a:xfrm>
                <a:off x="5822945" y="4538604"/>
                <a:ext cx="20434" cy="8584"/>
              </a:xfrm>
              <a:custGeom>
                <a:avLst/>
                <a:gdLst/>
                <a:ahLst/>
                <a:cxnLst/>
                <a:rect l="l" t="t" r="r" b="b"/>
                <a:pathLst>
                  <a:path w="588" h="247" extrusionOk="0">
                    <a:moveTo>
                      <a:pt x="566" y="0"/>
                    </a:moveTo>
                    <a:cubicBezTo>
                      <a:pt x="562" y="0"/>
                      <a:pt x="559" y="3"/>
                      <a:pt x="559" y="13"/>
                    </a:cubicBezTo>
                    <a:lnTo>
                      <a:pt x="28" y="190"/>
                    </a:lnTo>
                    <a:cubicBezTo>
                      <a:pt x="0" y="190"/>
                      <a:pt x="0" y="218"/>
                      <a:pt x="0" y="246"/>
                    </a:cubicBezTo>
                    <a:lnTo>
                      <a:pt x="57" y="246"/>
                    </a:lnTo>
                    <a:lnTo>
                      <a:pt x="559" y="69"/>
                    </a:lnTo>
                    <a:cubicBezTo>
                      <a:pt x="587" y="41"/>
                      <a:pt x="587" y="41"/>
                      <a:pt x="587" y="13"/>
                    </a:cubicBezTo>
                    <a:cubicBezTo>
                      <a:pt x="587" y="13"/>
                      <a:pt x="575"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1">
                <a:extLst>
                  <a:ext uri="{FF2B5EF4-FFF2-40B4-BE49-F238E27FC236}">
                    <a16:creationId xmlns:a16="http://schemas.microsoft.com/office/drawing/2014/main" id="{E49A5F32-3906-D498-8679-E155BF86B7B3}"/>
                  </a:ext>
                </a:extLst>
              </p:cNvPr>
              <p:cNvSpPr/>
              <p:nvPr/>
            </p:nvSpPr>
            <p:spPr>
              <a:xfrm>
                <a:off x="5824891" y="4475598"/>
                <a:ext cx="10356" cy="24605"/>
              </a:xfrm>
              <a:custGeom>
                <a:avLst/>
                <a:gdLst/>
                <a:ahLst/>
                <a:cxnLst/>
                <a:rect l="l" t="t" r="r" b="b"/>
                <a:pathLst>
                  <a:path w="298" h="708" extrusionOk="0">
                    <a:moveTo>
                      <a:pt x="29" y="0"/>
                    </a:moveTo>
                    <a:cubicBezTo>
                      <a:pt x="29" y="0"/>
                      <a:pt x="1" y="29"/>
                      <a:pt x="29" y="29"/>
                    </a:cubicBezTo>
                    <a:cubicBezTo>
                      <a:pt x="121" y="234"/>
                      <a:pt x="177" y="467"/>
                      <a:pt x="234" y="673"/>
                    </a:cubicBezTo>
                    <a:cubicBezTo>
                      <a:pt x="234" y="708"/>
                      <a:pt x="269" y="708"/>
                      <a:pt x="269" y="708"/>
                    </a:cubicBezTo>
                    <a:cubicBezTo>
                      <a:pt x="298" y="708"/>
                      <a:pt x="298" y="673"/>
                      <a:pt x="298" y="673"/>
                    </a:cubicBezTo>
                    <a:cubicBezTo>
                      <a:pt x="234" y="439"/>
                      <a:pt x="177" y="234"/>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1">
                <a:extLst>
                  <a:ext uri="{FF2B5EF4-FFF2-40B4-BE49-F238E27FC236}">
                    <a16:creationId xmlns:a16="http://schemas.microsoft.com/office/drawing/2014/main" id="{5AA3D42A-8E90-3BC8-AE2B-D3651D3A9D59}"/>
                  </a:ext>
                </a:extLst>
              </p:cNvPr>
              <p:cNvSpPr/>
              <p:nvPr/>
            </p:nvSpPr>
            <p:spPr>
              <a:xfrm>
                <a:off x="5834240" y="4502149"/>
                <a:ext cx="3962" cy="9140"/>
              </a:xfrm>
              <a:custGeom>
                <a:avLst/>
                <a:gdLst/>
                <a:ahLst/>
                <a:cxnLst/>
                <a:rect l="l" t="t" r="r" b="b"/>
                <a:pathLst>
                  <a:path w="114" h="263" extrusionOk="0">
                    <a:moveTo>
                      <a:pt x="29" y="1"/>
                    </a:moveTo>
                    <a:cubicBezTo>
                      <a:pt x="29" y="29"/>
                      <a:pt x="0" y="29"/>
                      <a:pt x="0" y="57"/>
                    </a:cubicBezTo>
                    <a:lnTo>
                      <a:pt x="57" y="262"/>
                    </a:lnTo>
                    <a:lnTo>
                      <a:pt x="85" y="262"/>
                    </a:lnTo>
                    <a:cubicBezTo>
                      <a:pt x="114" y="262"/>
                      <a:pt x="114" y="262"/>
                      <a:pt x="114" y="234"/>
                    </a:cubicBezTo>
                    <a:lnTo>
                      <a:pt x="57" y="29"/>
                    </a:lnTo>
                    <a:cubicBezTo>
                      <a:pt x="57" y="29"/>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1">
                <a:extLst>
                  <a:ext uri="{FF2B5EF4-FFF2-40B4-BE49-F238E27FC236}">
                    <a16:creationId xmlns:a16="http://schemas.microsoft.com/office/drawing/2014/main" id="{1B0DEF31-C83D-CC6A-1B84-2828054D2A26}"/>
                  </a:ext>
                </a:extLst>
              </p:cNvPr>
              <p:cNvSpPr/>
              <p:nvPr/>
            </p:nvSpPr>
            <p:spPr>
              <a:xfrm>
                <a:off x="5692866" y="4348507"/>
                <a:ext cx="2989" cy="22624"/>
              </a:xfrm>
              <a:custGeom>
                <a:avLst/>
                <a:gdLst/>
                <a:ahLst/>
                <a:cxnLst/>
                <a:rect l="l" t="t" r="r" b="b"/>
                <a:pathLst>
                  <a:path w="86" h="651" extrusionOk="0">
                    <a:moveTo>
                      <a:pt x="29" y="0"/>
                    </a:moveTo>
                    <a:cubicBezTo>
                      <a:pt x="1" y="0"/>
                      <a:pt x="1" y="0"/>
                      <a:pt x="1" y="28"/>
                    </a:cubicBezTo>
                    <a:cubicBezTo>
                      <a:pt x="1" y="233"/>
                      <a:pt x="1" y="439"/>
                      <a:pt x="29" y="651"/>
                    </a:cubicBezTo>
                    <a:lnTo>
                      <a:pt x="57" y="651"/>
                    </a:lnTo>
                    <a:cubicBezTo>
                      <a:pt x="86" y="651"/>
                      <a:pt x="86" y="651"/>
                      <a:pt x="86" y="615"/>
                    </a:cubicBezTo>
                    <a:cubicBezTo>
                      <a:pt x="57" y="410"/>
                      <a:pt x="57" y="205"/>
                      <a:pt x="57" y="28"/>
                    </a:cubicBezTo>
                    <a:cubicBezTo>
                      <a:pt x="57" y="0"/>
                      <a:pt x="29"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1">
                <a:extLst>
                  <a:ext uri="{FF2B5EF4-FFF2-40B4-BE49-F238E27FC236}">
                    <a16:creationId xmlns:a16="http://schemas.microsoft.com/office/drawing/2014/main" id="{50054FDC-DEC5-44A2-A24A-CDBA48ACBE39}"/>
                  </a:ext>
                </a:extLst>
              </p:cNvPr>
              <p:cNvSpPr/>
              <p:nvPr/>
            </p:nvSpPr>
            <p:spPr>
              <a:xfrm>
                <a:off x="5736863" y="4501176"/>
                <a:ext cx="22415" cy="68601"/>
              </a:xfrm>
              <a:custGeom>
                <a:avLst/>
                <a:gdLst/>
                <a:ahLst/>
                <a:cxnLst/>
                <a:rect l="l" t="t" r="r" b="b"/>
                <a:pathLst>
                  <a:path w="645" h="1974" extrusionOk="0">
                    <a:moveTo>
                      <a:pt x="29" y="0"/>
                    </a:moveTo>
                    <a:cubicBezTo>
                      <a:pt x="1" y="0"/>
                      <a:pt x="1" y="29"/>
                      <a:pt x="1" y="57"/>
                    </a:cubicBezTo>
                    <a:lnTo>
                      <a:pt x="326" y="1882"/>
                    </a:lnTo>
                    <a:cubicBezTo>
                      <a:pt x="326" y="1917"/>
                      <a:pt x="326" y="1946"/>
                      <a:pt x="355" y="1974"/>
                    </a:cubicBezTo>
                    <a:lnTo>
                      <a:pt x="616" y="1974"/>
                    </a:lnTo>
                    <a:cubicBezTo>
                      <a:pt x="645" y="1974"/>
                      <a:pt x="645" y="1974"/>
                      <a:pt x="645" y="1946"/>
                    </a:cubicBezTo>
                    <a:cubicBezTo>
                      <a:pt x="645" y="1946"/>
                      <a:pt x="645" y="1917"/>
                      <a:pt x="616" y="1917"/>
                    </a:cubicBezTo>
                    <a:lnTo>
                      <a:pt x="383" y="1917"/>
                    </a:lnTo>
                    <a:lnTo>
                      <a:pt x="383" y="1882"/>
                    </a:lnTo>
                    <a:lnTo>
                      <a:pt x="58" y="29"/>
                    </a:lnTo>
                    <a:cubicBezTo>
                      <a:pt x="58" y="29"/>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1">
                <a:extLst>
                  <a:ext uri="{FF2B5EF4-FFF2-40B4-BE49-F238E27FC236}">
                    <a16:creationId xmlns:a16="http://schemas.microsoft.com/office/drawing/2014/main" id="{3E5876CD-A372-1734-E9C9-DE1FE6A7EF10}"/>
                  </a:ext>
                </a:extLst>
              </p:cNvPr>
              <p:cNvSpPr/>
              <p:nvPr/>
            </p:nvSpPr>
            <p:spPr>
              <a:xfrm>
                <a:off x="5570919" y="4504130"/>
                <a:ext cx="16264" cy="10356"/>
              </a:xfrm>
              <a:custGeom>
                <a:avLst/>
                <a:gdLst/>
                <a:ahLst/>
                <a:cxnLst/>
                <a:rect l="l" t="t" r="r" b="b"/>
                <a:pathLst>
                  <a:path w="468" h="298" extrusionOk="0">
                    <a:moveTo>
                      <a:pt x="411" y="0"/>
                    </a:moveTo>
                    <a:cubicBezTo>
                      <a:pt x="291" y="92"/>
                      <a:pt x="149" y="177"/>
                      <a:pt x="1" y="269"/>
                    </a:cubicBezTo>
                    <a:lnTo>
                      <a:pt x="1" y="297"/>
                    </a:lnTo>
                    <a:lnTo>
                      <a:pt x="29" y="297"/>
                    </a:lnTo>
                    <a:cubicBezTo>
                      <a:pt x="178" y="241"/>
                      <a:pt x="326" y="149"/>
                      <a:pt x="468" y="64"/>
                    </a:cubicBezTo>
                    <a:lnTo>
                      <a:pt x="4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7" name="Google Shape;1007;p41">
              <a:extLst>
                <a:ext uri="{FF2B5EF4-FFF2-40B4-BE49-F238E27FC236}">
                  <a16:creationId xmlns:a16="http://schemas.microsoft.com/office/drawing/2014/main" id="{AD9A1364-8A82-4F34-52C5-8FB90B1DB8EB}"/>
                </a:ext>
              </a:extLst>
            </p:cNvPr>
            <p:cNvGrpSpPr/>
            <p:nvPr/>
          </p:nvGrpSpPr>
          <p:grpSpPr>
            <a:xfrm>
              <a:off x="5240433" y="2333504"/>
              <a:ext cx="1470385" cy="1003512"/>
              <a:chOff x="4805595" y="2633670"/>
              <a:chExt cx="513367" cy="350376"/>
            </a:xfrm>
          </p:grpSpPr>
          <p:sp>
            <p:nvSpPr>
              <p:cNvPr id="1008" name="Google Shape;1008;p41">
                <a:extLst>
                  <a:ext uri="{FF2B5EF4-FFF2-40B4-BE49-F238E27FC236}">
                    <a16:creationId xmlns:a16="http://schemas.microsoft.com/office/drawing/2014/main" id="{C89396D2-521A-3656-4D6B-10E5CE2F82B4}"/>
                  </a:ext>
                </a:extLst>
              </p:cNvPr>
              <p:cNvSpPr/>
              <p:nvPr/>
            </p:nvSpPr>
            <p:spPr>
              <a:xfrm>
                <a:off x="4811819" y="2641767"/>
                <a:ext cx="33953" cy="94457"/>
              </a:xfrm>
              <a:custGeom>
                <a:avLst/>
                <a:gdLst/>
                <a:ahLst/>
                <a:cxnLst/>
                <a:rect l="l" t="t" r="r" b="b"/>
                <a:pathLst>
                  <a:path w="977" h="2718" extrusionOk="0">
                    <a:moveTo>
                      <a:pt x="884" y="1"/>
                    </a:moveTo>
                    <a:cubicBezTo>
                      <a:pt x="594" y="1"/>
                      <a:pt x="325" y="241"/>
                      <a:pt x="325" y="560"/>
                    </a:cubicBezTo>
                    <a:lnTo>
                      <a:pt x="325" y="913"/>
                    </a:lnTo>
                    <a:cubicBezTo>
                      <a:pt x="325" y="1034"/>
                      <a:pt x="297" y="1126"/>
                      <a:pt x="212" y="1210"/>
                    </a:cubicBezTo>
                    <a:lnTo>
                      <a:pt x="0" y="1416"/>
                    </a:lnTo>
                    <a:lnTo>
                      <a:pt x="149" y="1564"/>
                    </a:lnTo>
                    <a:cubicBezTo>
                      <a:pt x="241" y="1656"/>
                      <a:pt x="297" y="1741"/>
                      <a:pt x="297" y="1861"/>
                    </a:cubicBezTo>
                    <a:lnTo>
                      <a:pt x="297" y="2187"/>
                    </a:lnTo>
                    <a:cubicBezTo>
                      <a:pt x="297" y="2477"/>
                      <a:pt x="531" y="2717"/>
                      <a:pt x="856" y="2717"/>
                    </a:cubicBezTo>
                    <a:lnTo>
                      <a:pt x="920" y="2717"/>
                    </a:lnTo>
                    <a:cubicBezTo>
                      <a:pt x="948" y="2717"/>
                      <a:pt x="976" y="2717"/>
                      <a:pt x="976" y="2654"/>
                    </a:cubicBezTo>
                    <a:cubicBezTo>
                      <a:pt x="976" y="2625"/>
                      <a:pt x="948" y="2597"/>
                      <a:pt x="920" y="2597"/>
                    </a:cubicBezTo>
                    <a:lnTo>
                      <a:pt x="856" y="2597"/>
                    </a:lnTo>
                    <a:cubicBezTo>
                      <a:pt x="594" y="2597"/>
                      <a:pt x="417" y="2420"/>
                      <a:pt x="417" y="2187"/>
                    </a:cubicBezTo>
                    <a:lnTo>
                      <a:pt x="417" y="1861"/>
                    </a:lnTo>
                    <a:cubicBezTo>
                      <a:pt x="417" y="1713"/>
                      <a:pt x="354" y="1564"/>
                      <a:pt x="241" y="1479"/>
                    </a:cubicBezTo>
                    <a:lnTo>
                      <a:pt x="177" y="1416"/>
                    </a:lnTo>
                    <a:lnTo>
                      <a:pt x="297" y="1302"/>
                    </a:lnTo>
                    <a:cubicBezTo>
                      <a:pt x="389" y="1210"/>
                      <a:pt x="446" y="1062"/>
                      <a:pt x="446" y="913"/>
                    </a:cubicBezTo>
                    <a:lnTo>
                      <a:pt x="446" y="560"/>
                    </a:lnTo>
                    <a:cubicBezTo>
                      <a:pt x="446" y="298"/>
                      <a:pt x="651" y="121"/>
                      <a:pt x="884" y="121"/>
                    </a:cubicBezTo>
                    <a:cubicBezTo>
                      <a:pt x="920" y="121"/>
                      <a:pt x="948" y="93"/>
                      <a:pt x="948" y="64"/>
                    </a:cubicBezTo>
                    <a:cubicBezTo>
                      <a:pt x="948" y="29"/>
                      <a:pt x="920"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1">
                <a:extLst>
                  <a:ext uri="{FF2B5EF4-FFF2-40B4-BE49-F238E27FC236}">
                    <a16:creationId xmlns:a16="http://schemas.microsoft.com/office/drawing/2014/main" id="{62B0E21F-93E6-0F45-78E1-0CA6FDC80401}"/>
                  </a:ext>
                </a:extLst>
              </p:cNvPr>
              <p:cNvSpPr/>
              <p:nvPr/>
            </p:nvSpPr>
            <p:spPr>
              <a:xfrm>
                <a:off x="4901224" y="2641767"/>
                <a:ext cx="33710" cy="94457"/>
              </a:xfrm>
              <a:custGeom>
                <a:avLst/>
                <a:gdLst/>
                <a:ahLst/>
                <a:cxnLst/>
                <a:rect l="l" t="t" r="r" b="b"/>
                <a:pathLst>
                  <a:path w="970" h="2718" extrusionOk="0">
                    <a:moveTo>
                      <a:pt x="86" y="1"/>
                    </a:moveTo>
                    <a:cubicBezTo>
                      <a:pt x="57" y="1"/>
                      <a:pt x="29" y="29"/>
                      <a:pt x="29" y="64"/>
                    </a:cubicBezTo>
                    <a:cubicBezTo>
                      <a:pt x="29" y="93"/>
                      <a:pt x="57" y="121"/>
                      <a:pt x="86" y="121"/>
                    </a:cubicBezTo>
                    <a:cubicBezTo>
                      <a:pt x="326" y="121"/>
                      <a:pt x="531" y="298"/>
                      <a:pt x="531" y="560"/>
                    </a:cubicBezTo>
                    <a:lnTo>
                      <a:pt x="531" y="913"/>
                    </a:lnTo>
                    <a:cubicBezTo>
                      <a:pt x="531" y="1062"/>
                      <a:pt x="588" y="1210"/>
                      <a:pt x="680" y="1302"/>
                    </a:cubicBezTo>
                    <a:lnTo>
                      <a:pt x="793" y="1416"/>
                    </a:lnTo>
                    <a:lnTo>
                      <a:pt x="736" y="1479"/>
                    </a:lnTo>
                    <a:cubicBezTo>
                      <a:pt x="616" y="1564"/>
                      <a:pt x="559" y="1713"/>
                      <a:pt x="559" y="1861"/>
                    </a:cubicBezTo>
                    <a:lnTo>
                      <a:pt x="559" y="2187"/>
                    </a:lnTo>
                    <a:cubicBezTo>
                      <a:pt x="559" y="2420"/>
                      <a:pt x="383" y="2597"/>
                      <a:pt x="121" y="2597"/>
                    </a:cubicBezTo>
                    <a:lnTo>
                      <a:pt x="57" y="2597"/>
                    </a:lnTo>
                    <a:cubicBezTo>
                      <a:pt x="1" y="2597"/>
                      <a:pt x="1" y="2625"/>
                      <a:pt x="1" y="2654"/>
                    </a:cubicBezTo>
                    <a:cubicBezTo>
                      <a:pt x="1" y="2717"/>
                      <a:pt x="1" y="2717"/>
                      <a:pt x="57" y="2717"/>
                    </a:cubicBezTo>
                    <a:lnTo>
                      <a:pt x="121" y="2717"/>
                    </a:lnTo>
                    <a:cubicBezTo>
                      <a:pt x="439" y="2717"/>
                      <a:pt x="680" y="2477"/>
                      <a:pt x="680" y="2187"/>
                    </a:cubicBezTo>
                    <a:lnTo>
                      <a:pt x="680" y="1861"/>
                    </a:lnTo>
                    <a:cubicBezTo>
                      <a:pt x="680" y="1741"/>
                      <a:pt x="736" y="1656"/>
                      <a:pt x="828" y="1564"/>
                    </a:cubicBezTo>
                    <a:lnTo>
                      <a:pt x="970" y="1416"/>
                    </a:lnTo>
                    <a:lnTo>
                      <a:pt x="765" y="1210"/>
                    </a:lnTo>
                    <a:cubicBezTo>
                      <a:pt x="680" y="1126"/>
                      <a:pt x="651" y="1034"/>
                      <a:pt x="651" y="913"/>
                    </a:cubicBezTo>
                    <a:lnTo>
                      <a:pt x="651" y="560"/>
                    </a:lnTo>
                    <a:cubicBezTo>
                      <a:pt x="651" y="241"/>
                      <a:pt x="383" y="1"/>
                      <a:pt x="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1">
                <a:extLst>
                  <a:ext uri="{FF2B5EF4-FFF2-40B4-BE49-F238E27FC236}">
                    <a16:creationId xmlns:a16="http://schemas.microsoft.com/office/drawing/2014/main" id="{098B67C6-D578-70EA-17AE-9E92D3B328CF}"/>
                  </a:ext>
                </a:extLst>
              </p:cNvPr>
              <p:cNvSpPr/>
              <p:nvPr/>
            </p:nvSpPr>
            <p:spPr>
              <a:xfrm>
                <a:off x="4840009" y="2703836"/>
                <a:ext cx="12337" cy="23041"/>
              </a:xfrm>
              <a:custGeom>
                <a:avLst/>
                <a:gdLst/>
                <a:ahLst/>
                <a:cxnLst/>
                <a:rect l="l" t="t" r="r" b="b"/>
                <a:pathLst>
                  <a:path w="355" h="663" extrusionOk="0">
                    <a:moveTo>
                      <a:pt x="267" y="0"/>
                    </a:moveTo>
                    <a:cubicBezTo>
                      <a:pt x="248" y="0"/>
                      <a:pt x="234" y="22"/>
                      <a:pt x="234" y="47"/>
                    </a:cubicBezTo>
                    <a:lnTo>
                      <a:pt x="1" y="606"/>
                    </a:lnTo>
                    <a:cubicBezTo>
                      <a:pt x="1" y="634"/>
                      <a:pt x="1" y="662"/>
                      <a:pt x="29" y="662"/>
                    </a:cubicBezTo>
                    <a:lnTo>
                      <a:pt x="57" y="662"/>
                    </a:lnTo>
                    <a:cubicBezTo>
                      <a:pt x="85" y="662"/>
                      <a:pt x="114" y="662"/>
                      <a:pt x="114" y="634"/>
                    </a:cubicBezTo>
                    <a:lnTo>
                      <a:pt x="326" y="75"/>
                    </a:lnTo>
                    <a:cubicBezTo>
                      <a:pt x="354" y="47"/>
                      <a:pt x="326" y="12"/>
                      <a:pt x="291" y="12"/>
                    </a:cubicBezTo>
                    <a:cubicBezTo>
                      <a:pt x="283" y="4"/>
                      <a:pt x="274" y="0"/>
                      <a:pt x="2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1">
                <a:extLst>
                  <a:ext uri="{FF2B5EF4-FFF2-40B4-BE49-F238E27FC236}">
                    <a16:creationId xmlns:a16="http://schemas.microsoft.com/office/drawing/2014/main" id="{0A15DDEF-AB36-81F1-EFB5-4D5DD0E08F0F}"/>
                  </a:ext>
                </a:extLst>
              </p:cNvPr>
              <p:cNvSpPr/>
              <p:nvPr/>
            </p:nvSpPr>
            <p:spPr>
              <a:xfrm>
                <a:off x="5095432" y="2706025"/>
                <a:ext cx="12337" cy="22832"/>
              </a:xfrm>
              <a:custGeom>
                <a:avLst/>
                <a:gdLst/>
                <a:ahLst/>
                <a:cxnLst/>
                <a:rect l="l" t="t" r="r" b="b"/>
                <a:pathLst>
                  <a:path w="355" h="657" extrusionOk="0">
                    <a:moveTo>
                      <a:pt x="274" y="1"/>
                    </a:moveTo>
                    <a:cubicBezTo>
                      <a:pt x="256" y="1"/>
                      <a:pt x="242" y="21"/>
                      <a:pt x="242" y="41"/>
                    </a:cubicBezTo>
                    <a:lnTo>
                      <a:pt x="1" y="571"/>
                    </a:lnTo>
                    <a:cubicBezTo>
                      <a:pt x="1" y="599"/>
                      <a:pt x="36" y="656"/>
                      <a:pt x="65" y="656"/>
                    </a:cubicBezTo>
                    <a:cubicBezTo>
                      <a:pt x="93" y="656"/>
                      <a:pt x="121" y="656"/>
                      <a:pt x="121" y="628"/>
                    </a:cubicBezTo>
                    <a:lnTo>
                      <a:pt x="326" y="69"/>
                    </a:lnTo>
                    <a:cubicBezTo>
                      <a:pt x="355" y="41"/>
                      <a:pt x="326" y="12"/>
                      <a:pt x="298" y="12"/>
                    </a:cubicBezTo>
                    <a:cubicBezTo>
                      <a:pt x="290" y="4"/>
                      <a:pt x="282" y="1"/>
                      <a:pt x="2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1">
                <a:extLst>
                  <a:ext uri="{FF2B5EF4-FFF2-40B4-BE49-F238E27FC236}">
                    <a16:creationId xmlns:a16="http://schemas.microsoft.com/office/drawing/2014/main" id="{6DA847DC-DE9A-2EF4-9DC1-ACF3DB7C8DB9}"/>
                  </a:ext>
                </a:extLst>
              </p:cNvPr>
              <p:cNvSpPr/>
              <p:nvPr/>
            </p:nvSpPr>
            <p:spPr>
              <a:xfrm>
                <a:off x="5173382" y="2706025"/>
                <a:ext cx="12337" cy="22832"/>
              </a:xfrm>
              <a:custGeom>
                <a:avLst/>
                <a:gdLst/>
                <a:ahLst/>
                <a:cxnLst/>
                <a:rect l="l" t="t" r="r" b="b"/>
                <a:pathLst>
                  <a:path w="355" h="657" extrusionOk="0">
                    <a:moveTo>
                      <a:pt x="271" y="1"/>
                    </a:moveTo>
                    <a:cubicBezTo>
                      <a:pt x="249" y="1"/>
                      <a:pt x="226" y="21"/>
                      <a:pt x="206" y="41"/>
                    </a:cubicBezTo>
                    <a:lnTo>
                      <a:pt x="1" y="571"/>
                    </a:lnTo>
                    <a:cubicBezTo>
                      <a:pt x="1" y="599"/>
                      <a:pt x="1" y="656"/>
                      <a:pt x="29" y="656"/>
                    </a:cubicBezTo>
                    <a:lnTo>
                      <a:pt x="57" y="656"/>
                    </a:lnTo>
                    <a:cubicBezTo>
                      <a:pt x="93" y="656"/>
                      <a:pt x="121" y="656"/>
                      <a:pt x="121" y="628"/>
                    </a:cubicBezTo>
                    <a:lnTo>
                      <a:pt x="326" y="69"/>
                    </a:lnTo>
                    <a:cubicBezTo>
                      <a:pt x="354" y="41"/>
                      <a:pt x="326" y="12"/>
                      <a:pt x="298" y="12"/>
                    </a:cubicBezTo>
                    <a:cubicBezTo>
                      <a:pt x="289" y="4"/>
                      <a:pt x="281" y="1"/>
                      <a:pt x="2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1">
                <a:extLst>
                  <a:ext uri="{FF2B5EF4-FFF2-40B4-BE49-F238E27FC236}">
                    <a16:creationId xmlns:a16="http://schemas.microsoft.com/office/drawing/2014/main" id="{C16C77E8-0B47-C4FB-7DD2-1EC860547C99}"/>
                  </a:ext>
                </a:extLst>
              </p:cNvPr>
              <p:cNvSpPr/>
              <p:nvPr/>
            </p:nvSpPr>
            <p:spPr>
              <a:xfrm>
                <a:off x="5186658" y="2706025"/>
                <a:ext cx="12337" cy="22832"/>
              </a:xfrm>
              <a:custGeom>
                <a:avLst/>
                <a:gdLst/>
                <a:ahLst/>
                <a:cxnLst/>
                <a:rect l="l" t="t" r="r" b="b"/>
                <a:pathLst>
                  <a:path w="355" h="657" extrusionOk="0">
                    <a:moveTo>
                      <a:pt x="273" y="1"/>
                    </a:moveTo>
                    <a:cubicBezTo>
                      <a:pt x="252" y="1"/>
                      <a:pt x="231" y="21"/>
                      <a:pt x="206" y="41"/>
                    </a:cubicBezTo>
                    <a:lnTo>
                      <a:pt x="1" y="571"/>
                    </a:lnTo>
                    <a:cubicBezTo>
                      <a:pt x="1" y="599"/>
                      <a:pt x="1" y="656"/>
                      <a:pt x="29" y="656"/>
                    </a:cubicBezTo>
                    <a:lnTo>
                      <a:pt x="64" y="656"/>
                    </a:lnTo>
                    <a:cubicBezTo>
                      <a:pt x="93" y="656"/>
                      <a:pt x="121" y="656"/>
                      <a:pt x="121" y="628"/>
                    </a:cubicBezTo>
                    <a:lnTo>
                      <a:pt x="326" y="69"/>
                    </a:lnTo>
                    <a:cubicBezTo>
                      <a:pt x="354" y="41"/>
                      <a:pt x="326" y="12"/>
                      <a:pt x="298" y="12"/>
                    </a:cubicBezTo>
                    <a:cubicBezTo>
                      <a:pt x="289" y="4"/>
                      <a:pt x="281" y="1"/>
                      <a:pt x="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1">
                <a:extLst>
                  <a:ext uri="{FF2B5EF4-FFF2-40B4-BE49-F238E27FC236}">
                    <a16:creationId xmlns:a16="http://schemas.microsoft.com/office/drawing/2014/main" id="{DC5CB84B-D881-2CC9-1A56-158989652067}"/>
                  </a:ext>
                </a:extLst>
              </p:cNvPr>
              <p:cNvSpPr/>
              <p:nvPr/>
            </p:nvSpPr>
            <p:spPr>
              <a:xfrm>
                <a:off x="4856959" y="2667345"/>
                <a:ext cx="51399" cy="46256"/>
              </a:xfrm>
              <a:custGeom>
                <a:avLst/>
                <a:gdLst/>
                <a:ahLst/>
                <a:cxnLst/>
                <a:rect l="l" t="t" r="r" b="b"/>
                <a:pathLst>
                  <a:path w="1479" h="1331" extrusionOk="0">
                    <a:moveTo>
                      <a:pt x="0" y="0"/>
                    </a:moveTo>
                    <a:lnTo>
                      <a:pt x="0" y="1330"/>
                    </a:lnTo>
                    <a:lnTo>
                      <a:pt x="1479" y="1330"/>
                    </a:lnTo>
                    <a:lnTo>
                      <a:pt x="1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1">
                <a:extLst>
                  <a:ext uri="{FF2B5EF4-FFF2-40B4-BE49-F238E27FC236}">
                    <a16:creationId xmlns:a16="http://schemas.microsoft.com/office/drawing/2014/main" id="{F6FC26F9-BBD7-1D32-CA96-0A7D25A22E55}"/>
                  </a:ext>
                </a:extLst>
              </p:cNvPr>
              <p:cNvSpPr/>
              <p:nvPr/>
            </p:nvSpPr>
            <p:spPr>
              <a:xfrm>
                <a:off x="4963441" y="2633670"/>
                <a:ext cx="22624" cy="116803"/>
              </a:xfrm>
              <a:custGeom>
                <a:avLst/>
                <a:gdLst/>
                <a:ahLst/>
                <a:cxnLst/>
                <a:rect l="l" t="t" r="r" b="b"/>
                <a:pathLst>
                  <a:path w="651" h="3361" extrusionOk="0">
                    <a:moveTo>
                      <a:pt x="587" y="0"/>
                    </a:moveTo>
                    <a:cubicBezTo>
                      <a:pt x="559" y="0"/>
                      <a:pt x="531" y="0"/>
                      <a:pt x="531" y="29"/>
                    </a:cubicBezTo>
                    <a:cubicBezTo>
                      <a:pt x="0" y="1033"/>
                      <a:pt x="0" y="2299"/>
                      <a:pt x="502" y="3332"/>
                    </a:cubicBezTo>
                    <a:cubicBezTo>
                      <a:pt x="502" y="3361"/>
                      <a:pt x="531" y="3361"/>
                      <a:pt x="559" y="3361"/>
                    </a:cubicBezTo>
                    <a:lnTo>
                      <a:pt x="587" y="3361"/>
                    </a:lnTo>
                    <a:cubicBezTo>
                      <a:pt x="616" y="3332"/>
                      <a:pt x="616" y="3304"/>
                      <a:pt x="616" y="3269"/>
                    </a:cubicBezTo>
                    <a:cubicBezTo>
                      <a:pt x="120" y="2299"/>
                      <a:pt x="120" y="1061"/>
                      <a:pt x="616" y="85"/>
                    </a:cubicBezTo>
                    <a:cubicBezTo>
                      <a:pt x="651" y="57"/>
                      <a:pt x="616" y="29"/>
                      <a:pt x="5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1">
                <a:extLst>
                  <a:ext uri="{FF2B5EF4-FFF2-40B4-BE49-F238E27FC236}">
                    <a16:creationId xmlns:a16="http://schemas.microsoft.com/office/drawing/2014/main" id="{686A4BC6-1793-4263-38F6-36CFA9C1FCE6}"/>
                  </a:ext>
                </a:extLst>
              </p:cNvPr>
              <p:cNvSpPr/>
              <p:nvPr/>
            </p:nvSpPr>
            <p:spPr>
              <a:xfrm>
                <a:off x="4989993" y="2675686"/>
                <a:ext cx="103528" cy="32737"/>
              </a:xfrm>
              <a:custGeom>
                <a:avLst/>
                <a:gdLst/>
                <a:ahLst/>
                <a:cxnLst/>
                <a:rect l="l" t="t" r="r" b="b"/>
                <a:pathLst>
                  <a:path w="2979" h="942" extrusionOk="0">
                    <a:moveTo>
                      <a:pt x="0" y="1"/>
                    </a:moveTo>
                    <a:lnTo>
                      <a:pt x="0" y="942"/>
                    </a:lnTo>
                    <a:lnTo>
                      <a:pt x="2978" y="942"/>
                    </a:lnTo>
                    <a:lnTo>
                      <a:pt x="29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1">
                <a:extLst>
                  <a:ext uri="{FF2B5EF4-FFF2-40B4-BE49-F238E27FC236}">
                    <a16:creationId xmlns:a16="http://schemas.microsoft.com/office/drawing/2014/main" id="{3B28F181-B9C5-1692-1B89-8DDABD616FF0}"/>
                  </a:ext>
                </a:extLst>
              </p:cNvPr>
              <p:cNvSpPr/>
              <p:nvPr/>
            </p:nvSpPr>
            <p:spPr>
              <a:xfrm>
                <a:off x="5122261" y="2675686"/>
                <a:ext cx="48202" cy="32737"/>
              </a:xfrm>
              <a:custGeom>
                <a:avLst/>
                <a:gdLst/>
                <a:ahLst/>
                <a:cxnLst/>
                <a:rect l="l" t="t" r="r" b="b"/>
                <a:pathLst>
                  <a:path w="1387" h="942" extrusionOk="0">
                    <a:moveTo>
                      <a:pt x="0" y="1"/>
                    </a:moveTo>
                    <a:lnTo>
                      <a:pt x="0" y="942"/>
                    </a:lnTo>
                    <a:lnTo>
                      <a:pt x="1387" y="94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1">
                <a:extLst>
                  <a:ext uri="{FF2B5EF4-FFF2-40B4-BE49-F238E27FC236}">
                    <a16:creationId xmlns:a16="http://schemas.microsoft.com/office/drawing/2014/main" id="{83D78D75-727A-C54B-B46A-1EABBC440895}"/>
                  </a:ext>
                </a:extLst>
              </p:cNvPr>
              <p:cNvSpPr/>
              <p:nvPr/>
            </p:nvSpPr>
            <p:spPr>
              <a:xfrm>
                <a:off x="5001287" y="2696121"/>
                <a:ext cx="75760" cy="4205"/>
              </a:xfrm>
              <a:custGeom>
                <a:avLst/>
                <a:gdLst/>
                <a:ahLst/>
                <a:cxnLst/>
                <a:rect l="l" t="t" r="r" b="b"/>
                <a:pathLst>
                  <a:path w="2180" h="121" extrusionOk="0">
                    <a:moveTo>
                      <a:pt x="57" y="0"/>
                    </a:moveTo>
                    <a:cubicBezTo>
                      <a:pt x="29" y="0"/>
                      <a:pt x="1" y="28"/>
                      <a:pt x="1" y="57"/>
                    </a:cubicBezTo>
                    <a:cubicBezTo>
                      <a:pt x="1" y="92"/>
                      <a:pt x="29" y="120"/>
                      <a:pt x="57" y="120"/>
                    </a:cubicBezTo>
                    <a:lnTo>
                      <a:pt x="2123" y="120"/>
                    </a:lnTo>
                    <a:cubicBezTo>
                      <a:pt x="2151" y="120"/>
                      <a:pt x="2179" y="92"/>
                      <a:pt x="2179" y="57"/>
                    </a:cubicBezTo>
                    <a:cubicBezTo>
                      <a:pt x="2179" y="28"/>
                      <a:pt x="2151" y="0"/>
                      <a:pt x="2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1">
                <a:extLst>
                  <a:ext uri="{FF2B5EF4-FFF2-40B4-BE49-F238E27FC236}">
                    <a16:creationId xmlns:a16="http://schemas.microsoft.com/office/drawing/2014/main" id="{1718600C-B4AC-2645-08C2-A60EFA62A95B}"/>
                  </a:ext>
                </a:extLst>
              </p:cNvPr>
              <p:cNvSpPr/>
              <p:nvPr/>
            </p:nvSpPr>
            <p:spPr>
              <a:xfrm>
                <a:off x="4892858" y="2675686"/>
                <a:ext cx="4205" cy="32737"/>
              </a:xfrm>
              <a:custGeom>
                <a:avLst/>
                <a:gdLst/>
                <a:ahLst/>
                <a:cxnLst/>
                <a:rect l="l" t="t" r="r" b="b"/>
                <a:pathLst>
                  <a:path w="121" h="942" extrusionOk="0">
                    <a:moveTo>
                      <a:pt x="64" y="1"/>
                    </a:moveTo>
                    <a:cubicBezTo>
                      <a:pt x="28" y="1"/>
                      <a:pt x="0" y="29"/>
                      <a:pt x="0" y="58"/>
                    </a:cubicBezTo>
                    <a:lnTo>
                      <a:pt x="0" y="885"/>
                    </a:lnTo>
                    <a:cubicBezTo>
                      <a:pt x="0" y="914"/>
                      <a:pt x="28" y="942"/>
                      <a:pt x="64" y="942"/>
                    </a:cubicBezTo>
                    <a:cubicBezTo>
                      <a:pt x="92" y="942"/>
                      <a:pt x="120" y="914"/>
                      <a:pt x="120" y="885"/>
                    </a:cubicBezTo>
                    <a:lnTo>
                      <a:pt x="120" y="58"/>
                    </a:lnTo>
                    <a:cubicBezTo>
                      <a:pt x="120" y="29"/>
                      <a:pt x="92"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1">
                <a:extLst>
                  <a:ext uri="{FF2B5EF4-FFF2-40B4-BE49-F238E27FC236}">
                    <a16:creationId xmlns:a16="http://schemas.microsoft.com/office/drawing/2014/main" id="{78F669E2-22EE-FF7F-E815-A856410C9C55}"/>
                  </a:ext>
                </a:extLst>
              </p:cNvPr>
              <p:cNvSpPr/>
              <p:nvPr/>
            </p:nvSpPr>
            <p:spPr>
              <a:xfrm>
                <a:off x="5180507" y="2670543"/>
                <a:ext cx="34961" cy="27559"/>
              </a:xfrm>
              <a:custGeom>
                <a:avLst/>
                <a:gdLst/>
                <a:ahLst/>
                <a:cxnLst/>
                <a:rect l="l" t="t" r="r" b="b"/>
                <a:pathLst>
                  <a:path w="1006" h="793" extrusionOk="0">
                    <a:moveTo>
                      <a:pt x="121" y="0"/>
                    </a:moveTo>
                    <a:lnTo>
                      <a:pt x="1" y="651"/>
                    </a:lnTo>
                    <a:lnTo>
                      <a:pt x="913" y="793"/>
                    </a:lnTo>
                    <a:lnTo>
                      <a:pt x="1005" y="149"/>
                    </a:lnTo>
                    <a:lnTo>
                      <a:pt x="1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1">
                <a:extLst>
                  <a:ext uri="{FF2B5EF4-FFF2-40B4-BE49-F238E27FC236}">
                    <a16:creationId xmlns:a16="http://schemas.microsoft.com/office/drawing/2014/main" id="{B003D827-2061-13DE-F918-14E372D08044}"/>
                  </a:ext>
                </a:extLst>
              </p:cNvPr>
              <p:cNvSpPr/>
              <p:nvPr/>
            </p:nvSpPr>
            <p:spPr>
              <a:xfrm>
                <a:off x="4825021" y="2875340"/>
                <a:ext cx="33953" cy="95430"/>
              </a:xfrm>
              <a:custGeom>
                <a:avLst/>
                <a:gdLst/>
                <a:ahLst/>
                <a:cxnLst/>
                <a:rect l="l" t="t" r="r" b="b"/>
                <a:pathLst>
                  <a:path w="977" h="2746" extrusionOk="0">
                    <a:moveTo>
                      <a:pt x="884" y="0"/>
                    </a:moveTo>
                    <a:cubicBezTo>
                      <a:pt x="594" y="0"/>
                      <a:pt x="326" y="241"/>
                      <a:pt x="326" y="559"/>
                    </a:cubicBezTo>
                    <a:lnTo>
                      <a:pt x="326" y="913"/>
                    </a:lnTo>
                    <a:cubicBezTo>
                      <a:pt x="326" y="1033"/>
                      <a:pt x="269" y="1125"/>
                      <a:pt x="212" y="1210"/>
                    </a:cubicBezTo>
                    <a:lnTo>
                      <a:pt x="0" y="1415"/>
                    </a:lnTo>
                    <a:lnTo>
                      <a:pt x="149" y="1564"/>
                    </a:lnTo>
                    <a:cubicBezTo>
                      <a:pt x="241" y="1656"/>
                      <a:pt x="269" y="1741"/>
                      <a:pt x="269" y="1861"/>
                    </a:cubicBezTo>
                    <a:lnTo>
                      <a:pt x="269" y="2186"/>
                    </a:lnTo>
                    <a:cubicBezTo>
                      <a:pt x="269" y="2476"/>
                      <a:pt x="531" y="2745"/>
                      <a:pt x="828" y="2745"/>
                    </a:cubicBezTo>
                    <a:lnTo>
                      <a:pt x="920" y="2745"/>
                    </a:lnTo>
                    <a:cubicBezTo>
                      <a:pt x="948" y="2745"/>
                      <a:pt x="976" y="2717"/>
                      <a:pt x="976" y="2682"/>
                    </a:cubicBezTo>
                    <a:cubicBezTo>
                      <a:pt x="976" y="2625"/>
                      <a:pt x="948" y="2625"/>
                      <a:pt x="920" y="2625"/>
                    </a:cubicBezTo>
                    <a:lnTo>
                      <a:pt x="828" y="2625"/>
                    </a:lnTo>
                    <a:cubicBezTo>
                      <a:pt x="594" y="2625"/>
                      <a:pt x="389" y="2420"/>
                      <a:pt x="389" y="2186"/>
                    </a:cubicBezTo>
                    <a:lnTo>
                      <a:pt x="389" y="1861"/>
                    </a:lnTo>
                    <a:cubicBezTo>
                      <a:pt x="389" y="1712"/>
                      <a:pt x="326" y="1592"/>
                      <a:pt x="241" y="1479"/>
                    </a:cubicBezTo>
                    <a:lnTo>
                      <a:pt x="177" y="1415"/>
                    </a:lnTo>
                    <a:lnTo>
                      <a:pt x="269" y="1302"/>
                    </a:lnTo>
                    <a:cubicBezTo>
                      <a:pt x="389" y="1210"/>
                      <a:pt x="446" y="1062"/>
                      <a:pt x="446" y="913"/>
                    </a:cubicBezTo>
                    <a:lnTo>
                      <a:pt x="446" y="559"/>
                    </a:lnTo>
                    <a:cubicBezTo>
                      <a:pt x="446" y="297"/>
                      <a:pt x="651" y="121"/>
                      <a:pt x="884" y="121"/>
                    </a:cubicBezTo>
                    <a:cubicBezTo>
                      <a:pt x="920" y="121"/>
                      <a:pt x="948" y="92"/>
                      <a:pt x="948" y="64"/>
                    </a:cubicBezTo>
                    <a:cubicBezTo>
                      <a:pt x="948" y="29"/>
                      <a:pt x="920" y="0"/>
                      <a:pt x="8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1">
                <a:extLst>
                  <a:ext uri="{FF2B5EF4-FFF2-40B4-BE49-F238E27FC236}">
                    <a16:creationId xmlns:a16="http://schemas.microsoft.com/office/drawing/2014/main" id="{36600E07-5961-6AD3-2558-53D5B656F263}"/>
                  </a:ext>
                </a:extLst>
              </p:cNvPr>
              <p:cNvSpPr/>
              <p:nvPr/>
            </p:nvSpPr>
            <p:spPr>
              <a:xfrm>
                <a:off x="4974736" y="2875340"/>
                <a:ext cx="33710" cy="95430"/>
              </a:xfrm>
              <a:custGeom>
                <a:avLst/>
                <a:gdLst/>
                <a:ahLst/>
                <a:cxnLst/>
                <a:rect l="l" t="t" r="r" b="b"/>
                <a:pathLst>
                  <a:path w="970" h="2746" extrusionOk="0">
                    <a:moveTo>
                      <a:pt x="114" y="0"/>
                    </a:moveTo>
                    <a:cubicBezTo>
                      <a:pt x="57" y="0"/>
                      <a:pt x="57" y="29"/>
                      <a:pt x="57" y="64"/>
                    </a:cubicBezTo>
                    <a:cubicBezTo>
                      <a:pt x="57" y="92"/>
                      <a:pt x="57" y="121"/>
                      <a:pt x="114" y="121"/>
                    </a:cubicBezTo>
                    <a:cubicBezTo>
                      <a:pt x="354" y="121"/>
                      <a:pt x="559" y="297"/>
                      <a:pt x="559" y="559"/>
                    </a:cubicBezTo>
                    <a:lnTo>
                      <a:pt x="559" y="913"/>
                    </a:lnTo>
                    <a:cubicBezTo>
                      <a:pt x="559" y="1062"/>
                      <a:pt x="588" y="1210"/>
                      <a:pt x="708" y="1302"/>
                    </a:cubicBezTo>
                    <a:lnTo>
                      <a:pt x="821" y="1415"/>
                    </a:lnTo>
                    <a:lnTo>
                      <a:pt x="765" y="1479"/>
                    </a:lnTo>
                    <a:cubicBezTo>
                      <a:pt x="644" y="1564"/>
                      <a:pt x="588" y="1712"/>
                      <a:pt x="588" y="1861"/>
                    </a:cubicBezTo>
                    <a:lnTo>
                      <a:pt x="588" y="2186"/>
                    </a:lnTo>
                    <a:cubicBezTo>
                      <a:pt x="588" y="2420"/>
                      <a:pt x="382" y="2625"/>
                      <a:pt x="149" y="2625"/>
                    </a:cubicBezTo>
                    <a:lnTo>
                      <a:pt x="57" y="2625"/>
                    </a:lnTo>
                    <a:cubicBezTo>
                      <a:pt x="29" y="2625"/>
                      <a:pt x="0" y="2625"/>
                      <a:pt x="0" y="2682"/>
                    </a:cubicBezTo>
                    <a:cubicBezTo>
                      <a:pt x="0" y="2717"/>
                      <a:pt x="29" y="2745"/>
                      <a:pt x="57" y="2745"/>
                    </a:cubicBezTo>
                    <a:lnTo>
                      <a:pt x="149" y="2745"/>
                    </a:lnTo>
                    <a:cubicBezTo>
                      <a:pt x="467" y="2745"/>
                      <a:pt x="708" y="2476"/>
                      <a:pt x="708" y="2186"/>
                    </a:cubicBezTo>
                    <a:lnTo>
                      <a:pt x="708" y="1861"/>
                    </a:lnTo>
                    <a:cubicBezTo>
                      <a:pt x="708" y="1741"/>
                      <a:pt x="765" y="1656"/>
                      <a:pt x="821" y="1564"/>
                    </a:cubicBezTo>
                    <a:lnTo>
                      <a:pt x="970" y="1415"/>
                    </a:lnTo>
                    <a:lnTo>
                      <a:pt x="793" y="1210"/>
                    </a:lnTo>
                    <a:cubicBezTo>
                      <a:pt x="708" y="1125"/>
                      <a:pt x="680" y="1033"/>
                      <a:pt x="680" y="913"/>
                    </a:cubicBezTo>
                    <a:lnTo>
                      <a:pt x="680" y="559"/>
                    </a:lnTo>
                    <a:cubicBezTo>
                      <a:pt x="680" y="241"/>
                      <a:pt x="411" y="0"/>
                      <a:pt x="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1">
                <a:extLst>
                  <a:ext uri="{FF2B5EF4-FFF2-40B4-BE49-F238E27FC236}">
                    <a16:creationId xmlns:a16="http://schemas.microsoft.com/office/drawing/2014/main" id="{EC23B4A4-6DE2-3719-4277-B3DCD0E8905F}"/>
                  </a:ext>
                </a:extLst>
              </p:cNvPr>
              <p:cNvSpPr/>
              <p:nvPr/>
            </p:nvSpPr>
            <p:spPr>
              <a:xfrm>
                <a:off x="4858940" y="2899910"/>
                <a:ext cx="51156" cy="47263"/>
              </a:xfrm>
              <a:custGeom>
                <a:avLst/>
                <a:gdLst/>
                <a:ahLst/>
                <a:cxnLst/>
                <a:rect l="l" t="t" r="r" b="b"/>
                <a:pathLst>
                  <a:path w="1472" h="1360" extrusionOk="0">
                    <a:moveTo>
                      <a:pt x="0" y="1"/>
                    </a:moveTo>
                    <a:lnTo>
                      <a:pt x="0" y="1359"/>
                    </a:lnTo>
                    <a:lnTo>
                      <a:pt x="1472" y="1359"/>
                    </a:lnTo>
                    <a:lnTo>
                      <a:pt x="14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1">
                <a:extLst>
                  <a:ext uri="{FF2B5EF4-FFF2-40B4-BE49-F238E27FC236}">
                    <a16:creationId xmlns:a16="http://schemas.microsoft.com/office/drawing/2014/main" id="{C33997EB-5B2A-78FC-3A19-058AA4FB90DA}"/>
                  </a:ext>
                </a:extLst>
              </p:cNvPr>
              <p:cNvSpPr/>
              <p:nvPr/>
            </p:nvSpPr>
            <p:spPr>
              <a:xfrm>
                <a:off x="5042330" y="2867208"/>
                <a:ext cx="23666" cy="116838"/>
              </a:xfrm>
              <a:custGeom>
                <a:avLst/>
                <a:gdLst/>
                <a:ahLst/>
                <a:cxnLst/>
                <a:rect l="l" t="t" r="r" b="b"/>
                <a:pathLst>
                  <a:path w="681" h="3362" extrusionOk="0">
                    <a:moveTo>
                      <a:pt x="616" y="1"/>
                    </a:moveTo>
                    <a:cubicBezTo>
                      <a:pt x="588" y="1"/>
                      <a:pt x="560" y="1"/>
                      <a:pt x="560" y="29"/>
                    </a:cubicBezTo>
                    <a:cubicBezTo>
                      <a:pt x="29" y="1034"/>
                      <a:pt x="1" y="2300"/>
                      <a:pt x="532" y="3333"/>
                    </a:cubicBezTo>
                    <a:cubicBezTo>
                      <a:pt x="532" y="3361"/>
                      <a:pt x="560" y="3361"/>
                      <a:pt x="588" y="3361"/>
                    </a:cubicBezTo>
                    <a:lnTo>
                      <a:pt x="616" y="3361"/>
                    </a:lnTo>
                    <a:cubicBezTo>
                      <a:pt x="645" y="3333"/>
                      <a:pt x="645" y="3305"/>
                      <a:pt x="645" y="3269"/>
                    </a:cubicBezTo>
                    <a:cubicBezTo>
                      <a:pt x="149" y="2300"/>
                      <a:pt x="149" y="1062"/>
                      <a:pt x="645" y="86"/>
                    </a:cubicBezTo>
                    <a:cubicBezTo>
                      <a:pt x="680" y="58"/>
                      <a:pt x="645" y="29"/>
                      <a:pt x="6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1">
                <a:extLst>
                  <a:ext uri="{FF2B5EF4-FFF2-40B4-BE49-F238E27FC236}">
                    <a16:creationId xmlns:a16="http://schemas.microsoft.com/office/drawing/2014/main" id="{1D3CE119-C5D4-F404-ABA1-B8214ABA8E2F}"/>
                  </a:ext>
                </a:extLst>
              </p:cNvPr>
              <p:cNvSpPr/>
              <p:nvPr/>
            </p:nvSpPr>
            <p:spPr>
              <a:xfrm>
                <a:off x="5296303" y="2867208"/>
                <a:ext cx="22659" cy="116838"/>
              </a:xfrm>
              <a:custGeom>
                <a:avLst/>
                <a:gdLst/>
                <a:ahLst/>
                <a:cxnLst/>
                <a:rect l="l" t="t" r="r" b="b"/>
                <a:pathLst>
                  <a:path w="652" h="3362" extrusionOk="0">
                    <a:moveTo>
                      <a:pt x="29" y="1"/>
                    </a:moveTo>
                    <a:cubicBezTo>
                      <a:pt x="1" y="29"/>
                      <a:pt x="1" y="58"/>
                      <a:pt x="1" y="86"/>
                    </a:cubicBezTo>
                    <a:cubicBezTo>
                      <a:pt x="531" y="1062"/>
                      <a:pt x="531" y="2300"/>
                      <a:pt x="29" y="3269"/>
                    </a:cubicBezTo>
                    <a:cubicBezTo>
                      <a:pt x="29" y="3305"/>
                      <a:pt x="29" y="3333"/>
                      <a:pt x="57" y="3361"/>
                    </a:cubicBezTo>
                    <a:lnTo>
                      <a:pt x="93" y="3361"/>
                    </a:lnTo>
                    <a:cubicBezTo>
                      <a:pt x="121" y="3361"/>
                      <a:pt x="121" y="3361"/>
                      <a:pt x="149" y="3333"/>
                    </a:cubicBezTo>
                    <a:cubicBezTo>
                      <a:pt x="652" y="2300"/>
                      <a:pt x="652" y="1034"/>
                      <a:pt x="121" y="29"/>
                    </a:cubicBezTo>
                    <a:cubicBezTo>
                      <a:pt x="121" y="1"/>
                      <a:pt x="57" y="1"/>
                      <a:pt x="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1">
                <a:extLst>
                  <a:ext uri="{FF2B5EF4-FFF2-40B4-BE49-F238E27FC236}">
                    <a16:creationId xmlns:a16="http://schemas.microsoft.com/office/drawing/2014/main" id="{B00A72A1-8552-C65C-E7C9-189B9CEE1AA7}"/>
                  </a:ext>
                </a:extLst>
              </p:cNvPr>
              <p:cNvSpPr/>
              <p:nvPr/>
            </p:nvSpPr>
            <p:spPr>
              <a:xfrm>
                <a:off x="5069889"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1">
                <a:extLst>
                  <a:ext uri="{FF2B5EF4-FFF2-40B4-BE49-F238E27FC236}">
                    <a16:creationId xmlns:a16="http://schemas.microsoft.com/office/drawing/2014/main" id="{855FA41E-3E17-3821-ADFB-A5F2745068DC}"/>
                  </a:ext>
                </a:extLst>
              </p:cNvPr>
              <p:cNvSpPr/>
              <p:nvPr/>
            </p:nvSpPr>
            <p:spPr>
              <a:xfrm>
                <a:off x="5245182" y="2909259"/>
                <a:ext cx="49210" cy="32737"/>
              </a:xfrm>
              <a:custGeom>
                <a:avLst/>
                <a:gdLst/>
                <a:ahLst/>
                <a:cxnLst/>
                <a:rect l="l" t="t" r="r" b="b"/>
                <a:pathLst>
                  <a:path w="1416" h="942" extrusionOk="0">
                    <a:moveTo>
                      <a:pt x="0" y="1"/>
                    </a:moveTo>
                    <a:lnTo>
                      <a:pt x="0" y="942"/>
                    </a:lnTo>
                    <a:lnTo>
                      <a:pt x="1415" y="942"/>
                    </a:lnTo>
                    <a:lnTo>
                      <a:pt x="1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1">
                <a:extLst>
                  <a:ext uri="{FF2B5EF4-FFF2-40B4-BE49-F238E27FC236}">
                    <a16:creationId xmlns:a16="http://schemas.microsoft.com/office/drawing/2014/main" id="{81C7C51E-58E7-B494-7AD2-5852A2E15D85}"/>
                  </a:ext>
                </a:extLst>
              </p:cNvPr>
              <p:cNvSpPr/>
              <p:nvPr/>
            </p:nvSpPr>
            <p:spPr>
              <a:xfrm>
                <a:off x="5142661" y="2908286"/>
                <a:ext cx="50183" cy="33710"/>
              </a:xfrm>
              <a:custGeom>
                <a:avLst/>
                <a:gdLst/>
                <a:ahLst/>
                <a:cxnLst/>
                <a:rect l="l" t="t" r="r" b="b"/>
                <a:pathLst>
                  <a:path w="1444" h="970" extrusionOk="0">
                    <a:moveTo>
                      <a:pt x="0" y="0"/>
                    </a:moveTo>
                    <a:lnTo>
                      <a:pt x="0" y="970"/>
                    </a:lnTo>
                    <a:lnTo>
                      <a:pt x="1443" y="97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1">
                <a:extLst>
                  <a:ext uri="{FF2B5EF4-FFF2-40B4-BE49-F238E27FC236}">
                    <a16:creationId xmlns:a16="http://schemas.microsoft.com/office/drawing/2014/main" id="{E62FF070-3036-42EB-B42F-5F23A3788286}"/>
                  </a:ext>
                </a:extLst>
              </p:cNvPr>
              <p:cNvSpPr/>
              <p:nvPr/>
            </p:nvSpPr>
            <p:spPr>
              <a:xfrm>
                <a:off x="5175363" y="2908286"/>
                <a:ext cx="50426" cy="33710"/>
              </a:xfrm>
              <a:custGeom>
                <a:avLst/>
                <a:gdLst/>
                <a:ahLst/>
                <a:cxnLst/>
                <a:rect l="l" t="t" r="r" b="b"/>
                <a:pathLst>
                  <a:path w="1451" h="970" extrusionOk="0">
                    <a:moveTo>
                      <a:pt x="0" y="0"/>
                    </a:moveTo>
                    <a:lnTo>
                      <a:pt x="1450" y="970"/>
                    </a:lnTo>
                    <a:lnTo>
                      <a:pt x="14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1">
                <a:extLst>
                  <a:ext uri="{FF2B5EF4-FFF2-40B4-BE49-F238E27FC236}">
                    <a16:creationId xmlns:a16="http://schemas.microsoft.com/office/drawing/2014/main" id="{78A46464-1668-F13A-FAEE-E07B1C834D96}"/>
                  </a:ext>
                </a:extLst>
              </p:cNvPr>
              <p:cNvSpPr/>
              <p:nvPr/>
            </p:nvSpPr>
            <p:spPr>
              <a:xfrm>
                <a:off x="5081184" y="2929659"/>
                <a:ext cx="31764" cy="4240"/>
              </a:xfrm>
              <a:custGeom>
                <a:avLst/>
                <a:gdLst/>
                <a:ahLst/>
                <a:cxnLst/>
                <a:rect l="l" t="t" r="r" b="b"/>
                <a:pathLst>
                  <a:path w="914" h="122" extrusionOk="0">
                    <a:moveTo>
                      <a:pt x="57" y="1"/>
                    </a:moveTo>
                    <a:cubicBezTo>
                      <a:pt x="29" y="1"/>
                      <a:pt x="1" y="29"/>
                      <a:pt x="1" y="57"/>
                    </a:cubicBezTo>
                    <a:cubicBezTo>
                      <a:pt x="1" y="93"/>
                      <a:pt x="29" y="121"/>
                      <a:pt x="57" y="121"/>
                    </a:cubicBezTo>
                    <a:lnTo>
                      <a:pt x="857" y="121"/>
                    </a:lnTo>
                    <a:cubicBezTo>
                      <a:pt x="885" y="121"/>
                      <a:pt x="913" y="93"/>
                      <a:pt x="913" y="57"/>
                    </a:cubicBezTo>
                    <a:cubicBezTo>
                      <a:pt x="913" y="29"/>
                      <a:pt x="885"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1">
                <a:extLst>
                  <a:ext uri="{FF2B5EF4-FFF2-40B4-BE49-F238E27FC236}">
                    <a16:creationId xmlns:a16="http://schemas.microsoft.com/office/drawing/2014/main" id="{90414D67-4E0D-F3C8-D16E-6A1D3019AF5D}"/>
                  </a:ext>
                </a:extLst>
              </p:cNvPr>
              <p:cNvSpPr/>
              <p:nvPr/>
            </p:nvSpPr>
            <p:spPr>
              <a:xfrm>
                <a:off x="5254287" y="2929659"/>
                <a:ext cx="32945" cy="4240"/>
              </a:xfrm>
              <a:custGeom>
                <a:avLst/>
                <a:gdLst/>
                <a:ahLst/>
                <a:cxnLst/>
                <a:rect l="l" t="t" r="r" b="b"/>
                <a:pathLst>
                  <a:path w="948" h="122" extrusionOk="0">
                    <a:moveTo>
                      <a:pt x="64" y="1"/>
                    </a:moveTo>
                    <a:cubicBezTo>
                      <a:pt x="28" y="1"/>
                      <a:pt x="0" y="29"/>
                      <a:pt x="0" y="57"/>
                    </a:cubicBezTo>
                    <a:cubicBezTo>
                      <a:pt x="0" y="93"/>
                      <a:pt x="28" y="121"/>
                      <a:pt x="64" y="121"/>
                    </a:cubicBezTo>
                    <a:lnTo>
                      <a:pt x="884" y="121"/>
                    </a:lnTo>
                    <a:cubicBezTo>
                      <a:pt x="913" y="121"/>
                      <a:pt x="948" y="93"/>
                      <a:pt x="948" y="57"/>
                    </a:cubicBezTo>
                    <a:cubicBezTo>
                      <a:pt x="948" y="29"/>
                      <a:pt x="913" y="1"/>
                      <a:pt x="8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1">
                <a:extLst>
                  <a:ext uri="{FF2B5EF4-FFF2-40B4-BE49-F238E27FC236}">
                    <a16:creationId xmlns:a16="http://schemas.microsoft.com/office/drawing/2014/main" id="{E17140F2-1988-17F0-7142-FBF722E0E269}"/>
                  </a:ext>
                </a:extLst>
              </p:cNvPr>
              <p:cNvSpPr/>
              <p:nvPr/>
            </p:nvSpPr>
            <p:spPr>
              <a:xfrm>
                <a:off x="4894840" y="2909259"/>
                <a:ext cx="3962" cy="31764"/>
              </a:xfrm>
              <a:custGeom>
                <a:avLst/>
                <a:gdLst/>
                <a:ahLst/>
                <a:cxnLst/>
                <a:rect l="l" t="t" r="r" b="b"/>
                <a:pathLst>
                  <a:path w="114" h="914" extrusionOk="0">
                    <a:moveTo>
                      <a:pt x="57" y="1"/>
                    </a:moveTo>
                    <a:cubicBezTo>
                      <a:pt x="29" y="1"/>
                      <a:pt x="0" y="1"/>
                      <a:pt x="0" y="57"/>
                    </a:cubicBezTo>
                    <a:lnTo>
                      <a:pt x="0" y="857"/>
                    </a:lnTo>
                    <a:cubicBezTo>
                      <a:pt x="0" y="885"/>
                      <a:pt x="29" y="913"/>
                      <a:pt x="57" y="913"/>
                    </a:cubicBezTo>
                    <a:cubicBezTo>
                      <a:pt x="85" y="913"/>
                      <a:pt x="114" y="885"/>
                      <a:pt x="114" y="857"/>
                    </a:cubicBezTo>
                    <a:lnTo>
                      <a:pt x="114" y="57"/>
                    </a:lnTo>
                    <a:cubicBezTo>
                      <a:pt x="114" y="1"/>
                      <a:pt x="85" y="1"/>
                      <a:pt x="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1">
                <a:extLst>
                  <a:ext uri="{FF2B5EF4-FFF2-40B4-BE49-F238E27FC236}">
                    <a16:creationId xmlns:a16="http://schemas.microsoft.com/office/drawing/2014/main" id="{C41E04DB-9FB8-FA6C-B29E-ECEAD26B6BD3}"/>
                  </a:ext>
                </a:extLst>
              </p:cNvPr>
              <p:cNvSpPr/>
              <p:nvPr/>
            </p:nvSpPr>
            <p:spPr>
              <a:xfrm>
                <a:off x="4923337" y="2899910"/>
                <a:ext cx="51434" cy="47263"/>
              </a:xfrm>
              <a:custGeom>
                <a:avLst/>
                <a:gdLst/>
                <a:ahLst/>
                <a:cxnLst/>
                <a:rect l="l" t="t" r="r" b="b"/>
                <a:pathLst>
                  <a:path w="1480" h="1360" extrusionOk="0">
                    <a:moveTo>
                      <a:pt x="1" y="1"/>
                    </a:moveTo>
                    <a:lnTo>
                      <a:pt x="1" y="1359"/>
                    </a:lnTo>
                    <a:lnTo>
                      <a:pt x="1479" y="1359"/>
                    </a:lnTo>
                    <a:lnTo>
                      <a:pt x="14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1">
                <a:extLst>
                  <a:ext uri="{FF2B5EF4-FFF2-40B4-BE49-F238E27FC236}">
                    <a16:creationId xmlns:a16="http://schemas.microsoft.com/office/drawing/2014/main" id="{35B7C102-BD5D-2D3C-7523-54908ED9C6CD}"/>
                  </a:ext>
                </a:extLst>
              </p:cNvPr>
              <p:cNvSpPr/>
              <p:nvPr/>
            </p:nvSpPr>
            <p:spPr>
              <a:xfrm>
                <a:off x="4959236" y="2909259"/>
                <a:ext cx="4240" cy="31764"/>
              </a:xfrm>
              <a:custGeom>
                <a:avLst/>
                <a:gdLst/>
                <a:ahLst/>
                <a:cxnLst/>
                <a:rect l="l" t="t" r="r" b="b"/>
                <a:pathLst>
                  <a:path w="122" h="914" extrusionOk="0">
                    <a:moveTo>
                      <a:pt x="64" y="1"/>
                    </a:moveTo>
                    <a:cubicBezTo>
                      <a:pt x="29" y="1"/>
                      <a:pt x="1" y="1"/>
                      <a:pt x="1" y="57"/>
                    </a:cubicBezTo>
                    <a:lnTo>
                      <a:pt x="1" y="857"/>
                    </a:lnTo>
                    <a:cubicBezTo>
                      <a:pt x="1" y="885"/>
                      <a:pt x="29" y="913"/>
                      <a:pt x="64" y="913"/>
                    </a:cubicBezTo>
                    <a:cubicBezTo>
                      <a:pt x="121" y="913"/>
                      <a:pt x="121" y="885"/>
                      <a:pt x="121" y="857"/>
                    </a:cubicBezTo>
                    <a:lnTo>
                      <a:pt x="121" y="57"/>
                    </a:lnTo>
                    <a:cubicBezTo>
                      <a:pt x="121" y="1"/>
                      <a:pt x="121" y="1"/>
                      <a:pt x="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1">
                <a:extLst>
                  <a:ext uri="{FF2B5EF4-FFF2-40B4-BE49-F238E27FC236}">
                    <a16:creationId xmlns:a16="http://schemas.microsoft.com/office/drawing/2014/main" id="{4684824F-4F92-96C5-E9B7-AB8A8347440F}"/>
                  </a:ext>
                </a:extLst>
              </p:cNvPr>
              <p:cNvSpPr/>
              <p:nvPr/>
            </p:nvSpPr>
            <p:spPr>
              <a:xfrm>
                <a:off x="4805595" y="2781716"/>
                <a:ext cx="50183" cy="62937"/>
              </a:xfrm>
              <a:custGeom>
                <a:avLst/>
                <a:gdLst/>
                <a:ahLst/>
                <a:cxnLst/>
                <a:rect l="l" t="t" r="r" b="b"/>
                <a:pathLst>
                  <a:path w="1444" h="1811" extrusionOk="0">
                    <a:moveTo>
                      <a:pt x="1387" y="1"/>
                    </a:moveTo>
                    <a:cubicBezTo>
                      <a:pt x="1368" y="1"/>
                      <a:pt x="1349" y="13"/>
                      <a:pt x="1330" y="13"/>
                    </a:cubicBezTo>
                    <a:lnTo>
                      <a:pt x="29" y="1725"/>
                    </a:lnTo>
                    <a:cubicBezTo>
                      <a:pt x="0" y="1725"/>
                      <a:pt x="0" y="1782"/>
                      <a:pt x="29" y="1782"/>
                    </a:cubicBezTo>
                    <a:lnTo>
                      <a:pt x="64" y="1810"/>
                    </a:lnTo>
                    <a:cubicBezTo>
                      <a:pt x="92" y="1810"/>
                      <a:pt x="121" y="1782"/>
                      <a:pt x="121"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1">
                <a:extLst>
                  <a:ext uri="{FF2B5EF4-FFF2-40B4-BE49-F238E27FC236}">
                    <a16:creationId xmlns:a16="http://schemas.microsoft.com/office/drawing/2014/main" id="{09E68154-69B4-9AEA-86AD-01C9ABDEFE5E}"/>
                  </a:ext>
                </a:extLst>
              </p:cNvPr>
              <p:cNvSpPr/>
              <p:nvPr/>
            </p:nvSpPr>
            <p:spPr>
              <a:xfrm>
                <a:off x="4841494" y="2781716"/>
                <a:ext cx="50183" cy="62937"/>
              </a:xfrm>
              <a:custGeom>
                <a:avLst/>
                <a:gdLst/>
                <a:ahLst/>
                <a:cxnLst/>
                <a:rect l="l" t="t" r="r" b="b"/>
                <a:pathLst>
                  <a:path w="1444" h="1811" extrusionOk="0">
                    <a:moveTo>
                      <a:pt x="1387" y="1"/>
                    </a:moveTo>
                    <a:cubicBezTo>
                      <a:pt x="1368" y="1"/>
                      <a:pt x="1349" y="13"/>
                      <a:pt x="1330" y="13"/>
                    </a:cubicBezTo>
                    <a:lnTo>
                      <a:pt x="28" y="1725"/>
                    </a:lnTo>
                    <a:cubicBezTo>
                      <a:pt x="0" y="1725"/>
                      <a:pt x="0" y="1782"/>
                      <a:pt x="28" y="1782"/>
                    </a:cubicBezTo>
                    <a:cubicBezTo>
                      <a:pt x="28" y="1810"/>
                      <a:pt x="57" y="1810"/>
                      <a:pt x="57" y="1810"/>
                    </a:cubicBezTo>
                    <a:cubicBezTo>
                      <a:pt x="92" y="1810"/>
                      <a:pt x="92" y="1782"/>
                      <a:pt x="120" y="1782"/>
                    </a:cubicBezTo>
                    <a:lnTo>
                      <a:pt x="1415" y="105"/>
                    </a:lnTo>
                    <a:cubicBezTo>
                      <a:pt x="1443" y="70"/>
                      <a:pt x="1443" y="41"/>
                      <a:pt x="1415" y="13"/>
                    </a:cubicBezTo>
                    <a:cubicBezTo>
                      <a:pt x="1406" y="4"/>
                      <a:pt x="1396"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1">
                <a:extLst>
                  <a:ext uri="{FF2B5EF4-FFF2-40B4-BE49-F238E27FC236}">
                    <a16:creationId xmlns:a16="http://schemas.microsoft.com/office/drawing/2014/main" id="{4C29F73B-2FBF-CF17-0BD0-68A7E097D72C}"/>
                  </a:ext>
                </a:extLst>
              </p:cNvPr>
              <p:cNvSpPr/>
              <p:nvPr/>
            </p:nvSpPr>
            <p:spPr>
              <a:xfrm>
                <a:off x="4996109" y="2781716"/>
                <a:ext cx="50217" cy="62937"/>
              </a:xfrm>
              <a:custGeom>
                <a:avLst/>
                <a:gdLst/>
                <a:ahLst/>
                <a:cxnLst/>
                <a:rect l="l" t="t" r="r" b="b"/>
                <a:pathLst>
                  <a:path w="1445" h="1811" extrusionOk="0">
                    <a:moveTo>
                      <a:pt x="1388" y="1"/>
                    </a:moveTo>
                    <a:cubicBezTo>
                      <a:pt x="1369" y="1"/>
                      <a:pt x="1350" y="13"/>
                      <a:pt x="1331" y="13"/>
                    </a:cubicBezTo>
                    <a:lnTo>
                      <a:pt x="29" y="1725"/>
                    </a:lnTo>
                    <a:cubicBezTo>
                      <a:pt x="1" y="1725"/>
                      <a:pt x="1" y="1782"/>
                      <a:pt x="29" y="1782"/>
                    </a:cubicBezTo>
                    <a:cubicBezTo>
                      <a:pt x="65" y="1810"/>
                      <a:pt x="65" y="1810"/>
                      <a:pt x="93" y="1810"/>
                    </a:cubicBezTo>
                    <a:lnTo>
                      <a:pt x="121" y="1782"/>
                    </a:lnTo>
                    <a:lnTo>
                      <a:pt x="1444" y="105"/>
                    </a:lnTo>
                    <a:cubicBezTo>
                      <a:pt x="1444" y="70"/>
                      <a:pt x="1444" y="41"/>
                      <a:pt x="1416" y="13"/>
                    </a:cubicBezTo>
                    <a:cubicBezTo>
                      <a:pt x="1406" y="4"/>
                      <a:pt x="1397" y="1"/>
                      <a:pt x="138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1">
                <a:extLst>
                  <a:ext uri="{FF2B5EF4-FFF2-40B4-BE49-F238E27FC236}">
                    <a16:creationId xmlns:a16="http://schemas.microsoft.com/office/drawing/2014/main" id="{5DBE1848-DFB0-C0B3-8D74-41A3986FADB2}"/>
                  </a:ext>
                </a:extLst>
              </p:cNvPr>
              <p:cNvSpPr/>
              <p:nvPr/>
            </p:nvSpPr>
            <p:spPr>
              <a:xfrm>
                <a:off x="5032009" y="2781716"/>
                <a:ext cx="50183" cy="62937"/>
              </a:xfrm>
              <a:custGeom>
                <a:avLst/>
                <a:gdLst/>
                <a:ahLst/>
                <a:cxnLst/>
                <a:rect l="l" t="t" r="r" b="b"/>
                <a:pathLst>
                  <a:path w="1444" h="1811" extrusionOk="0">
                    <a:moveTo>
                      <a:pt x="1387" y="1"/>
                    </a:moveTo>
                    <a:cubicBezTo>
                      <a:pt x="1369" y="1"/>
                      <a:pt x="1350" y="13"/>
                      <a:pt x="1331" y="13"/>
                    </a:cubicBezTo>
                    <a:lnTo>
                      <a:pt x="29" y="1725"/>
                    </a:lnTo>
                    <a:cubicBezTo>
                      <a:pt x="1" y="1725"/>
                      <a:pt x="1" y="1782"/>
                      <a:pt x="29" y="1782"/>
                    </a:cubicBezTo>
                    <a:lnTo>
                      <a:pt x="57" y="1810"/>
                    </a:lnTo>
                    <a:cubicBezTo>
                      <a:pt x="93" y="1810"/>
                      <a:pt x="121" y="1782"/>
                      <a:pt x="121" y="1782"/>
                    </a:cubicBezTo>
                    <a:lnTo>
                      <a:pt x="1416" y="105"/>
                    </a:lnTo>
                    <a:cubicBezTo>
                      <a:pt x="1444" y="70"/>
                      <a:pt x="1444" y="41"/>
                      <a:pt x="1416" y="13"/>
                    </a:cubicBezTo>
                    <a:cubicBezTo>
                      <a:pt x="1406" y="4"/>
                      <a:pt x="1397" y="1"/>
                      <a:pt x="138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1">
                <a:extLst>
                  <a:ext uri="{FF2B5EF4-FFF2-40B4-BE49-F238E27FC236}">
                    <a16:creationId xmlns:a16="http://schemas.microsoft.com/office/drawing/2014/main" id="{06F4CC6C-1C0A-ECC2-A8E9-38802096469C}"/>
                  </a:ext>
                </a:extLst>
              </p:cNvPr>
              <p:cNvSpPr/>
              <p:nvPr/>
            </p:nvSpPr>
            <p:spPr>
              <a:xfrm>
                <a:off x="5070862" y="2818068"/>
                <a:ext cx="36907" cy="4205"/>
              </a:xfrm>
              <a:custGeom>
                <a:avLst/>
                <a:gdLst/>
                <a:ahLst/>
                <a:cxnLst/>
                <a:rect l="l" t="t" r="r" b="b"/>
                <a:pathLst>
                  <a:path w="1062" h="121" extrusionOk="0">
                    <a:moveTo>
                      <a:pt x="64" y="0"/>
                    </a:moveTo>
                    <a:cubicBezTo>
                      <a:pt x="36" y="0"/>
                      <a:pt x="1" y="28"/>
                      <a:pt x="1" y="57"/>
                    </a:cubicBezTo>
                    <a:cubicBezTo>
                      <a:pt x="1" y="85"/>
                      <a:pt x="36" y="120"/>
                      <a:pt x="64" y="120"/>
                    </a:cubicBezTo>
                    <a:lnTo>
                      <a:pt x="1005" y="120"/>
                    </a:lnTo>
                    <a:cubicBezTo>
                      <a:pt x="1033" y="120"/>
                      <a:pt x="1062" y="85"/>
                      <a:pt x="1062" y="57"/>
                    </a:cubicBezTo>
                    <a:cubicBezTo>
                      <a:pt x="1062" y="28"/>
                      <a:pt x="1033" y="0"/>
                      <a:pt x="10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1">
                <a:extLst>
                  <a:ext uri="{FF2B5EF4-FFF2-40B4-BE49-F238E27FC236}">
                    <a16:creationId xmlns:a16="http://schemas.microsoft.com/office/drawing/2014/main" id="{2B87687E-D038-E45F-7F82-F615E403E377}"/>
                  </a:ext>
                </a:extLst>
              </p:cNvPr>
              <p:cNvSpPr/>
              <p:nvPr/>
            </p:nvSpPr>
            <p:spPr>
              <a:xfrm>
                <a:off x="4956282" y="2818068"/>
                <a:ext cx="36942" cy="4205"/>
              </a:xfrm>
              <a:custGeom>
                <a:avLst/>
                <a:gdLst/>
                <a:ahLst/>
                <a:cxnLst/>
                <a:rect l="l" t="t" r="r" b="b"/>
                <a:pathLst>
                  <a:path w="1063" h="121" extrusionOk="0">
                    <a:moveTo>
                      <a:pt x="57" y="0"/>
                    </a:moveTo>
                    <a:cubicBezTo>
                      <a:pt x="29" y="0"/>
                      <a:pt x="1" y="28"/>
                      <a:pt x="1" y="57"/>
                    </a:cubicBezTo>
                    <a:cubicBezTo>
                      <a:pt x="1" y="85"/>
                      <a:pt x="29" y="120"/>
                      <a:pt x="57" y="120"/>
                    </a:cubicBezTo>
                    <a:lnTo>
                      <a:pt x="998" y="120"/>
                    </a:lnTo>
                    <a:cubicBezTo>
                      <a:pt x="1034" y="120"/>
                      <a:pt x="1062" y="85"/>
                      <a:pt x="1062" y="57"/>
                    </a:cubicBezTo>
                    <a:cubicBezTo>
                      <a:pt x="1062" y="28"/>
                      <a:pt x="1034" y="0"/>
                      <a:pt x="9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1">
                <a:extLst>
                  <a:ext uri="{FF2B5EF4-FFF2-40B4-BE49-F238E27FC236}">
                    <a16:creationId xmlns:a16="http://schemas.microsoft.com/office/drawing/2014/main" id="{3D197CCF-1148-3871-E9D2-651BFA7B2256}"/>
                  </a:ext>
                </a:extLst>
              </p:cNvPr>
              <p:cNvSpPr/>
              <p:nvPr/>
            </p:nvSpPr>
            <p:spPr>
              <a:xfrm>
                <a:off x="4879340" y="2790995"/>
                <a:ext cx="43058" cy="59774"/>
              </a:xfrm>
              <a:custGeom>
                <a:avLst/>
                <a:gdLst/>
                <a:ahLst/>
                <a:cxnLst/>
                <a:rect l="l" t="t" r="r" b="b"/>
                <a:pathLst>
                  <a:path w="1239" h="1720" extrusionOk="0">
                    <a:moveTo>
                      <a:pt x="1179" y="0"/>
                    </a:moveTo>
                    <a:cubicBezTo>
                      <a:pt x="1171" y="0"/>
                      <a:pt x="1162" y="4"/>
                      <a:pt x="1154" y="15"/>
                    </a:cubicBezTo>
                    <a:lnTo>
                      <a:pt x="1" y="807"/>
                    </a:lnTo>
                    <a:lnTo>
                      <a:pt x="1005" y="1692"/>
                    </a:lnTo>
                    <a:lnTo>
                      <a:pt x="1033" y="1720"/>
                    </a:lnTo>
                    <a:cubicBezTo>
                      <a:pt x="1062" y="1720"/>
                      <a:pt x="1062" y="1692"/>
                      <a:pt x="1090" y="1692"/>
                    </a:cubicBezTo>
                    <a:cubicBezTo>
                      <a:pt x="1090" y="1663"/>
                      <a:pt x="1090" y="1635"/>
                      <a:pt x="1062" y="1607"/>
                    </a:cubicBezTo>
                    <a:lnTo>
                      <a:pt x="177" y="807"/>
                    </a:lnTo>
                    <a:lnTo>
                      <a:pt x="1210" y="100"/>
                    </a:lnTo>
                    <a:cubicBezTo>
                      <a:pt x="1239" y="100"/>
                      <a:pt x="1239" y="72"/>
                      <a:pt x="1239" y="43"/>
                    </a:cubicBezTo>
                    <a:cubicBezTo>
                      <a:pt x="1219" y="23"/>
                      <a:pt x="1199" y="0"/>
                      <a:pt x="1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1">
                <a:extLst>
                  <a:ext uri="{FF2B5EF4-FFF2-40B4-BE49-F238E27FC236}">
                    <a16:creationId xmlns:a16="http://schemas.microsoft.com/office/drawing/2014/main" id="{3FF45652-B962-2396-6BE4-648065F9CCE3}"/>
                  </a:ext>
                </a:extLst>
              </p:cNvPr>
              <p:cNvSpPr/>
              <p:nvPr/>
            </p:nvSpPr>
            <p:spPr>
              <a:xfrm>
                <a:off x="4914266" y="2797633"/>
                <a:ext cx="31729" cy="50217"/>
              </a:xfrm>
              <a:custGeom>
                <a:avLst/>
                <a:gdLst/>
                <a:ahLst/>
                <a:cxnLst/>
                <a:rect l="l" t="t" r="r" b="b"/>
                <a:pathLst>
                  <a:path w="913" h="1445" extrusionOk="0">
                    <a:moveTo>
                      <a:pt x="913" y="1"/>
                    </a:moveTo>
                    <a:lnTo>
                      <a:pt x="0" y="616"/>
                    </a:lnTo>
                    <a:lnTo>
                      <a:pt x="913" y="1444"/>
                    </a:lnTo>
                    <a:lnTo>
                      <a:pt x="9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1">
                <a:extLst>
                  <a:ext uri="{FF2B5EF4-FFF2-40B4-BE49-F238E27FC236}">
                    <a16:creationId xmlns:a16="http://schemas.microsoft.com/office/drawing/2014/main" id="{A197AB5B-6ABB-D667-0179-A3A4D7DB1A0D}"/>
                  </a:ext>
                </a:extLst>
              </p:cNvPr>
              <p:cNvSpPr/>
              <p:nvPr/>
            </p:nvSpPr>
            <p:spPr>
              <a:xfrm>
                <a:off x="4922364" y="2807329"/>
                <a:ext cx="19461" cy="13692"/>
              </a:xfrm>
              <a:custGeom>
                <a:avLst/>
                <a:gdLst/>
                <a:ahLst/>
                <a:cxnLst/>
                <a:rect l="l" t="t" r="r" b="b"/>
                <a:pathLst>
                  <a:path w="560" h="394" extrusionOk="0">
                    <a:moveTo>
                      <a:pt x="499" y="0"/>
                    </a:moveTo>
                    <a:cubicBezTo>
                      <a:pt x="491" y="0"/>
                      <a:pt x="483" y="4"/>
                      <a:pt x="475" y="12"/>
                    </a:cubicBezTo>
                    <a:lnTo>
                      <a:pt x="64" y="281"/>
                    </a:lnTo>
                    <a:cubicBezTo>
                      <a:pt x="29" y="281"/>
                      <a:pt x="1" y="337"/>
                      <a:pt x="29" y="366"/>
                    </a:cubicBezTo>
                    <a:cubicBezTo>
                      <a:pt x="29" y="366"/>
                      <a:pt x="64" y="394"/>
                      <a:pt x="93" y="394"/>
                    </a:cubicBezTo>
                    <a:cubicBezTo>
                      <a:pt x="93" y="394"/>
                      <a:pt x="93" y="366"/>
                      <a:pt x="121" y="366"/>
                    </a:cubicBezTo>
                    <a:lnTo>
                      <a:pt x="531" y="104"/>
                    </a:lnTo>
                    <a:cubicBezTo>
                      <a:pt x="560" y="104"/>
                      <a:pt x="560" y="76"/>
                      <a:pt x="560" y="40"/>
                    </a:cubicBezTo>
                    <a:cubicBezTo>
                      <a:pt x="540" y="20"/>
                      <a:pt x="519" y="0"/>
                      <a:pt x="49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1">
                <a:extLst>
                  <a:ext uri="{FF2B5EF4-FFF2-40B4-BE49-F238E27FC236}">
                    <a16:creationId xmlns:a16="http://schemas.microsoft.com/office/drawing/2014/main" id="{752E21C8-8E7C-C4C3-0A70-22AF2D5F69D0}"/>
                  </a:ext>
                </a:extLst>
              </p:cNvPr>
              <p:cNvSpPr/>
              <p:nvPr/>
            </p:nvSpPr>
            <p:spPr>
              <a:xfrm>
                <a:off x="5120037" y="2800587"/>
                <a:ext cx="65682" cy="36907"/>
              </a:xfrm>
              <a:custGeom>
                <a:avLst/>
                <a:gdLst/>
                <a:ahLst/>
                <a:cxnLst/>
                <a:rect l="l" t="t" r="r" b="b"/>
                <a:pathLst>
                  <a:path w="1890" h="1062" extrusionOk="0">
                    <a:moveTo>
                      <a:pt x="0" y="1"/>
                    </a:moveTo>
                    <a:lnTo>
                      <a:pt x="0" y="1062"/>
                    </a:lnTo>
                    <a:lnTo>
                      <a:pt x="1889" y="1062"/>
                    </a:lnTo>
                    <a:lnTo>
                      <a:pt x="18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1">
                <a:extLst>
                  <a:ext uri="{FF2B5EF4-FFF2-40B4-BE49-F238E27FC236}">
                    <a16:creationId xmlns:a16="http://schemas.microsoft.com/office/drawing/2014/main" id="{0B13E11A-146B-5985-3829-E2CF4D9F719D}"/>
                  </a:ext>
                </a:extLst>
              </p:cNvPr>
              <p:cNvSpPr/>
              <p:nvPr/>
            </p:nvSpPr>
            <p:spPr>
              <a:xfrm>
                <a:off x="5133556" y="2826165"/>
                <a:ext cx="49210" cy="4205"/>
              </a:xfrm>
              <a:custGeom>
                <a:avLst/>
                <a:gdLst/>
                <a:ahLst/>
                <a:cxnLst/>
                <a:rect l="l" t="t" r="r" b="b"/>
                <a:pathLst>
                  <a:path w="1416" h="121" extrusionOk="0">
                    <a:moveTo>
                      <a:pt x="57" y="0"/>
                    </a:moveTo>
                    <a:cubicBezTo>
                      <a:pt x="29" y="0"/>
                      <a:pt x="1" y="29"/>
                      <a:pt x="1" y="64"/>
                    </a:cubicBezTo>
                    <a:cubicBezTo>
                      <a:pt x="1" y="92"/>
                      <a:pt x="29" y="121"/>
                      <a:pt x="57" y="121"/>
                    </a:cubicBezTo>
                    <a:lnTo>
                      <a:pt x="1352" y="121"/>
                    </a:lnTo>
                    <a:cubicBezTo>
                      <a:pt x="1380" y="121"/>
                      <a:pt x="1415" y="92"/>
                      <a:pt x="1415" y="64"/>
                    </a:cubicBezTo>
                    <a:cubicBezTo>
                      <a:pt x="1415" y="29"/>
                      <a:pt x="1380" y="0"/>
                      <a:pt x="13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7318503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9FE41CE1-FAC3-EB84-3853-7437C83140B6}"/>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490CD24F-D93A-B669-CED2-C9F7C5D7EB4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Soal 1</a:t>
            </a:r>
            <a:endParaRPr dirty="0"/>
          </a:p>
        </p:txBody>
      </p:sp>
      <p:sp>
        <p:nvSpPr>
          <p:cNvPr id="664" name="Google Shape;664;p38">
            <a:extLst>
              <a:ext uri="{FF2B5EF4-FFF2-40B4-BE49-F238E27FC236}">
                <a16:creationId xmlns:a16="http://schemas.microsoft.com/office/drawing/2014/main" id="{14C624E3-B696-580C-8C5D-E1F6F96826C0}"/>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a:spcAft>
                <a:spcPts val="600"/>
              </a:spcAft>
            </a:pPr>
            <a:r>
              <a:rPr lang="en-ID" sz="2000" dirty="0" err="1">
                <a:latin typeface="Lato" panose="020F0502020204030203" pitchFamily="34" charset="0"/>
                <a:ea typeface="Lato" panose="020F0502020204030203" pitchFamily="34" charset="0"/>
                <a:cs typeface="Lato" panose="020F0502020204030203" pitchFamily="34" charset="0"/>
              </a:rPr>
              <a:t>Empat</a:t>
            </a:r>
            <a:r>
              <a:rPr lang="en-ID" sz="2000" dirty="0">
                <a:latin typeface="Lato" panose="020F0502020204030203" pitchFamily="34" charset="0"/>
                <a:ea typeface="Lato" panose="020F0502020204030203" pitchFamily="34" charset="0"/>
                <a:cs typeface="Lato" panose="020F0502020204030203" pitchFamily="34" charset="0"/>
              </a:rPr>
              <a:t> pilar </a:t>
            </a:r>
            <a:r>
              <a:rPr lang="en-ID" sz="2000" dirty="0" err="1">
                <a:latin typeface="Lato" panose="020F0502020204030203" pitchFamily="34" charset="0"/>
                <a:ea typeface="Lato" panose="020F0502020204030203" pitchFamily="34" charset="0"/>
                <a:cs typeface="Lato" panose="020F0502020204030203" pitchFamily="34" charset="0"/>
              </a:rPr>
              <a:t>utama</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pemrograman</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berorientasi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objek</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adalah</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Interface, </a:t>
            </a:r>
            <a:r>
              <a:rPr lang="en-ID" sz="2000" dirty="0" err="1">
                <a:latin typeface="Lato" panose="020F0502020204030203" pitchFamily="34" charset="0"/>
                <a:ea typeface="Lato" panose="020F0502020204030203" pitchFamily="34" charset="0"/>
                <a:cs typeface="Lato" panose="020F0502020204030203" pitchFamily="34" charset="0"/>
              </a:rPr>
              <a:t>abstraksi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pewarisan</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polimorfisme</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Objek</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pewarisan</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kelas</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pewarisan</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Abstraksi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enkapsulasi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pewarisan</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polimorfisme</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Kelas</a:t>
            </a:r>
            <a:r>
              <a:rPr lang="en-ID" sz="2000" dirty="0">
                <a:latin typeface="Lato" panose="020F0502020204030203" pitchFamily="34" charset="0"/>
                <a:ea typeface="Lato" panose="020F0502020204030203" pitchFamily="34" charset="0"/>
                <a:cs typeface="Lato" panose="020F0502020204030203" pitchFamily="34" charset="0"/>
              </a:rPr>
              <a:t>, Interface, </a:t>
            </a:r>
            <a:r>
              <a:rPr lang="en-ID" sz="2000" dirty="0" err="1">
                <a:latin typeface="Lato" panose="020F0502020204030203" pitchFamily="34" charset="0"/>
                <a:ea typeface="Lato" panose="020F0502020204030203" pitchFamily="34" charset="0"/>
                <a:cs typeface="Lato" panose="020F0502020204030203" pitchFamily="34" charset="0"/>
              </a:rPr>
              <a:t>Abstraksi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pewarisan</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Pewarisan</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polimorfisme</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abstraksi</a:t>
            </a:r>
            <a:r>
              <a:rPr lang="en-ID" sz="2000" dirty="0">
                <a:latin typeface="Lato" panose="020F0502020204030203" pitchFamily="34" charset="0"/>
                <a:ea typeface="Lato" panose="020F0502020204030203" pitchFamily="34" charset="0"/>
                <a:cs typeface="Lato" panose="020F0502020204030203" pitchFamily="34" charset="0"/>
              </a:rPr>
              <a:t>, Interface </a:t>
            </a:r>
            <a:endParaRPr lang="en-ID" sz="20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a:p>
            <a:pPr marL="457200" lvl="0" indent="-457200" algn="l" rtl="0">
              <a:spcBef>
                <a:spcPts val="0"/>
              </a:spcBef>
              <a:spcAft>
                <a:spcPts val="600"/>
              </a:spcAft>
              <a:buFont typeface="Arial" panose="020B0604020202020204" pitchFamily="34" charset="0"/>
              <a:buChar char="•"/>
            </a:pPr>
            <a:endParaRPr sz="20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a:extLst>
              <a:ext uri="{FF2B5EF4-FFF2-40B4-BE49-F238E27FC236}">
                <a16:creationId xmlns:a16="http://schemas.microsoft.com/office/drawing/2014/main" id="{3349A94E-9433-627A-A97B-B76384AC6283}"/>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06D5AB51-97D8-D4D1-ADDD-B1E7F1F9DE2D}"/>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158C78F6-2934-087E-4A52-F7031A4A3385}"/>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53E2813F-FB3A-973C-DB71-ABE33DE3BE88}"/>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12C402DA-F844-A391-A1A3-41A987B67680}"/>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09710DD2-1474-9E5A-FB1B-5AE6F20CE8D3}"/>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95376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E775B98D-0E22-D132-E8D2-1EA8037A84E3}"/>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F2E850C9-A714-8E4A-7587-257E5EE4800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Soal 2</a:t>
            </a:r>
            <a:endParaRPr dirty="0"/>
          </a:p>
        </p:txBody>
      </p:sp>
      <p:sp>
        <p:nvSpPr>
          <p:cNvPr id="664" name="Google Shape;664;p38">
            <a:extLst>
              <a:ext uri="{FF2B5EF4-FFF2-40B4-BE49-F238E27FC236}">
                <a16:creationId xmlns:a16="http://schemas.microsoft.com/office/drawing/2014/main" id="{FFA723A5-4347-F980-DA18-D3A6131DB9C1}"/>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a:spcAft>
                <a:spcPts val="600"/>
              </a:spcAft>
            </a:pPr>
            <a:r>
              <a:rPr lang="en-ID" sz="2000" dirty="0" err="1">
                <a:latin typeface="Lato" panose="020F0502020204030203" pitchFamily="34" charset="0"/>
                <a:ea typeface="Lato" panose="020F0502020204030203" pitchFamily="34" charset="0"/>
                <a:cs typeface="Lato" panose="020F0502020204030203" pitchFamily="34" charset="0"/>
              </a:rPr>
              <a:t>Objek</a:t>
            </a:r>
            <a:r>
              <a:rPr lang="en-ID" sz="2000" dirty="0">
                <a:latin typeface="Lato" panose="020F0502020204030203" pitchFamily="34" charset="0"/>
                <a:ea typeface="Lato" panose="020F0502020204030203" pitchFamily="34" charset="0"/>
                <a:cs typeface="Lato" panose="020F0502020204030203" pitchFamily="34" charset="0"/>
              </a:rPr>
              <a:t> yang </a:t>
            </a:r>
            <a:r>
              <a:rPr lang="en-ID" sz="2000" dirty="0" err="1">
                <a:latin typeface="Lato" panose="020F0502020204030203" pitchFamily="34" charset="0"/>
                <a:ea typeface="Lato" panose="020F0502020204030203" pitchFamily="34" charset="0"/>
                <a:cs typeface="Lato" panose="020F0502020204030203" pitchFamily="34" charset="0"/>
              </a:rPr>
              <a:t>dimaksud</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dalam</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pemrograman</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berorientasi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objek</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memiliki</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Atribute</a:t>
            </a:r>
            <a:r>
              <a:rPr lang="en-ID" sz="2000" dirty="0">
                <a:latin typeface="Lato" panose="020F0502020204030203" pitchFamily="34" charset="0"/>
                <a:ea typeface="Lato" panose="020F0502020204030203" pitchFamily="34" charset="0"/>
                <a:cs typeface="Lato" panose="020F0502020204030203" pitchFamily="34" charset="0"/>
              </a:rPr>
              <a:t>, field, identity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State, behaviour, class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Class, state, identity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Method, interface, behaviour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State, behaviour, identity </a:t>
            </a:r>
            <a:endParaRPr sz="20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a:extLst>
              <a:ext uri="{FF2B5EF4-FFF2-40B4-BE49-F238E27FC236}">
                <a16:creationId xmlns:a16="http://schemas.microsoft.com/office/drawing/2014/main" id="{1CB52E1E-C70C-87E5-D256-CD592D240838}"/>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B06CCF05-A6B3-11A7-8866-63A5BAE1BB4E}"/>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E100C59D-E279-FEE4-A78E-53E946581E8A}"/>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1141D2ED-17D8-1536-BDB1-8A20AAB7162A}"/>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DBD24303-D2E5-A7AC-DCFB-7702FB85AE8A}"/>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E5AA8A90-3AD7-BCB2-6ACB-1EF5029CE603}"/>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281466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D4E8CB61-EF07-CAE9-166D-5966294ED17E}"/>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EDDDB7BC-2037-2747-0BF2-3DD9C0116D8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Soal 3</a:t>
            </a:r>
            <a:endParaRPr dirty="0"/>
          </a:p>
        </p:txBody>
      </p:sp>
      <p:sp>
        <p:nvSpPr>
          <p:cNvPr id="664" name="Google Shape;664;p38">
            <a:extLst>
              <a:ext uri="{FF2B5EF4-FFF2-40B4-BE49-F238E27FC236}">
                <a16:creationId xmlns:a16="http://schemas.microsoft.com/office/drawing/2014/main" id="{BAD34443-1003-9186-4CC4-CC4A7C3FD6BF}"/>
              </a:ext>
            </a:extLst>
          </p:cNvPr>
          <p:cNvSpPr txBox="1"/>
          <p:nvPr/>
        </p:nvSpPr>
        <p:spPr>
          <a:xfrm>
            <a:off x="720000" y="1204554"/>
            <a:ext cx="7704000" cy="3320554"/>
          </a:xfrm>
          <a:prstGeom prst="rect">
            <a:avLst/>
          </a:prstGeom>
          <a:noFill/>
          <a:ln>
            <a:noFill/>
          </a:ln>
        </p:spPr>
        <p:txBody>
          <a:bodyPr spcFirstLastPara="1" wrap="square" lIns="91425" tIns="91425" rIns="91425" bIns="91425" anchor="t" anchorCtr="0">
            <a:noAutofit/>
          </a:bodyPr>
          <a:lstStyle/>
          <a:p>
            <a:pPr>
              <a:spcAft>
                <a:spcPts val="600"/>
              </a:spcAft>
            </a:pPr>
            <a:r>
              <a:rPr lang="en-ID" sz="2000" dirty="0" err="1">
                <a:latin typeface="Lato" panose="020F0502020204030203" pitchFamily="34" charset="0"/>
                <a:ea typeface="Lato" panose="020F0502020204030203" pitchFamily="34" charset="0"/>
                <a:cs typeface="Lato" panose="020F0502020204030203" pitchFamily="34" charset="0"/>
              </a:rPr>
              <a:t>Detil</a:t>
            </a:r>
            <a:r>
              <a:rPr lang="en-ID" sz="2000" dirty="0">
                <a:latin typeface="Lato" panose="020F0502020204030203" pitchFamily="34" charset="0"/>
                <a:ea typeface="Lato" panose="020F0502020204030203" pitchFamily="34" charset="0"/>
                <a:cs typeface="Lato" panose="020F0502020204030203" pitchFamily="34" charset="0"/>
              </a:rPr>
              <a:t> data yang </a:t>
            </a:r>
            <a:r>
              <a:rPr lang="en-ID" sz="2000" dirty="0" err="1">
                <a:latin typeface="Lato" panose="020F0502020204030203" pitchFamily="34" charset="0"/>
                <a:ea typeface="Lato" panose="020F0502020204030203" pitchFamily="34" charset="0"/>
                <a:cs typeface="Lato" panose="020F0502020204030203" pitchFamily="34" charset="0"/>
              </a:rPr>
              <a:t>ada</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dalam</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objek</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hanya</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boleh</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diakses</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melalui</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atribut</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perilaku</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objek</a:t>
            </a:r>
            <a:r>
              <a:rPr lang="en-ID" sz="2000" dirty="0">
                <a:latin typeface="Lato" panose="020F0502020204030203" pitchFamily="34" charset="0"/>
                <a:ea typeface="Lato" panose="020F0502020204030203" pitchFamily="34" charset="0"/>
                <a:cs typeface="Lato" panose="020F0502020204030203" pitchFamily="34" charset="0"/>
              </a:rPr>
              <a:t> lain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interface </a:t>
            </a:r>
          </a:p>
          <a:p>
            <a:pPr marL="457200" indent="-457200">
              <a:spcAft>
                <a:spcPts val="600"/>
              </a:spcAft>
              <a:buAutoNum type="alphaUcPeriod"/>
            </a:pPr>
            <a:r>
              <a:rPr lang="en-ID" sz="2000" dirty="0" err="1">
                <a:latin typeface="Lato" panose="020F0502020204030203" pitchFamily="34" charset="0"/>
                <a:ea typeface="Lato" panose="020F0502020204030203" pitchFamily="34" charset="0"/>
                <a:cs typeface="Lato" panose="020F0502020204030203" pitchFamily="34" charset="0"/>
              </a:rPr>
              <a:t>protokol</a:t>
            </a:r>
            <a:r>
              <a:rPr lang="en-ID" sz="2000" dirty="0">
                <a:latin typeface="Lato" panose="020F0502020204030203" pitchFamily="34" charset="0"/>
                <a:ea typeface="Lato" panose="020F0502020204030203" pitchFamily="34" charset="0"/>
                <a:cs typeface="Lato" panose="020F0502020204030203" pitchFamily="34" charset="0"/>
              </a:rPr>
              <a:t> </a:t>
            </a:r>
            <a:endParaRPr sz="20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a:extLst>
              <a:ext uri="{FF2B5EF4-FFF2-40B4-BE49-F238E27FC236}">
                <a16:creationId xmlns:a16="http://schemas.microsoft.com/office/drawing/2014/main" id="{EFE9340B-8904-678A-925A-7BB578EBBDE3}"/>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F930F27C-B8DB-C00E-7E27-B56CB02F2C87}"/>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54213746-B2C3-CF44-3C62-5108B4DA35DB}"/>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AFDDC2A8-1D17-946C-E52C-2D1D05BAF8D3}"/>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470A0604-FAFF-A770-EA51-30D028E4157A}"/>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AF1E996A-767A-5CF7-FBF3-A146C46A0E85}"/>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83911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61">
          <a:extLst>
            <a:ext uri="{FF2B5EF4-FFF2-40B4-BE49-F238E27FC236}">
              <a16:creationId xmlns:a16="http://schemas.microsoft.com/office/drawing/2014/main" id="{8E0B69E7-6B02-6B3F-E5FF-D5AFEA7146FC}"/>
            </a:ext>
          </a:extLst>
        </p:cNvPr>
        <p:cNvGrpSpPr/>
        <p:nvPr/>
      </p:nvGrpSpPr>
      <p:grpSpPr>
        <a:xfrm>
          <a:off x="0" y="0"/>
          <a:ext cx="0" cy="0"/>
          <a:chOff x="0" y="0"/>
          <a:chExt cx="0" cy="0"/>
        </a:xfrm>
      </p:grpSpPr>
      <p:sp>
        <p:nvSpPr>
          <p:cNvPr id="662" name="Google Shape;662;p38">
            <a:extLst>
              <a:ext uri="{FF2B5EF4-FFF2-40B4-BE49-F238E27FC236}">
                <a16:creationId xmlns:a16="http://schemas.microsoft.com/office/drawing/2014/main" id="{A1EFDEB3-63D3-C16C-4DAC-F20FED544ED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Soal 4</a:t>
            </a:r>
            <a:endParaRPr dirty="0"/>
          </a:p>
        </p:txBody>
      </p:sp>
      <p:sp>
        <p:nvSpPr>
          <p:cNvPr id="664" name="Google Shape;664;p38">
            <a:extLst>
              <a:ext uri="{FF2B5EF4-FFF2-40B4-BE49-F238E27FC236}">
                <a16:creationId xmlns:a16="http://schemas.microsoft.com/office/drawing/2014/main" id="{8D945187-F06E-655D-BA0F-D73756887BD1}"/>
              </a:ext>
            </a:extLst>
          </p:cNvPr>
          <p:cNvSpPr txBox="1"/>
          <p:nvPr/>
        </p:nvSpPr>
        <p:spPr>
          <a:xfrm>
            <a:off x="720000" y="1180278"/>
            <a:ext cx="7704000" cy="3320554"/>
          </a:xfrm>
          <a:prstGeom prst="rect">
            <a:avLst/>
          </a:prstGeom>
          <a:noFill/>
          <a:ln>
            <a:noFill/>
          </a:ln>
        </p:spPr>
        <p:txBody>
          <a:bodyPr spcFirstLastPara="1" wrap="square" lIns="91425" tIns="91425" rIns="91425" bIns="91425" anchor="t" anchorCtr="0">
            <a:noAutofit/>
          </a:bodyPr>
          <a:lstStyle/>
          <a:p>
            <a:pPr>
              <a:spcAft>
                <a:spcPts val="600"/>
              </a:spcAft>
            </a:pPr>
            <a:r>
              <a:rPr lang="en-ID" sz="2000" dirty="0" err="1">
                <a:latin typeface="Lato" panose="020F0502020204030203" pitchFamily="34" charset="0"/>
                <a:ea typeface="Lato" panose="020F0502020204030203" pitchFamily="34" charset="0"/>
                <a:cs typeface="Lato" panose="020F0502020204030203" pitchFamily="34" charset="0"/>
              </a:rPr>
              <a:t>Berikut</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ini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semuanya</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contoh</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bahasa</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pemrograman</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berorientasi</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objek</a:t>
            </a:r>
            <a:r>
              <a:rPr lang="en-ID" sz="2000" dirty="0">
                <a:latin typeface="Lato" panose="020F0502020204030203" pitchFamily="34" charset="0"/>
                <a:ea typeface="Lato" panose="020F0502020204030203" pitchFamily="34" charset="0"/>
                <a:cs typeface="Lato" panose="020F0502020204030203" pitchFamily="34" charset="0"/>
              </a:rPr>
              <a:t> </a:t>
            </a:r>
            <a:r>
              <a:rPr lang="en-ID" sz="2000" dirty="0" err="1">
                <a:latin typeface="Lato" panose="020F0502020204030203" pitchFamily="34" charset="0"/>
                <a:ea typeface="Lato" panose="020F0502020204030203" pitchFamily="34" charset="0"/>
                <a:cs typeface="Lato" panose="020F0502020204030203" pitchFamily="34" charset="0"/>
              </a:rPr>
              <a:t>adalah</a:t>
            </a:r>
            <a:r>
              <a:rPr lang="en-ID" sz="2000" dirty="0">
                <a:latin typeface="Lato" panose="020F0502020204030203" pitchFamily="34" charset="0"/>
                <a:ea typeface="Lato" panose="020F0502020204030203" pitchFamily="34" charset="0"/>
                <a:cs typeface="Lato" panose="020F0502020204030203" pitchFamily="34" charset="0"/>
              </a:rPr>
              <a:t>....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Pascal, LISP, C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Basic, COBOL, Erlang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ALGOL, PROLOG, Perl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C++, Java, Python </a:t>
            </a:r>
          </a:p>
          <a:p>
            <a:pPr marL="457200" indent="-457200">
              <a:spcAft>
                <a:spcPts val="600"/>
              </a:spcAft>
              <a:buAutoNum type="alphaUcPeriod"/>
            </a:pPr>
            <a:r>
              <a:rPr lang="en-ID" sz="2000" dirty="0">
                <a:latin typeface="Lato" panose="020F0502020204030203" pitchFamily="34" charset="0"/>
                <a:ea typeface="Lato" panose="020F0502020204030203" pitchFamily="34" charset="0"/>
                <a:cs typeface="Lato" panose="020F0502020204030203" pitchFamily="34" charset="0"/>
              </a:rPr>
              <a:t>R, Maple, Assembler</a:t>
            </a:r>
            <a:endParaRPr sz="2000" dirty="0">
              <a:solidFill>
                <a:schemeClr val="dk1"/>
              </a:solidFill>
              <a:latin typeface="Lato" panose="020F0502020204030203" pitchFamily="34" charset="0"/>
              <a:ea typeface="Lato" panose="020F0502020204030203" pitchFamily="34" charset="0"/>
              <a:cs typeface="Lato" panose="020F0502020204030203" pitchFamily="34" charset="0"/>
              <a:sym typeface="Lato"/>
            </a:endParaRPr>
          </a:p>
        </p:txBody>
      </p:sp>
      <p:grpSp>
        <p:nvGrpSpPr>
          <p:cNvPr id="667" name="Google Shape;667;p38">
            <a:extLst>
              <a:ext uri="{FF2B5EF4-FFF2-40B4-BE49-F238E27FC236}">
                <a16:creationId xmlns:a16="http://schemas.microsoft.com/office/drawing/2014/main" id="{95C66258-1582-D415-550C-2EB4EAD45A80}"/>
              </a:ext>
            </a:extLst>
          </p:cNvPr>
          <p:cNvGrpSpPr/>
          <p:nvPr/>
        </p:nvGrpSpPr>
        <p:grpSpPr>
          <a:xfrm>
            <a:off x="7777347" y="258196"/>
            <a:ext cx="234196" cy="188409"/>
            <a:chOff x="3889166" y="1636096"/>
            <a:chExt cx="98179" cy="78984"/>
          </a:xfrm>
        </p:grpSpPr>
        <p:sp>
          <p:nvSpPr>
            <p:cNvPr id="668" name="Google Shape;668;p38">
              <a:extLst>
                <a:ext uri="{FF2B5EF4-FFF2-40B4-BE49-F238E27FC236}">
                  <a16:creationId xmlns:a16="http://schemas.microsoft.com/office/drawing/2014/main" id="{3AFFCD1F-0F84-7CBE-8F27-2804E0AA68F5}"/>
                </a:ext>
              </a:extLst>
            </p:cNvPr>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a:extLst>
                <a:ext uri="{FF2B5EF4-FFF2-40B4-BE49-F238E27FC236}">
                  <a16:creationId xmlns:a16="http://schemas.microsoft.com/office/drawing/2014/main" id="{0BC854DA-F213-0AEF-5269-8B1A7499B508}"/>
                </a:ext>
              </a:extLst>
            </p:cNvPr>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0" name="Google Shape;670;p38">
            <a:extLst>
              <a:ext uri="{FF2B5EF4-FFF2-40B4-BE49-F238E27FC236}">
                <a16:creationId xmlns:a16="http://schemas.microsoft.com/office/drawing/2014/main" id="{5E5C66E8-A2DD-DB97-A6E8-3156D6599593}"/>
              </a:ext>
            </a:extLst>
          </p:cNvPr>
          <p:cNvGrpSpPr/>
          <p:nvPr/>
        </p:nvGrpSpPr>
        <p:grpSpPr>
          <a:xfrm>
            <a:off x="239358" y="3821302"/>
            <a:ext cx="234788" cy="188409"/>
            <a:chOff x="4424582" y="1819850"/>
            <a:chExt cx="98427" cy="78984"/>
          </a:xfrm>
        </p:grpSpPr>
        <p:sp>
          <p:nvSpPr>
            <p:cNvPr id="671" name="Google Shape;671;p38">
              <a:extLst>
                <a:ext uri="{FF2B5EF4-FFF2-40B4-BE49-F238E27FC236}">
                  <a16:creationId xmlns:a16="http://schemas.microsoft.com/office/drawing/2014/main" id="{807D967E-9ABC-8A50-DD69-7DE581A347F8}"/>
                </a:ext>
              </a:extLst>
            </p:cNvPr>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a:extLst>
                <a:ext uri="{FF2B5EF4-FFF2-40B4-BE49-F238E27FC236}">
                  <a16:creationId xmlns:a16="http://schemas.microsoft.com/office/drawing/2014/main" id="{EA1F05DC-5F6B-A6D2-B1AB-8F1E09530F96}"/>
                </a:ext>
              </a:extLst>
            </p:cNvPr>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968786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608"/>
        <p:cNvGrpSpPr/>
        <p:nvPr/>
      </p:nvGrpSpPr>
      <p:grpSpPr>
        <a:xfrm>
          <a:off x="0" y="0"/>
          <a:ext cx="0" cy="0"/>
          <a:chOff x="0" y="0"/>
          <a:chExt cx="0" cy="0"/>
        </a:xfrm>
      </p:grpSpPr>
      <p:sp>
        <p:nvSpPr>
          <p:cNvPr id="2609" name="Google Shape;2609;p71"/>
          <p:cNvSpPr txBox="1">
            <a:spLocks noGrp="1"/>
          </p:cNvSpPr>
          <p:nvPr>
            <p:ph type="title"/>
          </p:nvPr>
        </p:nvSpPr>
        <p:spPr>
          <a:xfrm>
            <a:off x="698457" y="1747325"/>
            <a:ext cx="38586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Thanks!</a:t>
            </a:r>
            <a:endParaRPr dirty="0"/>
          </a:p>
        </p:txBody>
      </p:sp>
      <p:sp>
        <p:nvSpPr>
          <p:cNvPr id="2611" name="Google Shape;2611;p71"/>
          <p:cNvSpPr txBox="1"/>
          <p:nvPr/>
        </p:nvSpPr>
        <p:spPr>
          <a:xfrm>
            <a:off x="713225" y="4305200"/>
            <a:ext cx="3858600" cy="26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Lato"/>
                <a:ea typeface="Lato"/>
                <a:cs typeface="Lato"/>
                <a:sym typeface="Lato"/>
              </a:rPr>
              <a:t>Please keep this slide for attribution</a:t>
            </a:r>
            <a:endParaRPr sz="1200" b="1">
              <a:solidFill>
                <a:schemeClr val="dk1"/>
              </a:solidFill>
              <a:latin typeface="Lato"/>
              <a:ea typeface="Lato"/>
              <a:cs typeface="Lato"/>
              <a:sym typeface="Lato"/>
            </a:endParaRPr>
          </a:p>
        </p:txBody>
      </p:sp>
      <p:grpSp>
        <p:nvGrpSpPr>
          <p:cNvPr id="2612" name="Google Shape;2612;p71"/>
          <p:cNvGrpSpPr/>
          <p:nvPr/>
        </p:nvGrpSpPr>
        <p:grpSpPr>
          <a:xfrm>
            <a:off x="5007401" y="1298425"/>
            <a:ext cx="3956755" cy="4128030"/>
            <a:chOff x="2770216" y="1172311"/>
            <a:chExt cx="3514928" cy="3667079"/>
          </a:xfrm>
        </p:grpSpPr>
        <p:sp>
          <p:nvSpPr>
            <p:cNvPr id="2613" name="Google Shape;2613;p71"/>
            <p:cNvSpPr/>
            <p:nvPr/>
          </p:nvSpPr>
          <p:spPr>
            <a:xfrm>
              <a:off x="2770216" y="1172311"/>
              <a:ext cx="3514928" cy="2228226"/>
            </a:xfrm>
            <a:custGeom>
              <a:avLst/>
              <a:gdLst/>
              <a:ahLst/>
              <a:cxnLst/>
              <a:rect l="l" t="t" r="r" b="b"/>
              <a:pathLst>
                <a:path w="47371" h="30030" extrusionOk="0">
                  <a:moveTo>
                    <a:pt x="30713" y="1"/>
                  </a:moveTo>
                  <a:cubicBezTo>
                    <a:pt x="29748" y="1"/>
                    <a:pt x="28782" y="127"/>
                    <a:pt x="27824" y="424"/>
                  </a:cubicBezTo>
                  <a:cubicBezTo>
                    <a:pt x="26233" y="898"/>
                    <a:pt x="24733" y="1605"/>
                    <a:pt x="23077" y="1931"/>
                  </a:cubicBezTo>
                  <a:cubicBezTo>
                    <a:pt x="22133" y="2112"/>
                    <a:pt x="21172" y="2158"/>
                    <a:pt x="20205" y="2158"/>
                  </a:cubicBezTo>
                  <a:cubicBezTo>
                    <a:pt x="19185" y="2158"/>
                    <a:pt x="18159" y="2106"/>
                    <a:pt x="17142" y="2106"/>
                  </a:cubicBezTo>
                  <a:cubicBezTo>
                    <a:pt x="15844" y="2106"/>
                    <a:pt x="14560" y="2191"/>
                    <a:pt x="13322" y="2574"/>
                  </a:cubicBezTo>
                  <a:cubicBezTo>
                    <a:pt x="11079" y="3282"/>
                    <a:pt x="9198" y="4966"/>
                    <a:pt x="8250" y="7088"/>
                  </a:cubicBezTo>
                  <a:cubicBezTo>
                    <a:pt x="7514" y="8708"/>
                    <a:pt x="7337" y="10505"/>
                    <a:pt x="6453" y="12012"/>
                  </a:cubicBezTo>
                  <a:cubicBezTo>
                    <a:pt x="5158" y="14247"/>
                    <a:pt x="2590" y="15513"/>
                    <a:pt x="1296" y="17756"/>
                  </a:cubicBezTo>
                  <a:cubicBezTo>
                    <a:pt x="1" y="20055"/>
                    <a:pt x="355" y="23062"/>
                    <a:pt x="1798" y="25304"/>
                  </a:cubicBezTo>
                  <a:cubicBezTo>
                    <a:pt x="1883" y="25389"/>
                    <a:pt x="1946" y="25509"/>
                    <a:pt x="2031" y="25630"/>
                  </a:cubicBezTo>
                  <a:cubicBezTo>
                    <a:pt x="3687" y="27865"/>
                    <a:pt x="6340" y="29195"/>
                    <a:pt x="9077" y="29726"/>
                  </a:cubicBezTo>
                  <a:cubicBezTo>
                    <a:pt x="10189" y="29941"/>
                    <a:pt x="11314" y="30029"/>
                    <a:pt x="12442" y="30029"/>
                  </a:cubicBezTo>
                  <a:cubicBezTo>
                    <a:pt x="14099" y="30029"/>
                    <a:pt x="15761" y="29838"/>
                    <a:pt x="17390" y="29577"/>
                  </a:cubicBezTo>
                  <a:cubicBezTo>
                    <a:pt x="18897" y="29344"/>
                    <a:pt x="20425" y="29047"/>
                    <a:pt x="21960" y="29018"/>
                  </a:cubicBezTo>
                  <a:cubicBezTo>
                    <a:pt x="22130" y="29012"/>
                    <a:pt x="22300" y="29010"/>
                    <a:pt x="22470" y="29010"/>
                  </a:cubicBezTo>
                  <a:cubicBezTo>
                    <a:pt x="24892" y="29010"/>
                    <a:pt x="27287" y="29585"/>
                    <a:pt x="29713" y="29698"/>
                  </a:cubicBezTo>
                  <a:cubicBezTo>
                    <a:pt x="29922" y="29707"/>
                    <a:pt x="30132" y="29711"/>
                    <a:pt x="30343" y="29711"/>
                  </a:cubicBezTo>
                  <a:cubicBezTo>
                    <a:pt x="32751" y="29711"/>
                    <a:pt x="35268" y="29093"/>
                    <a:pt x="36816" y="27278"/>
                  </a:cubicBezTo>
                  <a:cubicBezTo>
                    <a:pt x="37672" y="26274"/>
                    <a:pt x="38139" y="25007"/>
                    <a:pt x="39143" y="24123"/>
                  </a:cubicBezTo>
                  <a:cubicBezTo>
                    <a:pt x="40120" y="23295"/>
                    <a:pt x="41414" y="22977"/>
                    <a:pt x="42560" y="22383"/>
                  </a:cubicBezTo>
                  <a:cubicBezTo>
                    <a:pt x="44859" y="21173"/>
                    <a:pt x="46366" y="18789"/>
                    <a:pt x="46869" y="16256"/>
                  </a:cubicBezTo>
                  <a:cubicBezTo>
                    <a:pt x="47371" y="13717"/>
                    <a:pt x="46925" y="11064"/>
                    <a:pt x="45984" y="8651"/>
                  </a:cubicBezTo>
                  <a:cubicBezTo>
                    <a:pt x="44541" y="4966"/>
                    <a:pt x="40735" y="2751"/>
                    <a:pt x="37141" y="1428"/>
                  </a:cubicBezTo>
                  <a:cubicBezTo>
                    <a:pt x="35075" y="648"/>
                    <a:pt x="32897" y="1"/>
                    <a:pt x="307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4" name="Google Shape;2614;p71"/>
            <p:cNvGrpSpPr/>
            <p:nvPr/>
          </p:nvGrpSpPr>
          <p:grpSpPr>
            <a:xfrm>
              <a:off x="4859988" y="1584961"/>
              <a:ext cx="1034299" cy="200009"/>
              <a:chOff x="5111749" y="2599637"/>
              <a:chExt cx="339794" cy="65708"/>
            </a:xfrm>
          </p:grpSpPr>
          <p:sp>
            <p:nvSpPr>
              <p:cNvPr id="2615" name="Google Shape;2615;p71"/>
              <p:cNvSpPr/>
              <p:nvPr/>
            </p:nvSpPr>
            <p:spPr>
              <a:xfrm>
                <a:off x="5172695" y="2607379"/>
                <a:ext cx="23262" cy="37676"/>
              </a:xfrm>
              <a:custGeom>
                <a:avLst/>
                <a:gdLst/>
                <a:ahLst/>
                <a:cxnLst/>
                <a:rect l="l" t="t" r="r" b="b"/>
                <a:pathLst>
                  <a:path w="673" h="1090" extrusionOk="0">
                    <a:moveTo>
                      <a:pt x="57" y="0"/>
                    </a:moveTo>
                    <a:lnTo>
                      <a:pt x="0" y="85"/>
                    </a:lnTo>
                    <a:lnTo>
                      <a:pt x="531" y="644"/>
                    </a:lnTo>
                    <a:lnTo>
                      <a:pt x="0" y="1026"/>
                    </a:lnTo>
                    <a:lnTo>
                      <a:pt x="57" y="1090"/>
                    </a:lnTo>
                    <a:lnTo>
                      <a:pt x="673" y="644"/>
                    </a:lnTo>
                    <a:lnTo>
                      <a:pt x="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71"/>
              <p:cNvSpPr/>
              <p:nvPr/>
            </p:nvSpPr>
            <p:spPr>
              <a:xfrm>
                <a:off x="5188837" y="2607379"/>
                <a:ext cx="23504" cy="37676"/>
              </a:xfrm>
              <a:custGeom>
                <a:avLst/>
                <a:gdLst/>
                <a:ahLst/>
                <a:cxnLst/>
                <a:rect l="l" t="t" r="r" b="b"/>
                <a:pathLst>
                  <a:path w="680" h="1090" extrusionOk="0">
                    <a:moveTo>
                      <a:pt x="64" y="0"/>
                    </a:moveTo>
                    <a:lnTo>
                      <a:pt x="0" y="85"/>
                    </a:lnTo>
                    <a:lnTo>
                      <a:pt x="531" y="644"/>
                    </a:lnTo>
                    <a:lnTo>
                      <a:pt x="0" y="1026"/>
                    </a:lnTo>
                    <a:lnTo>
                      <a:pt x="64" y="1090"/>
                    </a:lnTo>
                    <a:lnTo>
                      <a:pt x="680" y="644"/>
                    </a:lnTo>
                    <a:lnTo>
                      <a:pt x="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71"/>
              <p:cNvSpPr/>
              <p:nvPr/>
            </p:nvSpPr>
            <p:spPr>
              <a:xfrm>
                <a:off x="5221605" y="2607379"/>
                <a:ext cx="24472" cy="35464"/>
              </a:xfrm>
              <a:custGeom>
                <a:avLst/>
                <a:gdLst/>
                <a:ahLst/>
                <a:cxnLst/>
                <a:rect l="l" t="t" r="r" b="b"/>
                <a:pathLst>
                  <a:path w="708" h="1026" extrusionOk="0">
                    <a:moveTo>
                      <a:pt x="354" y="85"/>
                    </a:moveTo>
                    <a:cubicBezTo>
                      <a:pt x="496" y="85"/>
                      <a:pt x="616" y="290"/>
                      <a:pt x="616" y="531"/>
                    </a:cubicBezTo>
                    <a:cubicBezTo>
                      <a:pt x="616" y="736"/>
                      <a:pt x="496" y="941"/>
                      <a:pt x="354" y="941"/>
                    </a:cubicBezTo>
                    <a:cubicBezTo>
                      <a:pt x="206" y="941"/>
                      <a:pt x="85" y="736"/>
                      <a:pt x="85" y="531"/>
                    </a:cubicBezTo>
                    <a:cubicBezTo>
                      <a:pt x="85" y="290"/>
                      <a:pt x="206" y="85"/>
                      <a:pt x="354" y="85"/>
                    </a:cubicBezTo>
                    <a:close/>
                    <a:moveTo>
                      <a:pt x="354" y="0"/>
                    </a:moveTo>
                    <a:cubicBezTo>
                      <a:pt x="142" y="0"/>
                      <a:pt x="0" y="234"/>
                      <a:pt x="0" y="531"/>
                    </a:cubicBezTo>
                    <a:cubicBezTo>
                      <a:pt x="0" y="792"/>
                      <a:pt x="142" y="1026"/>
                      <a:pt x="354" y="1026"/>
                    </a:cubicBezTo>
                    <a:cubicBezTo>
                      <a:pt x="531" y="1026"/>
                      <a:pt x="708" y="792"/>
                      <a:pt x="708" y="531"/>
                    </a:cubicBezTo>
                    <a:cubicBezTo>
                      <a:pt x="708" y="234"/>
                      <a:pt x="531" y="0"/>
                      <a:pt x="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71"/>
              <p:cNvSpPr/>
              <p:nvPr/>
            </p:nvSpPr>
            <p:spPr>
              <a:xfrm>
                <a:off x="5256868" y="2611285"/>
                <a:ext cx="3215" cy="32802"/>
              </a:xfrm>
              <a:custGeom>
                <a:avLst/>
                <a:gdLst/>
                <a:ahLst/>
                <a:cxnLst/>
                <a:rect l="l" t="t" r="r" b="b"/>
                <a:pathLst>
                  <a:path w="93" h="949" extrusionOk="0">
                    <a:moveTo>
                      <a:pt x="0" y="0"/>
                    </a:moveTo>
                    <a:lnTo>
                      <a:pt x="0" y="948"/>
                    </a:lnTo>
                    <a:lnTo>
                      <a:pt x="92" y="948"/>
                    </a:lnTo>
                    <a:lnTo>
                      <a:pt x="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71"/>
              <p:cNvSpPr/>
              <p:nvPr/>
            </p:nvSpPr>
            <p:spPr>
              <a:xfrm>
                <a:off x="5272250" y="2612253"/>
                <a:ext cx="21327" cy="32802"/>
              </a:xfrm>
              <a:custGeom>
                <a:avLst/>
                <a:gdLst/>
                <a:ahLst/>
                <a:cxnLst/>
                <a:rect l="l" t="t" r="r" b="b"/>
                <a:pathLst>
                  <a:path w="617" h="949" extrusionOk="0">
                    <a:moveTo>
                      <a:pt x="532" y="93"/>
                    </a:moveTo>
                    <a:lnTo>
                      <a:pt x="532" y="857"/>
                    </a:lnTo>
                    <a:lnTo>
                      <a:pt x="86" y="857"/>
                    </a:lnTo>
                    <a:lnTo>
                      <a:pt x="86" y="93"/>
                    </a:lnTo>
                    <a:close/>
                    <a:moveTo>
                      <a:pt x="1" y="1"/>
                    </a:moveTo>
                    <a:lnTo>
                      <a:pt x="1" y="949"/>
                    </a:lnTo>
                    <a:lnTo>
                      <a:pt x="616" y="949"/>
                    </a:lnTo>
                    <a:lnTo>
                      <a:pt x="6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71"/>
              <p:cNvSpPr/>
              <p:nvPr/>
            </p:nvSpPr>
            <p:spPr>
              <a:xfrm>
                <a:off x="5304777" y="2612253"/>
                <a:ext cx="30625" cy="32802"/>
              </a:xfrm>
              <a:custGeom>
                <a:avLst/>
                <a:gdLst/>
                <a:ahLst/>
                <a:cxnLst/>
                <a:rect l="l" t="t" r="r" b="b"/>
                <a:pathLst>
                  <a:path w="886" h="949" extrusionOk="0">
                    <a:moveTo>
                      <a:pt x="793" y="93"/>
                    </a:moveTo>
                    <a:lnTo>
                      <a:pt x="793" y="857"/>
                    </a:lnTo>
                    <a:lnTo>
                      <a:pt x="86" y="857"/>
                    </a:lnTo>
                    <a:lnTo>
                      <a:pt x="86" y="93"/>
                    </a:lnTo>
                    <a:close/>
                    <a:moveTo>
                      <a:pt x="1" y="1"/>
                    </a:moveTo>
                    <a:lnTo>
                      <a:pt x="1" y="949"/>
                    </a:lnTo>
                    <a:lnTo>
                      <a:pt x="885" y="949"/>
                    </a:lnTo>
                    <a:lnTo>
                      <a:pt x="8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71"/>
              <p:cNvSpPr/>
              <p:nvPr/>
            </p:nvSpPr>
            <p:spPr>
              <a:xfrm>
                <a:off x="5345634" y="2612253"/>
                <a:ext cx="34496" cy="32802"/>
              </a:xfrm>
              <a:custGeom>
                <a:avLst/>
                <a:gdLst/>
                <a:ahLst/>
                <a:cxnLst/>
                <a:rect l="l" t="t" r="r" b="b"/>
                <a:pathLst>
                  <a:path w="998" h="949" extrusionOk="0">
                    <a:moveTo>
                      <a:pt x="913" y="93"/>
                    </a:moveTo>
                    <a:lnTo>
                      <a:pt x="913" y="857"/>
                    </a:lnTo>
                    <a:lnTo>
                      <a:pt x="85" y="857"/>
                    </a:lnTo>
                    <a:lnTo>
                      <a:pt x="85" y="93"/>
                    </a:lnTo>
                    <a:close/>
                    <a:moveTo>
                      <a:pt x="0" y="1"/>
                    </a:moveTo>
                    <a:lnTo>
                      <a:pt x="0" y="949"/>
                    </a:lnTo>
                    <a:lnTo>
                      <a:pt x="998" y="949"/>
                    </a:lnTo>
                    <a:lnTo>
                      <a:pt x="9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71"/>
              <p:cNvSpPr/>
              <p:nvPr/>
            </p:nvSpPr>
            <p:spPr>
              <a:xfrm>
                <a:off x="5392332" y="2599637"/>
                <a:ext cx="20566" cy="61560"/>
              </a:xfrm>
              <a:custGeom>
                <a:avLst/>
                <a:gdLst/>
                <a:ahLst/>
                <a:cxnLst/>
                <a:rect l="l" t="t" r="r" b="b"/>
                <a:pathLst>
                  <a:path w="595" h="1781" extrusionOk="0">
                    <a:moveTo>
                      <a:pt x="259" y="0"/>
                    </a:moveTo>
                    <a:cubicBezTo>
                      <a:pt x="241" y="0"/>
                      <a:pt x="224" y="4"/>
                      <a:pt x="206" y="12"/>
                    </a:cubicBezTo>
                    <a:lnTo>
                      <a:pt x="241" y="104"/>
                    </a:lnTo>
                    <a:cubicBezTo>
                      <a:pt x="250" y="94"/>
                      <a:pt x="260" y="91"/>
                      <a:pt x="269" y="91"/>
                    </a:cubicBezTo>
                    <a:cubicBezTo>
                      <a:pt x="288" y="91"/>
                      <a:pt x="307" y="104"/>
                      <a:pt x="326" y="104"/>
                    </a:cubicBezTo>
                    <a:cubicBezTo>
                      <a:pt x="382" y="132"/>
                      <a:pt x="418" y="224"/>
                      <a:pt x="418" y="281"/>
                    </a:cubicBezTo>
                    <a:cubicBezTo>
                      <a:pt x="418" y="337"/>
                      <a:pt x="418" y="401"/>
                      <a:pt x="382" y="486"/>
                    </a:cubicBezTo>
                    <a:lnTo>
                      <a:pt x="382" y="634"/>
                    </a:lnTo>
                    <a:cubicBezTo>
                      <a:pt x="354" y="719"/>
                      <a:pt x="382" y="840"/>
                      <a:pt x="446" y="896"/>
                    </a:cubicBezTo>
                    <a:cubicBezTo>
                      <a:pt x="418" y="932"/>
                      <a:pt x="382" y="960"/>
                      <a:pt x="382" y="988"/>
                    </a:cubicBezTo>
                    <a:cubicBezTo>
                      <a:pt x="354" y="1073"/>
                      <a:pt x="354" y="1137"/>
                      <a:pt x="382" y="1193"/>
                    </a:cubicBezTo>
                    <a:lnTo>
                      <a:pt x="382" y="1222"/>
                    </a:lnTo>
                    <a:cubicBezTo>
                      <a:pt x="382" y="1370"/>
                      <a:pt x="382" y="1490"/>
                      <a:pt x="326" y="1575"/>
                    </a:cubicBezTo>
                    <a:cubicBezTo>
                      <a:pt x="285" y="1642"/>
                      <a:pt x="196" y="1690"/>
                      <a:pt x="115" y="1690"/>
                    </a:cubicBezTo>
                    <a:cubicBezTo>
                      <a:pt x="84" y="1690"/>
                      <a:pt x="54" y="1683"/>
                      <a:pt x="29" y="1667"/>
                    </a:cubicBezTo>
                    <a:lnTo>
                      <a:pt x="0" y="1724"/>
                    </a:lnTo>
                    <a:cubicBezTo>
                      <a:pt x="29" y="1752"/>
                      <a:pt x="92" y="1780"/>
                      <a:pt x="121" y="1780"/>
                    </a:cubicBezTo>
                    <a:cubicBezTo>
                      <a:pt x="241" y="1780"/>
                      <a:pt x="326" y="1696"/>
                      <a:pt x="382" y="1639"/>
                    </a:cubicBezTo>
                    <a:cubicBezTo>
                      <a:pt x="474" y="1519"/>
                      <a:pt x="474" y="1370"/>
                      <a:pt x="474" y="1193"/>
                    </a:cubicBezTo>
                    <a:cubicBezTo>
                      <a:pt x="446" y="1137"/>
                      <a:pt x="446" y="1073"/>
                      <a:pt x="474" y="1016"/>
                    </a:cubicBezTo>
                    <a:cubicBezTo>
                      <a:pt x="474" y="988"/>
                      <a:pt x="503" y="960"/>
                      <a:pt x="531" y="960"/>
                    </a:cubicBezTo>
                    <a:lnTo>
                      <a:pt x="559" y="960"/>
                    </a:lnTo>
                    <a:lnTo>
                      <a:pt x="595" y="868"/>
                    </a:lnTo>
                    <a:lnTo>
                      <a:pt x="559" y="868"/>
                    </a:lnTo>
                    <a:cubicBezTo>
                      <a:pt x="503" y="840"/>
                      <a:pt x="446" y="719"/>
                      <a:pt x="474" y="634"/>
                    </a:cubicBezTo>
                    <a:lnTo>
                      <a:pt x="474" y="486"/>
                    </a:lnTo>
                    <a:cubicBezTo>
                      <a:pt x="503" y="429"/>
                      <a:pt x="503" y="337"/>
                      <a:pt x="503" y="252"/>
                    </a:cubicBezTo>
                    <a:cubicBezTo>
                      <a:pt x="503" y="160"/>
                      <a:pt x="446" y="76"/>
                      <a:pt x="382" y="47"/>
                    </a:cubicBezTo>
                    <a:cubicBezTo>
                      <a:pt x="342" y="22"/>
                      <a:pt x="302"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71"/>
              <p:cNvSpPr/>
              <p:nvPr/>
            </p:nvSpPr>
            <p:spPr>
              <a:xfrm>
                <a:off x="5425101" y="2602229"/>
                <a:ext cx="10058" cy="55062"/>
              </a:xfrm>
              <a:custGeom>
                <a:avLst/>
                <a:gdLst/>
                <a:ahLst/>
                <a:cxnLst/>
                <a:rect l="l" t="t" r="r" b="b"/>
                <a:pathLst>
                  <a:path w="291" h="1593" extrusionOk="0">
                    <a:moveTo>
                      <a:pt x="85" y="1"/>
                    </a:moveTo>
                    <a:lnTo>
                      <a:pt x="0" y="29"/>
                    </a:lnTo>
                    <a:cubicBezTo>
                      <a:pt x="206" y="531"/>
                      <a:pt x="206" y="1090"/>
                      <a:pt x="29" y="1564"/>
                    </a:cubicBezTo>
                    <a:lnTo>
                      <a:pt x="85" y="1592"/>
                    </a:lnTo>
                    <a:cubicBezTo>
                      <a:pt x="290" y="1090"/>
                      <a:pt x="290" y="503"/>
                      <a:pt x="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71"/>
              <p:cNvSpPr/>
              <p:nvPr/>
            </p:nvSpPr>
            <p:spPr>
              <a:xfrm>
                <a:off x="5438305" y="2601261"/>
                <a:ext cx="13238" cy="64084"/>
              </a:xfrm>
              <a:custGeom>
                <a:avLst/>
                <a:gdLst/>
                <a:ahLst/>
                <a:cxnLst/>
                <a:rect l="l" t="t" r="r" b="b"/>
                <a:pathLst>
                  <a:path w="383" h="1854" extrusionOk="0">
                    <a:moveTo>
                      <a:pt x="114" y="0"/>
                    </a:moveTo>
                    <a:lnTo>
                      <a:pt x="29" y="29"/>
                    </a:lnTo>
                    <a:cubicBezTo>
                      <a:pt x="290" y="587"/>
                      <a:pt x="290" y="1267"/>
                      <a:pt x="0" y="1825"/>
                    </a:cubicBezTo>
                    <a:lnTo>
                      <a:pt x="85" y="1854"/>
                    </a:lnTo>
                    <a:cubicBezTo>
                      <a:pt x="382" y="1295"/>
                      <a:pt x="382" y="587"/>
                      <a:pt x="1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71"/>
              <p:cNvSpPr/>
              <p:nvPr/>
            </p:nvSpPr>
            <p:spPr>
              <a:xfrm>
                <a:off x="5150394" y="2599637"/>
                <a:ext cx="21569" cy="61560"/>
              </a:xfrm>
              <a:custGeom>
                <a:avLst/>
                <a:gdLst/>
                <a:ahLst/>
                <a:cxnLst/>
                <a:rect l="l" t="t" r="r" b="b"/>
                <a:pathLst>
                  <a:path w="624" h="1781" extrusionOk="0">
                    <a:moveTo>
                      <a:pt x="352" y="0"/>
                    </a:moveTo>
                    <a:cubicBezTo>
                      <a:pt x="322" y="0"/>
                      <a:pt x="281" y="22"/>
                      <a:pt x="241" y="47"/>
                    </a:cubicBezTo>
                    <a:cubicBezTo>
                      <a:pt x="177" y="76"/>
                      <a:pt x="121" y="160"/>
                      <a:pt x="121" y="252"/>
                    </a:cubicBezTo>
                    <a:cubicBezTo>
                      <a:pt x="92" y="337"/>
                      <a:pt x="121" y="429"/>
                      <a:pt x="121" y="486"/>
                    </a:cubicBezTo>
                    <a:cubicBezTo>
                      <a:pt x="149" y="542"/>
                      <a:pt x="149" y="578"/>
                      <a:pt x="149" y="634"/>
                    </a:cubicBezTo>
                    <a:cubicBezTo>
                      <a:pt x="149" y="719"/>
                      <a:pt x="121" y="840"/>
                      <a:pt x="29" y="868"/>
                    </a:cubicBezTo>
                    <a:lnTo>
                      <a:pt x="1" y="868"/>
                    </a:lnTo>
                    <a:lnTo>
                      <a:pt x="29" y="960"/>
                    </a:lnTo>
                    <a:lnTo>
                      <a:pt x="92" y="960"/>
                    </a:lnTo>
                    <a:cubicBezTo>
                      <a:pt x="121" y="960"/>
                      <a:pt x="149" y="988"/>
                      <a:pt x="149" y="1016"/>
                    </a:cubicBezTo>
                    <a:lnTo>
                      <a:pt x="149" y="1193"/>
                    </a:lnTo>
                    <a:cubicBezTo>
                      <a:pt x="121" y="1370"/>
                      <a:pt x="149" y="1519"/>
                      <a:pt x="206" y="1639"/>
                    </a:cubicBezTo>
                    <a:cubicBezTo>
                      <a:pt x="269" y="1696"/>
                      <a:pt x="383" y="1780"/>
                      <a:pt x="475" y="1780"/>
                    </a:cubicBezTo>
                    <a:cubicBezTo>
                      <a:pt x="531" y="1780"/>
                      <a:pt x="595" y="1752"/>
                      <a:pt x="623" y="1724"/>
                    </a:cubicBezTo>
                    <a:lnTo>
                      <a:pt x="559" y="1667"/>
                    </a:lnTo>
                    <a:cubicBezTo>
                      <a:pt x="536" y="1683"/>
                      <a:pt x="510" y="1690"/>
                      <a:pt x="483" y="1690"/>
                    </a:cubicBezTo>
                    <a:cubicBezTo>
                      <a:pt x="413" y="1690"/>
                      <a:pt x="339" y="1642"/>
                      <a:pt x="298" y="1575"/>
                    </a:cubicBezTo>
                    <a:cubicBezTo>
                      <a:pt x="241" y="1490"/>
                      <a:pt x="206" y="1370"/>
                      <a:pt x="241" y="1222"/>
                    </a:cubicBezTo>
                    <a:lnTo>
                      <a:pt x="241" y="1193"/>
                    </a:lnTo>
                    <a:lnTo>
                      <a:pt x="241" y="988"/>
                    </a:lnTo>
                    <a:cubicBezTo>
                      <a:pt x="206" y="960"/>
                      <a:pt x="177" y="932"/>
                      <a:pt x="149" y="896"/>
                    </a:cubicBezTo>
                    <a:cubicBezTo>
                      <a:pt x="206" y="840"/>
                      <a:pt x="241" y="719"/>
                      <a:pt x="241" y="634"/>
                    </a:cubicBezTo>
                    <a:cubicBezTo>
                      <a:pt x="241" y="578"/>
                      <a:pt x="241" y="514"/>
                      <a:pt x="206" y="486"/>
                    </a:cubicBezTo>
                    <a:cubicBezTo>
                      <a:pt x="206" y="401"/>
                      <a:pt x="177" y="337"/>
                      <a:pt x="206" y="281"/>
                    </a:cubicBezTo>
                    <a:cubicBezTo>
                      <a:pt x="206" y="224"/>
                      <a:pt x="241" y="132"/>
                      <a:pt x="298" y="104"/>
                    </a:cubicBezTo>
                    <a:cubicBezTo>
                      <a:pt x="317" y="104"/>
                      <a:pt x="335" y="91"/>
                      <a:pt x="354" y="91"/>
                    </a:cubicBezTo>
                    <a:cubicBezTo>
                      <a:pt x="364" y="91"/>
                      <a:pt x="373" y="94"/>
                      <a:pt x="383" y="104"/>
                    </a:cubicBezTo>
                    <a:lnTo>
                      <a:pt x="383" y="12"/>
                    </a:lnTo>
                    <a:cubicBezTo>
                      <a:pt x="374" y="4"/>
                      <a:pt x="364" y="0"/>
                      <a:pt x="3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71"/>
              <p:cNvSpPr/>
              <p:nvPr/>
            </p:nvSpPr>
            <p:spPr>
              <a:xfrm>
                <a:off x="5128133" y="2602229"/>
                <a:ext cx="10058" cy="55062"/>
              </a:xfrm>
              <a:custGeom>
                <a:avLst/>
                <a:gdLst/>
                <a:ahLst/>
                <a:cxnLst/>
                <a:rect l="l" t="t" r="r" b="b"/>
                <a:pathLst>
                  <a:path w="291" h="1593" extrusionOk="0">
                    <a:moveTo>
                      <a:pt x="206" y="1"/>
                    </a:moveTo>
                    <a:cubicBezTo>
                      <a:pt x="1" y="503"/>
                      <a:pt x="1" y="1090"/>
                      <a:pt x="206" y="1592"/>
                    </a:cubicBezTo>
                    <a:lnTo>
                      <a:pt x="291" y="1564"/>
                    </a:lnTo>
                    <a:cubicBezTo>
                      <a:pt x="86" y="1090"/>
                      <a:pt x="86" y="531"/>
                      <a:pt x="291" y="29"/>
                    </a:cubicBezTo>
                    <a:lnTo>
                      <a:pt x="2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71"/>
              <p:cNvSpPr/>
              <p:nvPr/>
            </p:nvSpPr>
            <p:spPr>
              <a:xfrm>
                <a:off x="5111749" y="2601261"/>
                <a:ext cx="14241" cy="64084"/>
              </a:xfrm>
              <a:custGeom>
                <a:avLst/>
                <a:gdLst/>
                <a:ahLst/>
                <a:cxnLst/>
                <a:rect l="l" t="t" r="r" b="b"/>
                <a:pathLst>
                  <a:path w="412" h="1854" extrusionOk="0">
                    <a:moveTo>
                      <a:pt x="263" y="0"/>
                    </a:moveTo>
                    <a:lnTo>
                      <a:pt x="263" y="0"/>
                    </a:lnTo>
                    <a:cubicBezTo>
                      <a:pt x="1" y="587"/>
                      <a:pt x="29" y="1295"/>
                      <a:pt x="326" y="1854"/>
                    </a:cubicBezTo>
                    <a:lnTo>
                      <a:pt x="411" y="1825"/>
                    </a:lnTo>
                    <a:cubicBezTo>
                      <a:pt x="121" y="1267"/>
                      <a:pt x="86" y="587"/>
                      <a:pt x="354" y="29"/>
                    </a:cubicBezTo>
                    <a:lnTo>
                      <a:pt x="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8" name="Google Shape;2628;p71"/>
            <p:cNvGrpSpPr/>
            <p:nvPr/>
          </p:nvGrpSpPr>
          <p:grpSpPr>
            <a:xfrm>
              <a:off x="3039177" y="1582153"/>
              <a:ext cx="1761889" cy="1511082"/>
              <a:chOff x="4014029" y="2295956"/>
              <a:chExt cx="578826" cy="496429"/>
            </a:xfrm>
          </p:grpSpPr>
          <p:sp>
            <p:nvSpPr>
              <p:cNvPr id="2629" name="Google Shape;2629;p71"/>
              <p:cNvSpPr/>
              <p:nvPr/>
            </p:nvSpPr>
            <p:spPr>
              <a:xfrm>
                <a:off x="4045588" y="2295956"/>
                <a:ext cx="547268" cy="457537"/>
              </a:xfrm>
              <a:custGeom>
                <a:avLst/>
                <a:gdLst/>
                <a:ahLst/>
                <a:cxnLst/>
                <a:rect l="l" t="t" r="r" b="b"/>
                <a:pathLst>
                  <a:path w="15833" h="13237" extrusionOk="0">
                    <a:moveTo>
                      <a:pt x="0" y="0"/>
                    </a:moveTo>
                    <a:lnTo>
                      <a:pt x="0" y="13237"/>
                    </a:lnTo>
                    <a:lnTo>
                      <a:pt x="15832" y="13237"/>
                    </a:lnTo>
                    <a:lnTo>
                      <a:pt x="158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71"/>
              <p:cNvSpPr/>
              <p:nvPr/>
            </p:nvSpPr>
            <p:spPr>
              <a:xfrm>
                <a:off x="4014029" y="2447805"/>
                <a:ext cx="4182" cy="21569"/>
              </a:xfrm>
              <a:custGeom>
                <a:avLst/>
                <a:gdLst/>
                <a:ahLst/>
                <a:cxnLst/>
                <a:rect l="l" t="t" r="r" b="b"/>
                <a:pathLst>
                  <a:path w="121" h="624" extrusionOk="0">
                    <a:moveTo>
                      <a:pt x="0" y="1"/>
                    </a:moveTo>
                    <a:lnTo>
                      <a:pt x="0" y="623"/>
                    </a:lnTo>
                    <a:lnTo>
                      <a:pt x="121" y="623"/>
                    </a:lnTo>
                    <a:lnTo>
                      <a:pt x="12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71"/>
              <p:cNvSpPr/>
              <p:nvPr/>
            </p:nvSpPr>
            <p:spPr>
              <a:xfrm>
                <a:off x="4014029" y="2485481"/>
                <a:ext cx="23504" cy="300785"/>
              </a:xfrm>
              <a:custGeom>
                <a:avLst/>
                <a:gdLst/>
                <a:ahLst/>
                <a:cxnLst/>
                <a:rect l="l" t="t" r="r" b="b"/>
                <a:pathLst>
                  <a:path w="680" h="8702" extrusionOk="0">
                    <a:moveTo>
                      <a:pt x="0" y="0"/>
                    </a:moveTo>
                    <a:cubicBezTo>
                      <a:pt x="29" y="2865"/>
                      <a:pt x="121" y="8581"/>
                      <a:pt x="149" y="8638"/>
                    </a:cubicBezTo>
                    <a:lnTo>
                      <a:pt x="149" y="8702"/>
                    </a:lnTo>
                    <a:lnTo>
                      <a:pt x="680" y="8702"/>
                    </a:lnTo>
                    <a:lnTo>
                      <a:pt x="680" y="8581"/>
                    </a:lnTo>
                    <a:lnTo>
                      <a:pt x="234" y="8581"/>
                    </a:lnTo>
                    <a:cubicBezTo>
                      <a:pt x="234" y="7959"/>
                      <a:pt x="149" y="2717"/>
                      <a:pt x="1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71"/>
              <p:cNvSpPr/>
              <p:nvPr/>
            </p:nvSpPr>
            <p:spPr>
              <a:xfrm>
                <a:off x="4558097" y="2394988"/>
                <a:ext cx="7155" cy="386160"/>
              </a:xfrm>
              <a:custGeom>
                <a:avLst/>
                <a:gdLst/>
                <a:ahLst/>
                <a:cxnLst/>
                <a:rect l="l" t="t" r="r" b="b"/>
                <a:pathLst>
                  <a:path w="207" h="11172" extrusionOk="0">
                    <a:moveTo>
                      <a:pt x="93" y="1"/>
                    </a:moveTo>
                    <a:lnTo>
                      <a:pt x="1" y="11171"/>
                    </a:lnTo>
                    <a:lnTo>
                      <a:pt x="121" y="11171"/>
                    </a:lnTo>
                    <a:lnTo>
                      <a:pt x="2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71"/>
              <p:cNvSpPr/>
              <p:nvPr/>
            </p:nvSpPr>
            <p:spPr>
              <a:xfrm>
                <a:off x="4376660" y="2313309"/>
                <a:ext cx="189554" cy="42826"/>
              </a:xfrm>
              <a:custGeom>
                <a:avLst/>
                <a:gdLst/>
                <a:ahLst/>
                <a:cxnLst/>
                <a:rect l="l" t="t" r="r" b="b"/>
                <a:pathLst>
                  <a:path w="5484" h="1239" extrusionOk="0">
                    <a:moveTo>
                      <a:pt x="1" y="1"/>
                    </a:moveTo>
                    <a:lnTo>
                      <a:pt x="1" y="121"/>
                    </a:lnTo>
                    <a:lnTo>
                      <a:pt x="5370" y="121"/>
                    </a:lnTo>
                    <a:lnTo>
                      <a:pt x="5342" y="1239"/>
                    </a:lnTo>
                    <a:lnTo>
                      <a:pt x="5455" y="1239"/>
                    </a:lnTo>
                    <a:lnTo>
                      <a:pt x="54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71"/>
              <p:cNvSpPr/>
              <p:nvPr/>
            </p:nvSpPr>
            <p:spPr>
              <a:xfrm>
                <a:off x="4014029" y="2349015"/>
                <a:ext cx="5185" cy="52124"/>
              </a:xfrm>
              <a:custGeom>
                <a:avLst/>
                <a:gdLst/>
                <a:ahLst/>
                <a:cxnLst/>
                <a:rect l="l" t="t" r="r" b="b"/>
                <a:pathLst>
                  <a:path w="150" h="1508" extrusionOk="0">
                    <a:moveTo>
                      <a:pt x="29" y="1"/>
                    </a:moveTo>
                    <a:cubicBezTo>
                      <a:pt x="29" y="588"/>
                      <a:pt x="29" y="1062"/>
                      <a:pt x="0" y="1507"/>
                    </a:cubicBezTo>
                    <a:lnTo>
                      <a:pt x="121" y="1507"/>
                    </a:lnTo>
                    <a:cubicBezTo>
                      <a:pt x="149" y="1062"/>
                      <a:pt x="149" y="588"/>
                      <a:pt x="14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71"/>
              <p:cNvSpPr/>
              <p:nvPr/>
            </p:nvSpPr>
            <p:spPr>
              <a:xfrm>
                <a:off x="4084440" y="2333875"/>
                <a:ext cx="136497" cy="136463"/>
              </a:xfrm>
              <a:custGeom>
                <a:avLst/>
                <a:gdLst/>
                <a:ahLst/>
                <a:cxnLst/>
                <a:rect l="l" t="t" r="r" b="b"/>
                <a:pathLst>
                  <a:path w="3949" h="3948" extrusionOk="0">
                    <a:moveTo>
                      <a:pt x="1975" y="113"/>
                    </a:moveTo>
                    <a:cubicBezTo>
                      <a:pt x="3007" y="113"/>
                      <a:pt x="3828" y="941"/>
                      <a:pt x="3828" y="1974"/>
                    </a:cubicBezTo>
                    <a:cubicBezTo>
                      <a:pt x="3828" y="3007"/>
                      <a:pt x="3007" y="3827"/>
                      <a:pt x="1975" y="3827"/>
                    </a:cubicBezTo>
                    <a:cubicBezTo>
                      <a:pt x="942" y="3827"/>
                      <a:pt x="114" y="3007"/>
                      <a:pt x="114" y="1974"/>
                    </a:cubicBezTo>
                    <a:cubicBezTo>
                      <a:pt x="114" y="941"/>
                      <a:pt x="942" y="113"/>
                      <a:pt x="1975" y="113"/>
                    </a:cubicBezTo>
                    <a:close/>
                    <a:moveTo>
                      <a:pt x="1975" y="0"/>
                    </a:moveTo>
                    <a:cubicBezTo>
                      <a:pt x="885" y="0"/>
                      <a:pt x="1" y="884"/>
                      <a:pt x="1" y="1974"/>
                    </a:cubicBezTo>
                    <a:cubicBezTo>
                      <a:pt x="1" y="3063"/>
                      <a:pt x="885" y="3948"/>
                      <a:pt x="1975" y="3948"/>
                    </a:cubicBezTo>
                    <a:cubicBezTo>
                      <a:pt x="3064" y="3948"/>
                      <a:pt x="3948" y="3063"/>
                      <a:pt x="3948" y="1974"/>
                    </a:cubicBezTo>
                    <a:cubicBezTo>
                      <a:pt x="3948" y="884"/>
                      <a:pt x="3064" y="0"/>
                      <a:pt x="197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71"/>
              <p:cNvSpPr/>
              <p:nvPr/>
            </p:nvSpPr>
            <p:spPr>
              <a:xfrm>
                <a:off x="4115999" y="2365399"/>
                <a:ext cx="73381" cy="73381"/>
              </a:xfrm>
              <a:custGeom>
                <a:avLst/>
                <a:gdLst/>
                <a:ahLst/>
                <a:cxnLst/>
                <a:rect l="l" t="t" r="r" b="b"/>
                <a:pathLst>
                  <a:path w="2123" h="2123" extrusionOk="0">
                    <a:moveTo>
                      <a:pt x="1062" y="1"/>
                    </a:moveTo>
                    <a:cubicBezTo>
                      <a:pt x="467" y="1"/>
                      <a:pt x="0" y="468"/>
                      <a:pt x="0" y="1062"/>
                    </a:cubicBezTo>
                    <a:cubicBezTo>
                      <a:pt x="0" y="1649"/>
                      <a:pt x="467" y="2123"/>
                      <a:pt x="1062" y="2123"/>
                    </a:cubicBezTo>
                    <a:cubicBezTo>
                      <a:pt x="1649" y="2123"/>
                      <a:pt x="2123" y="1649"/>
                      <a:pt x="2123" y="1062"/>
                    </a:cubicBezTo>
                    <a:cubicBezTo>
                      <a:pt x="2123" y="468"/>
                      <a:pt x="1649" y="1"/>
                      <a:pt x="10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71"/>
              <p:cNvSpPr/>
              <p:nvPr/>
            </p:nvSpPr>
            <p:spPr>
              <a:xfrm>
                <a:off x="4310639" y="2415278"/>
                <a:ext cx="24507" cy="24507"/>
              </a:xfrm>
              <a:custGeom>
                <a:avLst/>
                <a:gdLst/>
                <a:ahLst/>
                <a:cxnLst/>
                <a:rect l="l" t="t" r="r" b="b"/>
                <a:pathLst>
                  <a:path w="709" h="709" extrusionOk="0">
                    <a:moveTo>
                      <a:pt x="616" y="121"/>
                    </a:moveTo>
                    <a:lnTo>
                      <a:pt x="616" y="616"/>
                    </a:lnTo>
                    <a:lnTo>
                      <a:pt x="114" y="616"/>
                    </a:lnTo>
                    <a:lnTo>
                      <a:pt x="114" y="121"/>
                    </a:lnTo>
                    <a:close/>
                    <a:moveTo>
                      <a:pt x="1" y="1"/>
                    </a:moveTo>
                    <a:lnTo>
                      <a:pt x="1" y="708"/>
                    </a:lnTo>
                    <a:lnTo>
                      <a:pt x="708" y="708"/>
                    </a:lnTo>
                    <a:lnTo>
                      <a:pt x="7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71"/>
              <p:cNvSpPr/>
              <p:nvPr/>
            </p:nvSpPr>
            <p:spPr>
              <a:xfrm>
                <a:off x="4347314" y="2413342"/>
                <a:ext cx="46732" cy="26442"/>
              </a:xfrm>
              <a:custGeom>
                <a:avLst/>
                <a:gdLst/>
                <a:ahLst/>
                <a:cxnLst/>
                <a:rect l="l" t="t" r="r" b="b"/>
                <a:pathLst>
                  <a:path w="1352" h="765" extrusionOk="0">
                    <a:moveTo>
                      <a:pt x="708" y="142"/>
                    </a:moveTo>
                    <a:lnTo>
                      <a:pt x="1119" y="672"/>
                    </a:lnTo>
                    <a:lnTo>
                      <a:pt x="263" y="672"/>
                    </a:lnTo>
                    <a:lnTo>
                      <a:pt x="708" y="142"/>
                    </a:lnTo>
                    <a:close/>
                    <a:moveTo>
                      <a:pt x="708" y="0"/>
                    </a:moveTo>
                    <a:lnTo>
                      <a:pt x="1" y="764"/>
                    </a:lnTo>
                    <a:lnTo>
                      <a:pt x="1352" y="764"/>
                    </a:lnTo>
                    <a:lnTo>
                      <a:pt x="70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71"/>
              <p:cNvSpPr/>
              <p:nvPr/>
            </p:nvSpPr>
            <p:spPr>
              <a:xfrm>
                <a:off x="4402343" y="2413342"/>
                <a:ext cx="28412" cy="28378"/>
              </a:xfrm>
              <a:custGeom>
                <a:avLst/>
                <a:gdLst/>
                <a:ahLst/>
                <a:cxnLst/>
                <a:rect l="l" t="t" r="r" b="b"/>
                <a:pathLst>
                  <a:path w="822" h="821" extrusionOk="0">
                    <a:moveTo>
                      <a:pt x="736" y="0"/>
                    </a:moveTo>
                    <a:lnTo>
                      <a:pt x="1" y="736"/>
                    </a:lnTo>
                    <a:lnTo>
                      <a:pt x="85" y="821"/>
                    </a:lnTo>
                    <a:lnTo>
                      <a:pt x="821" y="57"/>
                    </a:lnTo>
                    <a:lnTo>
                      <a:pt x="7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71"/>
              <p:cNvSpPr/>
              <p:nvPr/>
            </p:nvSpPr>
            <p:spPr>
              <a:xfrm>
                <a:off x="4417517" y="2413342"/>
                <a:ext cx="27652" cy="28378"/>
              </a:xfrm>
              <a:custGeom>
                <a:avLst/>
                <a:gdLst/>
                <a:ahLst/>
                <a:cxnLst/>
                <a:rect l="l" t="t" r="r" b="b"/>
                <a:pathLst>
                  <a:path w="800" h="821" extrusionOk="0">
                    <a:moveTo>
                      <a:pt x="736" y="0"/>
                    </a:moveTo>
                    <a:lnTo>
                      <a:pt x="0" y="736"/>
                    </a:lnTo>
                    <a:lnTo>
                      <a:pt x="57" y="821"/>
                    </a:lnTo>
                    <a:lnTo>
                      <a:pt x="800" y="57"/>
                    </a:lnTo>
                    <a:lnTo>
                      <a:pt x="736"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71"/>
              <p:cNvSpPr/>
              <p:nvPr/>
            </p:nvSpPr>
            <p:spPr>
              <a:xfrm>
                <a:off x="4455160" y="2412098"/>
                <a:ext cx="8365" cy="27687"/>
              </a:xfrm>
              <a:custGeom>
                <a:avLst/>
                <a:gdLst/>
                <a:ahLst/>
                <a:cxnLst/>
                <a:rect l="l" t="t" r="r" b="b"/>
                <a:pathLst>
                  <a:path w="242" h="801" extrusionOk="0">
                    <a:moveTo>
                      <a:pt x="1" y="1"/>
                    </a:moveTo>
                    <a:lnTo>
                      <a:pt x="1" y="64"/>
                    </a:lnTo>
                    <a:lnTo>
                      <a:pt x="29" y="64"/>
                    </a:lnTo>
                    <a:cubicBezTo>
                      <a:pt x="64" y="64"/>
                      <a:pt x="93" y="93"/>
                      <a:pt x="93" y="121"/>
                    </a:cubicBezTo>
                    <a:lnTo>
                      <a:pt x="93" y="298"/>
                    </a:lnTo>
                    <a:cubicBezTo>
                      <a:pt x="93" y="355"/>
                      <a:pt x="93" y="390"/>
                      <a:pt x="121" y="390"/>
                    </a:cubicBezTo>
                    <a:cubicBezTo>
                      <a:pt x="93" y="390"/>
                      <a:pt x="93" y="418"/>
                      <a:pt x="93" y="475"/>
                    </a:cubicBezTo>
                    <a:lnTo>
                      <a:pt x="93" y="652"/>
                    </a:lnTo>
                    <a:cubicBezTo>
                      <a:pt x="93" y="680"/>
                      <a:pt x="64" y="708"/>
                      <a:pt x="29" y="708"/>
                    </a:cubicBezTo>
                    <a:lnTo>
                      <a:pt x="1" y="708"/>
                    </a:lnTo>
                    <a:lnTo>
                      <a:pt x="1" y="800"/>
                    </a:lnTo>
                    <a:lnTo>
                      <a:pt x="29" y="800"/>
                    </a:lnTo>
                    <a:cubicBezTo>
                      <a:pt x="121" y="800"/>
                      <a:pt x="177" y="744"/>
                      <a:pt x="177" y="652"/>
                    </a:cubicBezTo>
                    <a:lnTo>
                      <a:pt x="177" y="475"/>
                    </a:lnTo>
                    <a:cubicBezTo>
                      <a:pt x="177" y="446"/>
                      <a:pt x="177" y="418"/>
                      <a:pt x="206" y="418"/>
                    </a:cubicBezTo>
                    <a:lnTo>
                      <a:pt x="241" y="418"/>
                    </a:lnTo>
                    <a:lnTo>
                      <a:pt x="241" y="355"/>
                    </a:lnTo>
                    <a:lnTo>
                      <a:pt x="206" y="355"/>
                    </a:lnTo>
                    <a:cubicBezTo>
                      <a:pt x="177" y="355"/>
                      <a:pt x="177" y="326"/>
                      <a:pt x="177" y="298"/>
                    </a:cubicBezTo>
                    <a:lnTo>
                      <a:pt x="177" y="121"/>
                    </a:lnTo>
                    <a:cubicBezTo>
                      <a:pt x="177" y="36"/>
                      <a:pt x="121" y="1"/>
                      <a:pt x="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71"/>
              <p:cNvSpPr/>
              <p:nvPr/>
            </p:nvSpPr>
            <p:spPr>
              <a:xfrm>
                <a:off x="4472512" y="2411130"/>
                <a:ext cx="19356" cy="30590"/>
              </a:xfrm>
              <a:custGeom>
                <a:avLst/>
                <a:gdLst/>
                <a:ahLst/>
                <a:cxnLst/>
                <a:rect l="l" t="t" r="r" b="b"/>
                <a:pathLst>
                  <a:path w="560" h="885" extrusionOk="0">
                    <a:moveTo>
                      <a:pt x="270" y="121"/>
                    </a:moveTo>
                    <a:cubicBezTo>
                      <a:pt x="355" y="121"/>
                      <a:pt x="447" y="269"/>
                      <a:pt x="447" y="446"/>
                    </a:cubicBezTo>
                    <a:cubicBezTo>
                      <a:pt x="447" y="651"/>
                      <a:pt x="355" y="772"/>
                      <a:pt x="270" y="772"/>
                    </a:cubicBezTo>
                    <a:cubicBezTo>
                      <a:pt x="178" y="772"/>
                      <a:pt x="93" y="651"/>
                      <a:pt x="93" y="446"/>
                    </a:cubicBezTo>
                    <a:cubicBezTo>
                      <a:pt x="93" y="269"/>
                      <a:pt x="178" y="121"/>
                      <a:pt x="270" y="121"/>
                    </a:cubicBezTo>
                    <a:close/>
                    <a:moveTo>
                      <a:pt x="270" y="1"/>
                    </a:moveTo>
                    <a:cubicBezTo>
                      <a:pt x="121" y="1"/>
                      <a:pt x="1" y="206"/>
                      <a:pt x="1" y="446"/>
                    </a:cubicBezTo>
                    <a:cubicBezTo>
                      <a:pt x="1" y="708"/>
                      <a:pt x="121" y="885"/>
                      <a:pt x="270" y="885"/>
                    </a:cubicBezTo>
                    <a:cubicBezTo>
                      <a:pt x="447" y="885"/>
                      <a:pt x="560" y="708"/>
                      <a:pt x="560" y="446"/>
                    </a:cubicBezTo>
                    <a:cubicBezTo>
                      <a:pt x="560" y="206"/>
                      <a:pt x="447" y="1"/>
                      <a:pt x="2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71"/>
              <p:cNvSpPr/>
              <p:nvPr/>
            </p:nvSpPr>
            <p:spPr>
              <a:xfrm>
                <a:off x="4496016" y="2411130"/>
                <a:ext cx="19322" cy="30590"/>
              </a:xfrm>
              <a:custGeom>
                <a:avLst/>
                <a:gdLst/>
                <a:ahLst/>
                <a:cxnLst/>
                <a:rect l="l" t="t" r="r" b="b"/>
                <a:pathLst>
                  <a:path w="559" h="885" extrusionOk="0">
                    <a:moveTo>
                      <a:pt x="262" y="121"/>
                    </a:moveTo>
                    <a:cubicBezTo>
                      <a:pt x="354" y="121"/>
                      <a:pt x="439" y="269"/>
                      <a:pt x="439" y="446"/>
                    </a:cubicBezTo>
                    <a:cubicBezTo>
                      <a:pt x="439" y="651"/>
                      <a:pt x="354" y="772"/>
                      <a:pt x="262" y="772"/>
                    </a:cubicBezTo>
                    <a:cubicBezTo>
                      <a:pt x="205" y="772"/>
                      <a:pt x="85" y="651"/>
                      <a:pt x="85" y="446"/>
                    </a:cubicBezTo>
                    <a:cubicBezTo>
                      <a:pt x="85" y="269"/>
                      <a:pt x="205" y="121"/>
                      <a:pt x="262" y="121"/>
                    </a:cubicBezTo>
                    <a:close/>
                    <a:moveTo>
                      <a:pt x="262" y="1"/>
                    </a:moveTo>
                    <a:cubicBezTo>
                      <a:pt x="120" y="1"/>
                      <a:pt x="0" y="206"/>
                      <a:pt x="0" y="446"/>
                    </a:cubicBezTo>
                    <a:cubicBezTo>
                      <a:pt x="0" y="708"/>
                      <a:pt x="120" y="885"/>
                      <a:pt x="262" y="885"/>
                    </a:cubicBezTo>
                    <a:cubicBezTo>
                      <a:pt x="439" y="885"/>
                      <a:pt x="559" y="708"/>
                      <a:pt x="559" y="446"/>
                    </a:cubicBezTo>
                    <a:cubicBezTo>
                      <a:pt x="559" y="206"/>
                      <a:pt x="439" y="1"/>
                      <a:pt x="26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71"/>
              <p:cNvSpPr/>
              <p:nvPr/>
            </p:nvSpPr>
            <p:spPr>
              <a:xfrm>
                <a:off x="4113786" y="2557862"/>
                <a:ext cx="75594" cy="234524"/>
              </a:xfrm>
              <a:custGeom>
                <a:avLst/>
                <a:gdLst/>
                <a:ahLst/>
                <a:cxnLst/>
                <a:rect l="l" t="t" r="r" b="b"/>
                <a:pathLst>
                  <a:path w="2187" h="6785" extrusionOk="0">
                    <a:moveTo>
                      <a:pt x="1126" y="120"/>
                    </a:moveTo>
                    <a:cubicBezTo>
                      <a:pt x="1656" y="120"/>
                      <a:pt x="2067" y="531"/>
                      <a:pt x="2067" y="1061"/>
                    </a:cubicBezTo>
                    <a:lnTo>
                      <a:pt x="2067" y="5723"/>
                    </a:lnTo>
                    <a:cubicBezTo>
                      <a:pt x="2067" y="6254"/>
                      <a:pt x="1656" y="6664"/>
                      <a:pt x="1126" y="6664"/>
                    </a:cubicBezTo>
                    <a:lnTo>
                      <a:pt x="1062" y="6664"/>
                    </a:lnTo>
                    <a:cubicBezTo>
                      <a:pt x="567" y="6664"/>
                      <a:pt x="121" y="6254"/>
                      <a:pt x="121" y="5723"/>
                    </a:cubicBezTo>
                    <a:lnTo>
                      <a:pt x="121" y="1061"/>
                    </a:lnTo>
                    <a:cubicBezTo>
                      <a:pt x="121" y="531"/>
                      <a:pt x="567" y="120"/>
                      <a:pt x="1062" y="120"/>
                    </a:cubicBezTo>
                    <a:close/>
                    <a:moveTo>
                      <a:pt x="1062" y="0"/>
                    </a:moveTo>
                    <a:cubicBezTo>
                      <a:pt x="475" y="0"/>
                      <a:pt x="1" y="474"/>
                      <a:pt x="1" y="1061"/>
                    </a:cubicBezTo>
                    <a:lnTo>
                      <a:pt x="1" y="5723"/>
                    </a:lnTo>
                    <a:cubicBezTo>
                      <a:pt x="1" y="6310"/>
                      <a:pt x="475" y="6784"/>
                      <a:pt x="1062" y="6784"/>
                    </a:cubicBezTo>
                    <a:lnTo>
                      <a:pt x="1126" y="6784"/>
                    </a:lnTo>
                    <a:cubicBezTo>
                      <a:pt x="1713" y="6784"/>
                      <a:pt x="2187" y="6310"/>
                      <a:pt x="2187" y="5723"/>
                    </a:cubicBezTo>
                    <a:lnTo>
                      <a:pt x="2187" y="1061"/>
                    </a:lnTo>
                    <a:cubicBezTo>
                      <a:pt x="2187" y="474"/>
                      <a:pt x="1713" y="0"/>
                      <a:pt x="11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71"/>
              <p:cNvSpPr/>
              <p:nvPr/>
            </p:nvSpPr>
            <p:spPr>
              <a:xfrm>
                <a:off x="4258549" y="2313309"/>
                <a:ext cx="92703" cy="4217"/>
              </a:xfrm>
              <a:custGeom>
                <a:avLst/>
                <a:gdLst/>
                <a:ahLst/>
                <a:cxnLst/>
                <a:rect l="l" t="t" r="r" b="b"/>
                <a:pathLst>
                  <a:path w="2682" h="122" extrusionOk="0">
                    <a:moveTo>
                      <a:pt x="1" y="1"/>
                    </a:moveTo>
                    <a:lnTo>
                      <a:pt x="1" y="121"/>
                    </a:lnTo>
                    <a:lnTo>
                      <a:pt x="2682" y="121"/>
                    </a:lnTo>
                    <a:lnTo>
                      <a:pt x="26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71"/>
              <p:cNvSpPr/>
              <p:nvPr/>
            </p:nvSpPr>
            <p:spPr>
              <a:xfrm>
                <a:off x="4095466" y="2313309"/>
                <a:ext cx="137707" cy="6153"/>
              </a:xfrm>
              <a:custGeom>
                <a:avLst/>
                <a:gdLst/>
                <a:ahLst/>
                <a:cxnLst/>
                <a:rect l="l" t="t" r="r" b="b"/>
                <a:pathLst>
                  <a:path w="3984" h="178" extrusionOk="0">
                    <a:moveTo>
                      <a:pt x="3983" y="1"/>
                    </a:moveTo>
                    <a:lnTo>
                      <a:pt x="0" y="64"/>
                    </a:lnTo>
                    <a:lnTo>
                      <a:pt x="0" y="178"/>
                    </a:lnTo>
                    <a:lnTo>
                      <a:pt x="3983" y="121"/>
                    </a:lnTo>
                    <a:lnTo>
                      <a:pt x="39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7" name="Google Shape;2647;p71"/>
            <p:cNvGrpSpPr/>
            <p:nvPr/>
          </p:nvGrpSpPr>
          <p:grpSpPr>
            <a:xfrm>
              <a:off x="3788953" y="1869154"/>
              <a:ext cx="2304469" cy="1767886"/>
              <a:chOff x="4687475" y="2211500"/>
              <a:chExt cx="547575" cy="420075"/>
            </a:xfrm>
          </p:grpSpPr>
          <p:sp>
            <p:nvSpPr>
              <p:cNvPr id="2648" name="Google Shape;2648;p71"/>
              <p:cNvSpPr/>
              <p:nvPr/>
            </p:nvSpPr>
            <p:spPr>
              <a:xfrm>
                <a:off x="4687475" y="2211500"/>
                <a:ext cx="547575" cy="420075"/>
              </a:xfrm>
              <a:custGeom>
                <a:avLst/>
                <a:gdLst/>
                <a:ahLst/>
                <a:cxnLst/>
                <a:rect l="l" t="t" r="r" b="b"/>
                <a:pathLst>
                  <a:path w="21903" h="16803" extrusionOk="0">
                    <a:moveTo>
                      <a:pt x="12239" y="1"/>
                    </a:moveTo>
                    <a:lnTo>
                      <a:pt x="8879" y="3276"/>
                    </a:lnTo>
                    <a:lnTo>
                      <a:pt x="0" y="3276"/>
                    </a:lnTo>
                    <a:lnTo>
                      <a:pt x="0" y="16802"/>
                    </a:lnTo>
                    <a:lnTo>
                      <a:pt x="18542" y="16802"/>
                    </a:lnTo>
                    <a:lnTo>
                      <a:pt x="21903" y="13209"/>
                    </a:lnTo>
                    <a:lnTo>
                      <a:pt x="1223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71"/>
              <p:cNvSpPr/>
              <p:nvPr/>
            </p:nvSpPr>
            <p:spPr>
              <a:xfrm>
                <a:off x="4910850" y="2289675"/>
                <a:ext cx="252750" cy="331650"/>
              </a:xfrm>
              <a:custGeom>
                <a:avLst/>
                <a:gdLst/>
                <a:ahLst/>
                <a:cxnLst/>
                <a:rect l="l" t="t" r="r" b="b"/>
                <a:pathLst>
                  <a:path w="10110" h="13266" extrusionOk="0">
                    <a:moveTo>
                      <a:pt x="0" y="1"/>
                    </a:moveTo>
                    <a:lnTo>
                      <a:pt x="0" y="13265"/>
                    </a:lnTo>
                    <a:lnTo>
                      <a:pt x="10110" y="13265"/>
                    </a:lnTo>
                    <a:lnTo>
                      <a:pt x="10110" y="13145"/>
                    </a:lnTo>
                    <a:lnTo>
                      <a:pt x="121" y="13145"/>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71"/>
              <p:cNvSpPr/>
              <p:nvPr/>
            </p:nvSpPr>
            <p:spPr>
              <a:xfrm>
                <a:off x="4938075" y="2261725"/>
                <a:ext cx="252050" cy="331650"/>
              </a:xfrm>
              <a:custGeom>
                <a:avLst/>
                <a:gdLst/>
                <a:ahLst/>
                <a:cxnLst/>
                <a:rect l="l" t="t" r="r" b="b"/>
                <a:pathLst>
                  <a:path w="10082" h="13266" extrusionOk="0">
                    <a:moveTo>
                      <a:pt x="1" y="1"/>
                    </a:moveTo>
                    <a:lnTo>
                      <a:pt x="1" y="13265"/>
                    </a:lnTo>
                    <a:lnTo>
                      <a:pt x="10082" y="13265"/>
                    </a:lnTo>
                    <a:lnTo>
                      <a:pt x="10082" y="13145"/>
                    </a:lnTo>
                    <a:lnTo>
                      <a:pt x="121" y="13145"/>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71"/>
              <p:cNvSpPr/>
              <p:nvPr/>
            </p:nvSpPr>
            <p:spPr>
              <a:xfrm>
                <a:off x="4964600" y="2232900"/>
                <a:ext cx="252775" cy="332350"/>
              </a:xfrm>
              <a:custGeom>
                <a:avLst/>
                <a:gdLst/>
                <a:ahLst/>
                <a:cxnLst/>
                <a:rect l="l" t="t" r="r" b="b"/>
                <a:pathLst>
                  <a:path w="10111" h="13294" extrusionOk="0">
                    <a:moveTo>
                      <a:pt x="1" y="1"/>
                    </a:moveTo>
                    <a:lnTo>
                      <a:pt x="1" y="13294"/>
                    </a:lnTo>
                    <a:lnTo>
                      <a:pt x="10110" y="13294"/>
                    </a:lnTo>
                    <a:lnTo>
                      <a:pt x="10110" y="13180"/>
                    </a:lnTo>
                    <a:lnTo>
                      <a:pt x="121" y="13180"/>
                    </a:lnTo>
                    <a:lnTo>
                      <a:pt x="12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71"/>
              <p:cNvSpPr/>
              <p:nvPr/>
            </p:nvSpPr>
            <p:spPr>
              <a:xfrm>
                <a:off x="4993450" y="2211500"/>
                <a:ext cx="241600" cy="330225"/>
              </a:xfrm>
              <a:custGeom>
                <a:avLst/>
                <a:gdLst/>
                <a:ahLst/>
                <a:cxnLst/>
                <a:rect l="l" t="t" r="r" b="b"/>
                <a:pathLst>
                  <a:path w="9664" h="13209" extrusionOk="0">
                    <a:moveTo>
                      <a:pt x="0" y="1"/>
                    </a:moveTo>
                    <a:lnTo>
                      <a:pt x="0" y="13209"/>
                    </a:lnTo>
                    <a:lnTo>
                      <a:pt x="9664" y="13209"/>
                    </a:lnTo>
                    <a:lnTo>
                      <a:pt x="96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71"/>
              <p:cNvSpPr/>
              <p:nvPr/>
            </p:nvSpPr>
            <p:spPr>
              <a:xfrm>
                <a:off x="5011125" y="2285250"/>
                <a:ext cx="5150" cy="19125"/>
              </a:xfrm>
              <a:custGeom>
                <a:avLst/>
                <a:gdLst/>
                <a:ahLst/>
                <a:cxnLst/>
                <a:rect l="l" t="t" r="r" b="b"/>
                <a:pathLst>
                  <a:path w="206" h="765" extrusionOk="0">
                    <a:moveTo>
                      <a:pt x="177" y="1"/>
                    </a:moveTo>
                    <a:cubicBezTo>
                      <a:pt x="114" y="57"/>
                      <a:pt x="85" y="121"/>
                      <a:pt x="57" y="178"/>
                    </a:cubicBezTo>
                    <a:cubicBezTo>
                      <a:pt x="29" y="270"/>
                      <a:pt x="0" y="326"/>
                      <a:pt x="0" y="383"/>
                    </a:cubicBezTo>
                    <a:cubicBezTo>
                      <a:pt x="0" y="475"/>
                      <a:pt x="29" y="531"/>
                      <a:pt x="57" y="588"/>
                    </a:cubicBezTo>
                    <a:cubicBezTo>
                      <a:pt x="85" y="652"/>
                      <a:pt x="114" y="708"/>
                      <a:pt x="177" y="765"/>
                    </a:cubicBezTo>
                    <a:lnTo>
                      <a:pt x="206" y="765"/>
                    </a:lnTo>
                    <a:cubicBezTo>
                      <a:pt x="177" y="737"/>
                      <a:pt x="177" y="708"/>
                      <a:pt x="142" y="652"/>
                    </a:cubicBezTo>
                    <a:cubicBezTo>
                      <a:pt x="114" y="623"/>
                      <a:pt x="114" y="560"/>
                      <a:pt x="114" y="531"/>
                    </a:cubicBezTo>
                    <a:cubicBezTo>
                      <a:pt x="85" y="475"/>
                      <a:pt x="85" y="447"/>
                      <a:pt x="85" y="383"/>
                    </a:cubicBezTo>
                    <a:cubicBezTo>
                      <a:pt x="85" y="355"/>
                      <a:pt x="85" y="298"/>
                      <a:pt x="114" y="270"/>
                    </a:cubicBezTo>
                    <a:cubicBezTo>
                      <a:pt x="114" y="206"/>
                      <a:pt x="114" y="178"/>
                      <a:pt x="142" y="121"/>
                    </a:cubicBezTo>
                    <a:cubicBezTo>
                      <a:pt x="177" y="93"/>
                      <a:pt x="177"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71"/>
              <p:cNvSpPr/>
              <p:nvPr/>
            </p:nvSpPr>
            <p:spPr>
              <a:xfrm>
                <a:off x="5019075" y="2285250"/>
                <a:ext cx="4450" cy="19125"/>
              </a:xfrm>
              <a:custGeom>
                <a:avLst/>
                <a:gdLst/>
                <a:ahLst/>
                <a:cxnLst/>
                <a:rect l="l" t="t" r="r" b="b"/>
                <a:pathLst>
                  <a:path w="178" h="765" extrusionOk="0">
                    <a:moveTo>
                      <a:pt x="149" y="1"/>
                    </a:moveTo>
                    <a:cubicBezTo>
                      <a:pt x="93" y="57"/>
                      <a:pt x="65" y="121"/>
                      <a:pt x="36" y="178"/>
                    </a:cubicBezTo>
                    <a:cubicBezTo>
                      <a:pt x="1" y="270"/>
                      <a:pt x="1" y="326"/>
                      <a:pt x="1" y="383"/>
                    </a:cubicBezTo>
                    <a:cubicBezTo>
                      <a:pt x="1" y="475"/>
                      <a:pt x="1" y="531"/>
                      <a:pt x="36" y="588"/>
                    </a:cubicBezTo>
                    <a:cubicBezTo>
                      <a:pt x="65" y="652"/>
                      <a:pt x="93" y="708"/>
                      <a:pt x="149" y="765"/>
                    </a:cubicBezTo>
                    <a:lnTo>
                      <a:pt x="178" y="765"/>
                    </a:lnTo>
                    <a:cubicBezTo>
                      <a:pt x="178" y="737"/>
                      <a:pt x="149" y="708"/>
                      <a:pt x="121" y="652"/>
                    </a:cubicBezTo>
                    <a:cubicBezTo>
                      <a:pt x="121" y="623"/>
                      <a:pt x="93" y="560"/>
                      <a:pt x="93" y="531"/>
                    </a:cubicBezTo>
                    <a:cubicBezTo>
                      <a:pt x="65" y="475"/>
                      <a:pt x="65" y="447"/>
                      <a:pt x="65" y="383"/>
                    </a:cubicBezTo>
                    <a:cubicBezTo>
                      <a:pt x="65" y="355"/>
                      <a:pt x="65" y="298"/>
                      <a:pt x="93" y="270"/>
                    </a:cubicBezTo>
                    <a:cubicBezTo>
                      <a:pt x="93" y="206"/>
                      <a:pt x="121" y="178"/>
                      <a:pt x="121" y="121"/>
                    </a:cubicBezTo>
                    <a:cubicBezTo>
                      <a:pt x="149" y="93"/>
                      <a:pt x="178" y="29"/>
                      <a:pt x="1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71"/>
              <p:cNvSpPr/>
              <p:nvPr/>
            </p:nvSpPr>
            <p:spPr>
              <a:xfrm>
                <a:off x="5027225" y="2289675"/>
                <a:ext cx="2325" cy="11175"/>
              </a:xfrm>
              <a:custGeom>
                <a:avLst/>
                <a:gdLst/>
                <a:ahLst/>
                <a:cxnLst/>
                <a:rect l="l" t="t" r="r" b="b"/>
                <a:pathLst>
                  <a:path w="93" h="447" extrusionOk="0">
                    <a:moveTo>
                      <a:pt x="0" y="1"/>
                    </a:moveTo>
                    <a:lnTo>
                      <a:pt x="0" y="93"/>
                    </a:lnTo>
                    <a:lnTo>
                      <a:pt x="92" y="93"/>
                    </a:lnTo>
                    <a:lnTo>
                      <a:pt x="92" y="1"/>
                    </a:lnTo>
                    <a:close/>
                    <a:moveTo>
                      <a:pt x="0" y="354"/>
                    </a:moveTo>
                    <a:lnTo>
                      <a:pt x="0" y="446"/>
                    </a:lnTo>
                    <a:lnTo>
                      <a:pt x="92" y="446"/>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71"/>
              <p:cNvSpPr/>
              <p:nvPr/>
            </p:nvSpPr>
            <p:spPr>
              <a:xfrm>
                <a:off x="5036775" y="2285975"/>
                <a:ext cx="9750" cy="15575"/>
              </a:xfrm>
              <a:custGeom>
                <a:avLst/>
                <a:gdLst/>
                <a:ahLst/>
                <a:cxnLst/>
                <a:rect l="l" t="t" r="r" b="b"/>
                <a:pathLst>
                  <a:path w="390" h="623" extrusionOk="0">
                    <a:moveTo>
                      <a:pt x="269" y="92"/>
                    </a:moveTo>
                    <a:cubicBezTo>
                      <a:pt x="297" y="120"/>
                      <a:pt x="297" y="149"/>
                      <a:pt x="297" y="177"/>
                    </a:cubicBezTo>
                    <a:cubicBezTo>
                      <a:pt x="326" y="205"/>
                      <a:pt x="326" y="241"/>
                      <a:pt x="326" y="297"/>
                    </a:cubicBezTo>
                    <a:lnTo>
                      <a:pt x="326" y="326"/>
                    </a:lnTo>
                    <a:cubicBezTo>
                      <a:pt x="326" y="382"/>
                      <a:pt x="326" y="418"/>
                      <a:pt x="297" y="446"/>
                    </a:cubicBezTo>
                    <a:cubicBezTo>
                      <a:pt x="297" y="474"/>
                      <a:pt x="297" y="502"/>
                      <a:pt x="269" y="531"/>
                    </a:cubicBezTo>
                    <a:cubicBezTo>
                      <a:pt x="269" y="531"/>
                      <a:pt x="241" y="559"/>
                      <a:pt x="212" y="559"/>
                    </a:cubicBezTo>
                    <a:cubicBezTo>
                      <a:pt x="177" y="559"/>
                      <a:pt x="149" y="531"/>
                      <a:pt x="121" y="531"/>
                    </a:cubicBezTo>
                    <a:cubicBezTo>
                      <a:pt x="92" y="502"/>
                      <a:pt x="92" y="474"/>
                      <a:pt x="92" y="446"/>
                    </a:cubicBezTo>
                    <a:cubicBezTo>
                      <a:pt x="92" y="418"/>
                      <a:pt x="64" y="382"/>
                      <a:pt x="64" y="326"/>
                    </a:cubicBezTo>
                    <a:lnTo>
                      <a:pt x="64" y="297"/>
                    </a:lnTo>
                    <a:cubicBezTo>
                      <a:pt x="64" y="241"/>
                      <a:pt x="92" y="205"/>
                      <a:pt x="92" y="177"/>
                    </a:cubicBezTo>
                    <a:cubicBezTo>
                      <a:pt x="92" y="149"/>
                      <a:pt x="92" y="120"/>
                      <a:pt x="121" y="92"/>
                    </a:cubicBezTo>
                    <a:close/>
                    <a:moveTo>
                      <a:pt x="212" y="0"/>
                    </a:moveTo>
                    <a:cubicBezTo>
                      <a:pt x="177" y="0"/>
                      <a:pt x="149" y="28"/>
                      <a:pt x="121" y="28"/>
                    </a:cubicBezTo>
                    <a:cubicBezTo>
                      <a:pt x="92" y="28"/>
                      <a:pt x="64" y="64"/>
                      <a:pt x="64" y="92"/>
                    </a:cubicBezTo>
                    <a:cubicBezTo>
                      <a:pt x="36" y="92"/>
                      <a:pt x="36" y="120"/>
                      <a:pt x="0" y="177"/>
                    </a:cubicBezTo>
                    <a:lnTo>
                      <a:pt x="0" y="326"/>
                    </a:lnTo>
                    <a:lnTo>
                      <a:pt x="0" y="474"/>
                    </a:lnTo>
                    <a:cubicBezTo>
                      <a:pt x="36" y="502"/>
                      <a:pt x="36" y="531"/>
                      <a:pt x="64" y="559"/>
                    </a:cubicBezTo>
                    <a:cubicBezTo>
                      <a:pt x="64" y="594"/>
                      <a:pt x="92" y="594"/>
                      <a:pt x="121" y="594"/>
                    </a:cubicBezTo>
                    <a:cubicBezTo>
                      <a:pt x="149" y="623"/>
                      <a:pt x="177" y="623"/>
                      <a:pt x="212" y="623"/>
                    </a:cubicBezTo>
                    <a:cubicBezTo>
                      <a:pt x="241" y="623"/>
                      <a:pt x="269" y="623"/>
                      <a:pt x="297" y="594"/>
                    </a:cubicBezTo>
                    <a:cubicBezTo>
                      <a:pt x="297" y="594"/>
                      <a:pt x="326" y="594"/>
                      <a:pt x="354" y="559"/>
                    </a:cubicBezTo>
                    <a:cubicBezTo>
                      <a:pt x="354" y="531"/>
                      <a:pt x="389" y="502"/>
                      <a:pt x="389" y="474"/>
                    </a:cubicBezTo>
                    <a:lnTo>
                      <a:pt x="389" y="326"/>
                    </a:lnTo>
                    <a:lnTo>
                      <a:pt x="389" y="177"/>
                    </a:lnTo>
                    <a:cubicBezTo>
                      <a:pt x="389" y="120"/>
                      <a:pt x="354" y="92"/>
                      <a:pt x="354" y="92"/>
                    </a:cubicBezTo>
                    <a:cubicBezTo>
                      <a:pt x="326" y="64"/>
                      <a:pt x="297" y="28"/>
                      <a:pt x="297" y="28"/>
                    </a:cubicBezTo>
                    <a:cubicBezTo>
                      <a:pt x="269" y="28"/>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71"/>
              <p:cNvSpPr/>
              <p:nvPr/>
            </p:nvSpPr>
            <p:spPr>
              <a:xfrm>
                <a:off x="5048625" y="2285975"/>
                <a:ext cx="10275" cy="15575"/>
              </a:xfrm>
              <a:custGeom>
                <a:avLst/>
                <a:gdLst/>
                <a:ahLst/>
                <a:cxnLst/>
                <a:rect l="l" t="t" r="r" b="b"/>
                <a:pathLst>
                  <a:path w="411" h="623" extrusionOk="0">
                    <a:moveTo>
                      <a:pt x="297" y="92"/>
                    </a:moveTo>
                    <a:cubicBezTo>
                      <a:pt x="297" y="120"/>
                      <a:pt x="326" y="149"/>
                      <a:pt x="326" y="177"/>
                    </a:cubicBezTo>
                    <a:lnTo>
                      <a:pt x="326" y="297"/>
                    </a:lnTo>
                    <a:lnTo>
                      <a:pt x="326" y="326"/>
                    </a:lnTo>
                    <a:lnTo>
                      <a:pt x="326" y="446"/>
                    </a:lnTo>
                    <a:cubicBezTo>
                      <a:pt x="326" y="474"/>
                      <a:pt x="297" y="502"/>
                      <a:pt x="297" y="531"/>
                    </a:cubicBezTo>
                    <a:cubicBezTo>
                      <a:pt x="269" y="531"/>
                      <a:pt x="234" y="559"/>
                      <a:pt x="205" y="559"/>
                    </a:cubicBezTo>
                    <a:cubicBezTo>
                      <a:pt x="177" y="559"/>
                      <a:pt x="149" y="531"/>
                      <a:pt x="149" y="531"/>
                    </a:cubicBezTo>
                    <a:cubicBezTo>
                      <a:pt x="121" y="502"/>
                      <a:pt x="121" y="474"/>
                      <a:pt x="92" y="446"/>
                    </a:cubicBezTo>
                    <a:lnTo>
                      <a:pt x="92" y="326"/>
                    </a:lnTo>
                    <a:lnTo>
                      <a:pt x="92" y="297"/>
                    </a:lnTo>
                    <a:lnTo>
                      <a:pt x="92" y="177"/>
                    </a:lnTo>
                    <a:cubicBezTo>
                      <a:pt x="121" y="149"/>
                      <a:pt x="121" y="120"/>
                      <a:pt x="149" y="92"/>
                    </a:cubicBezTo>
                    <a:close/>
                    <a:moveTo>
                      <a:pt x="205" y="0"/>
                    </a:moveTo>
                    <a:cubicBezTo>
                      <a:pt x="177" y="0"/>
                      <a:pt x="149" y="28"/>
                      <a:pt x="121" y="28"/>
                    </a:cubicBezTo>
                    <a:cubicBezTo>
                      <a:pt x="92" y="28"/>
                      <a:pt x="92" y="64"/>
                      <a:pt x="57" y="92"/>
                    </a:cubicBezTo>
                    <a:cubicBezTo>
                      <a:pt x="57" y="92"/>
                      <a:pt x="29" y="120"/>
                      <a:pt x="29" y="177"/>
                    </a:cubicBezTo>
                    <a:cubicBezTo>
                      <a:pt x="0" y="205"/>
                      <a:pt x="0" y="269"/>
                      <a:pt x="0" y="326"/>
                    </a:cubicBezTo>
                    <a:cubicBezTo>
                      <a:pt x="0" y="382"/>
                      <a:pt x="0" y="418"/>
                      <a:pt x="29" y="474"/>
                    </a:cubicBezTo>
                    <a:cubicBezTo>
                      <a:pt x="29" y="502"/>
                      <a:pt x="57" y="531"/>
                      <a:pt x="57" y="559"/>
                    </a:cubicBezTo>
                    <a:cubicBezTo>
                      <a:pt x="92" y="594"/>
                      <a:pt x="92" y="594"/>
                      <a:pt x="121" y="594"/>
                    </a:cubicBezTo>
                    <a:cubicBezTo>
                      <a:pt x="149" y="623"/>
                      <a:pt x="177" y="623"/>
                      <a:pt x="205" y="623"/>
                    </a:cubicBezTo>
                    <a:cubicBezTo>
                      <a:pt x="234" y="623"/>
                      <a:pt x="269" y="623"/>
                      <a:pt x="297" y="594"/>
                    </a:cubicBezTo>
                    <a:cubicBezTo>
                      <a:pt x="326" y="594"/>
                      <a:pt x="354" y="594"/>
                      <a:pt x="354" y="559"/>
                    </a:cubicBezTo>
                    <a:cubicBezTo>
                      <a:pt x="382" y="531"/>
                      <a:pt x="382" y="502"/>
                      <a:pt x="411" y="474"/>
                    </a:cubicBezTo>
                    <a:lnTo>
                      <a:pt x="411" y="326"/>
                    </a:lnTo>
                    <a:lnTo>
                      <a:pt x="411" y="177"/>
                    </a:lnTo>
                    <a:cubicBezTo>
                      <a:pt x="382" y="120"/>
                      <a:pt x="382" y="92"/>
                      <a:pt x="354" y="92"/>
                    </a:cubicBezTo>
                    <a:cubicBezTo>
                      <a:pt x="354" y="64"/>
                      <a:pt x="326" y="28"/>
                      <a:pt x="297" y="28"/>
                    </a:cubicBezTo>
                    <a:cubicBezTo>
                      <a:pt x="269" y="28"/>
                      <a:pt x="234"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71"/>
              <p:cNvSpPr/>
              <p:nvPr/>
            </p:nvSpPr>
            <p:spPr>
              <a:xfrm>
                <a:off x="5065600" y="2294100"/>
                <a:ext cx="5150" cy="2325"/>
              </a:xfrm>
              <a:custGeom>
                <a:avLst/>
                <a:gdLst/>
                <a:ahLst/>
                <a:cxnLst/>
                <a:rect l="l" t="t" r="r" b="b"/>
                <a:pathLst>
                  <a:path w="206" h="93" extrusionOk="0">
                    <a:moveTo>
                      <a:pt x="0" y="1"/>
                    </a:moveTo>
                    <a:lnTo>
                      <a:pt x="0" y="93"/>
                    </a:lnTo>
                    <a:lnTo>
                      <a:pt x="206" y="9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71"/>
              <p:cNvSpPr/>
              <p:nvPr/>
            </p:nvSpPr>
            <p:spPr>
              <a:xfrm>
                <a:off x="5077450" y="2292675"/>
                <a:ext cx="10275" cy="5875"/>
              </a:xfrm>
              <a:custGeom>
                <a:avLst/>
                <a:gdLst/>
                <a:ahLst/>
                <a:cxnLst/>
                <a:rect l="l" t="t" r="r" b="b"/>
                <a:pathLst>
                  <a:path w="411" h="235" extrusionOk="0">
                    <a:moveTo>
                      <a:pt x="0" y="1"/>
                    </a:moveTo>
                    <a:lnTo>
                      <a:pt x="0" y="58"/>
                    </a:lnTo>
                    <a:lnTo>
                      <a:pt x="411" y="58"/>
                    </a:lnTo>
                    <a:lnTo>
                      <a:pt x="411" y="1"/>
                    </a:lnTo>
                    <a:close/>
                    <a:moveTo>
                      <a:pt x="0" y="178"/>
                    </a:moveTo>
                    <a:lnTo>
                      <a:pt x="0" y="234"/>
                    </a:lnTo>
                    <a:lnTo>
                      <a:pt x="411" y="234"/>
                    </a:lnTo>
                    <a:lnTo>
                      <a:pt x="411" y="17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71"/>
              <p:cNvSpPr/>
              <p:nvPr/>
            </p:nvSpPr>
            <p:spPr>
              <a:xfrm>
                <a:off x="5090700" y="2290400"/>
                <a:ext cx="10300" cy="10450"/>
              </a:xfrm>
              <a:custGeom>
                <a:avLst/>
                <a:gdLst/>
                <a:ahLst/>
                <a:cxnLst/>
                <a:rect l="l" t="t" r="r" b="b"/>
                <a:pathLst>
                  <a:path w="412" h="418" extrusionOk="0">
                    <a:moveTo>
                      <a:pt x="1" y="0"/>
                    </a:moveTo>
                    <a:lnTo>
                      <a:pt x="1" y="64"/>
                    </a:lnTo>
                    <a:lnTo>
                      <a:pt x="355" y="205"/>
                    </a:lnTo>
                    <a:lnTo>
                      <a:pt x="1" y="354"/>
                    </a:lnTo>
                    <a:lnTo>
                      <a:pt x="1" y="417"/>
                    </a:lnTo>
                    <a:lnTo>
                      <a:pt x="411" y="269"/>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71"/>
              <p:cNvSpPr/>
              <p:nvPr/>
            </p:nvSpPr>
            <p:spPr>
              <a:xfrm>
                <a:off x="5103975" y="2290400"/>
                <a:ext cx="10275" cy="10450"/>
              </a:xfrm>
              <a:custGeom>
                <a:avLst/>
                <a:gdLst/>
                <a:ahLst/>
                <a:cxnLst/>
                <a:rect l="l" t="t" r="r" b="b"/>
                <a:pathLst>
                  <a:path w="411" h="418" extrusionOk="0">
                    <a:moveTo>
                      <a:pt x="1" y="0"/>
                    </a:moveTo>
                    <a:lnTo>
                      <a:pt x="1" y="64"/>
                    </a:lnTo>
                    <a:lnTo>
                      <a:pt x="354" y="205"/>
                    </a:lnTo>
                    <a:lnTo>
                      <a:pt x="1" y="354"/>
                    </a:lnTo>
                    <a:lnTo>
                      <a:pt x="1" y="417"/>
                    </a:lnTo>
                    <a:lnTo>
                      <a:pt x="411" y="269"/>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71"/>
              <p:cNvSpPr/>
              <p:nvPr/>
            </p:nvSpPr>
            <p:spPr>
              <a:xfrm>
                <a:off x="5116350" y="2285250"/>
                <a:ext cx="6050" cy="19125"/>
              </a:xfrm>
              <a:custGeom>
                <a:avLst/>
                <a:gdLst/>
                <a:ahLst/>
                <a:cxnLst/>
                <a:rect l="l" t="t" r="r" b="b"/>
                <a:pathLst>
                  <a:path w="242" h="765" extrusionOk="0">
                    <a:moveTo>
                      <a:pt x="1" y="1"/>
                    </a:moveTo>
                    <a:lnTo>
                      <a:pt x="1" y="57"/>
                    </a:lnTo>
                    <a:lnTo>
                      <a:pt x="64" y="57"/>
                    </a:lnTo>
                    <a:lnTo>
                      <a:pt x="93" y="93"/>
                    </a:lnTo>
                    <a:lnTo>
                      <a:pt x="93" y="121"/>
                    </a:lnTo>
                    <a:lnTo>
                      <a:pt x="93" y="298"/>
                    </a:lnTo>
                    <a:cubicBezTo>
                      <a:pt x="93" y="326"/>
                      <a:pt x="93" y="326"/>
                      <a:pt x="121" y="355"/>
                    </a:cubicBezTo>
                    <a:lnTo>
                      <a:pt x="149" y="383"/>
                    </a:lnTo>
                    <a:lnTo>
                      <a:pt x="178" y="383"/>
                    </a:lnTo>
                    <a:cubicBezTo>
                      <a:pt x="149" y="383"/>
                      <a:pt x="121" y="411"/>
                      <a:pt x="121" y="411"/>
                    </a:cubicBezTo>
                    <a:cubicBezTo>
                      <a:pt x="121" y="447"/>
                      <a:pt x="93" y="447"/>
                      <a:pt x="93" y="475"/>
                    </a:cubicBezTo>
                    <a:lnTo>
                      <a:pt x="93" y="680"/>
                    </a:lnTo>
                    <a:lnTo>
                      <a:pt x="93" y="708"/>
                    </a:lnTo>
                    <a:lnTo>
                      <a:pt x="1" y="708"/>
                    </a:lnTo>
                    <a:lnTo>
                      <a:pt x="1" y="765"/>
                    </a:lnTo>
                    <a:lnTo>
                      <a:pt x="64" y="765"/>
                    </a:lnTo>
                    <a:cubicBezTo>
                      <a:pt x="93" y="765"/>
                      <a:pt x="93" y="765"/>
                      <a:pt x="121" y="737"/>
                    </a:cubicBezTo>
                    <a:cubicBezTo>
                      <a:pt x="121" y="737"/>
                      <a:pt x="149" y="737"/>
                      <a:pt x="149" y="708"/>
                    </a:cubicBezTo>
                    <a:lnTo>
                      <a:pt x="149" y="652"/>
                    </a:lnTo>
                    <a:lnTo>
                      <a:pt x="149" y="475"/>
                    </a:lnTo>
                    <a:lnTo>
                      <a:pt x="178" y="447"/>
                    </a:lnTo>
                    <a:lnTo>
                      <a:pt x="213" y="447"/>
                    </a:lnTo>
                    <a:cubicBezTo>
                      <a:pt x="213" y="411"/>
                      <a:pt x="213" y="411"/>
                      <a:pt x="241" y="411"/>
                    </a:cubicBezTo>
                    <a:lnTo>
                      <a:pt x="241" y="355"/>
                    </a:lnTo>
                    <a:lnTo>
                      <a:pt x="213" y="355"/>
                    </a:lnTo>
                    <a:cubicBezTo>
                      <a:pt x="178" y="355"/>
                      <a:pt x="178" y="355"/>
                      <a:pt x="178" y="326"/>
                    </a:cubicBezTo>
                    <a:cubicBezTo>
                      <a:pt x="178" y="326"/>
                      <a:pt x="149" y="326"/>
                      <a:pt x="149" y="298"/>
                    </a:cubicBezTo>
                    <a:lnTo>
                      <a:pt x="149" y="121"/>
                    </a:lnTo>
                    <a:lnTo>
                      <a:pt x="149" y="57"/>
                    </a:lnTo>
                    <a:lnTo>
                      <a:pt x="121" y="29"/>
                    </a:lnTo>
                    <a:cubicBezTo>
                      <a:pt x="93" y="29"/>
                      <a:pt x="93" y="29"/>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71"/>
              <p:cNvSpPr/>
              <p:nvPr/>
            </p:nvSpPr>
            <p:spPr>
              <a:xfrm>
                <a:off x="5128925" y="2285250"/>
                <a:ext cx="4425" cy="19125"/>
              </a:xfrm>
              <a:custGeom>
                <a:avLst/>
                <a:gdLst/>
                <a:ahLst/>
                <a:cxnLst/>
                <a:rect l="l" t="t" r="r" b="b"/>
                <a:pathLst>
                  <a:path w="177" h="765" extrusionOk="0">
                    <a:moveTo>
                      <a:pt x="0" y="1"/>
                    </a:moveTo>
                    <a:cubicBezTo>
                      <a:pt x="0" y="57"/>
                      <a:pt x="28" y="93"/>
                      <a:pt x="64" y="121"/>
                    </a:cubicBezTo>
                    <a:cubicBezTo>
                      <a:pt x="64" y="178"/>
                      <a:pt x="92" y="206"/>
                      <a:pt x="92" y="270"/>
                    </a:cubicBezTo>
                    <a:cubicBezTo>
                      <a:pt x="120" y="298"/>
                      <a:pt x="120" y="355"/>
                      <a:pt x="120" y="383"/>
                    </a:cubicBezTo>
                    <a:cubicBezTo>
                      <a:pt x="120" y="447"/>
                      <a:pt x="120" y="475"/>
                      <a:pt x="92" y="531"/>
                    </a:cubicBezTo>
                    <a:cubicBezTo>
                      <a:pt x="92" y="560"/>
                      <a:pt x="64" y="623"/>
                      <a:pt x="64" y="652"/>
                    </a:cubicBezTo>
                    <a:cubicBezTo>
                      <a:pt x="28" y="708"/>
                      <a:pt x="0" y="737"/>
                      <a:pt x="0" y="765"/>
                    </a:cubicBezTo>
                    <a:lnTo>
                      <a:pt x="28" y="765"/>
                    </a:lnTo>
                    <a:cubicBezTo>
                      <a:pt x="92" y="708"/>
                      <a:pt x="120" y="652"/>
                      <a:pt x="149" y="588"/>
                    </a:cubicBezTo>
                    <a:cubicBezTo>
                      <a:pt x="177" y="531"/>
                      <a:pt x="177" y="475"/>
                      <a:pt x="177" y="383"/>
                    </a:cubicBezTo>
                    <a:cubicBezTo>
                      <a:pt x="177" y="326"/>
                      <a:pt x="177" y="270"/>
                      <a:pt x="149" y="178"/>
                    </a:cubicBezTo>
                    <a:cubicBezTo>
                      <a:pt x="120" y="121"/>
                      <a:pt x="92" y="57"/>
                      <a:pt x="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71"/>
              <p:cNvSpPr/>
              <p:nvPr/>
            </p:nvSpPr>
            <p:spPr>
              <a:xfrm>
                <a:off x="5028800" y="2316200"/>
                <a:ext cx="5175" cy="19125"/>
              </a:xfrm>
              <a:custGeom>
                <a:avLst/>
                <a:gdLst/>
                <a:ahLst/>
                <a:cxnLst/>
                <a:rect l="l" t="t" r="r" b="b"/>
                <a:pathLst>
                  <a:path w="207" h="765" extrusionOk="0">
                    <a:moveTo>
                      <a:pt x="142" y="1"/>
                    </a:moveTo>
                    <a:lnTo>
                      <a:pt x="114" y="29"/>
                    </a:lnTo>
                    <a:cubicBezTo>
                      <a:pt x="86" y="29"/>
                      <a:pt x="86" y="29"/>
                      <a:pt x="86" y="57"/>
                    </a:cubicBezTo>
                    <a:cubicBezTo>
                      <a:pt x="58" y="57"/>
                      <a:pt x="58" y="93"/>
                      <a:pt x="58" y="121"/>
                    </a:cubicBezTo>
                    <a:lnTo>
                      <a:pt x="58" y="298"/>
                    </a:lnTo>
                    <a:lnTo>
                      <a:pt x="58" y="326"/>
                    </a:lnTo>
                    <a:cubicBezTo>
                      <a:pt x="58" y="326"/>
                      <a:pt x="29" y="326"/>
                      <a:pt x="29" y="355"/>
                    </a:cubicBezTo>
                    <a:lnTo>
                      <a:pt x="1" y="355"/>
                    </a:lnTo>
                    <a:lnTo>
                      <a:pt x="1" y="411"/>
                    </a:lnTo>
                    <a:lnTo>
                      <a:pt x="29" y="411"/>
                    </a:lnTo>
                    <a:lnTo>
                      <a:pt x="58" y="447"/>
                    </a:lnTo>
                    <a:lnTo>
                      <a:pt x="58" y="475"/>
                    </a:lnTo>
                    <a:lnTo>
                      <a:pt x="58" y="652"/>
                    </a:lnTo>
                    <a:cubicBezTo>
                      <a:pt x="58" y="680"/>
                      <a:pt x="58" y="680"/>
                      <a:pt x="86" y="708"/>
                    </a:cubicBezTo>
                    <a:cubicBezTo>
                      <a:pt x="86" y="708"/>
                      <a:pt x="86" y="737"/>
                      <a:pt x="114" y="737"/>
                    </a:cubicBezTo>
                    <a:lnTo>
                      <a:pt x="142" y="765"/>
                    </a:lnTo>
                    <a:lnTo>
                      <a:pt x="206" y="765"/>
                    </a:lnTo>
                    <a:lnTo>
                      <a:pt x="206" y="708"/>
                    </a:lnTo>
                    <a:lnTo>
                      <a:pt x="142" y="708"/>
                    </a:lnTo>
                    <a:lnTo>
                      <a:pt x="142" y="652"/>
                    </a:lnTo>
                    <a:lnTo>
                      <a:pt x="114" y="475"/>
                    </a:lnTo>
                    <a:lnTo>
                      <a:pt x="114" y="411"/>
                    </a:lnTo>
                    <a:lnTo>
                      <a:pt x="86" y="383"/>
                    </a:lnTo>
                    <a:lnTo>
                      <a:pt x="29" y="383"/>
                    </a:lnTo>
                    <a:cubicBezTo>
                      <a:pt x="86" y="383"/>
                      <a:pt x="86" y="383"/>
                      <a:pt x="114" y="355"/>
                    </a:cubicBezTo>
                    <a:lnTo>
                      <a:pt x="114" y="298"/>
                    </a:lnTo>
                    <a:lnTo>
                      <a:pt x="142" y="93"/>
                    </a:lnTo>
                    <a:lnTo>
                      <a:pt x="142" y="57"/>
                    </a:lnTo>
                    <a:lnTo>
                      <a:pt x="206" y="57"/>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71"/>
              <p:cNvSpPr/>
              <p:nvPr/>
            </p:nvSpPr>
            <p:spPr>
              <a:xfrm>
                <a:off x="5041200" y="2316200"/>
                <a:ext cx="5325" cy="19125"/>
              </a:xfrm>
              <a:custGeom>
                <a:avLst/>
                <a:gdLst/>
                <a:ahLst/>
                <a:cxnLst/>
                <a:rect l="l" t="t" r="r" b="b"/>
                <a:pathLst>
                  <a:path w="213" h="765" extrusionOk="0">
                    <a:moveTo>
                      <a:pt x="149" y="1"/>
                    </a:moveTo>
                    <a:cubicBezTo>
                      <a:pt x="92" y="57"/>
                      <a:pt x="64" y="121"/>
                      <a:pt x="35" y="178"/>
                    </a:cubicBezTo>
                    <a:cubicBezTo>
                      <a:pt x="0" y="234"/>
                      <a:pt x="0" y="326"/>
                      <a:pt x="0" y="383"/>
                    </a:cubicBezTo>
                    <a:cubicBezTo>
                      <a:pt x="0" y="447"/>
                      <a:pt x="0" y="531"/>
                      <a:pt x="35" y="588"/>
                    </a:cubicBezTo>
                    <a:cubicBezTo>
                      <a:pt x="64" y="652"/>
                      <a:pt x="92" y="708"/>
                      <a:pt x="149" y="765"/>
                    </a:cubicBezTo>
                    <a:lnTo>
                      <a:pt x="212" y="765"/>
                    </a:lnTo>
                    <a:cubicBezTo>
                      <a:pt x="177" y="737"/>
                      <a:pt x="149" y="680"/>
                      <a:pt x="120" y="652"/>
                    </a:cubicBezTo>
                    <a:cubicBezTo>
                      <a:pt x="120" y="588"/>
                      <a:pt x="92" y="560"/>
                      <a:pt x="92" y="503"/>
                    </a:cubicBezTo>
                    <a:cubicBezTo>
                      <a:pt x="92" y="475"/>
                      <a:pt x="64" y="411"/>
                      <a:pt x="64" y="383"/>
                    </a:cubicBezTo>
                    <a:cubicBezTo>
                      <a:pt x="64" y="326"/>
                      <a:pt x="92" y="298"/>
                      <a:pt x="92" y="234"/>
                    </a:cubicBezTo>
                    <a:cubicBezTo>
                      <a:pt x="92" y="206"/>
                      <a:pt x="120" y="149"/>
                      <a:pt x="120" y="121"/>
                    </a:cubicBezTo>
                    <a:cubicBezTo>
                      <a:pt x="149" y="57"/>
                      <a:pt x="177" y="29"/>
                      <a:pt x="2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71"/>
              <p:cNvSpPr/>
              <p:nvPr/>
            </p:nvSpPr>
            <p:spPr>
              <a:xfrm>
                <a:off x="5048625" y="2321350"/>
                <a:ext cx="9575" cy="10450"/>
              </a:xfrm>
              <a:custGeom>
                <a:avLst/>
                <a:gdLst/>
                <a:ahLst/>
                <a:cxnLst/>
                <a:rect l="l" t="t" r="r" b="b"/>
                <a:pathLst>
                  <a:path w="383" h="418" extrusionOk="0">
                    <a:moveTo>
                      <a:pt x="382" y="0"/>
                    </a:moveTo>
                    <a:lnTo>
                      <a:pt x="0" y="177"/>
                    </a:lnTo>
                    <a:lnTo>
                      <a:pt x="0" y="241"/>
                    </a:lnTo>
                    <a:lnTo>
                      <a:pt x="382" y="417"/>
                    </a:lnTo>
                    <a:lnTo>
                      <a:pt x="382" y="354"/>
                    </a:lnTo>
                    <a:lnTo>
                      <a:pt x="57" y="205"/>
                    </a:lnTo>
                    <a:lnTo>
                      <a:pt x="382" y="64"/>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71"/>
              <p:cNvSpPr/>
              <p:nvPr/>
            </p:nvSpPr>
            <p:spPr>
              <a:xfrm>
                <a:off x="5061875" y="2316925"/>
                <a:ext cx="8875" cy="14875"/>
              </a:xfrm>
              <a:custGeom>
                <a:avLst/>
                <a:gdLst/>
                <a:ahLst/>
                <a:cxnLst/>
                <a:rect l="l" t="t" r="r" b="b"/>
                <a:pathLst>
                  <a:path w="355" h="595" extrusionOk="0">
                    <a:moveTo>
                      <a:pt x="178" y="0"/>
                    </a:moveTo>
                    <a:cubicBezTo>
                      <a:pt x="178" y="28"/>
                      <a:pt x="149" y="28"/>
                      <a:pt x="121" y="64"/>
                    </a:cubicBezTo>
                    <a:lnTo>
                      <a:pt x="57" y="64"/>
                    </a:lnTo>
                    <a:cubicBezTo>
                      <a:pt x="29" y="92"/>
                      <a:pt x="29" y="92"/>
                      <a:pt x="1" y="92"/>
                    </a:cubicBezTo>
                    <a:lnTo>
                      <a:pt x="1" y="120"/>
                    </a:lnTo>
                    <a:lnTo>
                      <a:pt x="149" y="120"/>
                    </a:lnTo>
                    <a:lnTo>
                      <a:pt x="149" y="531"/>
                    </a:lnTo>
                    <a:lnTo>
                      <a:pt x="1" y="531"/>
                    </a:lnTo>
                    <a:lnTo>
                      <a:pt x="1" y="594"/>
                    </a:lnTo>
                    <a:lnTo>
                      <a:pt x="355" y="594"/>
                    </a:lnTo>
                    <a:lnTo>
                      <a:pt x="355" y="531"/>
                    </a:lnTo>
                    <a:lnTo>
                      <a:pt x="206" y="531"/>
                    </a:lnTo>
                    <a:lnTo>
                      <a:pt x="2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71"/>
              <p:cNvSpPr/>
              <p:nvPr/>
            </p:nvSpPr>
            <p:spPr>
              <a:xfrm>
                <a:off x="5076550" y="2316925"/>
                <a:ext cx="10475" cy="15575"/>
              </a:xfrm>
              <a:custGeom>
                <a:avLst/>
                <a:gdLst/>
                <a:ahLst/>
                <a:cxnLst/>
                <a:rect l="l" t="t" r="r" b="b"/>
                <a:pathLst>
                  <a:path w="419" h="623" extrusionOk="0">
                    <a:moveTo>
                      <a:pt x="213" y="64"/>
                    </a:moveTo>
                    <a:cubicBezTo>
                      <a:pt x="242" y="64"/>
                      <a:pt x="270" y="92"/>
                      <a:pt x="298" y="92"/>
                    </a:cubicBezTo>
                    <a:cubicBezTo>
                      <a:pt x="298" y="120"/>
                      <a:pt x="326" y="120"/>
                      <a:pt x="326" y="177"/>
                    </a:cubicBezTo>
                    <a:lnTo>
                      <a:pt x="326" y="297"/>
                    </a:lnTo>
                    <a:lnTo>
                      <a:pt x="326" y="326"/>
                    </a:lnTo>
                    <a:lnTo>
                      <a:pt x="326" y="446"/>
                    </a:lnTo>
                    <a:cubicBezTo>
                      <a:pt x="326" y="474"/>
                      <a:pt x="298" y="502"/>
                      <a:pt x="298" y="531"/>
                    </a:cubicBezTo>
                    <a:lnTo>
                      <a:pt x="150" y="531"/>
                    </a:lnTo>
                    <a:cubicBezTo>
                      <a:pt x="121" y="502"/>
                      <a:pt x="121" y="474"/>
                      <a:pt x="93" y="446"/>
                    </a:cubicBezTo>
                    <a:lnTo>
                      <a:pt x="93" y="326"/>
                    </a:lnTo>
                    <a:lnTo>
                      <a:pt x="93" y="297"/>
                    </a:lnTo>
                    <a:lnTo>
                      <a:pt x="93" y="177"/>
                    </a:lnTo>
                    <a:cubicBezTo>
                      <a:pt x="121" y="120"/>
                      <a:pt x="121" y="120"/>
                      <a:pt x="150" y="92"/>
                    </a:cubicBezTo>
                    <a:cubicBezTo>
                      <a:pt x="150" y="92"/>
                      <a:pt x="178" y="64"/>
                      <a:pt x="213" y="64"/>
                    </a:cubicBezTo>
                    <a:close/>
                    <a:moveTo>
                      <a:pt x="213" y="0"/>
                    </a:moveTo>
                    <a:cubicBezTo>
                      <a:pt x="178" y="0"/>
                      <a:pt x="150" y="0"/>
                      <a:pt x="121" y="28"/>
                    </a:cubicBezTo>
                    <a:cubicBezTo>
                      <a:pt x="121" y="28"/>
                      <a:pt x="93" y="28"/>
                      <a:pt x="65" y="64"/>
                    </a:cubicBezTo>
                    <a:cubicBezTo>
                      <a:pt x="65" y="92"/>
                      <a:pt x="36" y="120"/>
                      <a:pt x="36" y="149"/>
                    </a:cubicBezTo>
                    <a:cubicBezTo>
                      <a:pt x="36" y="205"/>
                      <a:pt x="1" y="241"/>
                      <a:pt x="1" y="297"/>
                    </a:cubicBezTo>
                    <a:cubicBezTo>
                      <a:pt x="1" y="354"/>
                      <a:pt x="36" y="418"/>
                      <a:pt x="36" y="446"/>
                    </a:cubicBezTo>
                    <a:cubicBezTo>
                      <a:pt x="36" y="502"/>
                      <a:pt x="65" y="531"/>
                      <a:pt x="65" y="531"/>
                    </a:cubicBezTo>
                    <a:cubicBezTo>
                      <a:pt x="93" y="559"/>
                      <a:pt x="121" y="594"/>
                      <a:pt x="121" y="594"/>
                    </a:cubicBezTo>
                    <a:cubicBezTo>
                      <a:pt x="150" y="594"/>
                      <a:pt x="178" y="623"/>
                      <a:pt x="213" y="623"/>
                    </a:cubicBezTo>
                    <a:cubicBezTo>
                      <a:pt x="242" y="623"/>
                      <a:pt x="270" y="594"/>
                      <a:pt x="298" y="594"/>
                    </a:cubicBezTo>
                    <a:cubicBezTo>
                      <a:pt x="326" y="594"/>
                      <a:pt x="355" y="559"/>
                      <a:pt x="355" y="531"/>
                    </a:cubicBezTo>
                    <a:cubicBezTo>
                      <a:pt x="390" y="531"/>
                      <a:pt x="390" y="502"/>
                      <a:pt x="418" y="446"/>
                    </a:cubicBezTo>
                    <a:lnTo>
                      <a:pt x="418" y="297"/>
                    </a:lnTo>
                    <a:lnTo>
                      <a:pt x="418" y="149"/>
                    </a:lnTo>
                    <a:cubicBezTo>
                      <a:pt x="390" y="120"/>
                      <a:pt x="390" y="92"/>
                      <a:pt x="355" y="64"/>
                    </a:cubicBezTo>
                    <a:cubicBezTo>
                      <a:pt x="355" y="28"/>
                      <a:pt x="326" y="28"/>
                      <a:pt x="298" y="28"/>
                    </a:cubicBezTo>
                    <a:cubicBezTo>
                      <a:pt x="270" y="0"/>
                      <a:pt x="242"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71"/>
              <p:cNvSpPr/>
              <p:nvPr/>
            </p:nvSpPr>
            <p:spPr>
              <a:xfrm>
                <a:off x="5089125" y="2316925"/>
                <a:ext cx="10450" cy="15575"/>
              </a:xfrm>
              <a:custGeom>
                <a:avLst/>
                <a:gdLst/>
                <a:ahLst/>
                <a:cxnLst/>
                <a:rect l="l" t="t" r="r" b="b"/>
                <a:pathLst>
                  <a:path w="418" h="623" extrusionOk="0">
                    <a:moveTo>
                      <a:pt x="205" y="64"/>
                    </a:moveTo>
                    <a:cubicBezTo>
                      <a:pt x="241" y="64"/>
                      <a:pt x="269" y="92"/>
                      <a:pt x="269" y="92"/>
                    </a:cubicBezTo>
                    <a:cubicBezTo>
                      <a:pt x="297" y="120"/>
                      <a:pt x="297" y="120"/>
                      <a:pt x="326" y="177"/>
                    </a:cubicBezTo>
                    <a:lnTo>
                      <a:pt x="326" y="297"/>
                    </a:lnTo>
                    <a:lnTo>
                      <a:pt x="326" y="326"/>
                    </a:lnTo>
                    <a:lnTo>
                      <a:pt x="326" y="446"/>
                    </a:lnTo>
                    <a:cubicBezTo>
                      <a:pt x="297" y="474"/>
                      <a:pt x="297" y="502"/>
                      <a:pt x="269" y="531"/>
                    </a:cubicBezTo>
                    <a:lnTo>
                      <a:pt x="121" y="531"/>
                    </a:lnTo>
                    <a:cubicBezTo>
                      <a:pt x="121" y="502"/>
                      <a:pt x="92" y="474"/>
                      <a:pt x="92" y="446"/>
                    </a:cubicBezTo>
                    <a:lnTo>
                      <a:pt x="92" y="326"/>
                    </a:lnTo>
                    <a:lnTo>
                      <a:pt x="92" y="297"/>
                    </a:lnTo>
                    <a:lnTo>
                      <a:pt x="92" y="177"/>
                    </a:lnTo>
                    <a:cubicBezTo>
                      <a:pt x="92" y="120"/>
                      <a:pt x="121" y="120"/>
                      <a:pt x="121" y="92"/>
                    </a:cubicBezTo>
                    <a:cubicBezTo>
                      <a:pt x="149" y="92"/>
                      <a:pt x="177" y="64"/>
                      <a:pt x="205" y="64"/>
                    </a:cubicBezTo>
                    <a:close/>
                    <a:moveTo>
                      <a:pt x="205" y="0"/>
                    </a:moveTo>
                    <a:cubicBezTo>
                      <a:pt x="177" y="0"/>
                      <a:pt x="149" y="0"/>
                      <a:pt x="121" y="28"/>
                    </a:cubicBezTo>
                    <a:cubicBezTo>
                      <a:pt x="92" y="28"/>
                      <a:pt x="64" y="28"/>
                      <a:pt x="64" y="64"/>
                    </a:cubicBezTo>
                    <a:cubicBezTo>
                      <a:pt x="29" y="92"/>
                      <a:pt x="29" y="120"/>
                      <a:pt x="0" y="149"/>
                    </a:cubicBezTo>
                    <a:lnTo>
                      <a:pt x="0" y="297"/>
                    </a:lnTo>
                    <a:lnTo>
                      <a:pt x="0" y="446"/>
                    </a:lnTo>
                    <a:cubicBezTo>
                      <a:pt x="29" y="502"/>
                      <a:pt x="29" y="531"/>
                      <a:pt x="64" y="531"/>
                    </a:cubicBezTo>
                    <a:cubicBezTo>
                      <a:pt x="64" y="559"/>
                      <a:pt x="92" y="594"/>
                      <a:pt x="121" y="594"/>
                    </a:cubicBezTo>
                    <a:cubicBezTo>
                      <a:pt x="149" y="594"/>
                      <a:pt x="177" y="623"/>
                      <a:pt x="205" y="623"/>
                    </a:cubicBezTo>
                    <a:cubicBezTo>
                      <a:pt x="241" y="623"/>
                      <a:pt x="269" y="594"/>
                      <a:pt x="297" y="594"/>
                    </a:cubicBezTo>
                    <a:cubicBezTo>
                      <a:pt x="297" y="594"/>
                      <a:pt x="326" y="559"/>
                      <a:pt x="354" y="531"/>
                    </a:cubicBezTo>
                    <a:cubicBezTo>
                      <a:pt x="354" y="531"/>
                      <a:pt x="382" y="502"/>
                      <a:pt x="382" y="446"/>
                    </a:cubicBezTo>
                    <a:cubicBezTo>
                      <a:pt x="382" y="418"/>
                      <a:pt x="418" y="354"/>
                      <a:pt x="418" y="297"/>
                    </a:cubicBezTo>
                    <a:cubicBezTo>
                      <a:pt x="418" y="241"/>
                      <a:pt x="382" y="205"/>
                      <a:pt x="382" y="149"/>
                    </a:cubicBezTo>
                    <a:cubicBezTo>
                      <a:pt x="382" y="120"/>
                      <a:pt x="354" y="92"/>
                      <a:pt x="354" y="64"/>
                    </a:cubicBezTo>
                    <a:cubicBezTo>
                      <a:pt x="326" y="28"/>
                      <a:pt x="297" y="28"/>
                      <a:pt x="297" y="28"/>
                    </a:cubicBezTo>
                    <a:cubicBezTo>
                      <a:pt x="269" y="0"/>
                      <a:pt x="241"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71"/>
              <p:cNvSpPr/>
              <p:nvPr/>
            </p:nvSpPr>
            <p:spPr>
              <a:xfrm>
                <a:off x="5106100" y="2316925"/>
                <a:ext cx="8875" cy="14875"/>
              </a:xfrm>
              <a:custGeom>
                <a:avLst/>
                <a:gdLst/>
                <a:ahLst/>
                <a:cxnLst/>
                <a:rect l="l" t="t" r="r" b="b"/>
                <a:pathLst>
                  <a:path w="355" h="595" extrusionOk="0">
                    <a:moveTo>
                      <a:pt x="177" y="0"/>
                    </a:moveTo>
                    <a:cubicBezTo>
                      <a:pt x="177" y="28"/>
                      <a:pt x="149" y="28"/>
                      <a:pt x="121" y="64"/>
                    </a:cubicBezTo>
                    <a:lnTo>
                      <a:pt x="57" y="64"/>
                    </a:lnTo>
                    <a:cubicBezTo>
                      <a:pt x="29" y="92"/>
                      <a:pt x="29" y="92"/>
                      <a:pt x="0" y="92"/>
                    </a:cubicBezTo>
                    <a:lnTo>
                      <a:pt x="0" y="120"/>
                    </a:lnTo>
                    <a:lnTo>
                      <a:pt x="149" y="120"/>
                    </a:lnTo>
                    <a:lnTo>
                      <a:pt x="149" y="531"/>
                    </a:lnTo>
                    <a:lnTo>
                      <a:pt x="0" y="531"/>
                    </a:lnTo>
                    <a:lnTo>
                      <a:pt x="0" y="594"/>
                    </a:lnTo>
                    <a:lnTo>
                      <a:pt x="354" y="594"/>
                    </a:lnTo>
                    <a:lnTo>
                      <a:pt x="354" y="531"/>
                    </a:lnTo>
                    <a:lnTo>
                      <a:pt x="206" y="531"/>
                    </a:lnTo>
                    <a:lnTo>
                      <a:pt x="2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71"/>
              <p:cNvSpPr/>
              <p:nvPr/>
            </p:nvSpPr>
            <p:spPr>
              <a:xfrm>
                <a:off x="5120775" y="2316925"/>
                <a:ext cx="10450" cy="15575"/>
              </a:xfrm>
              <a:custGeom>
                <a:avLst/>
                <a:gdLst/>
                <a:ahLst/>
                <a:cxnLst/>
                <a:rect l="l" t="t" r="r" b="b"/>
                <a:pathLst>
                  <a:path w="418" h="623" extrusionOk="0">
                    <a:moveTo>
                      <a:pt x="213" y="64"/>
                    </a:moveTo>
                    <a:cubicBezTo>
                      <a:pt x="241" y="64"/>
                      <a:pt x="269" y="92"/>
                      <a:pt x="298" y="92"/>
                    </a:cubicBezTo>
                    <a:cubicBezTo>
                      <a:pt x="298" y="120"/>
                      <a:pt x="326" y="120"/>
                      <a:pt x="326" y="177"/>
                    </a:cubicBezTo>
                    <a:lnTo>
                      <a:pt x="326" y="297"/>
                    </a:lnTo>
                    <a:lnTo>
                      <a:pt x="326" y="326"/>
                    </a:lnTo>
                    <a:lnTo>
                      <a:pt x="326" y="446"/>
                    </a:lnTo>
                    <a:cubicBezTo>
                      <a:pt x="326" y="474"/>
                      <a:pt x="298" y="502"/>
                      <a:pt x="298" y="531"/>
                    </a:cubicBezTo>
                    <a:lnTo>
                      <a:pt x="149" y="531"/>
                    </a:lnTo>
                    <a:cubicBezTo>
                      <a:pt x="121" y="502"/>
                      <a:pt x="121" y="474"/>
                      <a:pt x="93" y="446"/>
                    </a:cubicBezTo>
                    <a:lnTo>
                      <a:pt x="93" y="326"/>
                    </a:lnTo>
                    <a:lnTo>
                      <a:pt x="93" y="297"/>
                    </a:lnTo>
                    <a:lnTo>
                      <a:pt x="93" y="177"/>
                    </a:lnTo>
                    <a:cubicBezTo>
                      <a:pt x="121" y="120"/>
                      <a:pt x="121" y="120"/>
                      <a:pt x="149" y="92"/>
                    </a:cubicBezTo>
                    <a:cubicBezTo>
                      <a:pt x="149" y="92"/>
                      <a:pt x="177" y="64"/>
                      <a:pt x="213" y="64"/>
                    </a:cubicBezTo>
                    <a:close/>
                    <a:moveTo>
                      <a:pt x="213" y="0"/>
                    </a:moveTo>
                    <a:cubicBezTo>
                      <a:pt x="177" y="0"/>
                      <a:pt x="149" y="0"/>
                      <a:pt x="121" y="28"/>
                    </a:cubicBezTo>
                    <a:cubicBezTo>
                      <a:pt x="121" y="28"/>
                      <a:pt x="93" y="28"/>
                      <a:pt x="64" y="64"/>
                    </a:cubicBezTo>
                    <a:cubicBezTo>
                      <a:pt x="64" y="92"/>
                      <a:pt x="36" y="120"/>
                      <a:pt x="36" y="149"/>
                    </a:cubicBezTo>
                    <a:cubicBezTo>
                      <a:pt x="36" y="205"/>
                      <a:pt x="1" y="241"/>
                      <a:pt x="1" y="297"/>
                    </a:cubicBezTo>
                    <a:cubicBezTo>
                      <a:pt x="1" y="354"/>
                      <a:pt x="36" y="418"/>
                      <a:pt x="36" y="446"/>
                    </a:cubicBezTo>
                    <a:cubicBezTo>
                      <a:pt x="36" y="502"/>
                      <a:pt x="64" y="531"/>
                      <a:pt x="64" y="531"/>
                    </a:cubicBezTo>
                    <a:cubicBezTo>
                      <a:pt x="93" y="559"/>
                      <a:pt x="121" y="594"/>
                      <a:pt x="121" y="594"/>
                    </a:cubicBezTo>
                    <a:cubicBezTo>
                      <a:pt x="149" y="594"/>
                      <a:pt x="177" y="623"/>
                      <a:pt x="213" y="623"/>
                    </a:cubicBezTo>
                    <a:cubicBezTo>
                      <a:pt x="241" y="623"/>
                      <a:pt x="269" y="594"/>
                      <a:pt x="298" y="594"/>
                    </a:cubicBezTo>
                    <a:cubicBezTo>
                      <a:pt x="326" y="594"/>
                      <a:pt x="354" y="559"/>
                      <a:pt x="354" y="531"/>
                    </a:cubicBezTo>
                    <a:cubicBezTo>
                      <a:pt x="390" y="531"/>
                      <a:pt x="390" y="502"/>
                      <a:pt x="418" y="446"/>
                    </a:cubicBezTo>
                    <a:lnTo>
                      <a:pt x="418" y="297"/>
                    </a:lnTo>
                    <a:lnTo>
                      <a:pt x="418" y="149"/>
                    </a:lnTo>
                    <a:cubicBezTo>
                      <a:pt x="390" y="120"/>
                      <a:pt x="390" y="92"/>
                      <a:pt x="354" y="64"/>
                    </a:cubicBezTo>
                    <a:cubicBezTo>
                      <a:pt x="354" y="28"/>
                      <a:pt x="326" y="28"/>
                      <a:pt x="298" y="28"/>
                    </a:cubicBezTo>
                    <a:cubicBezTo>
                      <a:pt x="269" y="0"/>
                      <a:pt x="241"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71"/>
              <p:cNvSpPr/>
              <p:nvPr/>
            </p:nvSpPr>
            <p:spPr>
              <a:xfrm>
                <a:off x="5133325" y="2316925"/>
                <a:ext cx="10475" cy="15575"/>
              </a:xfrm>
              <a:custGeom>
                <a:avLst/>
                <a:gdLst/>
                <a:ahLst/>
                <a:cxnLst/>
                <a:rect l="l" t="t" r="r" b="b"/>
                <a:pathLst>
                  <a:path w="419" h="623" extrusionOk="0">
                    <a:moveTo>
                      <a:pt x="206" y="64"/>
                    </a:moveTo>
                    <a:cubicBezTo>
                      <a:pt x="241" y="64"/>
                      <a:pt x="270" y="92"/>
                      <a:pt x="270" y="92"/>
                    </a:cubicBezTo>
                    <a:cubicBezTo>
                      <a:pt x="298" y="120"/>
                      <a:pt x="298" y="120"/>
                      <a:pt x="326" y="177"/>
                    </a:cubicBezTo>
                    <a:lnTo>
                      <a:pt x="326" y="297"/>
                    </a:lnTo>
                    <a:lnTo>
                      <a:pt x="326" y="326"/>
                    </a:lnTo>
                    <a:lnTo>
                      <a:pt x="326" y="446"/>
                    </a:lnTo>
                    <a:cubicBezTo>
                      <a:pt x="298" y="474"/>
                      <a:pt x="298" y="502"/>
                      <a:pt x="270" y="531"/>
                    </a:cubicBezTo>
                    <a:lnTo>
                      <a:pt x="121" y="531"/>
                    </a:lnTo>
                    <a:cubicBezTo>
                      <a:pt x="121" y="502"/>
                      <a:pt x="93" y="474"/>
                      <a:pt x="93" y="446"/>
                    </a:cubicBezTo>
                    <a:lnTo>
                      <a:pt x="93" y="326"/>
                    </a:lnTo>
                    <a:lnTo>
                      <a:pt x="93" y="297"/>
                    </a:lnTo>
                    <a:lnTo>
                      <a:pt x="93" y="177"/>
                    </a:lnTo>
                    <a:cubicBezTo>
                      <a:pt x="93" y="120"/>
                      <a:pt x="121" y="120"/>
                      <a:pt x="121" y="92"/>
                    </a:cubicBezTo>
                    <a:cubicBezTo>
                      <a:pt x="149" y="92"/>
                      <a:pt x="178" y="64"/>
                      <a:pt x="206" y="64"/>
                    </a:cubicBezTo>
                    <a:close/>
                    <a:moveTo>
                      <a:pt x="206" y="0"/>
                    </a:moveTo>
                    <a:cubicBezTo>
                      <a:pt x="178" y="0"/>
                      <a:pt x="149" y="0"/>
                      <a:pt x="121" y="28"/>
                    </a:cubicBezTo>
                    <a:cubicBezTo>
                      <a:pt x="93" y="28"/>
                      <a:pt x="65" y="28"/>
                      <a:pt x="65" y="64"/>
                    </a:cubicBezTo>
                    <a:cubicBezTo>
                      <a:pt x="29" y="92"/>
                      <a:pt x="29" y="120"/>
                      <a:pt x="1" y="149"/>
                    </a:cubicBezTo>
                    <a:lnTo>
                      <a:pt x="1" y="297"/>
                    </a:lnTo>
                    <a:lnTo>
                      <a:pt x="1" y="446"/>
                    </a:lnTo>
                    <a:cubicBezTo>
                      <a:pt x="29" y="502"/>
                      <a:pt x="29" y="531"/>
                      <a:pt x="65" y="531"/>
                    </a:cubicBezTo>
                    <a:cubicBezTo>
                      <a:pt x="65" y="559"/>
                      <a:pt x="93" y="594"/>
                      <a:pt x="121" y="594"/>
                    </a:cubicBezTo>
                    <a:cubicBezTo>
                      <a:pt x="149" y="594"/>
                      <a:pt x="178" y="623"/>
                      <a:pt x="206" y="623"/>
                    </a:cubicBezTo>
                    <a:cubicBezTo>
                      <a:pt x="241" y="623"/>
                      <a:pt x="270" y="594"/>
                      <a:pt x="298" y="594"/>
                    </a:cubicBezTo>
                    <a:cubicBezTo>
                      <a:pt x="298" y="594"/>
                      <a:pt x="326" y="559"/>
                      <a:pt x="355" y="531"/>
                    </a:cubicBezTo>
                    <a:cubicBezTo>
                      <a:pt x="355" y="531"/>
                      <a:pt x="383" y="502"/>
                      <a:pt x="383" y="446"/>
                    </a:cubicBezTo>
                    <a:cubicBezTo>
                      <a:pt x="383" y="418"/>
                      <a:pt x="418" y="354"/>
                      <a:pt x="418" y="297"/>
                    </a:cubicBezTo>
                    <a:cubicBezTo>
                      <a:pt x="418" y="241"/>
                      <a:pt x="383" y="205"/>
                      <a:pt x="383" y="149"/>
                    </a:cubicBezTo>
                    <a:cubicBezTo>
                      <a:pt x="383" y="120"/>
                      <a:pt x="355" y="92"/>
                      <a:pt x="355" y="64"/>
                    </a:cubicBezTo>
                    <a:cubicBezTo>
                      <a:pt x="326" y="28"/>
                      <a:pt x="298" y="28"/>
                      <a:pt x="298" y="28"/>
                    </a:cubicBezTo>
                    <a:cubicBezTo>
                      <a:pt x="270" y="0"/>
                      <a:pt x="241"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71"/>
              <p:cNvSpPr/>
              <p:nvPr/>
            </p:nvSpPr>
            <p:spPr>
              <a:xfrm>
                <a:off x="5145175" y="2316925"/>
                <a:ext cx="10300" cy="15575"/>
              </a:xfrm>
              <a:custGeom>
                <a:avLst/>
                <a:gdLst/>
                <a:ahLst/>
                <a:cxnLst/>
                <a:rect l="l" t="t" r="r" b="b"/>
                <a:pathLst>
                  <a:path w="412" h="623" extrusionOk="0">
                    <a:moveTo>
                      <a:pt x="206" y="64"/>
                    </a:moveTo>
                    <a:cubicBezTo>
                      <a:pt x="234" y="64"/>
                      <a:pt x="263" y="92"/>
                      <a:pt x="298" y="92"/>
                    </a:cubicBezTo>
                    <a:cubicBezTo>
                      <a:pt x="298" y="120"/>
                      <a:pt x="326" y="120"/>
                      <a:pt x="326" y="177"/>
                    </a:cubicBezTo>
                    <a:lnTo>
                      <a:pt x="326" y="297"/>
                    </a:lnTo>
                    <a:lnTo>
                      <a:pt x="326" y="326"/>
                    </a:lnTo>
                    <a:lnTo>
                      <a:pt x="326" y="446"/>
                    </a:lnTo>
                    <a:cubicBezTo>
                      <a:pt x="326" y="474"/>
                      <a:pt x="298" y="502"/>
                      <a:pt x="298" y="531"/>
                    </a:cubicBezTo>
                    <a:lnTo>
                      <a:pt x="149" y="531"/>
                    </a:lnTo>
                    <a:cubicBezTo>
                      <a:pt x="121" y="502"/>
                      <a:pt x="121" y="474"/>
                      <a:pt x="86" y="446"/>
                    </a:cubicBezTo>
                    <a:lnTo>
                      <a:pt x="86" y="326"/>
                    </a:lnTo>
                    <a:lnTo>
                      <a:pt x="86" y="297"/>
                    </a:lnTo>
                    <a:lnTo>
                      <a:pt x="86" y="177"/>
                    </a:lnTo>
                    <a:cubicBezTo>
                      <a:pt x="121" y="120"/>
                      <a:pt x="121" y="120"/>
                      <a:pt x="149" y="92"/>
                    </a:cubicBezTo>
                    <a:cubicBezTo>
                      <a:pt x="149" y="92"/>
                      <a:pt x="178" y="64"/>
                      <a:pt x="206" y="64"/>
                    </a:cubicBezTo>
                    <a:close/>
                    <a:moveTo>
                      <a:pt x="206" y="0"/>
                    </a:moveTo>
                    <a:cubicBezTo>
                      <a:pt x="178" y="0"/>
                      <a:pt x="149" y="0"/>
                      <a:pt x="121" y="28"/>
                    </a:cubicBezTo>
                    <a:cubicBezTo>
                      <a:pt x="121" y="28"/>
                      <a:pt x="86" y="28"/>
                      <a:pt x="57" y="64"/>
                    </a:cubicBezTo>
                    <a:cubicBezTo>
                      <a:pt x="57" y="92"/>
                      <a:pt x="29" y="120"/>
                      <a:pt x="29" y="149"/>
                    </a:cubicBezTo>
                    <a:cubicBezTo>
                      <a:pt x="29" y="205"/>
                      <a:pt x="1" y="241"/>
                      <a:pt x="1" y="297"/>
                    </a:cubicBezTo>
                    <a:cubicBezTo>
                      <a:pt x="1" y="354"/>
                      <a:pt x="29" y="418"/>
                      <a:pt x="29" y="446"/>
                    </a:cubicBezTo>
                    <a:cubicBezTo>
                      <a:pt x="29" y="502"/>
                      <a:pt x="57" y="531"/>
                      <a:pt x="57" y="531"/>
                    </a:cubicBezTo>
                    <a:cubicBezTo>
                      <a:pt x="86" y="559"/>
                      <a:pt x="121" y="594"/>
                      <a:pt x="121" y="594"/>
                    </a:cubicBezTo>
                    <a:cubicBezTo>
                      <a:pt x="149" y="594"/>
                      <a:pt x="178" y="623"/>
                      <a:pt x="206" y="623"/>
                    </a:cubicBezTo>
                    <a:cubicBezTo>
                      <a:pt x="234" y="623"/>
                      <a:pt x="263" y="594"/>
                      <a:pt x="298" y="594"/>
                    </a:cubicBezTo>
                    <a:cubicBezTo>
                      <a:pt x="326" y="594"/>
                      <a:pt x="355" y="559"/>
                      <a:pt x="355" y="531"/>
                    </a:cubicBezTo>
                    <a:cubicBezTo>
                      <a:pt x="383" y="531"/>
                      <a:pt x="383" y="502"/>
                      <a:pt x="411" y="446"/>
                    </a:cubicBezTo>
                    <a:lnTo>
                      <a:pt x="411" y="297"/>
                    </a:lnTo>
                    <a:lnTo>
                      <a:pt x="411" y="149"/>
                    </a:lnTo>
                    <a:cubicBezTo>
                      <a:pt x="383" y="120"/>
                      <a:pt x="383" y="92"/>
                      <a:pt x="355" y="64"/>
                    </a:cubicBezTo>
                    <a:cubicBezTo>
                      <a:pt x="355" y="28"/>
                      <a:pt x="326" y="28"/>
                      <a:pt x="298" y="28"/>
                    </a:cubicBezTo>
                    <a:cubicBezTo>
                      <a:pt x="263" y="0"/>
                      <a:pt x="234"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71"/>
              <p:cNvSpPr/>
              <p:nvPr/>
            </p:nvSpPr>
            <p:spPr>
              <a:xfrm>
                <a:off x="5162875" y="2321350"/>
                <a:ext cx="10275" cy="10450"/>
              </a:xfrm>
              <a:custGeom>
                <a:avLst/>
                <a:gdLst/>
                <a:ahLst/>
                <a:cxnLst/>
                <a:rect l="l" t="t" r="r" b="b"/>
                <a:pathLst>
                  <a:path w="411" h="418" extrusionOk="0">
                    <a:moveTo>
                      <a:pt x="0" y="0"/>
                    </a:moveTo>
                    <a:lnTo>
                      <a:pt x="0" y="64"/>
                    </a:lnTo>
                    <a:lnTo>
                      <a:pt x="354" y="205"/>
                    </a:lnTo>
                    <a:lnTo>
                      <a:pt x="0" y="354"/>
                    </a:lnTo>
                    <a:lnTo>
                      <a:pt x="0" y="417"/>
                    </a:lnTo>
                    <a:lnTo>
                      <a:pt x="411" y="241"/>
                    </a:lnTo>
                    <a:lnTo>
                      <a:pt x="411" y="1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71"/>
              <p:cNvSpPr/>
              <p:nvPr/>
            </p:nvSpPr>
            <p:spPr>
              <a:xfrm>
                <a:off x="5176125" y="2321350"/>
                <a:ext cx="10300" cy="10450"/>
              </a:xfrm>
              <a:custGeom>
                <a:avLst/>
                <a:gdLst/>
                <a:ahLst/>
                <a:cxnLst/>
                <a:rect l="l" t="t" r="r" b="b"/>
                <a:pathLst>
                  <a:path w="412" h="418" extrusionOk="0">
                    <a:moveTo>
                      <a:pt x="1" y="0"/>
                    </a:moveTo>
                    <a:lnTo>
                      <a:pt x="1" y="64"/>
                    </a:lnTo>
                    <a:lnTo>
                      <a:pt x="355" y="205"/>
                    </a:lnTo>
                    <a:lnTo>
                      <a:pt x="1" y="354"/>
                    </a:lnTo>
                    <a:lnTo>
                      <a:pt x="1" y="417"/>
                    </a:lnTo>
                    <a:lnTo>
                      <a:pt x="411" y="241"/>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71"/>
              <p:cNvSpPr/>
              <p:nvPr/>
            </p:nvSpPr>
            <p:spPr>
              <a:xfrm>
                <a:off x="5188700" y="2316200"/>
                <a:ext cx="5150" cy="19125"/>
              </a:xfrm>
              <a:custGeom>
                <a:avLst/>
                <a:gdLst/>
                <a:ahLst/>
                <a:cxnLst/>
                <a:rect l="l" t="t" r="r" b="b"/>
                <a:pathLst>
                  <a:path w="206" h="765" extrusionOk="0">
                    <a:moveTo>
                      <a:pt x="0" y="1"/>
                    </a:moveTo>
                    <a:cubicBezTo>
                      <a:pt x="28" y="29"/>
                      <a:pt x="28" y="93"/>
                      <a:pt x="57" y="121"/>
                    </a:cubicBezTo>
                    <a:cubicBezTo>
                      <a:pt x="85" y="149"/>
                      <a:pt x="85" y="206"/>
                      <a:pt x="113" y="234"/>
                    </a:cubicBezTo>
                    <a:lnTo>
                      <a:pt x="113" y="383"/>
                    </a:lnTo>
                    <a:lnTo>
                      <a:pt x="113" y="531"/>
                    </a:lnTo>
                    <a:cubicBezTo>
                      <a:pt x="85" y="560"/>
                      <a:pt x="85" y="623"/>
                      <a:pt x="57" y="652"/>
                    </a:cubicBezTo>
                    <a:cubicBezTo>
                      <a:pt x="28" y="680"/>
                      <a:pt x="28" y="737"/>
                      <a:pt x="0" y="765"/>
                    </a:cubicBezTo>
                    <a:lnTo>
                      <a:pt x="57" y="765"/>
                    </a:lnTo>
                    <a:cubicBezTo>
                      <a:pt x="85" y="708"/>
                      <a:pt x="149" y="652"/>
                      <a:pt x="149" y="588"/>
                    </a:cubicBezTo>
                    <a:cubicBezTo>
                      <a:pt x="177" y="531"/>
                      <a:pt x="205" y="447"/>
                      <a:pt x="205" y="383"/>
                    </a:cubicBezTo>
                    <a:cubicBezTo>
                      <a:pt x="205" y="326"/>
                      <a:pt x="177" y="234"/>
                      <a:pt x="149" y="178"/>
                    </a:cubicBezTo>
                    <a:cubicBezTo>
                      <a:pt x="149" y="121"/>
                      <a:pt x="85" y="57"/>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71"/>
              <p:cNvSpPr/>
              <p:nvPr/>
            </p:nvSpPr>
            <p:spPr>
              <a:xfrm>
                <a:off x="5195950" y="2316200"/>
                <a:ext cx="6025" cy="19125"/>
              </a:xfrm>
              <a:custGeom>
                <a:avLst/>
                <a:gdLst/>
                <a:ahLst/>
                <a:cxnLst/>
                <a:rect l="l" t="t" r="r" b="b"/>
                <a:pathLst>
                  <a:path w="241" h="765" extrusionOk="0">
                    <a:moveTo>
                      <a:pt x="0" y="1"/>
                    </a:moveTo>
                    <a:lnTo>
                      <a:pt x="0" y="57"/>
                    </a:lnTo>
                    <a:lnTo>
                      <a:pt x="64" y="57"/>
                    </a:lnTo>
                    <a:lnTo>
                      <a:pt x="92" y="93"/>
                    </a:lnTo>
                    <a:lnTo>
                      <a:pt x="92" y="298"/>
                    </a:lnTo>
                    <a:lnTo>
                      <a:pt x="92" y="326"/>
                    </a:lnTo>
                    <a:lnTo>
                      <a:pt x="120" y="355"/>
                    </a:lnTo>
                    <a:cubicBezTo>
                      <a:pt x="149" y="383"/>
                      <a:pt x="149" y="383"/>
                      <a:pt x="177" y="383"/>
                    </a:cubicBezTo>
                    <a:cubicBezTo>
                      <a:pt x="149" y="383"/>
                      <a:pt x="120" y="383"/>
                      <a:pt x="120" y="411"/>
                    </a:cubicBezTo>
                    <a:cubicBezTo>
                      <a:pt x="92" y="411"/>
                      <a:pt x="92" y="447"/>
                      <a:pt x="92" y="475"/>
                    </a:cubicBezTo>
                    <a:lnTo>
                      <a:pt x="92" y="652"/>
                    </a:lnTo>
                    <a:cubicBezTo>
                      <a:pt x="92" y="680"/>
                      <a:pt x="92" y="680"/>
                      <a:pt x="64" y="708"/>
                    </a:cubicBezTo>
                    <a:lnTo>
                      <a:pt x="0" y="708"/>
                    </a:lnTo>
                    <a:lnTo>
                      <a:pt x="0" y="765"/>
                    </a:lnTo>
                    <a:lnTo>
                      <a:pt x="64" y="765"/>
                    </a:lnTo>
                    <a:cubicBezTo>
                      <a:pt x="92" y="765"/>
                      <a:pt x="92" y="737"/>
                      <a:pt x="120" y="737"/>
                    </a:cubicBezTo>
                    <a:lnTo>
                      <a:pt x="149" y="708"/>
                    </a:lnTo>
                    <a:lnTo>
                      <a:pt x="149" y="652"/>
                    </a:lnTo>
                    <a:lnTo>
                      <a:pt x="149" y="475"/>
                    </a:lnTo>
                    <a:cubicBezTo>
                      <a:pt x="149" y="447"/>
                      <a:pt x="149" y="447"/>
                      <a:pt x="177" y="447"/>
                    </a:cubicBezTo>
                    <a:lnTo>
                      <a:pt x="177" y="411"/>
                    </a:lnTo>
                    <a:lnTo>
                      <a:pt x="241" y="411"/>
                    </a:lnTo>
                    <a:lnTo>
                      <a:pt x="241" y="355"/>
                    </a:lnTo>
                    <a:lnTo>
                      <a:pt x="177" y="355"/>
                    </a:lnTo>
                    <a:lnTo>
                      <a:pt x="177" y="326"/>
                    </a:lnTo>
                    <a:cubicBezTo>
                      <a:pt x="149" y="326"/>
                      <a:pt x="149" y="298"/>
                      <a:pt x="149" y="298"/>
                    </a:cubicBezTo>
                    <a:lnTo>
                      <a:pt x="149" y="121"/>
                    </a:lnTo>
                    <a:lnTo>
                      <a:pt x="149" y="57"/>
                    </a:lnTo>
                    <a:cubicBezTo>
                      <a:pt x="149" y="29"/>
                      <a:pt x="120" y="29"/>
                      <a:pt x="120" y="29"/>
                    </a:cubicBezTo>
                    <a:cubicBezTo>
                      <a:pt x="92" y="29"/>
                      <a:pt x="92" y="1"/>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71"/>
              <p:cNvSpPr/>
              <p:nvPr/>
            </p:nvSpPr>
            <p:spPr>
              <a:xfrm>
                <a:off x="5028800" y="2461400"/>
                <a:ext cx="5175" cy="19125"/>
              </a:xfrm>
              <a:custGeom>
                <a:avLst/>
                <a:gdLst/>
                <a:ahLst/>
                <a:cxnLst/>
                <a:rect l="l" t="t" r="r" b="b"/>
                <a:pathLst>
                  <a:path w="207" h="765" extrusionOk="0">
                    <a:moveTo>
                      <a:pt x="142" y="1"/>
                    </a:moveTo>
                    <a:lnTo>
                      <a:pt x="114" y="29"/>
                    </a:lnTo>
                    <a:cubicBezTo>
                      <a:pt x="86" y="29"/>
                      <a:pt x="86" y="58"/>
                      <a:pt x="86" y="58"/>
                    </a:cubicBezTo>
                    <a:cubicBezTo>
                      <a:pt x="58" y="86"/>
                      <a:pt x="58" y="86"/>
                      <a:pt x="58" y="121"/>
                    </a:cubicBezTo>
                    <a:lnTo>
                      <a:pt x="58" y="298"/>
                    </a:lnTo>
                    <a:lnTo>
                      <a:pt x="58" y="326"/>
                    </a:lnTo>
                    <a:lnTo>
                      <a:pt x="29" y="355"/>
                    </a:lnTo>
                    <a:lnTo>
                      <a:pt x="1" y="355"/>
                    </a:lnTo>
                    <a:lnTo>
                      <a:pt x="1" y="411"/>
                    </a:lnTo>
                    <a:lnTo>
                      <a:pt x="29" y="411"/>
                    </a:lnTo>
                    <a:cubicBezTo>
                      <a:pt x="29" y="440"/>
                      <a:pt x="58" y="440"/>
                      <a:pt x="58" y="440"/>
                    </a:cubicBezTo>
                    <a:lnTo>
                      <a:pt x="58" y="475"/>
                    </a:lnTo>
                    <a:lnTo>
                      <a:pt x="58" y="652"/>
                    </a:lnTo>
                    <a:cubicBezTo>
                      <a:pt x="58" y="680"/>
                      <a:pt x="58" y="708"/>
                      <a:pt x="86" y="708"/>
                    </a:cubicBezTo>
                    <a:cubicBezTo>
                      <a:pt x="86" y="737"/>
                      <a:pt x="86" y="737"/>
                      <a:pt x="114" y="737"/>
                    </a:cubicBezTo>
                    <a:lnTo>
                      <a:pt x="142" y="765"/>
                    </a:lnTo>
                    <a:lnTo>
                      <a:pt x="206" y="765"/>
                    </a:lnTo>
                    <a:lnTo>
                      <a:pt x="206" y="708"/>
                    </a:lnTo>
                    <a:lnTo>
                      <a:pt x="142" y="708"/>
                    </a:lnTo>
                    <a:lnTo>
                      <a:pt x="142" y="680"/>
                    </a:lnTo>
                    <a:lnTo>
                      <a:pt x="114" y="475"/>
                    </a:lnTo>
                    <a:lnTo>
                      <a:pt x="114" y="440"/>
                    </a:lnTo>
                    <a:cubicBezTo>
                      <a:pt x="114" y="411"/>
                      <a:pt x="114" y="411"/>
                      <a:pt x="86" y="411"/>
                    </a:cubicBezTo>
                    <a:cubicBezTo>
                      <a:pt x="86" y="383"/>
                      <a:pt x="58" y="383"/>
                      <a:pt x="29" y="383"/>
                    </a:cubicBezTo>
                    <a:cubicBezTo>
                      <a:pt x="86" y="383"/>
                      <a:pt x="86" y="383"/>
                      <a:pt x="114" y="355"/>
                    </a:cubicBezTo>
                    <a:lnTo>
                      <a:pt x="114" y="298"/>
                    </a:lnTo>
                    <a:lnTo>
                      <a:pt x="142" y="121"/>
                    </a:lnTo>
                    <a:lnTo>
                      <a:pt x="142" y="58"/>
                    </a:lnTo>
                    <a:lnTo>
                      <a:pt x="206" y="58"/>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71"/>
              <p:cNvSpPr/>
              <p:nvPr/>
            </p:nvSpPr>
            <p:spPr>
              <a:xfrm>
                <a:off x="5041200" y="2461400"/>
                <a:ext cx="5325" cy="19125"/>
              </a:xfrm>
              <a:custGeom>
                <a:avLst/>
                <a:gdLst/>
                <a:ahLst/>
                <a:cxnLst/>
                <a:rect l="l" t="t" r="r" b="b"/>
                <a:pathLst>
                  <a:path w="213" h="765" extrusionOk="0">
                    <a:moveTo>
                      <a:pt x="149" y="1"/>
                    </a:moveTo>
                    <a:cubicBezTo>
                      <a:pt x="92" y="58"/>
                      <a:pt x="64" y="121"/>
                      <a:pt x="35" y="178"/>
                    </a:cubicBezTo>
                    <a:cubicBezTo>
                      <a:pt x="0" y="234"/>
                      <a:pt x="0" y="326"/>
                      <a:pt x="0" y="383"/>
                    </a:cubicBezTo>
                    <a:cubicBezTo>
                      <a:pt x="0" y="440"/>
                      <a:pt x="0" y="532"/>
                      <a:pt x="35" y="588"/>
                    </a:cubicBezTo>
                    <a:cubicBezTo>
                      <a:pt x="64" y="652"/>
                      <a:pt x="92" y="708"/>
                      <a:pt x="149" y="765"/>
                    </a:cubicBezTo>
                    <a:lnTo>
                      <a:pt x="212" y="765"/>
                    </a:lnTo>
                    <a:cubicBezTo>
                      <a:pt x="177" y="737"/>
                      <a:pt x="149" y="680"/>
                      <a:pt x="120" y="652"/>
                    </a:cubicBezTo>
                    <a:cubicBezTo>
                      <a:pt x="120" y="616"/>
                      <a:pt x="92" y="560"/>
                      <a:pt x="92" y="532"/>
                    </a:cubicBezTo>
                    <a:cubicBezTo>
                      <a:pt x="92" y="475"/>
                      <a:pt x="64" y="440"/>
                      <a:pt x="64" y="383"/>
                    </a:cubicBezTo>
                    <a:cubicBezTo>
                      <a:pt x="64" y="326"/>
                      <a:pt x="92" y="298"/>
                      <a:pt x="92" y="234"/>
                    </a:cubicBezTo>
                    <a:cubicBezTo>
                      <a:pt x="92" y="206"/>
                      <a:pt x="120" y="150"/>
                      <a:pt x="120" y="121"/>
                    </a:cubicBezTo>
                    <a:cubicBezTo>
                      <a:pt x="149" y="86"/>
                      <a:pt x="177" y="29"/>
                      <a:pt x="2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71"/>
              <p:cNvSpPr/>
              <p:nvPr/>
            </p:nvSpPr>
            <p:spPr>
              <a:xfrm>
                <a:off x="5048625" y="2466550"/>
                <a:ext cx="9575" cy="10275"/>
              </a:xfrm>
              <a:custGeom>
                <a:avLst/>
                <a:gdLst/>
                <a:ahLst/>
                <a:cxnLst/>
                <a:rect l="l" t="t" r="r" b="b"/>
                <a:pathLst>
                  <a:path w="383" h="411" extrusionOk="0">
                    <a:moveTo>
                      <a:pt x="382" y="0"/>
                    </a:moveTo>
                    <a:lnTo>
                      <a:pt x="0" y="177"/>
                    </a:lnTo>
                    <a:lnTo>
                      <a:pt x="0" y="234"/>
                    </a:lnTo>
                    <a:lnTo>
                      <a:pt x="382" y="410"/>
                    </a:lnTo>
                    <a:lnTo>
                      <a:pt x="382" y="354"/>
                    </a:lnTo>
                    <a:lnTo>
                      <a:pt x="57" y="205"/>
                    </a:lnTo>
                    <a:lnTo>
                      <a:pt x="382" y="57"/>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71"/>
              <p:cNvSpPr/>
              <p:nvPr/>
            </p:nvSpPr>
            <p:spPr>
              <a:xfrm>
                <a:off x="5061875" y="2462825"/>
                <a:ext cx="8875" cy="14000"/>
              </a:xfrm>
              <a:custGeom>
                <a:avLst/>
                <a:gdLst/>
                <a:ahLst/>
                <a:cxnLst/>
                <a:rect l="l" t="t" r="r" b="b"/>
                <a:pathLst>
                  <a:path w="355" h="560" extrusionOk="0">
                    <a:moveTo>
                      <a:pt x="178" y="1"/>
                    </a:moveTo>
                    <a:cubicBezTo>
                      <a:pt x="178" y="1"/>
                      <a:pt x="149" y="29"/>
                      <a:pt x="121" y="29"/>
                    </a:cubicBezTo>
                    <a:cubicBezTo>
                      <a:pt x="121" y="29"/>
                      <a:pt x="93" y="29"/>
                      <a:pt x="57" y="64"/>
                    </a:cubicBezTo>
                    <a:lnTo>
                      <a:pt x="1" y="64"/>
                    </a:lnTo>
                    <a:lnTo>
                      <a:pt x="1" y="121"/>
                    </a:lnTo>
                    <a:lnTo>
                      <a:pt x="149" y="121"/>
                    </a:lnTo>
                    <a:lnTo>
                      <a:pt x="149" y="503"/>
                    </a:lnTo>
                    <a:lnTo>
                      <a:pt x="1" y="503"/>
                    </a:lnTo>
                    <a:lnTo>
                      <a:pt x="1" y="559"/>
                    </a:lnTo>
                    <a:lnTo>
                      <a:pt x="355" y="559"/>
                    </a:lnTo>
                    <a:lnTo>
                      <a:pt x="355" y="503"/>
                    </a:lnTo>
                    <a:lnTo>
                      <a:pt x="206" y="50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71"/>
              <p:cNvSpPr/>
              <p:nvPr/>
            </p:nvSpPr>
            <p:spPr>
              <a:xfrm>
                <a:off x="5076550" y="2462125"/>
                <a:ext cx="10475" cy="15575"/>
              </a:xfrm>
              <a:custGeom>
                <a:avLst/>
                <a:gdLst/>
                <a:ahLst/>
                <a:cxnLst/>
                <a:rect l="l" t="t" r="r" b="b"/>
                <a:pathLst>
                  <a:path w="419" h="623" extrusionOk="0">
                    <a:moveTo>
                      <a:pt x="213" y="57"/>
                    </a:moveTo>
                    <a:cubicBezTo>
                      <a:pt x="242" y="57"/>
                      <a:pt x="270" y="92"/>
                      <a:pt x="298" y="92"/>
                    </a:cubicBezTo>
                    <a:cubicBezTo>
                      <a:pt x="298" y="121"/>
                      <a:pt x="326" y="149"/>
                      <a:pt x="326" y="177"/>
                    </a:cubicBezTo>
                    <a:lnTo>
                      <a:pt x="326" y="297"/>
                    </a:lnTo>
                    <a:lnTo>
                      <a:pt x="326" y="326"/>
                    </a:lnTo>
                    <a:lnTo>
                      <a:pt x="326" y="446"/>
                    </a:lnTo>
                    <a:cubicBezTo>
                      <a:pt x="326" y="474"/>
                      <a:pt x="298" y="503"/>
                      <a:pt x="298" y="531"/>
                    </a:cubicBezTo>
                    <a:cubicBezTo>
                      <a:pt x="270" y="531"/>
                      <a:pt x="242" y="559"/>
                      <a:pt x="213" y="559"/>
                    </a:cubicBezTo>
                    <a:cubicBezTo>
                      <a:pt x="178" y="559"/>
                      <a:pt x="150" y="531"/>
                      <a:pt x="150" y="531"/>
                    </a:cubicBezTo>
                    <a:cubicBezTo>
                      <a:pt x="121" y="503"/>
                      <a:pt x="121" y="474"/>
                      <a:pt x="93" y="446"/>
                    </a:cubicBezTo>
                    <a:lnTo>
                      <a:pt x="93" y="326"/>
                    </a:lnTo>
                    <a:lnTo>
                      <a:pt x="93" y="297"/>
                    </a:lnTo>
                    <a:lnTo>
                      <a:pt x="93" y="177"/>
                    </a:lnTo>
                    <a:cubicBezTo>
                      <a:pt x="121" y="149"/>
                      <a:pt x="121" y="121"/>
                      <a:pt x="150" y="92"/>
                    </a:cubicBezTo>
                    <a:cubicBezTo>
                      <a:pt x="150" y="92"/>
                      <a:pt x="178" y="57"/>
                      <a:pt x="213" y="57"/>
                    </a:cubicBezTo>
                    <a:close/>
                    <a:moveTo>
                      <a:pt x="213" y="0"/>
                    </a:moveTo>
                    <a:cubicBezTo>
                      <a:pt x="178" y="0"/>
                      <a:pt x="150" y="0"/>
                      <a:pt x="121" y="29"/>
                    </a:cubicBezTo>
                    <a:cubicBezTo>
                      <a:pt x="121" y="29"/>
                      <a:pt x="93" y="57"/>
                      <a:pt x="65" y="57"/>
                    </a:cubicBezTo>
                    <a:cubicBezTo>
                      <a:pt x="65" y="92"/>
                      <a:pt x="36" y="121"/>
                      <a:pt x="36" y="177"/>
                    </a:cubicBezTo>
                    <a:cubicBezTo>
                      <a:pt x="36" y="205"/>
                      <a:pt x="1" y="234"/>
                      <a:pt x="1" y="297"/>
                    </a:cubicBezTo>
                    <a:cubicBezTo>
                      <a:pt x="1" y="354"/>
                      <a:pt x="36" y="411"/>
                      <a:pt x="36" y="446"/>
                    </a:cubicBezTo>
                    <a:cubicBezTo>
                      <a:pt x="36" y="503"/>
                      <a:pt x="65" y="531"/>
                      <a:pt x="65" y="559"/>
                    </a:cubicBezTo>
                    <a:cubicBezTo>
                      <a:pt x="93" y="559"/>
                      <a:pt x="121" y="587"/>
                      <a:pt x="121" y="587"/>
                    </a:cubicBezTo>
                    <a:cubicBezTo>
                      <a:pt x="150" y="623"/>
                      <a:pt x="178" y="623"/>
                      <a:pt x="213" y="623"/>
                    </a:cubicBezTo>
                    <a:cubicBezTo>
                      <a:pt x="242" y="623"/>
                      <a:pt x="270" y="623"/>
                      <a:pt x="298" y="587"/>
                    </a:cubicBezTo>
                    <a:cubicBezTo>
                      <a:pt x="326" y="587"/>
                      <a:pt x="355" y="559"/>
                      <a:pt x="355" y="559"/>
                    </a:cubicBezTo>
                    <a:cubicBezTo>
                      <a:pt x="390" y="531"/>
                      <a:pt x="390" y="503"/>
                      <a:pt x="418" y="446"/>
                    </a:cubicBezTo>
                    <a:lnTo>
                      <a:pt x="418" y="297"/>
                    </a:lnTo>
                    <a:lnTo>
                      <a:pt x="418" y="177"/>
                    </a:lnTo>
                    <a:cubicBezTo>
                      <a:pt x="390" y="121"/>
                      <a:pt x="390" y="92"/>
                      <a:pt x="355" y="57"/>
                    </a:cubicBezTo>
                    <a:cubicBezTo>
                      <a:pt x="355" y="57"/>
                      <a:pt x="326" y="29"/>
                      <a:pt x="298" y="29"/>
                    </a:cubicBezTo>
                    <a:cubicBezTo>
                      <a:pt x="270" y="0"/>
                      <a:pt x="242"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71"/>
              <p:cNvSpPr/>
              <p:nvPr/>
            </p:nvSpPr>
            <p:spPr>
              <a:xfrm>
                <a:off x="5089125" y="2462125"/>
                <a:ext cx="10450" cy="15575"/>
              </a:xfrm>
              <a:custGeom>
                <a:avLst/>
                <a:gdLst/>
                <a:ahLst/>
                <a:cxnLst/>
                <a:rect l="l" t="t" r="r" b="b"/>
                <a:pathLst>
                  <a:path w="418" h="623" extrusionOk="0">
                    <a:moveTo>
                      <a:pt x="205" y="57"/>
                    </a:moveTo>
                    <a:cubicBezTo>
                      <a:pt x="241" y="57"/>
                      <a:pt x="269" y="92"/>
                      <a:pt x="269" y="92"/>
                    </a:cubicBezTo>
                    <a:cubicBezTo>
                      <a:pt x="297" y="121"/>
                      <a:pt x="297" y="149"/>
                      <a:pt x="326" y="177"/>
                    </a:cubicBezTo>
                    <a:lnTo>
                      <a:pt x="326" y="297"/>
                    </a:lnTo>
                    <a:lnTo>
                      <a:pt x="326" y="326"/>
                    </a:lnTo>
                    <a:lnTo>
                      <a:pt x="326" y="446"/>
                    </a:lnTo>
                    <a:cubicBezTo>
                      <a:pt x="297" y="474"/>
                      <a:pt x="297" y="503"/>
                      <a:pt x="269" y="531"/>
                    </a:cubicBezTo>
                    <a:cubicBezTo>
                      <a:pt x="269" y="531"/>
                      <a:pt x="241" y="559"/>
                      <a:pt x="205" y="559"/>
                    </a:cubicBezTo>
                    <a:cubicBezTo>
                      <a:pt x="177" y="559"/>
                      <a:pt x="149" y="531"/>
                      <a:pt x="121" y="531"/>
                    </a:cubicBezTo>
                    <a:cubicBezTo>
                      <a:pt x="121" y="503"/>
                      <a:pt x="92" y="474"/>
                      <a:pt x="92" y="446"/>
                    </a:cubicBezTo>
                    <a:lnTo>
                      <a:pt x="92" y="326"/>
                    </a:lnTo>
                    <a:lnTo>
                      <a:pt x="92" y="297"/>
                    </a:lnTo>
                    <a:lnTo>
                      <a:pt x="92" y="177"/>
                    </a:lnTo>
                    <a:cubicBezTo>
                      <a:pt x="92" y="149"/>
                      <a:pt x="121" y="121"/>
                      <a:pt x="121" y="92"/>
                    </a:cubicBezTo>
                    <a:cubicBezTo>
                      <a:pt x="149" y="92"/>
                      <a:pt x="177" y="57"/>
                      <a:pt x="205" y="57"/>
                    </a:cubicBezTo>
                    <a:close/>
                    <a:moveTo>
                      <a:pt x="205" y="0"/>
                    </a:moveTo>
                    <a:cubicBezTo>
                      <a:pt x="177" y="0"/>
                      <a:pt x="149" y="0"/>
                      <a:pt x="121" y="29"/>
                    </a:cubicBezTo>
                    <a:cubicBezTo>
                      <a:pt x="92" y="29"/>
                      <a:pt x="64" y="57"/>
                      <a:pt x="64" y="57"/>
                    </a:cubicBezTo>
                    <a:cubicBezTo>
                      <a:pt x="29" y="92"/>
                      <a:pt x="29" y="121"/>
                      <a:pt x="0" y="177"/>
                    </a:cubicBezTo>
                    <a:lnTo>
                      <a:pt x="0" y="297"/>
                    </a:lnTo>
                    <a:lnTo>
                      <a:pt x="0" y="446"/>
                    </a:lnTo>
                    <a:cubicBezTo>
                      <a:pt x="29" y="503"/>
                      <a:pt x="29" y="531"/>
                      <a:pt x="64" y="559"/>
                    </a:cubicBezTo>
                    <a:cubicBezTo>
                      <a:pt x="64" y="559"/>
                      <a:pt x="92" y="587"/>
                      <a:pt x="121" y="587"/>
                    </a:cubicBezTo>
                    <a:cubicBezTo>
                      <a:pt x="149" y="623"/>
                      <a:pt x="177" y="623"/>
                      <a:pt x="205" y="623"/>
                    </a:cubicBezTo>
                    <a:cubicBezTo>
                      <a:pt x="241" y="623"/>
                      <a:pt x="269" y="623"/>
                      <a:pt x="297" y="587"/>
                    </a:cubicBezTo>
                    <a:cubicBezTo>
                      <a:pt x="297" y="587"/>
                      <a:pt x="326" y="559"/>
                      <a:pt x="354" y="559"/>
                    </a:cubicBezTo>
                    <a:cubicBezTo>
                      <a:pt x="354" y="531"/>
                      <a:pt x="382" y="503"/>
                      <a:pt x="382" y="446"/>
                    </a:cubicBezTo>
                    <a:cubicBezTo>
                      <a:pt x="382" y="411"/>
                      <a:pt x="418" y="354"/>
                      <a:pt x="418" y="297"/>
                    </a:cubicBezTo>
                    <a:cubicBezTo>
                      <a:pt x="418" y="234"/>
                      <a:pt x="382" y="205"/>
                      <a:pt x="382" y="177"/>
                    </a:cubicBezTo>
                    <a:cubicBezTo>
                      <a:pt x="382" y="121"/>
                      <a:pt x="354" y="92"/>
                      <a:pt x="354" y="57"/>
                    </a:cubicBezTo>
                    <a:cubicBezTo>
                      <a:pt x="326" y="57"/>
                      <a:pt x="297" y="29"/>
                      <a:pt x="297" y="29"/>
                    </a:cubicBezTo>
                    <a:cubicBezTo>
                      <a:pt x="269" y="0"/>
                      <a:pt x="241"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71"/>
              <p:cNvSpPr/>
              <p:nvPr/>
            </p:nvSpPr>
            <p:spPr>
              <a:xfrm>
                <a:off x="5106100" y="2462825"/>
                <a:ext cx="8875" cy="14000"/>
              </a:xfrm>
              <a:custGeom>
                <a:avLst/>
                <a:gdLst/>
                <a:ahLst/>
                <a:cxnLst/>
                <a:rect l="l" t="t" r="r" b="b"/>
                <a:pathLst>
                  <a:path w="355" h="560" extrusionOk="0">
                    <a:moveTo>
                      <a:pt x="177" y="1"/>
                    </a:moveTo>
                    <a:cubicBezTo>
                      <a:pt x="177" y="1"/>
                      <a:pt x="149" y="29"/>
                      <a:pt x="121" y="29"/>
                    </a:cubicBezTo>
                    <a:cubicBezTo>
                      <a:pt x="121" y="29"/>
                      <a:pt x="92" y="29"/>
                      <a:pt x="57" y="64"/>
                    </a:cubicBezTo>
                    <a:lnTo>
                      <a:pt x="0" y="64"/>
                    </a:lnTo>
                    <a:lnTo>
                      <a:pt x="0" y="121"/>
                    </a:lnTo>
                    <a:lnTo>
                      <a:pt x="149" y="121"/>
                    </a:lnTo>
                    <a:lnTo>
                      <a:pt x="149" y="503"/>
                    </a:lnTo>
                    <a:lnTo>
                      <a:pt x="0" y="503"/>
                    </a:lnTo>
                    <a:lnTo>
                      <a:pt x="0" y="559"/>
                    </a:lnTo>
                    <a:lnTo>
                      <a:pt x="354" y="559"/>
                    </a:lnTo>
                    <a:lnTo>
                      <a:pt x="354" y="503"/>
                    </a:lnTo>
                    <a:lnTo>
                      <a:pt x="206" y="503"/>
                    </a:lnTo>
                    <a:lnTo>
                      <a:pt x="2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71"/>
              <p:cNvSpPr/>
              <p:nvPr/>
            </p:nvSpPr>
            <p:spPr>
              <a:xfrm>
                <a:off x="5120775" y="2462125"/>
                <a:ext cx="10450" cy="15575"/>
              </a:xfrm>
              <a:custGeom>
                <a:avLst/>
                <a:gdLst/>
                <a:ahLst/>
                <a:cxnLst/>
                <a:rect l="l" t="t" r="r" b="b"/>
                <a:pathLst>
                  <a:path w="418" h="623" extrusionOk="0">
                    <a:moveTo>
                      <a:pt x="213" y="57"/>
                    </a:moveTo>
                    <a:cubicBezTo>
                      <a:pt x="241" y="57"/>
                      <a:pt x="269" y="92"/>
                      <a:pt x="298" y="92"/>
                    </a:cubicBezTo>
                    <a:cubicBezTo>
                      <a:pt x="298" y="121"/>
                      <a:pt x="326" y="149"/>
                      <a:pt x="326" y="177"/>
                    </a:cubicBezTo>
                    <a:lnTo>
                      <a:pt x="326" y="297"/>
                    </a:lnTo>
                    <a:lnTo>
                      <a:pt x="326" y="326"/>
                    </a:lnTo>
                    <a:lnTo>
                      <a:pt x="326" y="446"/>
                    </a:lnTo>
                    <a:cubicBezTo>
                      <a:pt x="326" y="474"/>
                      <a:pt x="298" y="503"/>
                      <a:pt x="298" y="531"/>
                    </a:cubicBezTo>
                    <a:cubicBezTo>
                      <a:pt x="269" y="531"/>
                      <a:pt x="241" y="559"/>
                      <a:pt x="213" y="559"/>
                    </a:cubicBezTo>
                    <a:cubicBezTo>
                      <a:pt x="177" y="559"/>
                      <a:pt x="149" y="531"/>
                      <a:pt x="149" y="531"/>
                    </a:cubicBezTo>
                    <a:cubicBezTo>
                      <a:pt x="121" y="503"/>
                      <a:pt x="121" y="474"/>
                      <a:pt x="93" y="446"/>
                    </a:cubicBezTo>
                    <a:lnTo>
                      <a:pt x="93" y="326"/>
                    </a:lnTo>
                    <a:lnTo>
                      <a:pt x="93" y="297"/>
                    </a:lnTo>
                    <a:lnTo>
                      <a:pt x="93" y="177"/>
                    </a:lnTo>
                    <a:cubicBezTo>
                      <a:pt x="121" y="149"/>
                      <a:pt x="121" y="121"/>
                      <a:pt x="149" y="92"/>
                    </a:cubicBezTo>
                    <a:cubicBezTo>
                      <a:pt x="149" y="92"/>
                      <a:pt x="177" y="57"/>
                      <a:pt x="213" y="57"/>
                    </a:cubicBezTo>
                    <a:close/>
                    <a:moveTo>
                      <a:pt x="213" y="0"/>
                    </a:moveTo>
                    <a:cubicBezTo>
                      <a:pt x="177" y="0"/>
                      <a:pt x="149" y="0"/>
                      <a:pt x="121" y="29"/>
                    </a:cubicBezTo>
                    <a:cubicBezTo>
                      <a:pt x="121" y="29"/>
                      <a:pt x="93" y="57"/>
                      <a:pt x="64" y="57"/>
                    </a:cubicBezTo>
                    <a:cubicBezTo>
                      <a:pt x="64" y="92"/>
                      <a:pt x="36" y="121"/>
                      <a:pt x="36" y="177"/>
                    </a:cubicBezTo>
                    <a:cubicBezTo>
                      <a:pt x="36" y="205"/>
                      <a:pt x="1" y="234"/>
                      <a:pt x="1" y="297"/>
                    </a:cubicBezTo>
                    <a:cubicBezTo>
                      <a:pt x="1" y="354"/>
                      <a:pt x="36" y="411"/>
                      <a:pt x="36" y="446"/>
                    </a:cubicBezTo>
                    <a:cubicBezTo>
                      <a:pt x="36" y="503"/>
                      <a:pt x="64" y="531"/>
                      <a:pt x="64" y="559"/>
                    </a:cubicBezTo>
                    <a:cubicBezTo>
                      <a:pt x="93" y="559"/>
                      <a:pt x="121" y="587"/>
                      <a:pt x="121" y="587"/>
                    </a:cubicBezTo>
                    <a:cubicBezTo>
                      <a:pt x="149" y="623"/>
                      <a:pt x="177" y="623"/>
                      <a:pt x="213" y="623"/>
                    </a:cubicBezTo>
                    <a:cubicBezTo>
                      <a:pt x="241" y="623"/>
                      <a:pt x="269" y="623"/>
                      <a:pt x="298" y="587"/>
                    </a:cubicBezTo>
                    <a:cubicBezTo>
                      <a:pt x="326" y="587"/>
                      <a:pt x="354" y="559"/>
                      <a:pt x="354" y="559"/>
                    </a:cubicBezTo>
                    <a:cubicBezTo>
                      <a:pt x="390" y="531"/>
                      <a:pt x="390" y="503"/>
                      <a:pt x="418" y="446"/>
                    </a:cubicBezTo>
                    <a:lnTo>
                      <a:pt x="418" y="297"/>
                    </a:lnTo>
                    <a:lnTo>
                      <a:pt x="418" y="177"/>
                    </a:lnTo>
                    <a:cubicBezTo>
                      <a:pt x="390" y="121"/>
                      <a:pt x="390" y="92"/>
                      <a:pt x="354" y="57"/>
                    </a:cubicBezTo>
                    <a:cubicBezTo>
                      <a:pt x="354" y="57"/>
                      <a:pt x="326" y="29"/>
                      <a:pt x="298" y="29"/>
                    </a:cubicBezTo>
                    <a:cubicBezTo>
                      <a:pt x="269" y="0"/>
                      <a:pt x="241" y="0"/>
                      <a:pt x="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71"/>
              <p:cNvSpPr/>
              <p:nvPr/>
            </p:nvSpPr>
            <p:spPr>
              <a:xfrm>
                <a:off x="5133325" y="2462125"/>
                <a:ext cx="10475" cy="15575"/>
              </a:xfrm>
              <a:custGeom>
                <a:avLst/>
                <a:gdLst/>
                <a:ahLst/>
                <a:cxnLst/>
                <a:rect l="l" t="t" r="r" b="b"/>
                <a:pathLst>
                  <a:path w="419" h="623" extrusionOk="0">
                    <a:moveTo>
                      <a:pt x="206" y="57"/>
                    </a:moveTo>
                    <a:cubicBezTo>
                      <a:pt x="241" y="57"/>
                      <a:pt x="270" y="92"/>
                      <a:pt x="270" y="92"/>
                    </a:cubicBezTo>
                    <a:cubicBezTo>
                      <a:pt x="298" y="121"/>
                      <a:pt x="298" y="149"/>
                      <a:pt x="326" y="177"/>
                    </a:cubicBezTo>
                    <a:lnTo>
                      <a:pt x="326" y="297"/>
                    </a:lnTo>
                    <a:lnTo>
                      <a:pt x="326" y="326"/>
                    </a:lnTo>
                    <a:lnTo>
                      <a:pt x="326" y="446"/>
                    </a:lnTo>
                    <a:cubicBezTo>
                      <a:pt x="298" y="474"/>
                      <a:pt x="298" y="503"/>
                      <a:pt x="270" y="531"/>
                    </a:cubicBezTo>
                    <a:cubicBezTo>
                      <a:pt x="270" y="531"/>
                      <a:pt x="241" y="559"/>
                      <a:pt x="206" y="559"/>
                    </a:cubicBezTo>
                    <a:cubicBezTo>
                      <a:pt x="178" y="559"/>
                      <a:pt x="149" y="531"/>
                      <a:pt x="121" y="531"/>
                    </a:cubicBezTo>
                    <a:cubicBezTo>
                      <a:pt x="121" y="503"/>
                      <a:pt x="93" y="474"/>
                      <a:pt x="93" y="446"/>
                    </a:cubicBezTo>
                    <a:lnTo>
                      <a:pt x="93" y="326"/>
                    </a:lnTo>
                    <a:lnTo>
                      <a:pt x="93" y="297"/>
                    </a:lnTo>
                    <a:lnTo>
                      <a:pt x="93" y="177"/>
                    </a:lnTo>
                    <a:cubicBezTo>
                      <a:pt x="93" y="149"/>
                      <a:pt x="121" y="121"/>
                      <a:pt x="121" y="92"/>
                    </a:cubicBezTo>
                    <a:cubicBezTo>
                      <a:pt x="149" y="92"/>
                      <a:pt x="178" y="57"/>
                      <a:pt x="206" y="57"/>
                    </a:cubicBezTo>
                    <a:close/>
                    <a:moveTo>
                      <a:pt x="206" y="0"/>
                    </a:moveTo>
                    <a:cubicBezTo>
                      <a:pt x="178" y="0"/>
                      <a:pt x="149" y="0"/>
                      <a:pt x="121" y="29"/>
                    </a:cubicBezTo>
                    <a:cubicBezTo>
                      <a:pt x="93" y="29"/>
                      <a:pt x="65" y="57"/>
                      <a:pt x="65" y="57"/>
                    </a:cubicBezTo>
                    <a:cubicBezTo>
                      <a:pt x="29" y="92"/>
                      <a:pt x="29" y="121"/>
                      <a:pt x="1" y="177"/>
                    </a:cubicBezTo>
                    <a:lnTo>
                      <a:pt x="1" y="297"/>
                    </a:lnTo>
                    <a:lnTo>
                      <a:pt x="1" y="446"/>
                    </a:lnTo>
                    <a:cubicBezTo>
                      <a:pt x="29" y="503"/>
                      <a:pt x="29" y="531"/>
                      <a:pt x="65" y="559"/>
                    </a:cubicBezTo>
                    <a:cubicBezTo>
                      <a:pt x="65" y="559"/>
                      <a:pt x="93" y="587"/>
                      <a:pt x="121" y="587"/>
                    </a:cubicBezTo>
                    <a:cubicBezTo>
                      <a:pt x="149" y="623"/>
                      <a:pt x="178" y="623"/>
                      <a:pt x="206" y="623"/>
                    </a:cubicBezTo>
                    <a:cubicBezTo>
                      <a:pt x="241" y="623"/>
                      <a:pt x="270" y="623"/>
                      <a:pt x="298" y="587"/>
                    </a:cubicBezTo>
                    <a:cubicBezTo>
                      <a:pt x="298" y="587"/>
                      <a:pt x="326" y="559"/>
                      <a:pt x="355" y="559"/>
                    </a:cubicBezTo>
                    <a:cubicBezTo>
                      <a:pt x="355" y="531"/>
                      <a:pt x="383" y="503"/>
                      <a:pt x="383" y="446"/>
                    </a:cubicBezTo>
                    <a:cubicBezTo>
                      <a:pt x="383" y="411"/>
                      <a:pt x="418" y="354"/>
                      <a:pt x="418" y="297"/>
                    </a:cubicBezTo>
                    <a:cubicBezTo>
                      <a:pt x="418" y="234"/>
                      <a:pt x="383" y="205"/>
                      <a:pt x="383" y="177"/>
                    </a:cubicBezTo>
                    <a:cubicBezTo>
                      <a:pt x="383" y="121"/>
                      <a:pt x="355" y="92"/>
                      <a:pt x="355" y="57"/>
                    </a:cubicBezTo>
                    <a:cubicBezTo>
                      <a:pt x="326" y="57"/>
                      <a:pt x="298" y="29"/>
                      <a:pt x="298" y="29"/>
                    </a:cubicBezTo>
                    <a:cubicBezTo>
                      <a:pt x="270" y="0"/>
                      <a:pt x="241"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71"/>
              <p:cNvSpPr/>
              <p:nvPr/>
            </p:nvSpPr>
            <p:spPr>
              <a:xfrm>
                <a:off x="5145175" y="2462125"/>
                <a:ext cx="10300" cy="15575"/>
              </a:xfrm>
              <a:custGeom>
                <a:avLst/>
                <a:gdLst/>
                <a:ahLst/>
                <a:cxnLst/>
                <a:rect l="l" t="t" r="r" b="b"/>
                <a:pathLst>
                  <a:path w="412" h="623" extrusionOk="0">
                    <a:moveTo>
                      <a:pt x="206" y="57"/>
                    </a:moveTo>
                    <a:cubicBezTo>
                      <a:pt x="234" y="57"/>
                      <a:pt x="263" y="92"/>
                      <a:pt x="298" y="92"/>
                    </a:cubicBezTo>
                    <a:cubicBezTo>
                      <a:pt x="298" y="121"/>
                      <a:pt x="326" y="149"/>
                      <a:pt x="326" y="177"/>
                    </a:cubicBezTo>
                    <a:lnTo>
                      <a:pt x="326" y="297"/>
                    </a:lnTo>
                    <a:lnTo>
                      <a:pt x="326" y="326"/>
                    </a:lnTo>
                    <a:lnTo>
                      <a:pt x="326" y="446"/>
                    </a:lnTo>
                    <a:cubicBezTo>
                      <a:pt x="326" y="474"/>
                      <a:pt x="298" y="503"/>
                      <a:pt x="298" y="531"/>
                    </a:cubicBezTo>
                    <a:cubicBezTo>
                      <a:pt x="263" y="531"/>
                      <a:pt x="234" y="559"/>
                      <a:pt x="206" y="559"/>
                    </a:cubicBezTo>
                    <a:cubicBezTo>
                      <a:pt x="178" y="559"/>
                      <a:pt x="149" y="531"/>
                      <a:pt x="149" y="531"/>
                    </a:cubicBezTo>
                    <a:cubicBezTo>
                      <a:pt x="121" y="503"/>
                      <a:pt x="121" y="474"/>
                      <a:pt x="86" y="446"/>
                    </a:cubicBezTo>
                    <a:lnTo>
                      <a:pt x="86" y="326"/>
                    </a:lnTo>
                    <a:lnTo>
                      <a:pt x="86" y="297"/>
                    </a:lnTo>
                    <a:lnTo>
                      <a:pt x="86" y="177"/>
                    </a:lnTo>
                    <a:cubicBezTo>
                      <a:pt x="121" y="149"/>
                      <a:pt x="121" y="121"/>
                      <a:pt x="149" y="92"/>
                    </a:cubicBezTo>
                    <a:cubicBezTo>
                      <a:pt x="149" y="92"/>
                      <a:pt x="178" y="57"/>
                      <a:pt x="206" y="57"/>
                    </a:cubicBezTo>
                    <a:close/>
                    <a:moveTo>
                      <a:pt x="206" y="0"/>
                    </a:moveTo>
                    <a:cubicBezTo>
                      <a:pt x="178" y="0"/>
                      <a:pt x="149" y="0"/>
                      <a:pt x="121" y="29"/>
                    </a:cubicBezTo>
                    <a:cubicBezTo>
                      <a:pt x="121" y="29"/>
                      <a:pt x="86" y="57"/>
                      <a:pt x="57" y="57"/>
                    </a:cubicBezTo>
                    <a:cubicBezTo>
                      <a:pt x="57" y="92"/>
                      <a:pt x="29" y="121"/>
                      <a:pt x="29" y="177"/>
                    </a:cubicBezTo>
                    <a:cubicBezTo>
                      <a:pt x="29" y="205"/>
                      <a:pt x="1" y="234"/>
                      <a:pt x="1" y="297"/>
                    </a:cubicBezTo>
                    <a:cubicBezTo>
                      <a:pt x="1" y="354"/>
                      <a:pt x="29" y="411"/>
                      <a:pt x="29" y="446"/>
                    </a:cubicBezTo>
                    <a:cubicBezTo>
                      <a:pt x="29" y="503"/>
                      <a:pt x="57" y="531"/>
                      <a:pt x="57" y="559"/>
                    </a:cubicBezTo>
                    <a:cubicBezTo>
                      <a:pt x="86" y="559"/>
                      <a:pt x="121" y="587"/>
                      <a:pt x="121" y="587"/>
                    </a:cubicBezTo>
                    <a:cubicBezTo>
                      <a:pt x="149" y="623"/>
                      <a:pt x="178" y="623"/>
                      <a:pt x="206" y="623"/>
                    </a:cubicBezTo>
                    <a:cubicBezTo>
                      <a:pt x="234" y="623"/>
                      <a:pt x="263" y="623"/>
                      <a:pt x="298" y="587"/>
                    </a:cubicBezTo>
                    <a:cubicBezTo>
                      <a:pt x="326" y="587"/>
                      <a:pt x="355" y="559"/>
                      <a:pt x="355" y="559"/>
                    </a:cubicBezTo>
                    <a:cubicBezTo>
                      <a:pt x="383" y="531"/>
                      <a:pt x="383" y="503"/>
                      <a:pt x="411" y="446"/>
                    </a:cubicBezTo>
                    <a:lnTo>
                      <a:pt x="411" y="297"/>
                    </a:lnTo>
                    <a:lnTo>
                      <a:pt x="411" y="177"/>
                    </a:lnTo>
                    <a:cubicBezTo>
                      <a:pt x="383" y="121"/>
                      <a:pt x="383" y="92"/>
                      <a:pt x="355" y="57"/>
                    </a:cubicBezTo>
                    <a:cubicBezTo>
                      <a:pt x="355" y="57"/>
                      <a:pt x="326" y="29"/>
                      <a:pt x="298" y="29"/>
                    </a:cubicBezTo>
                    <a:cubicBezTo>
                      <a:pt x="263" y="0"/>
                      <a:pt x="234" y="0"/>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71"/>
              <p:cNvSpPr/>
              <p:nvPr/>
            </p:nvSpPr>
            <p:spPr>
              <a:xfrm>
                <a:off x="5162875" y="2466550"/>
                <a:ext cx="10275" cy="10275"/>
              </a:xfrm>
              <a:custGeom>
                <a:avLst/>
                <a:gdLst/>
                <a:ahLst/>
                <a:cxnLst/>
                <a:rect l="l" t="t" r="r" b="b"/>
                <a:pathLst>
                  <a:path w="411" h="411" extrusionOk="0">
                    <a:moveTo>
                      <a:pt x="0" y="0"/>
                    </a:moveTo>
                    <a:lnTo>
                      <a:pt x="0" y="57"/>
                    </a:lnTo>
                    <a:lnTo>
                      <a:pt x="354" y="205"/>
                    </a:lnTo>
                    <a:lnTo>
                      <a:pt x="0" y="354"/>
                    </a:lnTo>
                    <a:lnTo>
                      <a:pt x="0" y="410"/>
                    </a:lnTo>
                    <a:lnTo>
                      <a:pt x="411" y="234"/>
                    </a:lnTo>
                    <a:lnTo>
                      <a:pt x="411" y="1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71"/>
              <p:cNvSpPr/>
              <p:nvPr/>
            </p:nvSpPr>
            <p:spPr>
              <a:xfrm>
                <a:off x="5176125" y="2466550"/>
                <a:ext cx="10300" cy="10275"/>
              </a:xfrm>
              <a:custGeom>
                <a:avLst/>
                <a:gdLst/>
                <a:ahLst/>
                <a:cxnLst/>
                <a:rect l="l" t="t" r="r" b="b"/>
                <a:pathLst>
                  <a:path w="412" h="411" extrusionOk="0">
                    <a:moveTo>
                      <a:pt x="1" y="0"/>
                    </a:moveTo>
                    <a:lnTo>
                      <a:pt x="1" y="57"/>
                    </a:lnTo>
                    <a:lnTo>
                      <a:pt x="355" y="205"/>
                    </a:lnTo>
                    <a:lnTo>
                      <a:pt x="1" y="354"/>
                    </a:lnTo>
                    <a:lnTo>
                      <a:pt x="1" y="410"/>
                    </a:lnTo>
                    <a:lnTo>
                      <a:pt x="411" y="234"/>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71"/>
              <p:cNvSpPr/>
              <p:nvPr/>
            </p:nvSpPr>
            <p:spPr>
              <a:xfrm>
                <a:off x="5188700" y="2461400"/>
                <a:ext cx="5150" cy="19125"/>
              </a:xfrm>
              <a:custGeom>
                <a:avLst/>
                <a:gdLst/>
                <a:ahLst/>
                <a:cxnLst/>
                <a:rect l="l" t="t" r="r" b="b"/>
                <a:pathLst>
                  <a:path w="206" h="765" extrusionOk="0">
                    <a:moveTo>
                      <a:pt x="0" y="1"/>
                    </a:moveTo>
                    <a:cubicBezTo>
                      <a:pt x="28" y="29"/>
                      <a:pt x="28" y="86"/>
                      <a:pt x="57" y="121"/>
                    </a:cubicBezTo>
                    <a:cubicBezTo>
                      <a:pt x="85" y="150"/>
                      <a:pt x="85" y="206"/>
                      <a:pt x="113" y="234"/>
                    </a:cubicBezTo>
                    <a:lnTo>
                      <a:pt x="113" y="383"/>
                    </a:lnTo>
                    <a:lnTo>
                      <a:pt x="113" y="532"/>
                    </a:lnTo>
                    <a:cubicBezTo>
                      <a:pt x="85" y="560"/>
                      <a:pt x="85" y="616"/>
                      <a:pt x="57" y="652"/>
                    </a:cubicBezTo>
                    <a:cubicBezTo>
                      <a:pt x="28" y="680"/>
                      <a:pt x="28" y="737"/>
                      <a:pt x="0" y="765"/>
                    </a:cubicBezTo>
                    <a:lnTo>
                      <a:pt x="57" y="765"/>
                    </a:lnTo>
                    <a:cubicBezTo>
                      <a:pt x="85" y="708"/>
                      <a:pt x="149" y="652"/>
                      <a:pt x="149" y="588"/>
                    </a:cubicBezTo>
                    <a:cubicBezTo>
                      <a:pt x="177" y="532"/>
                      <a:pt x="205" y="440"/>
                      <a:pt x="205" y="383"/>
                    </a:cubicBezTo>
                    <a:cubicBezTo>
                      <a:pt x="205" y="326"/>
                      <a:pt x="177" y="234"/>
                      <a:pt x="149" y="178"/>
                    </a:cubicBezTo>
                    <a:cubicBezTo>
                      <a:pt x="149" y="121"/>
                      <a:pt x="85" y="58"/>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71"/>
              <p:cNvSpPr/>
              <p:nvPr/>
            </p:nvSpPr>
            <p:spPr>
              <a:xfrm>
                <a:off x="5195950" y="2461400"/>
                <a:ext cx="6025" cy="19125"/>
              </a:xfrm>
              <a:custGeom>
                <a:avLst/>
                <a:gdLst/>
                <a:ahLst/>
                <a:cxnLst/>
                <a:rect l="l" t="t" r="r" b="b"/>
                <a:pathLst>
                  <a:path w="241" h="765" extrusionOk="0">
                    <a:moveTo>
                      <a:pt x="0" y="1"/>
                    </a:moveTo>
                    <a:lnTo>
                      <a:pt x="0" y="58"/>
                    </a:lnTo>
                    <a:lnTo>
                      <a:pt x="64" y="58"/>
                    </a:lnTo>
                    <a:cubicBezTo>
                      <a:pt x="92" y="86"/>
                      <a:pt x="92" y="86"/>
                      <a:pt x="92" y="121"/>
                    </a:cubicBezTo>
                    <a:lnTo>
                      <a:pt x="92" y="298"/>
                    </a:lnTo>
                    <a:lnTo>
                      <a:pt x="92" y="355"/>
                    </a:lnTo>
                    <a:cubicBezTo>
                      <a:pt x="120" y="355"/>
                      <a:pt x="120" y="355"/>
                      <a:pt x="120" y="383"/>
                    </a:cubicBezTo>
                    <a:lnTo>
                      <a:pt x="177" y="383"/>
                    </a:lnTo>
                    <a:cubicBezTo>
                      <a:pt x="149" y="383"/>
                      <a:pt x="120" y="383"/>
                      <a:pt x="120" y="411"/>
                    </a:cubicBezTo>
                    <a:cubicBezTo>
                      <a:pt x="92" y="440"/>
                      <a:pt x="92" y="440"/>
                      <a:pt x="92" y="475"/>
                    </a:cubicBezTo>
                    <a:lnTo>
                      <a:pt x="92" y="680"/>
                    </a:lnTo>
                    <a:lnTo>
                      <a:pt x="64" y="708"/>
                    </a:lnTo>
                    <a:lnTo>
                      <a:pt x="0" y="708"/>
                    </a:lnTo>
                    <a:lnTo>
                      <a:pt x="0" y="765"/>
                    </a:lnTo>
                    <a:lnTo>
                      <a:pt x="64" y="765"/>
                    </a:lnTo>
                    <a:cubicBezTo>
                      <a:pt x="92" y="765"/>
                      <a:pt x="92" y="737"/>
                      <a:pt x="120" y="737"/>
                    </a:cubicBezTo>
                    <a:cubicBezTo>
                      <a:pt x="120" y="737"/>
                      <a:pt x="149" y="737"/>
                      <a:pt x="149" y="708"/>
                    </a:cubicBezTo>
                    <a:lnTo>
                      <a:pt x="149" y="652"/>
                    </a:lnTo>
                    <a:lnTo>
                      <a:pt x="149" y="475"/>
                    </a:lnTo>
                    <a:cubicBezTo>
                      <a:pt x="149" y="475"/>
                      <a:pt x="149" y="440"/>
                      <a:pt x="177" y="440"/>
                    </a:cubicBezTo>
                    <a:lnTo>
                      <a:pt x="177" y="411"/>
                    </a:lnTo>
                    <a:lnTo>
                      <a:pt x="241" y="411"/>
                    </a:lnTo>
                    <a:lnTo>
                      <a:pt x="241" y="355"/>
                    </a:lnTo>
                    <a:lnTo>
                      <a:pt x="177" y="355"/>
                    </a:lnTo>
                    <a:lnTo>
                      <a:pt x="177" y="326"/>
                    </a:lnTo>
                    <a:cubicBezTo>
                      <a:pt x="149" y="326"/>
                      <a:pt x="149" y="326"/>
                      <a:pt x="149" y="298"/>
                    </a:cubicBezTo>
                    <a:lnTo>
                      <a:pt x="149" y="121"/>
                    </a:lnTo>
                    <a:lnTo>
                      <a:pt x="149" y="58"/>
                    </a:lnTo>
                    <a:lnTo>
                      <a:pt x="120" y="29"/>
                    </a:lnTo>
                    <a:cubicBezTo>
                      <a:pt x="92" y="29"/>
                      <a:pt x="92" y="1"/>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71"/>
              <p:cNvSpPr/>
              <p:nvPr/>
            </p:nvSpPr>
            <p:spPr>
              <a:xfrm>
                <a:off x="5011825" y="2349450"/>
                <a:ext cx="5150" cy="19125"/>
              </a:xfrm>
              <a:custGeom>
                <a:avLst/>
                <a:gdLst/>
                <a:ahLst/>
                <a:cxnLst/>
                <a:rect l="l" t="t" r="r" b="b"/>
                <a:pathLst>
                  <a:path w="206" h="765" extrusionOk="0">
                    <a:moveTo>
                      <a:pt x="149" y="1"/>
                    </a:moveTo>
                    <a:cubicBezTo>
                      <a:pt x="86" y="57"/>
                      <a:pt x="57" y="114"/>
                      <a:pt x="29" y="178"/>
                    </a:cubicBezTo>
                    <a:cubicBezTo>
                      <a:pt x="1" y="234"/>
                      <a:pt x="1" y="319"/>
                      <a:pt x="1" y="383"/>
                    </a:cubicBezTo>
                    <a:cubicBezTo>
                      <a:pt x="1" y="439"/>
                      <a:pt x="1" y="531"/>
                      <a:pt x="29" y="588"/>
                    </a:cubicBezTo>
                    <a:cubicBezTo>
                      <a:pt x="57" y="645"/>
                      <a:pt x="86" y="708"/>
                      <a:pt x="149" y="765"/>
                    </a:cubicBezTo>
                    <a:lnTo>
                      <a:pt x="206" y="765"/>
                    </a:lnTo>
                    <a:cubicBezTo>
                      <a:pt x="178" y="737"/>
                      <a:pt x="149" y="673"/>
                      <a:pt x="149" y="645"/>
                    </a:cubicBezTo>
                    <a:cubicBezTo>
                      <a:pt x="114" y="616"/>
                      <a:pt x="86" y="560"/>
                      <a:pt x="86" y="531"/>
                    </a:cubicBezTo>
                    <a:lnTo>
                      <a:pt x="86" y="383"/>
                    </a:lnTo>
                    <a:lnTo>
                      <a:pt x="86" y="234"/>
                    </a:lnTo>
                    <a:cubicBezTo>
                      <a:pt x="86" y="206"/>
                      <a:pt x="114" y="142"/>
                      <a:pt x="149" y="114"/>
                    </a:cubicBezTo>
                    <a:cubicBezTo>
                      <a:pt x="149" y="86"/>
                      <a:pt x="178"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71"/>
              <p:cNvSpPr/>
              <p:nvPr/>
            </p:nvSpPr>
            <p:spPr>
              <a:xfrm>
                <a:off x="5019075" y="2349450"/>
                <a:ext cx="5350" cy="19125"/>
              </a:xfrm>
              <a:custGeom>
                <a:avLst/>
                <a:gdLst/>
                <a:ahLst/>
                <a:cxnLst/>
                <a:rect l="l" t="t" r="r" b="b"/>
                <a:pathLst>
                  <a:path w="214" h="765" extrusionOk="0">
                    <a:moveTo>
                      <a:pt x="149" y="1"/>
                    </a:moveTo>
                    <a:cubicBezTo>
                      <a:pt x="121" y="57"/>
                      <a:pt x="65" y="114"/>
                      <a:pt x="65" y="178"/>
                    </a:cubicBezTo>
                    <a:cubicBezTo>
                      <a:pt x="36" y="234"/>
                      <a:pt x="1" y="319"/>
                      <a:pt x="1" y="383"/>
                    </a:cubicBezTo>
                    <a:cubicBezTo>
                      <a:pt x="1" y="439"/>
                      <a:pt x="36" y="531"/>
                      <a:pt x="65" y="588"/>
                    </a:cubicBezTo>
                    <a:cubicBezTo>
                      <a:pt x="65" y="645"/>
                      <a:pt x="121" y="708"/>
                      <a:pt x="149" y="765"/>
                    </a:cubicBezTo>
                    <a:lnTo>
                      <a:pt x="213" y="765"/>
                    </a:lnTo>
                    <a:cubicBezTo>
                      <a:pt x="178" y="737"/>
                      <a:pt x="149" y="673"/>
                      <a:pt x="149" y="645"/>
                    </a:cubicBezTo>
                    <a:cubicBezTo>
                      <a:pt x="121" y="616"/>
                      <a:pt x="121" y="560"/>
                      <a:pt x="93" y="531"/>
                    </a:cubicBezTo>
                    <a:lnTo>
                      <a:pt x="93" y="383"/>
                    </a:lnTo>
                    <a:lnTo>
                      <a:pt x="93" y="234"/>
                    </a:lnTo>
                    <a:cubicBezTo>
                      <a:pt x="121" y="206"/>
                      <a:pt x="121" y="142"/>
                      <a:pt x="149" y="114"/>
                    </a:cubicBezTo>
                    <a:cubicBezTo>
                      <a:pt x="149" y="86"/>
                      <a:pt x="178" y="29"/>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71"/>
              <p:cNvSpPr/>
              <p:nvPr/>
            </p:nvSpPr>
            <p:spPr>
              <a:xfrm>
                <a:off x="5027225" y="2353875"/>
                <a:ext cx="2325" cy="11000"/>
              </a:xfrm>
              <a:custGeom>
                <a:avLst/>
                <a:gdLst/>
                <a:ahLst/>
                <a:cxnLst/>
                <a:rect l="l" t="t" r="r" b="b"/>
                <a:pathLst>
                  <a:path w="93" h="440" extrusionOk="0">
                    <a:moveTo>
                      <a:pt x="0" y="1"/>
                    </a:moveTo>
                    <a:lnTo>
                      <a:pt x="0" y="86"/>
                    </a:lnTo>
                    <a:lnTo>
                      <a:pt x="92" y="86"/>
                    </a:lnTo>
                    <a:lnTo>
                      <a:pt x="92" y="1"/>
                    </a:lnTo>
                    <a:close/>
                    <a:moveTo>
                      <a:pt x="0" y="354"/>
                    </a:moveTo>
                    <a:lnTo>
                      <a:pt x="0" y="439"/>
                    </a:lnTo>
                    <a:lnTo>
                      <a:pt x="92" y="439"/>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71"/>
              <p:cNvSpPr/>
              <p:nvPr/>
            </p:nvSpPr>
            <p:spPr>
              <a:xfrm>
                <a:off x="5036775" y="2350175"/>
                <a:ext cx="10450" cy="15400"/>
              </a:xfrm>
              <a:custGeom>
                <a:avLst/>
                <a:gdLst/>
                <a:ahLst/>
                <a:cxnLst/>
                <a:rect l="l" t="t" r="r" b="b"/>
                <a:pathLst>
                  <a:path w="418" h="616" extrusionOk="0">
                    <a:moveTo>
                      <a:pt x="212" y="57"/>
                    </a:moveTo>
                    <a:cubicBezTo>
                      <a:pt x="241" y="57"/>
                      <a:pt x="269" y="85"/>
                      <a:pt x="297" y="85"/>
                    </a:cubicBezTo>
                    <a:cubicBezTo>
                      <a:pt x="297" y="113"/>
                      <a:pt x="326" y="149"/>
                      <a:pt x="326" y="177"/>
                    </a:cubicBezTo>
                    <a:lnTo>
                      <a:pt x="326" y="290"/>
                    </a:lnTo>
                    <a:lnTo>
                      <a:pt x="326" y="326"/>
                    </a:lnTo>
                    <a:lnTo>
                      <a:pt x="326" y="439"/>
                    </a:lnTo>
                    <a:cubicBezTo>
                      <a:pt x="326" y="467"/>
                      <a:pt x="297" y="502"/>
                      <a:pt x="297" y="531"/>
                    </a:cubicBezTo>
                    <a:cubicBezTo>
                      <a:pt x="269" y="531"/>
                      <a:pt x="241" y="559"/>
                      <a:pt x="212" y="559"/>
                    </a:cubicBezTo>
                    <a:cubicBezTo>
                      <a:pt x="177" y="559"/>
                      <a:pt x="149" y="531"/>
                      <a:pt x="149" y="531"/>
                    </a:cubicBezTo>
                    <a:cubicBezTo>
                      <a:pt x="121" y="502"/>
                      <a:pt x="121" y="467"/>
                      <a:pt x="92" y="439"/>
                    </a:cubicBezTo>
                    <a:lnTo>
                      <a:pt x="92" y="326"/>
                    </a:lnTo>
                    <a:lnTo>
                      <a:pt x="92" y="290"/>
                    </a:lnTo>
                    <a:lnTo>
                      <a:pt x="92" y="177"/>
                    </a:lnTo>
                    <a:cubicBezTo>
                      <a:pt x="121" y="149"/>
                      <a:pt x="121" y="113"/>
                      <a:pt x="149" y="85"/>
                    </a:cubicBezTo>
                    <a:cubicBezTo>
                      <a:pt x="149" y="85"/>
                      <a:pt x="177" y="57"/>
                      <a:pt x="212" y="57"/>
                    </a:cubicBezTo>
                    <a:close/>
                    <a:moveTo>
                      <a:pt x="212" y="0"/>
                    </a:moveTo>
                    <a:cubicBezTo>
                      <a:pt x="177" y="0"/>
                      <a:pt x="149" y="0"/>
                      <a:pt x="121" y="28"/>
                    </a:cubicBezTo>
                    <a:cubicBezTo>
                      <a:pt x="92" y="28"/>
                      <a:pt x="92" y="57"/>
                      <a:pt x="64" y="57"/>
                    </a:cubicBezTo>
                    <a:cubicBezTo>
                      <a:pt x="64" y="85"/>
                      <a:pt x="36" y="113"/>
                      <a:pt x="36" y="177"/>
                    </a:cubicBezTo>
                    <a:cubicBezTo>
                      <a:pt x="36" y="205"/>
                      <a:pt x="0" y="262"/>
                      <a:pt x="0" y="326"/>
                    </a:cubicBezTo>
                    <a:cubicBezTo>
                      <a:pt x="0" y="382"/>
                      <a:pt x="36" y="410"/>
                      <a:pt x="36" y="467"/>
                    </a:cubicBezTo>
                    <a:cubicBezTo>
                      <a:pt x="36" y="502"/>
                      <a:pt x="64" y="531"/>
                      <a:pt x="64" y="559"/>
                    </a:cubicBezTo>
                    <a:cubicBezTo>
                      <a:pt x="92" y="559"/>
                      <a:pt x="92" y="587"/>
                      <a:pt x="121" y="587"/>
                    </a:cubicBezTo>
                    <a:cubicBezTo>
                      <a:pt x="149" y="616"/>
                      <a:pt x="177" y="616"/>
                      <a:pt x="212" y="616"/>
                    </a:cubicBezTo>
                    <a:cubicBezTo>
                      <a:pt x="241" y="616"/>
                      <a:pt x="269" y="616"/>
                      <a:pt x="297" y="587"/>
                    </a:cubicBezTo>
                    <a:cubicBezTo>
                      <a:pt x="326" y="587"/>
                      <a:pt x="354" y="559"/>
                      <a:pt x="354" y="559"/>
                    </a:cubicBezTo>
                    <a:cubicBezTo>
                      <a:pt x="389" y="531"/>
                      <a:pt x="389" y="502"/>
                      <a:pt x="418" y="467"/>
                    </a:cubicBezTo>
                    <a:lnTo>
                      <a:pt x="418" y="326"/>
                    </a:lnTo>
                    <a:lnTo>
                      <a:pt x="418" y="177"/>
                    </a:lnTo>
                    <a:cubicBezTo>
                      <a:pt x="389" y="113"/>
                      <a:pt x="389" y="85"/>
                      <a:pt x="354" y="57"/>
                    </a:cubicBezTo>
                    <a:cubicBezTo>
                      <a:pt x="354" y="57"/>
                      <a:pt x="326" y="28"/>
                      <a:pt x="297" y="28"/>
                    </a:cubicBezTo>
                    <a:cubicBezTo>
                      <a:pt x="269" y="0"/>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71"/>
              <p:cNvSpPr/>
              <p:nvPr/>
            </p:nvSpPr>
            <p:spPr>
              <a:xfrm>
                <a:off x="5049325" y="2349450"/>
                <a:ext cx="5150" cy="19125"/>
              </a:xfrm>
              <a:custGeom>
                <a:avLst/>
                <a:gdLst/>
                <a:ahLst/>
                <a:cxnLst/>
                <a:rect l="l" t="t" r="r" b="b"/>
                <a:pathLst>
                  <a:path w="206" h="765" extrusionOk="0">
                    <a:moveTo>
                      <a:pt x="1" y="1"/>
                    </a:moveTo>
                    <a:cubicBezTo>
                      <a:pt x="29" y="29"/>
                      <a:pt x="29" y="86"/>
                      <a:pt x="64" y="114"/>
                    </a:cubicBezTo>
                    <a:cubicBezTo>
                      <a:pt x="93" y="178"/>
                      <a:pt x="93" y="206"/>
                      <a:pt x="121" y="234"/>
                    </a:cubicBezTo>
                    <a:lnTo>
                      <a:pt x="121" y="383"/>
                    </a:lnTo>
                    <a:lnTo>
                      <a:pt x="121" y="531"/>
                    </a:lnTo>
                    <a:cubicBezTo>
                      <a:pt x="93" y="560"/>
                      <a:pt x="93" y="616"/>
                      <a:pt x="64" y="645"/>
                    </a:cubicBezTo>
                    <a:cubicBezTo>
                      <a:pt x="29" y="708"/>
                      <a:pt x="29" y="737"/>
                      <a:pt x="1" y="765"/>
                    </a:cubicBezTo>
                    <a:lnTo>
                      <a:pt x="64" y="765"/>
                    </a:lnTo>
                    <a:cubicBezTo>
                      <a:pt x="93" y="708"/>
                      <a:pt x="121" y="645"/>
                      <a:pt x="149" y="588"/>
                    </a:cubicBezTo>
                    <a:cubicBezTo>
                      <a:pt x="177" y="531"/>
                      <a:pt x="206" y="439"/>
                      <a:pt x="206" y="383"/>
                    </a:cubicBezTo>
                    <a:cubicBezTo>
                      <a:pt x="206" y="319"/>
                      <a:pt x="177" y="234"/>
                      <a:pt x="149" y="178"/>
                    </a:cubicBezTo>
                    <a:cubicBezTo>
                      <a:pt x="121" y="114"/>
                      <a:pt x="93" y="57"/>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71"/>
              <p:cNvSpPr/>
              <p:nvPr/>
            </p:nvSpPr>
            <p:spPr>
              <a:xfrm>
                <a:off x="5057450" y="2354600"/>
                <a:ext cx="10300" cy="10275"/>
              </a:xfrm>
              <a:custGeom>
                <a:avLst/>
                <a:gdLst/>
                <a:ahLst/>
                <a:cxnLst/>
                <a:rect l="l" t="t" r="r" b="b"/>
                <a:pathLst>
                  <a:path w="412" h="411" extrusionOk="0">
                    <a:moveTo>
                      <a:pt x="1" y="0"/>
                    </a:moveTo>
                    <a:lnTo>
                      <a:pt x="1" y="57"/>
                    </a:lnTo>
                    <a:lnTo>
                      <a:pt x="355" y="205"/>
                    </a:lnTo>
                    <a:lnTo>
                      <a:pt x="1" y="354"/>
                    </a:lnTo>
                    <a:lnTo>
                      <a:pt x="1" y="410"/>
                    </a:lnTo>
                    <a:lnTo>
                      <a:pt x="411" y="233"/>
                    </a:lnTo>
                    <a:lnTo>
                      <a:pt x="411"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71"/>
              <p:cNvSpPr/>
              <p:nvPr/>
            </p:nvSpPr>
            <p:spPr>
              <a:xfrm>
                <a:off x="5070025" y="2350875"/>
                <a:ext cx="3025" cy="5150"/>
              </a:xfrm>
              <a:custGeom>
                <a:avLst/>
                <a:gdLst/>
                <a:ahLst/>
                <a:cxnLst/>
                <a:rect l="l" t="t" r="r" b="b"/>
                <a:pathLst>
                  <a:path w="121" h="206" extrusionOk="0">
                    <a:moveTo>
                      <a:pt x="29" y="0"/>
                    </a:moveTo>
                    <a:lnTo>
                      <a:pt x="29" y="85"/>
                    </a:lnTo>
                    <a:lnTo>
                      <a:pt x="57" y="85"/>
                    </a:lnTo>
                    <a:lnTo>
                      <a:pt x="57" y="121"/>
                    </a:lnTo>
                    <a:cubicBezTo>
                      <a:pt x="57" y="149"/>
                      <a:pt x="57" y="149"/>
                      <a:pt x="29" y="149"/>
                    </a:cubicBezTo>
                    <a:cubicBezTo>
                      <a:pt x="29" y="149"/>
                      <a:pt x="29" y="177"/>
                      <a:pt x="0" y="177"/>
                    </a:cubicBezTo>
                    <a:lnTo>
                      <a:pt x="0" y="206"/>
                    </a:lnTo>
                    <a:cubicBezTo>
                      <a:pt x="29" y="206"/>
                      <a:pt x="29" y="206"/>
                      <a:pt x="57" y="177"/>
                    </a:cubicBezTo>
                    <a:cubicBezTo>
                      <a:pt x="57" y="177"/>
                      <a:pt x="85" y="177"/>
                      <a:pt x="85" y="149"/>
                    </a:cubicBezTo>
                    <a:cubicBezTo>
                      <a:pt x="85" y="121"/>
                      <a:pt x="121" y="85"/>
                      <a:pt x="121" y="57"/>
                    </a:cubicBez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71"/>
              <p:cNvSpPr/>
              <p:nvPr/>
            </p:nvSpPr>
            <p:spPr>
              <a:xfrm>
                <a:off x="5075150" y="2350875"/>
                <a:ext cx="2325" cy="5150"/>
              </a:xfrm>
              <a:custGeom>
                <a:avLst/>
                <a:gdLst/>
                <a:ahLst/>
                <a:cxnLst/>
                <a:rect l="l" t="t" r="r" b="b"/>
                <a:pathLst>
                  <a:path w="93" h="206" extrusionOk="0">
                    <a:moveTo>
                      <a:pt x="29" y="0"/>
                    </a:moveTo>
                    <a:lnTo>
                      <a:pt x="29" y="85"/>
                    </a:lnTo>
                    <a:lnTo>
                      <a:pt x="57" y="85"/>
                    </a:lnTo>
                    <a:lnTo>
                      <a:pt x="57" y="121"/>
                    </a:lnTo>
                    <a:cubicBezTo>
                      <a:pt x="57" y="149"/>
                      <a:pt x="29" y="149"/>
                      <a:pt x="29" y="149"/>
                    </a:cubicBezTo>
                    <a:cubicBezTo>
                      <a:pt x="29" y="149"/>
                      <a:pt x="29" y="177"/>
                      <a:pt x="0" y="177"/>
                    </a:cubicBezTo>
                    <a:lnTo>
                      <a:pt x="0" y="206"/>
                    </a:lnTo>
                    <a:cubicBezTo>
                      <a:pt x="29" y="206"/>
                      <a:pt x="29" y="206"/>
                      <a:pt x="57" y="177"/>
                    </a:cubicBezTo>
                    <a:cubicBezTo>
                      <a:pt x="57" y="177"/>
                      <a:pt x="92" y="177"/>
                      <a:pt x="92" y="149"/>
                    </a:cubicBezTo>
                    <a:lnTo>
                      <a:pt x="92" y="57"/>
                    </a:lnTo>
                    <a:lnTo>
                      <a:pt x="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71"/>
              <p:cNvSpPr/>
              <p:nvPr/>
            </p:nvSpPr>
            <p:spPr>
              <a:xfrm>
                <a:off x="5080975" y="2354600"/>
                <a:ext cx="10475" cy="10275"/>
              </a:xfrm>
              <a:custGeom>
                <a:avLst/>
                <a:gdLst/>
                <a:ahLst/>
                <a:cxnLst/>
                <a:rect l="l" t="t" r="r" b="b"/>
                <a:pathLst>
                  <a:path w="419" h="411" extrusionOk="0">
                    <a:moveTo>
                      <a:pt x="1" y="0"/>
                    </a:moveTo>
                    <a:lnTo>
                      <a:pt x="1" y="57"/>
                    </a:lnTo>
                    <a:lnTo>
                      <a:pt x="326" y="205"/>
                    </a:lnTo>
                    <a:lnTo>
                      <a:pt x="1" y="354"/>
                    </a:lnTo>
                    <a:lnTo>
                      <a:pt x="1" y="410"/>
                    </a:lnTo>
                    <a:lnTo>
                      <a:pt x="418" y="233"/>
                    </a:lnTo>
                    <a:lnTo>
                      <a:pt x="418" y="17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71"/>
              <p:cNvSpPr/>
              <p:nvPr/>
            </p:nvSpPr>
            <p:spPr>
              <a:xfrm>
                <a:off x="5093550" y="2354600"/>
                <a:ext cx="10450" cy="10275"/>
              </a:xfrm>
              <a:custGeom>
                <a:avLst/>
                <a:gdLst/>
                <a:ahLst/>
                <a:cxnLst/>
                <a:rect l="l" t="t" r="r" b="b"/>
                <a:pathLst>
                  <a:path w="418" h="411" extrusionOk="0">
                    <a:moveTo>
                      <a:pt x="418" y="0"/>
                    </a:moveTo>
                    <a:lnTo>
                      <a:pt x="0" y="177"/>
                    </a:lnTo>
                    <a:lnTo>
                      <a:pt x="0" y="233"/>
                    </a:lnTo>
                    <a:lnTo>
                      <a:pt x="418" y="410"/>
                    </a:lnTo>
                    <a:lnTo>
                      <a:pt x="418" y="354"/>
                    </a:lnTo>
                    <a:lnTo>
                      <a:pt x="64" y="205"/>
                    </a:lnTo>
                    <a:lnTo>
                      <a:pt x="418" y="57"/>
                    </a:lnTo>
                    <a:lnTo>
                      <a:pt x="4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71"/>
              <p:cNvSpPr/>
              <p:nvPr/>
            </p:nvSpPr>
            <p:spPr>
              <a:xfrm>
                <a:off x="5111225" y="2349450"/>
                <a:ext cx="5150" cy="19125"/>
              </a:xfrm>
              <a:custGeom>
                <a:avLst/>
                <a:gdLst/>
                <a:ahLst/>
                <a:cxnLst/>
                <a:rect l="l" t="t" r="r" b="b"/>
                <a:pathLst>
                  <a:path w="206" h="765" extrusionOk="0">
                    <a:moveTo>
                      <a:pt x="1" y="1"/>
                    </a:moveTo>
                    <a:cubicBezTo>
                      <a:pt x="29" y="29"/>
                      <a:pt x="29" y="86"/>
                      <a:pt x="64" y="114"/>
                    </a:cubicBezTo>
                    <a:cubicBezTo>
                      <a:pt x="93" y="178"/>
                      <a:pt x="93" y="206"/>
                      <a:pt x="121" y="234"/>
                    </a:cubicBezTo>
                    <a:lnTo>
                      <a:pt x="121" y="383"/>
                    </a:lnTo>
                    <a:lnTo>
                      <a:pt x="121" y="531"/>
                    </a:lnTo>
                    <a:cubicBezTo>
                      <a:pt x="93" y="560"/>
                      <a:pt x="93" y="616"/>
                      <a:pt x="64" y="645"/>
                    </a:cubicBezTo>
                    <a:cubicBezTo>
                      <a:pt x="29" y="708"/>
                      <a:pt x="29" y="737"/>
                      <a:pt x="1" y="765"/>
                    </a:cubicBezTo>
                    <a:lnTo>
                      <a:pt x="64" y="765"/>
                    </a:lnTo>
                    <a:cubicBezTo>
                      <a:pt x="93" y="708"/>
                      <a:pt x="121" y="645"/>
                      <a:pt x="149" y="588"/>
                    </a:cubicBezTo>
                    <a:cubicBezTo>
                      <a:pt x="177" y="531"/>
                      <a:pt x="206" y="439"/>
                      <a:pt x="206" y="383"/>
                    </a:cubicBezTo>
                    <a:cubicBezTo>
                      <a:pt x="206" y="319"/>
                      <a:pt x="177" y="234"/>
                      <a:pt x="149" y="178"/>
                    </a:cubicBezTo>
                    <a:cubicBezTo>
                      <a:pt x="121" y="114"/>
                      <a:pt x="93" y="57"/>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71"/>
              <p:cNvSpPr/>
              <p:nvPr/>
            </p:nvSpPr>
            <p:spPr>
              <a:xfrm>
                <a:off x="5123075" y="2349450"/>
                <a:ext cx="5150" cy="19125"/>
              </a:xfrm>
              <a:custGeom>
                <a:avLst/>
                <a:gdLst/>
                <a:ahLst/>
                <a:cxnLst/>
                <a:rect l="l" t="t" r="r" b="b"/>
                <a:pathLst>
                  <a:path w="206" h="765" extrusionOk="0">
                    <a:moveTo>
                      <a:pt x="1" y="1"/>
                    </a:moveTo>
                    <a:cubicBezTo>
                      <a:pt x="29" y="29"/>
                      <a:pt x="57" y="86"/>
                      <a:pt x="57" y="114"/>
                    </a:cubicBezTo>
                    <a:cubicBezTo>
                      <a:pt x="85" y="178"/>
                      <a:pt x="85" y="206"/>
                      <a:pt x="121" y="234"/>
                    </a:cubicBezTo>
                    <a:lnTo>
                      <a:pt x="121" y="383"/>
                    </a:lnTo>
                    <a:lnTo>
                      <a:pt x="121" y="531"/>
                    </a:lnTo>
                    <a:cubicBezTo>
                      <a:pt x="85" y="560"/>
                      <a:pt x="85" y="616"/>
                      <a:pt x="57" y="645"/>
                    </a:cubicBezTo>
                    <a:cubicBezTo>
                      <a:pt x="57" y="708"/>
                      <a:pt x="29" y="737"/>
                      <a:pt x="1" y="765"/>
                    </a:cubicBezTo>
                    <a:lnTo>
                      <a:pt x="57" y="765"/>
                    </a:lnTo>
                    <a:cubicBezTo>
                      <a:pt x="85" y="708"/>
                      <a:pt x="149" y="645"/>
                      <a:pt x="177" y="588"/>
                    </a:cubicBezTo>
                    <a:cubicBezTo>
                      <a:pt x="177" y="531"/>
                      <a:pt x="206" y="439"/>
                      <a:pt x="206" y="383"/>
                    </a:cubicBezTo>
                    <a:cubicBezTo>
                      <a:pt x="206" y="319"/>
                      <a:pt x="177" y="234"/>
                      <a:pt x="177" y="178"/>
                    </a:cubicBezTo>
                    <a:cubicBezTo>
                      <a:pt x="149" y="114"/>
                      <a:pt x="85" y="57"/>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71"/>
              <p:cNvSpPr/>
              <p:nvPr/>
            </p:nvSpPr>
            <p:spPr>
              <a:xfrm>
                <a:off x="5011825" y="2423025"/>
                <a:ext cx="5150" cy="19300"/>
              </a:xfrm>
              <a:custGeom>
                <a:avLst/>
                <a:gdLst/>
                <a:ahLst/>
                <a:cxnLst/>
                <a:rect l="l" t="t" r="r" b="b"/>
                <a:pathLst>
                  <a:path w="206" h="772" extrusionOk="0">
                    <a:moveTo>
                      <a:pt x="149" y="1"/>
                    </a:moveTo>
                    <a:cubicBezTo>
                      <a:pt x="86" y="64"/>
                      <a:pt x="57" y="121"/>
                      <a:pt x="29" y="178"/>
                    </a:cubicBezTo>
                    <a:cubicBezTo>
                      <a:pt x="1" y="241"/>
                      <a:pt x="1" y="326"/>
                      <a:pt x="1" y="383"/>
                    </a:cubicBezTo>
                    <a:cubicBezTo>
                      <a:pt x="1" y="446"/>
                      <a:pt x="1" y="531"/>
                      <a:pt x="29" y="595"/>
                    </a:cubicBezTo>
                    <a:cubicBezTo>
                      <a:pt x="57" y="652"/>
                      <a:pt x="86" y="708"/>
                      <a:pt x="149" y="772"/>
                    </a:cubicBezTo>
                    <a:lnTo>
                      <a:pt x="206" y="772"/>
                    </a:lnTo>
                    <a:cubicBezTo>
                      <a:pt x="178" y="737"/>
                      <a:pt x="149" y="680"/>
                      <a:pt x="149" y="652"/>
                    </a:cubicBezTo>
                    <a:cubicBezTo>
                      <a:pt x="114" y="623"/>
                      <a:pt x="86" y="560"/>
                      <a:pt x="86" y="531"/>
                    </a:cubicBezTo>
                    <a:lnTo>
                      <a:pt x="86" y="383"/>
                    </a:lnTo>
                    <a:lnTo>
                      <a:pt x="86" y="241"/>
                    </a:lnTo>
                    <a:cubicBezTo>
                      <a:pt x="86" y="206"/>
                      <a:pt x="114" y="149"/>
                      <a:pt x="149" y="121"/>
                    </a:cubicBezTo>
                    <a:cubicBezTo>
                      <a:pt x="149" y="93"/>
                      <a:pt x="178" y="29"/>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71"/>
              <p:cNvSpPr/>
              <p:nvPr/>
            </p:nvSpPr>
            <p:spPr>
              <a:xfrm>
                <a:off x="5019075" y="2423025"/>
                <a:ext cx="5350" cy="19300"/>
              </a:xfrm>
              <a:custGeom>
                <a:avLst/>
                <a:gdLst/>
                <a:ahLst/>
                <a:cxnLst/>
                <a:rect l="l" t="t" r="r" b="b"/>
                <a:pathLst>
                  <a:path w="214" h="772" extrusionOk="0">
                    <a:moveTo>
                      <a:pt x="149" y="1"/>
                    </a:moveTo>
                    <a:cubicBezTo>
                      <a:pt x="121" y="64"/>
                      <a:pt x="65" y="121"/>
                      <a:pt x="65" y="178"/>
                    </a:cubicBezTo>
                    <a:cubicBezTo>
                      <a:pt x="36" y="241"/>
                      <a:pt x="1" y="326"/>
                      <a:pt x="1" y="383"/>
                    </a:cubicBezTo>
                    <a:cubicBezTo>
                      <a:pt x="1" y="446"/>
                      <a:pt x="36" y="531"/>
                      <a:pt x="65" y="595"/>
                    </a:cubicBezTo>
                    <a:cubicBezTo>
                      <a:pt x="65" y="652"/>
                      <a:pt x="121" y="708"/>
                      <a:pt x="149" y="772"/>
                    </a:cubicBezTo>
                    <a:lnTo>
                      <a:pt x="213" y="772"/>
                    </a:lnTo>
                    <a:cubicBezTo>
                      <a:pt x="178" y="737"/>
                      <a:pt x="149" y="680"/>
                      <a:pt x="149" y="652"/>
                    </a:cubicBezTo>
                    <a:cubicBezTo>
                      <a:pt x="121" y="623"/>
                      <a:pt x="121" y="560"/>
                      <a:pt x="93" y="531"/>
                    </a:cubicBezTo>
                    <a:lnTo>
                      <a:pt x="93" y="383"/>
                    </a:lnTo>
                    <a:lnTo>
                      <a:pt x="93" y="241"/>
                    </a:lnTo>
                    <a:cubicBezTo>
                      <a:pt x="121" y="206"/>
                      <a:pt x="121" y="149"/>
                      <a:pt x="149" y="121"/>
                    </a:cubicBezTo>
                    <a:cubicBezTo>
                      <a:pt x="149" y="93"/>
                      <a:pt x="178" y="29"/>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71"/>
              <p:cNvSpPr/>
              <p:nvPr/>
            </p:nvSpPr>
            <p:spPr>
              <a:xfrm>
                <a:off x="5027225" y="2427450"/>
                <a:ext cx="2325" cy="11175"/>
              </a:xfrm>
              <a:custGeom>
                <a:avLst/>
                <a:gdLst/>
                <a:ahLst/>
                <a:cxnLst/>
                <a:rect l="l" t="t" r="r" b="b"/>
                <a:pathLst>
                  <a:path w="93" h="447" extrusionOk="0">
                    <a:moveTo>
                      <a:pt x="0" y="1"/>
                    </a:moveTo>
                    <a:lnTo>
                      <a:pt x="0" y="93"/>
                    </a:lnTo>
                    <a:lnTo>
                      <a:pt x="92" y="93"/>
                    </a:lnTo>
                    <a:lnTo>
                      <a:pt x="92" y="1"/>
                    </a:lnTo>
                    <a:close/>
                    <a:moveTo>
                      <a:pt x="0" y="354"/>
                    </a:moveTo>
                    <a:lnTo>
                      <a:pt x="0" y="446"/>
                    </a:lnTo>
                    <a:lnTo>
                      <a:pt x="92" y="446"/>
                    </a:lnTo>
                    <a:lnTo>
                      <a:pt x="92" y="35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71"/>
              <p:cNvSpPr/>
              <p:nvPr/>
            </p:nvSpPr>
            <p:spPr>
              <a:xfrm>
                <a:off x="5036775" y="2423750"/>
                <a:ext cx="10450" cy="15575"/>
              </a:xfrm>
              <a:custGeom>
                <a:avLst/>
                <a:gdLst/>
                <a:ahLst/>
                <a:cxnLst/>
                <a:rect l="l" t="t" r="r" b="b"/>
                <a:pathLst>
                  <a:path w="418" h="623" extrusionOk="0">
                    <a:moveTo>
                      <a:pt x="212" y="64"/>
                    </a:moveTo>
                    <a:cubicBezTo>
                      <a:pt x="241" y="64"/>
                      <a:pt x="269" y="92"/>
                      <a:pt x="297" y="92"/>
                    </a:cubicBezTo>
                    <a:cubicBezTo>
                      <a:pt x="297" y="120"/>
                      <a:pt x="326" y="149"/>
                      <a:pt x="326" y="177"/>
                    </a:cubicBezTo>
                    <a:lnTo>
                      <a:pt x="326" y="297"/>
                    </a:lnTo>
                    <a:lnTo>
                      <a:pt x="326" y="326"/>
                    </a:lnTo>
                    <a:lnTo>
                      <a:pt x="326" y="446"/>
                    </a:lnTo>
                    <a:cubicBezTo>
                      <a:pt x="326" y="474"/>
                      <a:pt x="297" y="502"/>
                      <a:pt x="297" y="531"/>
                    </a:cubicBezTo>
                    <a:cubicBezTo>
                      <a:pt x="269" y="531"/>
                      <a:pt x="241" y="566"/>
                      <a:pt x="212" y="566"/>
                    </a:cubicBezTo>
                    <a:cubicBezTo>
                      <a:pt x="177" y="566"/>
                      <a:pt x="149" y="531"/>
                      <a:pt x="149" y="531"/>
                    </a:cubicBezTo>
                    <a:cubicBezTo>
                      <a:pt x="121" y="502"/>
                      <a:pt x="121" y="474"/>
                      <a:pt x="92" y="446"/>
                    </a:cubicBezTo>
                    <a:lnTo>
                      <a:pt x="92" y="326"/>
                    </a:lnTo>
                    <a:lnTo>
                      <a:pt x="92" y="297"/>
                    </a:lnTo>
                    <a:lnTo>
                      <a:pt x="92" y="177"/>
                    </a:lnTo>
                    <a:cubicBezTo>
                      <a:pt x="121" y="149"/>
                      <a:pt x="121" y="120"/>
                      <a:pt x="149" y="92"/>
                    </a:cubicBezTo>
                    <a:cubicBezTo>
                      <a:pt x="149" y="92"/>
                      <a:pt x="177" y="64"/>
                      <a:pt x="212" y="64"/>
                    </a:cubicBezTo>
                    <a:close/>
                    <a:moveTo>
                      <a:pt x="212" y="0"/>
                    </a:moveTo>
                    <a:cubicBezTo>
                      <a:pt x="177" y="0"/>
                      <a:pt x="149" y="0"/>
                      <a:pt x="121" y="35"/>
                    </a:cubicBezTo>
                    <a:cubicBezTo>
                      <a:pt x="92" y="35"/>
                      <a:pt x="92" y="64"/>
                      <a:pt x="64" y="64"/>
                    </a:cubicBezTo>
                    <a:cubicBezTo>
                      <a:pt x="64" y="92"/>
                      <a:pt x="36" y="120"/>
                      <a:pt x="36" y="177"/>
                    </a:cubicBezTo>
                    <a:cubicBezTo>
                      <a:pt x="36" y="212"/>
                      <a:pt x="0" y="269"/>
                      <a:pt x="0" y="326"/>
                    </a:cubicBezTo>
                    <a:cubicBezTo>
                      <a:pt x="0" y="389"/>
                      <a:pt x="36" y="417"/>
                      <a:pt x="36" y="474"/>
                    </a:cubicBezTo>
                    <a:cubicBezTo>
                      <a:pt x="36" y="502"/>
                      <a:pt x="64" y="531"/>
                      <a:pt x="64" y="566"/>
                    </a:cubicBezTo>
                    <a:cubicBezTo>
                      <a:pt x="92" y="566"/>
                      <a:pt x="92" y="594"/>
                      <a:pt x="121" y="594"/>
                    </a:cubicBezTo>
                    <a:cubicBezTo>
                      <a:pt x="149" y="623"/>
                      <a:pt x="177" y="623"/>
                      <a:pt x="212" y="623"/>
                    </a:cubicBezTo>
                    <a:cubicBezTo>
                      <a:pt x="241" y="623"/>
                      <a:pt x="269" y="623"/>
                      <a:pt x="297" y="594"/>
                    </a:cubicBezTo>
                    <a:cubicBezTo>
                      <a:pt x="326" y="594"/>
                      <a:pt x="354" y="566"/>
                      <a:pt x="354" y="566"/>
                    </a:cubicBezTo>
                    <a:cubicBezTo>
                      <a:pt x="389" y="531"/>
                      <a:pt x="389" y="502"/>
                      <a:pt x="418" y="474"/>
                    </a:cubicBezTo>
                    <a:lnTo>
                      <a:pt x="418" y="326"/>
                    </a:lnTo>
                    <a:lnTo>
                      <a:pt x="418" y="177"/>
                    </a:lnTo>
                    <a:cubicBezTo>
                      <a:pt x="389" y="120"/>
                      <a:pt x="389" y="92"/>
                      <a:pt x="354" y="64"/>
                    </a:cubicBezTo>
                    <a:cubicBezTo>
                      <a:pt x="354" y="64"/>
                      <a:pt x="326" y="35"/>
                      <a:pt x="297" y="35"/>
                    </a:cubicBezTo>
                    <a:cubicBezTo>
                      <a:pt x="269" y="0"/>
                      <a:pt x="241" y="0"/>
                      <a:pt x="2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71"/>
              <p:cNvSpPr/>
              <p:nvPr/>
            </p:nvSpPr>
            <p:spPr>
              <a:xfrm>
                <a:off x="5049325" y="2423025"/>
                <a:ext cx="5150" cy="19300"/>
              </a:xfrm>
              <a:custGeom>
                <a:avLst/>
                <a:gdLst/>
                <a:ahLst/>
                <a:cxnLst/>
                <a:rect l="l" t="t" r="r" b="b"/>
                <a:pathLst>
                  <a:path w="206" h="772" extrusionOk="0">
                    <a:moveTo>
                      <a:pt x="1" y="1"/>
                    </a:moveTo>
                    <a:cubicBezTo>
                      <a:pt x="29" y="29"/>
                      <a:pt x="29" y="93"/>
                      <a:pt x="64" y="121"/>
                    </a:cubicBezTo>
                    <a:cubicBezTo>
                      <a:pt x="93" y="178"/>
                      <a:pt x="93" y="206"/>
                      <a:pt x="121" y="241"/>
                    </a:cubicBezTo>
                    <a:lnTo>
                      <a:pt x="121" y="383"/>
                    </a:lnTo>
                    <a:lnTo>
                      <a:pt x="121" y="531"/>
                    </a:lnTo>
                    <a:cubicBezTo>
                      <a:pt x="93" y="560"/>
                      <a:pt x="93" y="623"/>
                      <a:pt x="64" y="652"/>
                    </a:cubicBezTo>
                    <a:cubicBezTo>
                      <a:pt x="29" y="708"/>
                      <a:pt x="29" y="737"/>
                      <a:pt x="1" y="772"/>
                    </a:cubicBezTo>
                    <a:lnTo>
                      <a:pt x="64" y="772"/>
                    </a:lnTo>
                    <a:cubicBezTo>
                      <a:pt x="93" y="708"/>
                      <a:pt x="121" y="652"/>
                      <a:pt x="149" y="595"/>
                    </a:cubicBezTo>
                    <a:cubicBezTo>
                      <a:pt x="177" y="531"/>
                      <a:pt x="206" y="446"/>
                      <a:pt x="206" y="383"/>
                    </a:cubicBezTo>
                    <a:cubicBezTo>
                      <a:pt x="206" y="326"/>
                      <a:pt x="177" y="241"/>
                      <a:pt x="149" y="178"/>
                    </a:cubicBezTo>
                    <a:cubicBezTo>
                      <a:pt x="121" y="121"/>
                      <a:pt x="93" y="64"/>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71"/>
              <p:cNvSpPr/>
              <p:nvPr/>
            </p:nvSpPr>
            <p:spPr>
              <a:xfrm>
                <a:off x="5057450" y="2428150"/>
                <a:ext cx="10300" cy="10475"/>
              </a:xfrm>
              <a:custGeom>
                <a:avLst/>
                <a:gdLst/>
                <a:ahLst/>
                <a:cxnLst/>
                <a:rect l="l" t="t" r="r" b="b"/>
                <a:pathLst>
                  <a:path w="412" h="419" extrusionOk="0">
                    <a:moveTo>
                      <a:pt x="1" y="1"/>
                    </a:moveTo>
                    <a:lnTo>
                      <a:pt x="1" y="65"/>
                    </a:lnTo>
                    <a:lnTo>
                      <a:pt x="355" y="213"/>
                    </a:lnTo>
                    <a:lnTo>
                      <a:pt x="1" y="355"/>
                    </a:lnTo>
                    <a:lnTo>
                      <a:pt x="1" y="418"/>
                    </a:lnTo>
                    <a:lnTo>
                      <a:pt x="411" y="241"/>
                    </a:lnTo>
                    <a:lnTo>
                      <a:pt x="411" y="17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71"/>
              <p:cNvSpPr/>
              <p:nvPr/>
            </p:nvSpPr>
            <p:spPr>
              <a:xfrm>
                <a:off x="5070025" y="2424625"/>
                <a:ext cx="3025" cy="5150"/>
              </a:xfrm>
              <a:custGeom>
                <a:avLst/>
                <a:gdLst/>
                <a:ahLst/>
                <a:cxnLst/>
                <a:rect l="l" t="t" r="r" b="b"/>
                <a:pathLst>
                  <a:path w="121" h="206" extrusionOk="0">
                    <a:moveTo>
                      <a:pt x="29" y="0"/>
                    </a:moveTo>
                    <a:lnTo>
                      <a:pt x="29" y="85"/>
                    </a:lnTo>
                    <a:lnTo>
                      <a:pt x="57" y="85"/>
                    </a:lnTo>
                    <a:lnTo>
                      <a:pt x="57" y="114"/>
                    </a:lnTo>
                    <a:cubicBezTo>
                      <a:pt x="57" y="142"/>
                      <a:pt x="57" y="142"/>
                      <a:pt x="29" y="142"/>
                    </a:cubicBezTo>
                    <a:cubicBezTo>
                      <a:pt x="29" y="142"/>
                      <a:pt x="29" y="177"/>
                      <a:pt x="0" y="177"/>
                    </a:cubicBezTo>
                    <a:lnTo>
                      <a:pt x="0" y="206"/>
                    </a:lnTo>
                    <a:cubicBezTo>
                      <a:pt x="29" y="206"/>
                      <a:pt x="29" y="206"/>
                      <a:pt x="57" y="177"/>
                    </a:cubicBezTo>
                    <a:cubicBezTo>
                      <a:pt x="57" y="177"/>
                      <a:pt x="85" y="177"/>
                      <a:pt x="85" y="142"/>
                    </a:cubicBezTo>
                    <a:cubicBezTo>
                      <a:pt x="85" y="114"/>
                      <a:pt x="121" y="85"/>
                      <a:pt x="121" y="57"/>
                    </a:cubicBezTo>
                    <a:lnTo>
                      <a:pt x="1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71"/>
              <p:cNvSpPr/>
              <p:nvPr/>
            </p:nvSpPr>
            <p:spPr>
              <a:xfrm>
                <a:off x="5075150" y="2424625"/>
                <a:ext cx="2325" cy="5150"/>
              </a:xfrm>
              <a:custGeom>
                <a:avLst/>
                <a:gdLst/>
                <a:ahLst/>
                <a:cxnLst/>
                <a:rect l="l" t="t" r="r" b="b"/>
                <a:pathLst>
                  <a:path w="93" h="206" extrusionOk="0">
                    <a:moveTo>
                      <a:pt x="29" y="0"/>
                    </a:moveTo>
                    <a:lnTo>
                      <a:pt x="29" y="85"/>
                    </a:lnTo>
                    <a:lnTo>
                      <a:pt x="57" y="85"/>
                    </a:lnTo>
                    <a:lnTo>
                      <a:pt x="57" y="114"/>
                    </a:lnTo>
                    <a:cubicBezTo>
                      <a:pt x="57" y="142"/>
                      <a:pt x="29" y="142"/>
                      <a:pt x="29" y="142"/>
                    </a:cubicBezTo>
                    <a:cubicBezTo>
                      <a:pt x="29" y="142"/>
                      <a:pt x="29" y="177"/>
                      <a:pt x="0" y="177"/>
                    </a:cubicBezTo>
                    <a:lnTo>
                      <a:pt x="0" y="206"/>
                    </a:lnTo>
                    <a:cubicBezTo>
                      <a:pt x="29" y="206"/>
                      <a:pt x="29" y="206"/>
                      <a:pt x="57" y="177"/>
                    </a:cubicBezTo>
                    <a:cubicBezTo>
                      <a:pt x="57" y="177"/>
                      <a:pt x="92" y="177"/>
                      <a:pt x="92" y="142"/>
                    </a:cubicBezTo>
                    <a:lnTo>
                      <a:pt x="92" y="57"/>
                    </a:lnTo>
                    <a:lnTo>
                      <a:pt x="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71"/>
              <p:cNvSpPr/>
              <p:nvPr/>
            </p:nvSpPr>
            <p:spPr>
              <a:xfrm>
                <a:off x="5080975" y="2428150"/>
                <a:ext cx="10475" cy="10475"/>
              </a:xfrm>
              <a:custGeom>
                <a:avLst/>
                <a:gdLst/>
                <a:ahLst/>
                <a:cxnLst/>
                <a:rect l="l" t="t" r="r" b="b"/>
                <a:pathLst>
                  <a:path w="419" h="419" extrusionOk="0">
                    <a:moveTo>
                      <a:pt x="1" y="1"/>
                    </a:moveTo>
                    <a:lnTo>
                      <a:pt x="1" y="65"/>
                    </a:lnTo>
                    <a:lnTo>
                      <a:pt x="326" y="213"/>
                    </a:lnTo>
                    <a:lnTo>
                      <a:pt x="1" y="355"/>
                    </a:lnTo>
                    <a:lnTo>
                      <a:pt x="1" y="418"/>
                    </a:lnTo>
                    <a:lnTo>
                      <a:pt x="418" y="241"/>
                    </a:lnTo>
                    <a:lnTo>
                      <a:pt x="418" y="17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71"/>
              <p:cNvSpPr/>
              <p:nvPr/>
            </p:nvSpPr>
            <p:spPr>
              <a:xfrm>
                <a:off x="5093550" y="2428150"/>
                <a:ext cx="10450" cy="10475"/>
              </a:xfrm>
              <a:custGeom>
                <a:avLst/>
                <a:gdLst/>
                <a:ahLst/>
                <a:cxnLst/>
                <a:rect l="l" t="t" r="r" b="b"/>
                <a:pathLst>
                  <a:path w="418" h="419" extrusionOk="0">
                    <a:moveTo>
                      <a:pt x="418" y="1"/>
                    </a:moveTo>
                    <a:lnTo>
                      <a:pt x="0" y="178"/>
                    </a:lnTo>
                    <a:lnTo>
                      <a:pt x="0" y="241"/>
                    </a:lnTo>
                    <a:lnTo>
                      <a:pt x="418" y="418"/>
                    </a:lnTo>
                    <a:lnTo>
                      <a:pt x="418" y="355"/>
                    </a:lnTo>
                    <a:lnTo>
                      <a:pt x="64" y="213"/>
                    </a:lnTo>
                    <a:lnTo>
                      <a:pt x="418" y="65"/>
                    </a:lnTo>
                    <a:lnTo>
                      <a:pt x="4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71"/>
              <p:cNvSpPr/>
              <p:nvPr/>
            </p:nvSpPr>
            <p:spPr>
              <a:xfrm>
                <a:off x="5111225" y="2423025"/>
                <a:ext cx="5150" cy="19300"/>
              </a:xfrm>
              <a:custGeom>
                <a:avLst/>
                <a:gdLst/>
                <a:ahLst/>
                <a:cxnLst/>
                <a:rect l="l" t="t" r="r" b="b"/>
                <a:pathLst>
                  <a:path w="206" h="772" extrusionOk="0">
                    <a:moveTo>
                      <a:pt x="1" y="1"/>
                    </a:moveTo>
                    <a:cubicBezTo>
                      <a:pt x="29" y="29"/>
                      <a:pt x="29" y="93"/>
                      <a:pt x="64" y="121"/>
                    </a:cubicBezTo>
                    <a:cubicBezTo>
                      <a:pt x="93" y="178"/>
                      <a:pt x="93" y="206"/>
                      <a:pt x="121" y="241"/>
                    </a:cubicBezTo>
                    <a:lnTo>
                      <a:pt x="121" y="383"/>
                    </a:lnTo>
                    <a:lnTo>
                      <a:pt x="121" y="531"/>
                    </a:lnTo>
                    <a:cubicBezTo>
                      <a:pt x="93" y="560"/>
                      <a:pt x="93" y="623"/>
                      <a:pt x="64" y="652"/>
                    </a:cubicBezTo>
                    <a:cubicBezTo>
                      <a:pt x="29" y="708"/>
                      <a:pt x="29" y="737"/>
                      <a:pt x="1" y="772"/>
                    </a:cubicBezTo>
                    <a:lnTo>
                      <a:pt x="64" y="772"/>
                    </a:lnTo>
                    <a:cubicBezTo>
                      <a:pt x="93" y="708"/>
                      <a:pt x="121" y="652"/>
                      <a:pt x="149" y="595"/>
                    </a:cubicBezTo>
                    <a:cubicBezTo>
                      <a:pt x="177" y="531"/>
                      <a:pt x="206" y="446"/>
                      <a:pt x="206" y="383"/>
                    </a:cubicBezTo>
                    <a:cubicBezTo>
                      <a:pt x="206" y="326"/>
                      <a:pt x="177" y="241"/>
                      <a:pt x="149" y="178"/>
                    </a:cubicBezTo>
                    <a:cubicBezTo>
                      <a:pt x="121" y="121"/>
                      <a:pt x="93" y="64"/>
                      <a:pt x="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71"/>
              <p:cNvSpPr/>
              <p:nvPr/>
            </p:nvSpPr>
            <p:spPr>
              <a:xfrm>
                <a:off x="5123075" y="2423025"/>
                <a:ext cx="5150" cy="19300"/>
              </a:xfrm>
              <a:custGeom>
                <a:avLst/>
                <a:gdLst/>
                <a:ahLst/>
                <a:cxnLst/>
                <a:rect l="l" t="t" r="r" b="b"/>
                <a:pathLst>
                  <a:path w="206" h="772" extrusionOk="0">
                    <a:moveTo>
                      <a:pt x="1" y="1"/>
                    </a:moveTo>
                    <a:cubicBezTo>
                      <a:pt x="29" y="29"/>
                      <a:pt x="57" y="93"/>
                      <a:pt x="57" y="121"/>
                    </a:cubicBezTo>
                    <a:cubicBezTo>
                      <a:pt x="85" y="178"/>
                      <a:pt x="85" y="206"/>
                      <a:pt x="121" y="241"/>
                    </a:cubicBezTo>
                    <a:lnTo>
                      <a:pt x="121" y="383"/>
                    </a:lnTo>
                    <a:lnTo>
                      <a:pt x="121" y="531"/>
                    </a:lnTo>
                    <a:cubicBezTo>
                      <a:pt x="85" y="560"/>
                      <a:pt x="85" y="623"/>
                      <a:pt x="57" y="652"/>
                    </a:cubicBezTo>
                    <a:cubicBezTo>
                      <a:pt x="57" y="708"/>
                      <a:pt x="29" y="737"/>
                      <a:pt x="1" y="772"/>
                    </a:cubicBezTo>
                    <a:lnTo>
                      <a:pt x="57" y="772"/>
                    </a:lnTo>
                    <a:cubicBezTo>
                      <a:pt x="85" y="708"/>
                      <a:pt x="149" y="652"/>
                      <a:pt x="177" y="595"/>
                    </a:cubicBezTo>
                    <a:cubicBezTo>
                      <a:pt x="177" y="531"/>
                      <a:pt x="206" y="446"/>
                      <a:pt x="206" y="383"/>
                    </a:cubicBezTo>
                    <a:cubicBezTo>
                      <a:pt x="206" y="326"/>
                      <a:pt x="177" y="241"/>
                      <a:pt x="177" y="178"/>
                    </a:cubicBezTo>
                    <a:cubicBezTo>
                      <a:pt x="149" y="121"/>
                      <a:pt x="85" y="64"/>
                      <a:pt x="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71"/>
              <p:cNvSpPr/>
              <p:nvPr/>
            </p:nvSpPr>
            <p:spPr>
              <a:xfrm>
                <a:off x="5033225" y="2389250"/>
                <a:ext cx="9575" cy="10275"/>
              </a:xfrm>
              <a:custGeom>
                <a:avLst/>
                <a:gdLst/>
                <a:ahLst/>
                <a:cxnLst/>
                <a:rect l="l" t="t" r="r" b="b"/>
                <a:pathLst>
                  <a:path w="383" h="411" extrusionOk="0">
                    <a:moveTo>
                      <a:pt x="383" y="1"/>
                    </a:moveTo>
                    <a:lnTo>
                      <a:pt x="1" y="177"/>
                    </a:lnTo>
                    <a:lnTo>
                      <a:pt x="1" y="234"/>
                    </a:lnTo>
                    <a:lnTo>
                      <a:pt x="383" y="411"/>
                    </a:lnTo>
                    <a:lnTo>
                      <a:pt x="383" y="354"/>
                    </a:lnTo>
                    <a:lnTo>
                      <a:pt x="57" y="206"/>
                    </a:lnTo>
                    <a:lnTo>
                      <a:pt x="383" y="57"/>
                    </a:lnTo>
                    <a:lnTo>
                      <a:pt x="3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71"/>
              <p:cNvSpPr/>
              <p:nvPr/>
            </p:nvSpPr>
            <p:spPr>
              <a:xfrm>
                <a:off x="5045600" y="2384825"/>
                <a:ext cx="10475" cy="15425"/>
              </a:xfrm>
              <a:custGeom>
                <a:avLst/>
                <a:gdLst/>
                <a:ahLst/>
                <a:cxnLst/>
                <a:rect l="l" t="t" r="r" b="b"/>
                <a:pathLst>
                  <a:path w="419" h="617" extrusionOk="0">
                    <a:moveTo>
                      <a:pt x="213" y="57"/>
                    </a:moveTo>
                    <a:cubicBezTo>
                      <a:pt x="242" y="57"/>
                      <a:pt x="270" y="86"/>
                      <a:pt x="298" y="86"/>
                    </a:cubicBezTo>
                    <a:cubicBezTo>
                      <a:pt x="298" y="114"/>
                      <a:pt x="326" y="142"/>
                      <a:pt x="326" y="178"/>
                    </a:cubicBezTo>
                    <a:lnTo>
                      <a:pt x="326" y="291"/>
                    </a:lnTo>
                    <a:lnTo>
                      <a:pt x="326" y="319"/>
                    </a:lnTo>
                    <a:lnTo>
                      <a:pt x="326" y="439"/>
                    </a:lnTo>
                    <a:cubicBezTo>
                      <a:pt x="326" y="468"/>
                      <a:pt x="298" y="496"/>
                      <a:pt x="298" y="531"/>
                    </a:cubicBezTo>
                    <a:cubicBezTo>
                      <a:pt x="270" y="531"/>
                      <a:pt x="242" y="560"/>
                      <a:pt x="213" y="560"/>
                    </a:cubicBezTo>
                    <a:cubicBezTo>
                      <a:pt x="178" y="560"/>
                      <a:pt x="150" y="531"/>
                      <a:pt x="121" y="531"/>
                    </a:cubicBezTo>
                    <a:cubicBezTo>
                      <a:pt x="121" y="496"/>
                      <a:pt x="93" y="468"/>
                      <a:pt x="93" y="439"/>
                    </a:cubicBezTo>
                    <a:lnTo>
                      <a:pt x="93" y="319"/>
                    </a:lnTo>
                    <a:lnTo>
                      <a:pt x="93" y="291"/>
                    </a:lnTo>
                    <a:lnTo>
                      <a:pt x="93" y="178"/>
                    </a:lnTo>
                    <a:cubicBezTo>
                      <a:pt x="93" y="142"/>
                      <a:pt x="121" y="114"/>
                      <a:pt x="121" y="86"/>
                    </a:cubicBezTo>
                    <a:cubicBezTo>
                      <a:pt x="150" y="86"/>
                      <a:pt x="178" y="57"/>
                      <a:pt x="213" y="57"/>
                    </a:cubicBezTo>
                    <a:close/>
                    <a:moveTo>
                      <a:pt x="213" y="1"/>
                    </a:moveTo>
                    <a:cubicBezTo>
                      <a:pt x="178" y="1"/>
                      <a:pt x="150" y="1"/>
                      <a:pt x="121" y="29"/>
                    </a:cubicBezTo>
                    <a:cubicBezTo>
                      <a:pt x="93" y="29"/>
                      <a:pt x="93" y="57"/>
                      <a:pt x="65" y="57"/>
                    </a:cubicBezTo>
                    <a:cubicBezTo>
                      <a:pt x="36" y="86"/>
                      <a:pt x="36" y="114"/>
                      <a:pt x="36" y="178"/>
                    </a:cubicBezTo>
                    <a:cubicBezTo>
                      <a:pt x="1" y="206"/>
                      <a:pt x="1" y="234"/>
                      <a:pt x="1" y="291"/>
                    </a:cubicBezTo>
                    <a:cubicBezTo>
                      <a:pt x="1" y="354"/>
                      <a:pt x="1" y="411"/>
                      <a:pt x="36" y="439"/>
                    </a:cubicBezTo>
                    <a:cubicBezTo>
                      <a:pt x="36" y="496"/>
                      <a:pt x="36" y="531"/>
                      <a:pt x="65" y="560"/>
                    </a:cubicBezTo>
                    <a:cubicBezTo>
                      <a:pt x="93" y="560"/>
                      <a:pt x="93" y="588"/>
                      <a:pt x="121" y="588"/>
                    </a:cubicBezTo>
                    <a:cubicBezTo>
                      <a:pt x="150" y="616"/>
                      <a:pt x="178" y="616"/>
                      <a:pt x="213" y="616"/>
                    </a:cubicBezTo>
                    <a:cubicBezTo>
                      <a:pt x="242" y="616"/>
                      <a:pt x="270" y="616"/>
                      <a:pt x="298" y="588"/>
                    </a:cubicBezTo>
                    <a:cubicBezTo>
                      <a:pt x="326" y="588"/>
                      <a:pt x="326" y="560"/>
                      <a:pt x="355" y="560"/>
                    </a:cubicBezTo>
                    <a:cubicBezTo>
                      <a:pt x="390" y="531"/>
                      <a:pt x="390" y="496"/>
                      <a:pt x="390" y="439"/>
                    </a:cubicBezTo>
                    <a:cubicBezTo>
                      <a:pt x="418" y="411"/>
                      <a:pt x="418" y="354"/>
                      <a:pt x="418" y="291"/>
                    </a:cubicBezTo>
                    <a:cubicBezTo>
                      <a:pt x="418" y="234"/>
                      <a:pt x="418" y="206"/>
                      <a:pt x="390" y="178"/>
                    </a:cubicBezTo>
                    <a:cubicBezTo>
                      <a:pt x="390" y="114"/>
                      <a:pt x="390" y="86"/>
                      <a:pt x="355" y="57"/>
                    </a:cubicBezTo>
                    <a:cubicBezTo>
                      <a:pt x="326" y="57"/>
                      <a:pt x="326" y="29"/>
                      <a:pt x="298" y="29"/>
                    </a:cubicBezTo>
                    <a:cubicBezTo>
                      <a:pt x="270" y="1"/>
                      <a:pt x="242"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71"/>
              <p:cNvSpPr/>
              <p:nvPr/>
            </p:nvSpPr>
            <p:spPr>
              <a:xfrm>
                <a:off x="5058175" y="2385550"/>
                <a:ext cx="8850" cy="13975"/>
              </a:xfrm>
              <a:custGeom>
                <a:avLst/>
                <a:gdLst/>
                <a:ahLst/>
                <a:cxnLst/>
                <a:rect l="l" t="t" r="r" b="b"/>
                <a:pathLst>
                  <a:path w="354" h="559" extrusionOk="0">
                    <a:moveTo>
                      <a:pt x="205" y="0"/>
                    </a:moveTo>
                    <a:cubicBezTo>
                      <a:pt x="177" y="0"/>
                      <a:pt x="149" y="28"/>
                      <a:pt x="149" y="28"/>
                    </a:cubicBezTo>
                    <a:cubicBezTo>
                      <a:pt x="121" y="28"/>
                      <a:pt x="92" y="28"/>
                      <a:pt x="64" y="57"/>
                    </a:cubicBezTo>
                    <a:lnTo>
                      <a:pt x="0" y="57"/>
                    </a:lnTo>
                    <a:lnTo>
                      <a:pt x="0" y="113"/>
                    </a:lnTo>
                    <a:lnTo>
                      <a:pt x="149" y="113"/>
                    </a:lnTo>
                    <a:lnTo>
                      <a:pt x="149" y="502"/>
                    </a:lnTo>
                    <a:lnTo>
                      <a:pt x="0" y="502"/>
                    </a:lnTo>
                    <a:lnTo>
                      <a:pt x="0" y="559"/>
                    </a:lnTo>
                    <a:lnTo>
                      <a:pt x="354" y="559"/>
                    </a:lnTo>
                    <a:lnTo>
                      <a:pt x="354" y="502"/>
                    </a:lnTo>
                    <a:lnTo>
                      <a:pt x="241" y="502"/>
                    </a:lnTo>
                    <a:lnTo>
                      <a:pt x="2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71"/>
              <p:cNvSpPr/>
              <p:nvPr/>
            </p:nvSpPr>
            <p:spPr>
              <a:xfrm>
                <a:off x="5073725" y="2384825"/>
                <a:ext cx="9575" cy="15425"/>
              </a:xfrm>
              <a:custGeom>
                <a:avLst/>
                <a:gdLst/>
                <a:ahLst/>
                <a:cxnLst/>
                <a:rect l="l" t="t" r="r" b="b"/>
                <a:pathLst>
                  <a:path w="383" h="617" extrusionOk="0">
                    <a:moveTo>
                      <a:pt x="206" y="57"/>
                    </a:moveTo>
                    <a:cubicBezTo>
                      <a:pt x="234" y="57"/>
                      <a:pt x="263" y="86"/>
                      <a:pt x="263" y="86"/>
                    </a:cubicBezTo>
                    <a:cubicBezTo>
                      <a:pt x="291" y="114"/>
                      <a:pt x="291" y="142"/>
                      <a:pt x="291" y="178"/>
                    </a:cubicBezTo>
                    <a:cubicBezTo>
                      <a:pt x="326" y="206"/>
                      <a:pt x="326" y="234"/>
                      <a:pt x="326" y="291"/>
                    </a:cubicBezTo>
                    <a:lnTo>
                      <a:pt x="326" y="319"/>
                    </a:lnTo>
                    <a:cubicBezTo>
                      <a:pt x="326" y="383"/>
                      <a:pt x="326" y="411"/>
                      <a:pt x="291" y="439"/>
                    </a:cubicBezTo>
                    <a:cubicBezTo>
                      <a:pt x="291" y="468"/>
                      <a:pt x="291" y="496"/>
                      <a:pt x="263" y="531"/>
                    </a:cubicBezTo>
                    <a:cubicBezTo>
                      <a:pt x="263" y="531"/>
                      <a:pt x="234" y="560"/>
                      <a:pt x="206" y="560"/>
                    </a:cubicBezTo>
                    <a:cubicBezTo>
                      <a:pt x="149" y="560"/>
                      <a:pt x="149" y="531"/>
                      <a:pt x="114" y="531"/>
                    </a:cubicBezTo>
                    <a:cubicBezTo>
                      <a:pt x="86" y="496"/>
                      <a:pt x="86" y="468"/>
                      <a:pt x="86" y="439"/>
                    </a:cubicBezTo>
                    <a:cubicBezTo>
                      <a:pt x="57" y="411"/>
                      <a:pt x="57" y="383"/>
                      <a:pt x="57" y="319"/>
                    </a:cubicBezTo>
                    <a:lnTo>
                      <a:pt x="57" y="291"/>
                    </a:lnTo>
                    <a:cubicBezTo>
                      <a:pt x="57" y="234"/>
                      <a:pt x="57" y="206"/>
                      <a:pt x="86" y="178"/>
                    </a:cubicBezTo>
                    <a:cubicBezTo>
                      <a:pt x="86" y="142"/>
                      <a:pt x="86" y="114"/>
                      <a:pt x="114" y="86"/>
                    </a:cubicBezTo>
                    <a:cubicBezTo>
                      <a:pt x="149" y="86"/>
                      <a:pt x="149" y="57"/>
                      <a:pt x="206" y="57"/>
                    </a:cubicBezTo>
                    <a:close/>
                    <a:moveTo>
                      <a:pt x="206" y="1"/>
                    </a:moveTo>
                    <a:cubicBezTo>
                      <a:pt x="149" y="1"/>
                      <a:pt x="149" y="1"/>
                      <a:pt x="114" y="29"/>
                    </a:cubicBezTo>
                    <a:cubicBezTo>
                      <a:pt x="86" y="29"/>
                      <a:pt x="57" y="57"/>
                      <a:pt x="57" y="57"/>
                    </a:cubicBezTo>
                    <a:cubicBezTo>
                      <a:pt x="29" y="86"/>
                      <a:pt x="1" y="114"/>
                      <a:pt x="1" y="178"/>
                    </a:cubicBezTo>
                    <a:lnTo>
                      <a:pt x="1" y="291"/>
                    </a:lnTo>
                    <a:lnTo>
                      <a:pt x="1" y="439"/>
                    </a:lnTo>
                    <a:cubicBezTo>
                      <a:pt x="1" y="496"/>
                      <a:pt x="29" y="531"/>
                      <a:pt x="57" y="560"/>
                    </a:cubicBezTo>
                    <a:cubicBezTo>
                      <a:pt x="57" y="560"/>
                      <a:pt x="86" y="588"/>
                      <a:pt x="114" y="588"/>
                    </a:cubicBezTo>
                    <a:cubicBezTo>
                      <a:pt x="149" y="616"/>
                      <a:pt x="149" y="616"/>
                      <a:pt x="206" y="616"/>
                    </a:cubicBezTo>
                    <a:cubicBezTo>
                      <a:pt x="234" y="616"/>
                      <a:pt x="263" y="616"/>
                      <a:pt x="263" y="588"/>
                    </a:cubicBezTo>
                    <a:cubicBezTo>
                      <a:pt x="291" y="588"/>
                      <a:pt x="326" y="560"/>
                      <a:pt x="355" y="560"/>
                    </a:cubicBezTo>
                    <a:cubicBezTo>
                      <a:pt x="355" y="531"/>
                      <a:pt x="383" y="496"/>
                      <a:pt x="383" y="439"/>
                    </a:cubicBezTo>
                    <a:lnTo>
                      <a:pt x="383" y="291"/>
                    </a:lnTo>
                    <a:lnTo>
                      <a:pt x="383" y="178"/>
                    </a:lnTo>
                    <a:cubicBezTo>
                      <a:pt x="383" y="114"/>
                      <a:pt x="355" y="86"/>
                      <a:pt x="355" y="57"/>
                    </a:cubicBezTo>
                    <a:cubicBezTo>
                      <a:pt x="326" y="57"/>
                      <a:pt x="291" y="29"/>
                      <a:pt x="263"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71"/>
              <p:cNvSpPr/>
              <p:nvPr/>
            </p:nvSpPr>
            <p:spPr>
              <a:xfrm>
                <a:off x="5085400" y="2384825"/>
                <a:ext cx="10475" cy="15425"/>
              </a:xfrm>
              <a:custGeom>
                <a:avLst/>
                <a:gdLst/>
                <a:ahLst/>
                <a:cxnLst/>
                <a:rect l="l" t="t" r="r" b="b"/>
                <a:pathLst>
                  <a:path w="419" h="617" extrusionOk="0">
                    <a:moveTo>
                      <a:pt x="213" y="57"/>
                    </a:moveTo>
                    <a:cubicBezTo>
                      <a:pt x="241" y="57"/>
                      <a:pt x="270" y="86"/>
                      <a:pt x="298" y="86"/>
                    </a:cubicBezTo>
                    <a:cubicBezTo>
                      <a:pt x="298" y="114"/>
                      <a:pt x="326" y="142"/>
                      <a:pt x="326" y="178"/>
                    </a:cubicBezTo>
                    <a:lnTo>
                      <a:pt x="326" y="291"/>
                    </a:lnTo>
                    <a:lnTo>
                      <a:pt x="326" y="319"/>
                    </a:lnTo>
                    <a:lnTo>
                      <a:pt x="326" y="439"/>
                    </a:lnTo>
                    <a:cubicBezTo>
                      <a:pt x="326" y="468"/>
                      <a:pt x="298" y="496"/>
                      <a:pt x="298" y="531"/>
                    </a:cubicBezTo>
                    <a:cubicBezTo>
                      <a:pt x="270" y="531"/>
                      <a:pt x="241" y="560"/>
                      <a:pt x="213" y="560"/>
                    </a:cubicBezTo>
                    <a:cubicBezTo>
                      <a:pt x="178" y="560"/>
                      <a:pt x="149" y="531"/>
                      <a:pt x="149" y="531"/>
                    </a:cubicBezTo>
                    <a:cubicBezTo>
                      <a:pt x="121" y="496"/>
                      <a:pt x="93" y="468"/>
                      <a:pt x="93" y="439"/>
                    </a:cubicBezTo>
                    <a:lnTo>
                      <a:pt x="93" y="319"/>
                    </a:lnTo>
                    <a:lnTo>
                      <a:pt x="93" y="291"/>
                    </a:lnTo>
                    <a:lnTo>
                      <a:pt x="93" y="178"/>
                    </a:lnTo>
                    <a:cubicBezTo>
                      <a:pt x="93" y="142"/>
                      <a:pt x="121" y="114"/>
                      <a:pt x="149" y="86"/>
                    </a:cubicBezTo>
                    <a:cubicBezTo>
                      <a:pt x="149" y="86"/>
                      <a:pt x="178" y="57"/>
                      <a:pt x="213" y="57"/>
                    </a:cubicBezTo>
                    <a:close/>
                    <a:moveTo>
                      <a:pt x="213" y="1"/>
                    </a:moveTo>
                    <a:cubicBezTo>
                      <a:pt x="178" y="1"/>
                      <a:pt x="149" y="1"/>
                      <a:pt x="121" y="29"/>
                    </a:cubicBezTo>
                    <a:cubicBezTo>
                      <a:pt x="93" y="29"/>
                      <a:pt x="93" y="57"/>
                      <a:pt x="64" y="57"/>
                    </a:cubicBezTo>
                    <a:cubicBezTo>
                      <a:pt x="36" y="86"/>
                      <a:pt x="36" y="114"/>
                      <a:pt x="36" y="178"/>
                    </a:cubicBezTo>
                    <a:cubicBezTo>
                      <a:pt x="1" y="206"/>
                      <a:pt x="1" y="234"/>
                      <a:pt x="1" y="291"/>
                    </a:cubicBezTo>
                    <a:cubicBezTo>
                      <a:pt x="1" y="354"/>
                      <a:pt x="1" y="411"/>
                      <a:pt x="36" y="439"/>
                    </a:cubicBezTo>
                    <a:cubicBezTo>
                      <a:pt x="36" y="496"/>
                      <a:pt x="36" y="531"/>
                      <a:pt x="64" y="560"/>
                    </a:cubicBezTo>
                    <a:cubicBezTo>
                      <a:pt x="93" y="560"/>
                      <a:pt x="93" y="588"/>
                      <a:pt x="121" y="588"/>
                    </a:cubicBezTo>
                    <a:cubicBezTo>
                      <a:pt x="149" y="616"/>
                      <a:pt x="178" y="616"/>
                      <a:pt x="213" y="616"/>
                    </a:cubicBezTo>
                    <a:cubicBezTo>
                      <a:pt x="241" y="616"/>
                      <a:pt x="270" y="616"/>
                      <a:pt x="298" y="588"/>
                    </a:cubicBezTo>
                    <a:cubicBezTo>
                      <a:pt x="326" y="588"/>
                      <a:pt x="326" y="560"/>
                      <a:pt x="354" y="560"/>
                    </a:cubicBezTo>
                    <a:cubicBezTo>
                      <a:pt x="390" y="531"/>
                      <a:pt x="390" y="496"/>
                      <a:pt x="390" y="439"/>
                    </a:cubicBezTo>
                    <a:cubicBezTo>
                      <a:pt x="418" y="411"/>
                      <a:pt x="418" y="354"/>
                      <a:pt x="418" y="291"/>
                    </a:cubicBezTo>
                    <a:cubicBezTo>
                      <a:pt x="418" y="234"/>
                      <a:pt x="418" y="206"/>
                      <a:pt x="390" y="178"/>
                    </a:cubicBezTo>
                    <a:cubicBezTo>
                      <a:pt x="390" y="114"/>
                      <a:pt x="390" y="86"/>
                      <a:pt x="354" y="57"/>
                    </a:cubicBezTo>
                    <a:cubicBezTo>
                      <a:pt x="326" y="57"/>
                      <a:pt x="326" y="29"/>
                      <a:pt x="298" y="29"/>
                    </a:cubicBezTo>
                    <a:cubicBezTo>
                      <a:pt x="270" y="1"/>
                      <a:pt x="241"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71"/>
              <p:cNvSpPr/>
              <p:nvPr/>
            </p:nvSpPr>
            <p:spPr>
              <a:xfrm>
                <a:off x="5097950" y="2385550"/>
                <a:ext cx="8875" cy="13975"/>
              </a:xfrm>
              <a:custGeom>
                <a:avLst/>
                <a:gdLst/>
                <a:ahLst/>
                <a:cxnLst/>
                <a:rect l="l" t="t" r="r" b="b"/>
                <a:pathLst>
                  <a:path w="355" h="559" extrusionOk="0">
                    <a:moveTo>
                      <a:pt x="206" y="0"/>
                    </a:moveTo>
                    <a:cubicBezTo>
                      <a:pt x="178" y="0"/>
                      <a:pt x="150" y="28"/>
                      <a:pt x="150" y="28"/>
                    </a:cubicBezTo>
                    <a:cubicBezTo>
                      <a:pt x="121" y="28"/>
                      <a:pt x="93" y="28"/>
                      <a:pt x="65" y="57"/>
                    </a:cubicBezTo>
                    <a:lnTo>
                      <a:pt x="1" y="57"/>
                    </a:lnTo>
                    <a:lnTo>
                      <a:pt x="1" y="113"/>
                    </a:lnTo>
                    <a:lnTo>
                      <a:pt x="150" y="113"/>
                    </a:lnTo>
                    <a:lnTo>
                      <a:pt x="150" y="502"/>
                    </a:lnTo>
                    <a:lnTo>
                      <a:pt x="1" y="502"/>
                    </a:lnTo>
                    <a:lnTo>
                      <a:pt x="1" y="559"/>
                    </a:lnTo>
                    <a:lnTo>
                      <a:pt x="355" y="559"/>
                    </a:lnTo>
                    <a:lnTo>
                      <a:pt x="355" y="502"/>
                    </a:lnTo>
                    <a:lnTo>
                      <a:pt x="242" y="502"/>
                    </a:lnTo>
                    <a:lnTo>
                      <a:pt x="2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71"/>
              <p:cNvSpPr/>
              <p:nvPr/>
            </p:nvSpPr>
            <p:spPr>
              <a:xfrm>
                <a:off x="5109100" y="2383950"/>
                <a:ext cx="5150" cy="19300"/>
              </a:xfrm>
              <a:custGeom>
                <a:avLst/>
                <a:gdLst/>
                <a:ahLst/>
                <a:cxnLst/>
                <a:rect l="l" t="t" r="r" b="b"/>
                <a:pathLst>
                  <a:path w="206" h="772" extrusionOk="0">
                    <a:moveTo>
                      <a:pt x="1" y="0"/>
                    </a:moveTo>
                    <a:lnTo>
                      <a:pt x="1" y="64"/>
                    </a:lnTo>
                    <a:lnTo>
                      <a:pt x="57" y="64"/>
                    </a:lnTo>
                    <a:lnTo>
                      <a:pt x="57" y="121"/>
                    </a:lnTo>
                    <a:lnTo>
                      <a:pt x="86" y="297"/>
                    </a:lnTo>
                    <a:lnTo>
                      <a:pt x="86" y="326"/>
                    </a:lnTo>
                    <a:cubicBezTo>
                      <a:pt x="86" y="354"/>
                      <a:pt x="86" y="354"/>
                      <a:pt x="114" y="389"/>
                    </a:cubicBezTo>
                    <a:lnTo>
                      <a:pt x="178" y="389"/>
                    </a:lnTo>
                    <a:cubicBezTo>
                      <a:pt x="114" y="389"/>
                      <a:pt x="114" y="389"/>
                      <a:pt x="86" y="418"/>
                    </a:cubicBezTo>
                    <a:lnTo>
                      <a:pt x="86" y="474"/>
                    </a:lnTo>
                    <a:lnTo>
                      <a:pt x="57" y="680"/>
                    </a:lnTo>
                    <a:lnTo>
                      <a:pt x="57" y="708"/>
                    </a:lnTo>
                    <a:lnTo>
                      <a:pt x="1" y="708"/>
                    </a:lnTo>
                    <a:lnTo>
                      <a:pt x="1" y="771"/>
                    </a:lnTo>
                    <a:lnTo>
                      <a:pt x="57" y="771"/>
                    </a:lnTo>
                    <a:lnTo>
                      <a:pt x="86" y="743"/>
                    </a:lnTo>
                    <a:cubicBezTo>
                      <a:pt x="114" y="743"/>
                      <a:pt x="114" y="743"/>
                      <a:pt x="114" y="708"/>
                    </a:cubicBezTo>
                    <a:cubicBezTo>
                      <a:pt x="149" y="708"/>
                      <a:pt x="149" y="680"/>
                      <a:pt x="149" y="651"/>
                    </a:cubicBezTo>
                    <a:lnTo>
                      <a:pt x="149" y="474"/>
                    </a:lnTo>
                    <a:lnTo>
                      <a:pt x="149" y="446"/>
                    </a:lnTo>
                    <a:cubicBezTo>
                      <a:pt x="149" y="446"/>
                      <a:pt x="178" y="446"/>
                      <a:pt x="178" y="418"/>
                    </a:cubicBezTo>
                    <a:lnTo>
                      <a:pt x="206" y="418"/>
                    </a:lnTo>
                    <a:lnTo>
                      <a:pt x="206" y="354"/>
                    </a:lnTo>
                    <a:lnTo>
                      <a:pt x="178" y="354"/>
                    </a:lnTo>
                    <a:lnTo>
                      <a:pt x="149" y="326"/>
                    </a:lnTo>
                    <a:lnTo>
                      <a:pt x="149" y="297"/>
                    </a:lnTo>
                    <a:lnTo>
                      <a:pt x="149" y="121"/>
                    </a:lnTo>
                    <a:cubicBezTo>
                      <a:pt x="149" y="92"/>
                      <a:pt x="149" y="92"/>
                      <a:pt x="114" y="64"/>
                    </a:cubicBezTo>
                    <a:cubicBezTo>
                      <a:pt x="114" y="64"/>
                      <a:pt x="114" y="36"/>
                      <a:pt x="86" y="36"/>
                    </a:cubicBez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71"/>
              <p:cNvSpPr/>
              <p:nvPr/>
            </p:nvSpPr>
            <p:spPr>
              <a:xfrm>
                <a:off x="5121650" y="2389250"/>
                <a:ext cx="9575" cy="10275"/>
              </a:xfrm>
              <a:custGeom>
                <a:avLst/>
                <a:gdLst/>
                <a:ahLst/>
                <a:cxnLst/>
                <a:rect l="l" t="t" r="r" b="b"/>
                <a:pathLst>
                  <a:path w="383" h="411" extrusionOk="0">
                    <a:moveTo>
                      <a:pt x="142" y="1"/>
                    </a:moveTo>
                    <a:lnTo>
                      <a:pt x="142" y="177"/>
                    </a:lnTo>
                    <a:lnTo>
                      <a:pt x="1" y="177"/>
                    </a:lnTo>
                    <a:lnTo>
                      <a:pt x="1" y="234"/>
                    </a:lnTo>
                    <a:lnTo>
                      <a:pt x="142" y="234"/>
                    </a:lnTo>
                    <a:lnTo>
                      <a:pt x="142" y="411"/>
                    </a:lnTo>
                    <a:lnTo>
                      <a:pt x="234" y="411"/>
                    </a:lnTo>
                    <a:lnTo>
                      <a:pt x="234" y="234"/>
                    </a:lnTo>
                    <a:lnTo>
                      <a:pt x="383" y="234"/>
                    </a:lnTo>
                    <a:lnTo>
                      <a:pt x="383" y="177"/>
                    </a:lnTo>
                    <a:lnTo>
                      <a:pt x="234" y="177"/>
                    </a:lnTo>
                    <a:lnTo>
                      <a:pt x="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71"/>
              <p:cNvSpPr/>
              <p:nvPr/>
            </p:nvSpPr>
            <p:spPr>
              <a:xfrm>
                <a:off x="5134050" y="2385550"/>
                <a:ext cx="9750" cy="13975"/>
              </a:xfrm>
              <a:custGeom>
                <a:avLst/>
                <a:gdLst/>
                <a:ahLst/>
                <a:cxnLst/>
                <a:rect l="l" t="t" r="r" b="b"/>
                <a:pathLst>
                  <a:path w="390" h="559" extrusionOk="0">
                    <a:moveTo>
                      <a:pt x="212" y="0"/>
                    </a:moveTo>
                    <a:cubicBezTo>
                      <a:pt x="177" y="0"/>
                      <a:pt x="177" y="28"/>
                      <a:pt x="149" y="28"/>
                    </a:cubicBezTo>
                    <a:cubicBezTo>
                      <a:pt x="120" y="28"/>
                      <a:pt x="92" y="28"/>
                      <a:pt x="92" y="57"/>
                    </a:cubicBezTo>
                    <a:lnTo>
                      <a:pt x="0" y="57"/>
                    </a:lnTo>
                    <a:lnTo>
                      <a:pt x="0" y="113"/>
                    </a:lnTo>
                    <a:lnTo>
                      <a:pt x="149" y="113"/>
                    </a:lnTo>
                    <a:lnTo>
                      <a:pt x="149" y="502"/>
                    </a:lnTo>
                    <a:lnTo>
                      <a:pt x="0" y="502"/>
                    </a:lnTo>
                    <a:lnTo>
                      <a:pt x="0" y="559"/>
                    </a:lnTo>
                    <a:lnTo>
                      <a:pt x="389" y="559"/>
                    </a:lnTo>
                    <a:lnTo>
                      <a:pt x="389" y="502"/>
                    </a:lnTo>
                    <a:lnTo>
                      <a:pt x="241" y="502"/>
                    </a:lnTo>
                    <a:lnTo>
                      <a:pt x="2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71"/>
              <p:cNvSpPr/>
              <p:nvPr/>
            </p:nvSpPr>
            <p:spPr>
              <a:xfrm>
                <a:off x="5145175" y="2384825"/>
                <a:ext cx="10300" cy="15425"/>
              </a:xfrm>
              <a:custGeom>
                <a:avLst/>
                <a:gdLst/>
                <a:ahLst/>
                <a:cxnLst/>
                <a:rect l="l" t="t" r="r" b="b"/>
                <a:pathLst>
                  <a:path w="412" h="617" extrusionOk="0">
                    <a:moveTo>
                      <a:pt x="206" y="57"/>
                    </a:moveTo>
                    <a:cubicBezTo>
                      <a:pt x="234" y="57"/>
                      <a:pt x="263" y="86"/>
                      <a:pt x="263" y="86"/>
                    </a:cubicBezTo>
                    <a:cubicBezTo>
                      <a:pt x="298" y="114"/>
                      <a:pt x="298" y="142"/>
                      <a:pt x="326" y="178"/>
                    </a:cubicBezTo>
                    <a:lnTo>
                      <a:pt x="326" y="291"/>
                    </a:lnTo>
                    <a:lnTo>
                      <a:pt x="326" y="319"/>
                    </a:lnTo>
                    <a:lnTo>
                      <a:pt x="326" y="439"/>
                    </a:lnTo>
                    <a:cubicBezTo>
                      <a:pt x="298" y="468"/>
                      <a:pt x="298" y="496"/>
                      <a:pt x="263" y="531"/>
                    </a:cubicBezTo>
                    <a:cubicBezTo>
                      <a:pt x="263" y="531"/>
                      <a:pt x="234" y="560"/>
                      <a:pt x="206" y="560"/>
                    </a:cubicBezTo>
                    <a:cubicBezTo>
                      <a:pt x="178" y="560"/>
                      <a:pt x="149" y="531"/>
                      <a:pt x="121" y="531"/>
                    </a:cubicBezTo>
                    <a:cubicBezTo>
                      <a:pt x="121" y="496"/>
                      <a:pt x="86" y="468"/>
                      <a:pt x="86" y="439"/>
                    </a:cubicBezTo>
                    <a:lnTo>
                      <a:pt x="86" y="319"/>
                    </a:lnTo>
                    <a:lnTo>
                      <a:pt x="86" y="291"/>
                    </a:lnTo>
                    <a:lnTo>
                      <a:pt x="86" y="178"/>
                    </a:lnTo>
                    <a:cubicBezTo>
                      <a:pt x="86" y="142"/>
                      <a:pt x="121" y="114"/>
                      <a:pt x="121" y="86"/>
                    </a:cubicBezTo>
                    <a:cubicBezTo>
                      <a:pt x="149" y="86"/>
                      <a:pt x="178" y="57"/>
                      <a:pt x="206" y="57"/>
                    </a:cubicBezTo>
                    <a:close/>
                    <a:moveTo>
                      <a:pt x="206" y="1"/>
                    </a:moveTo>
                    <a:cubicBezTo>
                      <a:pt x="178" y="1"/>
                      <a:pt x="149" y="1"/>
                      <a:pt x="121" y="29"/>
                    </a:cubicBezTo>
                    <a:cubicBezTo>
                      <a:pt x="86" y="29"/>
                      <a:pt x="57" y="57"/>
                      <a:pt x="57" y="57"/>
                    </a:cubicBezTo>
                    <a:cubicBezTo>
                      <a:pt x="29" y="86"/>
                      <a:pt x="29" y="114"/>
                      <a:pt x="1" y="178"/>
                    </a:cubicBezTo>
                    <a:lnTo>
                      <a:pt x="1" y="291"/>
                    </a:lnTo>
                    <a:lnTo>
                      <a:pt x="1" y="439"/>
                    </a:lnTo>
                    <a:cubicBezTo>
                      <a:pt x="29" y="496"/>
                      <a:pt x="29" y="531"/>
                      <a:pt x="57" y="560"/>
                    </a:cubicBezTo>
                    <a:cubicBezTo>
                      <a:pt x="57" y="560"/>
                      <a:pt x="86" y="588"/>
                      <a:pt x="121" y="588"/>
                    </a:cubicBezTo>
                    <a:cubicBezTo>
                      <a:pt x="149" y="616"/>
                      <a:pt x="178" y="616"/>
                      <a:pt x="206" y="616"/>
                    </a:cubicBezTo>
                    <a:cubicBezTo>
                      <a:pt x="234" y="616"/>
                      <a:pt x="263" y="616"/>
                      <a:pt x="298" y="588"/>
                    </a:cubicBezTo>
                    <a:cubicBezTo>
                      <a:pt x="298" y="588"/>
                      <a:pt x="326" y="560"/>
                      <a:pt x="355" y="560"/>
                    </a:cubicBezTo>
                    <a:cubicBezTo>
                      <a:pt x="355" y="531"/>
                      <a:pt x="383" y="496"/>
                      <a:pt x="383" y="439"/>
                    </a:cubicBezTo>
                    <a:cubicBezTo>
                      <a:pt x="383" y="411"/>
                      <a:pt x="411" y="354"/>
                      <a:pt x="411" y="291"/>
                    </a:cubicBezTo>
                    <a:cubicBezTo>
                      <a:pt x="411" y="234"/>
                      <a:pt x="383" y="206"/>
                      <a:pt x="383" y="178"/>
                    </a:cubicBezTo>
                    <a:cubicBezTo>
                      <a:pt x="383" y="114"/>
                      <a:pt x="355" y="86"/>
                      <a:pt x="355" y="57"/>
                    </a:cubicBezTo>
                    <a:cubicBezTo>
                      <a:pt x="326" y="57"/>
                      <a:pt x="298" y="29"/>
                      <a:pt x="298"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71"/>
              <p:cNvSpPr/>
              <p:nvPr/>
            </p:nvSpPr>
            <p:spPr>
              <a:xfrm>
                <a:off x="5157025" y="2384825"/>
                <a:ext cx="10300" cy="15425"/>
              </a:xfrm>
              <a:custGeom>
                <a:avLst/>
                <a:gdLst/>
                <a:ahLst/>
                <a:cxnLst/>
                <a:rect l="l" t="t" r="r" b="b"/>
                <a:pathLst>
                  <a:path w="412" h="617" extrusionOk="0">
                    <a:moveTo>
                      <a:pt x="206" y="57"/>
                    </a:moveTo>
                    <a:cubicBezTo>
                      <a:pt x="234" y="57"/>
                      <a:pt x="263" y="86"/>
                      <a:pt x="291" y="86"/>
                    </a:cubicBezTo>
                    <a:cubicBezTo>
                      <a:pt x="291" y="114"/>
                      <a:pt x="319" y="142"/>
                      <a:pt x="319" y="178"/>
                    </a:cubicBezTo>
                    <a:lnTo>
                      <a:pt x="319" y="291"/>
                    </a:lnTo>
                    <a:lnTo>
                      <a:pt x="319" y="319"/>
                    </a:lnTo>
                    <a:lnTo>
                      <a:pt x="319" y="439"/>
                    </a:lnTo>
                    <a:cubicBezTo>
                      <a:pt x="319" y="468"/>
                      <a:pt x="291" y="496"/>
                      <a:pt x="291" y="531"/>
                    </a:cubicBezTo>
                    <a:cubicBezTo>
                      <a:pt x="263" y="531"/>
                      <a:pt x="234" y="560"/>
                      <a:pt x="206" y="560"/>
                    </a:cubicBezTo>
                    <a:cubicBezTo>
                      <a:pt x="178" y="560"/>
                      <a:pt x="142" y="531"/>
                      <a:pt x="142" y="531"/>
                    </a:cubicBezTo>
                    <a:cubicBezTo>
                      <a:pt x="114" y="496"/>
                      <a:pt x="114" y="468"/>
                      <a:pt x="86" y="439"/>
                    </a:cubicBezTo>
                    <a:lnTo>
                      <a:pt x="86" y="319"/>
                    </a:lnTo>
                    <a:lnTo>
                      <a:pt x="86" y="291"/>
                    </a:lnTo>
                    <a:lnTo>
                      <a:pt x="86" y="178"/>
                    </a:lnTo>
                    <a:cubicBezTo>
                      <a:pt x="114" y="142"/>
                      <a:pt x="114" y="114"/>
                      <a:pt x="142" y="86"/>
                    </a:cubicBezTo>
                    <a:cubicBezTo>
                      <a:pt x="142" y="86"/>
                      <a:pt x="178" y="57"/>
                      <a:pt x="206" y="57"/>
                    </a:cubicBezTo>
                    <a:close/>
                    <a:moveTo>
                      <a:pt x="206" y="1"/>
                    </a:moveTo>
                    <a:cubicBezTo>
                      <a:pt x="178" y="1"/>
                      <a:pt x="142" y="1"/>
                      <a:pt x="114" y="29"/>
                    </a:cubicBezTo>
                    <a:cubicBezTo>
                      <a:pt x="114" y="29"/>
                      <a:pt x="86" y="57"/>
                      <a:pt x="57" y="57"/>
                    </a:cubicBezTo>
                    <a:cubicBezTo>
                      <a:pt x="57" y="86"/>
                      <a:pt x="29" y="114"/>
                      <a:pt x="29" y="178"/>
                    </a:cubicBezTo>
                    <a:cubicBezTo>
                      <a:pt x="29" y="206"/>
                      <a:pt x="1" y="234"/>
                      <a:pt x="1" y="291"/>
                    </a:cubicBezTo>
                    <a:cubicBezTo>
                      <a:pt x="1" y="354"/>
                      <a:pt x="29" y="411"/>
                      <a:pt x="29" y="439"/>
                    </a:cubicBezTo>
                    <a:cubicBezTo>
                      <a:pt x="29" y="496"/>
                      <a:pt x="57" y="531"/>
                      <a:pt x="57" y="560"/>
                    </a:cubicBezTo>
                    <a:cubicBezTo>
                      <a:pt x="86" y="560"/>
                      <a:pt x="114" y="588"/>
                      <a:pt x="114" y="588"/>
                    </a:cubicBezTo>
                    <a:cubicBezTo>
                      <a:pt x="142" y="616"/>
                      <a:pt x="178" y="616"/>
                      <a:pt x="206" y="616"/>
                    </a:cubicBezTo>
                    <a:cubicBezTo>
                      <a:pt x="234" y="616"/>
                      <a:pt x="263" y="616"/>
                      <a:pt x="291" y="588"/>
                    </a:cubicBezTo>
                    <a:cubicBezTo>
                      <a:pt x="319" y="588"/>
                      <a:pt x="355" y="560"/>
                      <a:pt x="355" y="560"/>
                    </a:cubicBezTo>
                    <a:cubicBezTo>
                      <a:pt x="383" y="531"/>
                      <a:pt x="383" y="496"/>
                      <a:pt x="411" y="439"/>
                    </a:cubicBezTo>
                    <a:lnTo>
                      <a:pt x="411" y="291"/>
                    </a:lnTo>
                    <a:lnTo>
                      <a:pt x="411" y="178"/>
                    </a:lnTo>
                    <a:cubicBezTo>
                      <a:pt x="383" y="114"/>
                      <a:pt x="383" y="86"/>
                      <a:pt x="355" y="57"/>
                    </a:cubicBezTo>
                    <a:cubicBezTo>
                      <a:pt x="355" y="57"/>
                      <a:pt x="319" y="29"/>
                      <a:pt x="291" y="29"/>
                    </a:cubicBezTo>
                    <a:cubicBezTo>
                      <a:pt x="263" y="1"/>
                      <a:pt x="234" y="1"/>
                      <a:pt x="2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71"/>
              <p:cNvSpPr/>
              <p:nvPr/>
            </p:nvSpPr>
            <p:spPr>
              <a:xfrm>
                <a:off x="5173825" y="2384825"/>
                <a:ext cx="10475" cy="15425"/>
              </a:xfrm>
              <a:custGeom>
                <a:avLst/>
                <a:gdLst/>
                <a:ahLst/>
                <a:cxnLst/>
                <a:rect l="l" t="t" r="r" b="b"/>
                <a:pathLst>
                  <a:path w="419" h="617" extrusionOk="0">
                    <a:moveTo>
                      <a:pt x="213" y="57"/>
                    </a:moveTo>
                    <a:cubicBezTo>
                      <a:pt x="241" y="57"/>
                      <a:pt x="270" y="86"/>
                      <a:pt x="270" y="86"/>
                    </a:cubicBezTo>
                    <a:cubicBezTo>
                      <a:pt x="298" y="114"/>
                      <a:pt x="298" y="142"/>
                      <a:pt x="326" y="178"/>
                    </a:cubicBezTo>
                    <a:lnTo>
                      <a:pt x="326" y="291"/>
                    </a:lnTo>
                    <a:lnTo>
                      <a:pt x="326" y="319"/>
                    </a:lnTo>
                    <a:lnTo>
                      <a:pt x="326" y="439"/>
                    </a:lnTo>
                    <a:cubicBezTo>
                      <a:pt x="298" y="468"/>
                      <a:pt x="298" y="496"/>
                      <a:pt x="270" y="531"/>
                    </a:cubicBezTo>
                    <a:cubicBezTo>
                      <a:pt x="270" y="531"/>
                      <a:pt x="241" y="560"/>
                      <a:pt x="213" y="560"/>
                    </a:cubicBezTo>
                    <a:cubicBezTo>
                      <a:pt x="178" y="560"/>
                      <a:pt x="149" y="531"/>
                      <a:pt x="121" y="531"/>
                    </a:cubicBezTo>
                    <a:cubicBezTo>
                      <a:pt x="121" y="496"/>
                      <a:pt x="93" y="468"/>
                      <a:pt x="93" y="439"/>
                    </a:cubicBezTo>
                    <a:lnTo>
                      <a:pt x="93" y="319"/>
                    </a:lnTo>
                    <a:lnTo>
                      <a:pt x="93" y="291"/>
                    </a:lnTo>
                    <a:lnTo>
                      <a:pt x="93" y="178"/>
                    </a:lnTo>
                    <a:cubicBezTo>
                      <a:pt x="93" y="142"/>
                      <a:pt x="121" y="114"/>
                      <a:pt x="121" y="86"/>
                    </a:cubicBezTo>
                    <a:cubicBezTo>
                      <a:pt x="149" y="86"/>
                      <a:pt x="178" y="57"/>
                      <a:pt x="213" y="57"/>
                    </a:cubicBezTo>
                    <a:close/>
                    <a:moveTo>
                      <a:pt x="213" y="1"/>
                    </a:moveTo>
                    <a:cubicBezTo>
                      <a:pt x="178" y="1"/>
                      <a:pt x="149" y="1"/>
                      <a:pt x="121" y="29"/>
                    </a:cubicBezTo>
                    <a:cubicBezTo>
                      <a:pt x="93" y="29"/>
                      <a:pt x="65" y="57"/>
                      <a:pt x="65" y="57"/>
                    </a:cubicBezTo>
                    <a:cubicBezTo>
                      <a:pt x="36" y="86"/>
                      <a:pt x="36" y="114"/>
                      <a:pt x="1" y="178"/>
                    </a:cubicBezTo>
                    <a:lnTo>
                      <a:pt x="1" y="291"/>
                    </a:lnTo>
                    <a:lnTo>
                      <a:pt x="1" y="439"/>
                    </a:lnTo>
                    <a:cubicBezTo>
                      <a:pt x="36" y="496"/>
                      <a:pt x="36" y="531"/>
                      <a:pt x="65" y="560"/>
                    </a:cubicBezTo>
                    <a:cubicBezTo>
                      <a:pt x="65" y="560"/>
                      <a:pt x="93" y="588"/>
                      <a:pt x="121" y="588"/>
                    </a:cubicBezTo>
                    <a:cubicBezTo>
                      <a:pt x="149" y="616"/>
                      <a:pt x="178" y="616"/>
                      <a:pt x="213" y="616"/>
                    </a:cubicBezTo>
                    <a:cubicBezTo>
                      <a:pt x="241" y="616"/>
                      <a:pt x="270" y="616"/>
                      <a:pt x="298" y="588"/>
                    </a:cubicBezTo>
                    <a:cubicBezTo>
                      <a:pt x="298" y="588"/>
                      <a:pt x="326" y="560"/>
                      <a:pt x="355" y="560"/>
                    </a:cubicBezTo>
                    <a:cubicBezTo>
                      <a:pt x="355" y="531"/>
                      <a:pt x="390" y="496"/>
                      <a:pt x="390" y="439"/>
                    </a:cubicBezTo>
                    <a:cubicBezTo>
                      <a:pt x="390" y="411"/>
                      <a:pt x="418" y="354"/>
                      <a:pt x="418" y="291"/>
                    </a:cubicBezTo>
                    <a:cubicBezTo>
                      <a:pt x="418" y="234"/>
                      <a:pt x="390" y="206"/>
                      <a:pt x="390" y="178"/>
                    </a:cubicBezTo>
                    <a:cubicBezTo>
                      <a:pt x="390" y="114"/>
                      <a:pt x="355" y="86"/>
                      <a:pt x="355" y="57"/>
                    </a:cubicBezTo>
                    <a:cubicBezTo>
                      <a:pt x="326" y="57"/>
                      <a:pt x="298" y="29"/>
                      <a:pt x="298" y="29"/>
                    </a:cubicBezTo>
                    <a:cubicBezTo>
                      <a:pt x="270" y="1"/>
                      <a:pt x="241" y="1"/>
                      <a:pt x="2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71"/>
              <p:cNvSpPr/>
              <p:nvPr/>
            </p:nvSpPr>
            <p:spPr>
              <a:xfrm>
                <a:off x="5186400" y="2383950"/>
                <a:ext cx="5150" cy="19300"/>
              </a:xfrm>
              <a:custGeom>
                <a:avLst/>
                <a:gdLst/>
                <a:ahLst/>
                <a:cxnLst/>
                <a:rect l="l" t="t" r="r" b="b"/>
                <a:pathLst>
                  <a:path w="206" h="772" extrusionOk="0">
                    <a:moveTo>
                      <a:pt x="0" y="0"/>
                    </a:moveTo>
                    <a:lnTo>
                      <a:pt x="0" y="64"/>
                    </a:lnTo>
                    <a:lnTo>
                      <a:pt x="64" y="64"/>
                    </a:lnTo>
                    <a:lnTo>
                      <a:pt x="64" y="121"/>
                    </a:lnTo>
                    <a:lnTo>
                      <a:pt x="64" y="297"/>
                    </a:lnTo>
                    <a:cubicBezTo>
                      <a:pt x="64" y="297"/>
                      <a:pt x="64" y="326"/>
                      <a:pt x="92" y="326"/>
                    </a:cubicBezTo>
                    <a:cubicBezTo>
                      <a:pt x="92" y="354"/>
                      <a:pt x="92" y="354"/>
                      <a:pt x="120" y="389"/>
                    </a:cubicBezTo>
                    <a:lnTo>
                      <a:pt x="149" y="389"/>
                    </a:lnTo>
                    <a:cubicBezTo>
                      <a:pt x="120" y="389"/>
                      <a:pt x="92" y="389"/>
                      <a:pt x="92" y="418"/>
                    </a:cubicBezTo>
                    <a:cubicBezTo>
                      <a:pt x="92" y="446"/>
                      <a:pt x="64" y="446"/>
                      <a:pt x="64" y="474"/>
                    </a:cubicBezTo>
                    <a:lnTo>
                      <a:pt x="64" y="680"/>
                    </a:lnTo>
                    <a:lnTo>
                      <a:pt x="64" y="708"/>
                    </a:lnTo>
                    <a:lnTo>
                      <a:pt x="0" y="708"/>
                    </a:lnTo>
                    <a:lnTo>
                      <a:pt x="0" y="771"/>
                    </a:lnTo>
                    <a:lnTo>
                      <a:pt x="28" y="771"/>
                    </a:lnTo>
                    <a:cubicBezTo>
                      <a:pt x="64" y="771"/>
                      <a:pt x="64" y="743"/>
                      <a:pt x="92" y="743"/>
                    </a:cubicBezTo>
                    <a:cubicBezTo>
                      <a:pt x="92" y="743"/>
                      <a:pt x="120" y="743"/>
                      <a:pt x="120" y="708"/>
                    </a:cubicBezTo>
                    <a:lnTo>
                      <a:pt x="120" y="651"/>
                    </a:lnTo>
                    <a:lnTo>
                      <a:pt x="120" y="474"/>
                    </a:lnTo>
                    <a:lnTo>
                      <a:pt x="149" y="446"/>
                    </a:lnTo>
                    <a:lnTo>
                      <a:pt x="177" y="418"/>
                    </a:lnTo>
                    <a:lnTo>
                      <a:pt x="205" y="418"/>
                    </a:lnTo>
                    <a:lnTo>
                      <a:pt x="205" y="354"/>
                    </a:lnTo>
                    <a:lnTo>
                      <a:pt x="177" y="354"/>
                    </a:lnTo>
                    <a:cubicBezTo>
                      <a:pt x="149" y="354"/>
                      <a:pt x="149" y="326"/>
                      <a:pt x="149" y="326"/>
                    </a:cubicBezTo>
                    <a:cubicBezTo>
                      <a:pt x="149" y="326"/>
                      <a:pt x="120" y="326"/>
                      <a:pt x="120" y="297"/>
                    </a:cubicBezTo>
                    <a:lnTo>
                      <a:pt x="120" y="121"/>
                    </a:lnTo>
                    <a:lnTo>
                      <a:pt x="120" y="64"/>
                    </a:lnTo>
                    <a:lnTo>
                      <a:pt x="92" y="36"/>
                    </a:lnTo>
                    <a:cubicBezTo>
                      <a:pt x="64" y="36"/>
                      <a:pt x="64" y="0"/>
                      <a:pt x="2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71"/>
              <p:cNvSpPr/>
              <p:nvPr/>
            </p:nvSpPr>
            <p:spPr>
              <a:xfrm>
                <a:off x="5194525" y="2389250"/>
                <a:ext cx="9575" cy="10275"/>
              </a:xfrm>
              <a:custGeom>
                <a:avLst/>
                <a:gdLst/>
                <a:ahLst/>
                <a:cxnLst/>
                <a:rect l="l" t="t" r="r" b="b"/>
                <a:pathLst>
                  <a:path w="383" h="411" extrusionOk="0">
                    <a:moveTo>
                      <a:pt x="1" y="1"/>
                    </a:moveTo>
                    <a:lnTo>
                      <a:pt x="1" y="57"/>
                    </a:lnTo>
                    <a:lnTo>
                      <a:pt x="326" y="206"/>
                    </a:lnTo>
                    <a:lnTo>
                      <a:pt x="1" y="354"/>
                    </a:lnTo>
                    <a:lnTo>
                      <a:pt x="1" y="411"/>
                    </a:lnTo>
                    <a:lnTo>
                      <a:pt x="383" y="234"/>
                    </a:lnTo>
                    <a:lnTo>
                      <a:pt x="383" y="17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0" name="Google Shape;2730;p71"/>
            <p:cNvGrpSpPr/>
            <p:nvPr/>
          </p:nvGrpSpPr>
          <p:grpSpPr>
            <a:xfrm>
              <a:off x="3389518" y="1847357"/>
              <a:ext cx="2195785" cy="2992033"/>
              <a:chOff x="4587375" y="2902200"/>
              <a:chExt cx="521750" cy="710950"/>
            </a:xfrm>
          </p:grpSpPr>
          <p:sp>
            <p:nvSpPr>
              <p:cNvPr id="2731" name="Google Shape;2731;p71"/>
              <p:cNvSpPr/>
              <p:nvPr/>
            </p:nvSpPr>
            <p:spPr>
              <a:xfrm>
                <a:off x="4587375" y="2902200"/>
                <a:ext cx="521750" cy="710950"/>
              </a:xfrm>
              <a:custGeom>
                <a:avLst/>
                <a:gdLst/>
                <a:ahLst/>
                <a:cxnLst/>
                <a:rect l="l" t="t" r="r" b="b"/>
                <a:pathLst>
                  <a:path w="20870" h="28438" extrusionOk="0">
                    <a:moveTo>
                      <a:pt x="1050" y="0"/>
                    </a:moveTo>
                    <a:cubicBezTo>
                      <a:pt x="906" y="0"/>
                      <a:pt x="764" y="37"/>
                      <a:pt x="644" y="111"/>
                    </a:cubicBezTo>
                    <a:cubicBezTo>
                      <a:pt x="0" y="493"/>
                      <a:pt x="262" y="1321"/>
                      <a:pt x="559" y="1852"/>
                    </a:cubicBezTo>
                    <a:cubicBezTo>
                      <a:pt x="2151" y="4597"/>
                      <a:pt x="3743" y="7363"/>
                      <a:pt x="5334" y="10136"/>
                    </a:cubicBezTo>
                    <a:cubicBezTo>
                      <a:pt x="4889" y="9400"/>
                      <a:pt x="3976" y="8629"/>
                      <a:pt x="3297" y="8134"/>
                    </a:cubicBezTo>
                    <a:cubicBezTo>
                      <a:pt x="2766" y="7745"/>
                      <a:pt x="2208" y="7391"/>
                      <a:pt x="1564" y="7250"/>
                    </a:cubicBezTo>
                    <a:cubicBezTo>
                      <a:pt x="1437" y="7223"/>
                      <a:pt x="1276" y="7205"/>
                      <a:pt x="1107" y="7205"/>
                    </a:cubicBezTo>
                    <a:cubicBezTo>
                      <a:pt x="681" y="7205"/>
                      <a:pt x="210" y="7324"/>
                      <a:pt x="149" y="7745"/>
                    </a:cubicBezTo>
                    <a:cubicBezTo>
                      <a:pt x="114" y="7922"/>
                      <a:pt x="149" y="8098"/>
                      <a:pt x="262" y="8247"/>
                    </a:cubicBezTo>
                    <a:cubicBezTo>
                      <a:pt x="354" y="8396"/>
                      <a:pt x="467" y="8516"/>
                      <a:pt x="588" y="8664"/>
                    </a:cubicBezTo>
                    <a:cubicBezTo>
                      <a:pt x="1415" y="9485"/>
                      <a:pt x="2208" y="10369"/>
                      <a:pt x="2887" y="11346"/>
                    </a:cubicBezTo>
                    <a:cubicBezTo>
                      <a:pt x="3743" y="12492"/>
                      <a:pt x="4507" y="13758"/>
                      <a:pt x="5334" y="14939"/>
                    </a:cubicBezTo>
                    <a:cubicBezTo>
                      <a:pt x="6190" y="16149"/>
                      <a:pt x="7223" y="17062"/>
                      <a:pt x="8164" y="18151"/>
                    </a:cubicBezTo>
                    <a:cubicBezTo>
                      <a:pt x="9077" y="19184"/>
                      <a:pt x="9374" y="21045"/>
                      <a:pt x="9812" y="22339"/>
                    </a:cubicBezTo>
                    <a:cubicBezTo>
                      <a:pt x="10138" y="23280"/>
                      <a:pt x="10492" y="24228"/>
                      <a:pt x="10817" y="25197"/>
                    </a:cubicBezTo>
                    <a:cubicBezTo>
                      <a:pt x="11079" y="25997"/>
                      <a:pt x="11256" y="27143"/>
                      <a:pt x="11786" y="27822"/>
                    </a:cubicBezTo>
                    <a:cubicBezTo>
                      <a:pt x="12131" y="28292"/>
                      <a:pt x="12755" y="28438"/>
                      <a:pt x="13443" y="28438"/>
                    </a:cubicBezTo>
                    <a:cubicBezTo>
                      <a:pt x="14349" y="28438"/>
                      <a:pt x="15367" y="28184"/>
                      <a:pt x="16003" y="28084"/>
                    </a:cubicBezTo>
                    <a:cubicBezTo>
                      <a:pt x="16271" y="28027"/>
                      <a:pt x="16448" y="27999"/>
                      <a:pt x="16505" y="27999"/>
                    </a:cubicBezTo>
                    <a:cubicBezTo>
                      <a:pt x="17658" y="27850"/>
                      <a:pt x="20367" y="27376"/>
                      <a:pt x="20573" y="25905"/>
                    </a:cubicBezTo>
                    <a:cubicBezTo>
                      <a:pt x="20629" y="25466"/>
                      <a:pt x="20870" y="24900"/>
                      <a:pt x="20749" y="24461"/>
                    </a:cubicBezTo>
                    <a:cubicBezTo>
                      <a:pt x="19603" y="20896"/>
                      <a:pt x="17715" y="17621"/>
                      <a:pt x="16151" y="14232"/>
                    </a:cubicBezTo>
                    <a:cubicBezTo>
                      <a:pt x="16066" y="14027"/>
                      <a:pt x="15974" y="13822"/>
                      <a:pt x="15918" y="13581"/>
                    </a:cubicBezTo>
                    <a:cubicBezTo>
                      <a:pt x="15889" y="13348"/>
                      <a:pt x="15889" y="13114"/>
                      <a:pt x="15889" y="12874"/>
                    </a:cubicBezTo>
                    <a:cubicBezTo>
                      <a:pt x="15854" y="12435"/>
                      <a:pt x="15741" y="12053"/>
                      <a:pt x="15592" y="11636"/>
                    </a:cubicBezTo>
                    <a:cubicBezTo>
                      <a:pt x="14941" y="9690"/>
                      <a:pt x="14206" y="7780"/>
                      <a:pt x="13144" y="6040"/>
                    </a:cubicBezTo>
                    <a:cubicBezTo>
                      <a:pt x="12791" y="5481"/>
                      <a:pt x="12260" y="4773"/>
                      <a:pt x="11786" y="4300"/>
                    </a:cubicBezTo>
                    <a:cubicBezTo>
                      <a:pt x="11553" y="4066"/>
                      <a:pt x="11291" y="3854"/>
                      <a:pt x="10937" y="3797"/>
                    </a:cubicBezTo>
                    <a:cubicBezTo>
                      <a:pt x="10928" y="3795"/>
                      <a:pt x="10915" y="3794"/>
                      <a:pt x="10899" y="3794"/>
                    </a:cubicBezTo>
                    <a:cubicBezTo>
                      <a:pt x="10691" y="3794"/>
                      <a:pt x="9933" y="3946"/>
                      <a:pt x="9933" y="3946"/>
                    </a:cubicBezTo>
                    <a:cubicBezTo>
                      <a:pt x="9579" y="3592"/>
                      <a:pt x="9282" y="3387"/>
                      <a:pt x="8751" y="3323"/>
                    </a:cubicBezTo>
                    <a:cubicBezTo>
                      <a:pt x="8680" y="3315"/>
                      <a:pt x="8608" y="3311"/>
                      <a:pt x="8535" y="3311"/>
                    </a:cubicBezTo>
                    <a:cubicBezTo>
                      <a:pt x="8100" y="3311"/>
                      <a:pt x="7656" y="3452"/>
                      <a:pt x="7280" y="3677"/>
                    </a:cubicBezTo>
                    <a:cubicBezTo>
                      <a:pt x="7011" y="3323"/>
                      <a:pt x="6601" y="3090"/>
                      <a:pt x="6162" y="3033"/>
                    </a:cubicBezTo>
                    <a:cubicBezTo>
                      <a:pt x="6123" y="3030"/>
                      <a:pt x="6084" y="3029"/>
                      <a:pt x="6045" y="3029"/>
                    </a:cubicBezTo>
                    <a:cubicBezTo>
                      <a:pt x="5693" y="3029"/>
                      <a:pt x="5337" y="3145"/>
                      <a:pt x="5101" y="3387"/>
                    </a:cubicBezTo>
                    <a:cubicBezTo>
                      <a:pt x="4952" y="3500"/>
                      <a:pt x="4804" y="3677"/>
                      <a:pt x="4776" y="3854"/>
                    </a:cubicBezTo>
                    <a:cubicBezTo>
                      <a:pt x="4748" y="3916"/>
                      <a:pt x="4801" y="4357"/>
                      <a:pt x="4778" y="4357"/>
                    </a:cubicBezTo>
                    <a:cubicBezTo>
                      <a:pt x="4777" y="4357"/>
                      <a:pt x="4776" y="4357"/>
                      <a:pt x="4776" y="4356"/>
                    </a:cubicBezTo>
                    <a:cubicBezTo>
                      <a:pt x="4478" y="4271"/>
                      <a:pt x="4330" y="3974"/>
                      <a:pt x="4181" y="3712"/>
                    </a:cubicBezTo>
                    <a:cubicBezTo>
                      <a:pt x="3538" y="2588"/>
                      <a:pt x="2830" y="1555"/>
                      <a:pt x="2002" y="557"/>
                    </a:cubicBezTo>
                    <a:cubicBezTo>
                      <a:pt x="1826" y="380"/>
                      <a:pt x="1677" y="203"/>
                      <a:pt x="1472" y="111"/>
                    </a:cubicBezTo>
                    <a:cubicBezTo>
                      <a:pt x="1341" y="37"/>
                      <a:pt x="1194" y="0"/>
                      <a:pt x="1050" y="0"/>
                    </a:cubicBezTo>
                    <a:close/>
                  </a:path>
                </a:pathLst>
              </a:custGeom>
              <a:solidFill>
                <a:srgbClr val="E958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71"/>
              <p:cNvSpPr/>
              <p:nvPr/>
            </p:nvSpPr>
            <p:spPr>
              <a:xfrm>
                <a:off x="4705150" y="3009850"/>
                <a:ext cx="53100" cy="93400"/>
              </a:xfrm>
              <a:custGeom>
                <a:avLst/>
                <a:gdLst/>
                <a:ahLst/>
                <a:cxnLst/>
                <a:rect l="l" t="t" r="r" b="b"/>
                <a:pathLst>
                  <a:path w="2124" h="3736" extrusionOk="0">
                    <a:moveTo>
                      <a:pt x="79" y="1"/>
                    </a:moveTo>
                    <a:cubicBezTo>
                      <a:pt x="65" y="1"/>
                      <a:pt x="50" y="8"/>
                      <a:pt x="36" y="22"/>
                    </a:cubicBezTo>
                    <a:cubicBezTo>
                      <a:pt x="1" y="22"/>
                      <a:pt x="1" y="50"/>
                      <a:pt x="1" y="78"/>
                    </a:cubicBezTo>
                    <a:cubicBezTo>
                      <a:pt x="355" y="758"/>
                      <a:pt x="708" y="1352"/>
                      <a:pt x="1005" y="1911"/>
                    </a:cubicBezTo>
                    <a:cubicBezTo>
                      <a:pt x="1331" y="2441"/>
                      <a:pt x="1656" y="3028"/>
                      <a:pt x="2010" y="3708"/>
                    </a:cubicBezTo>
                    <a:cubicBezTo>
                      <a:pt x="2038" y="3708"/>
                      <a:pt x="2038" y="3736"/>
                      <a:pt x="2067" y="3736"/>
                    </a:cubicBezTo>
                    <a:cubicBezTo>
                      <a:pt x="2067" y="3736"/>
                      <a:pt x="2095" y="3736"/>
                      <a:pt x="2095" y="3708"/>
                    </a:cubicBezTo>
                    <a:cubicBezTo>
                      <a:pt x="2123" y="3708"/>
                      <a:pt x="2123" y="3679"/>
                      <a:pt x="2123" y="3651"/>
                    </a:cubicBezTo>
                    <a:cubicBezTo>
                      <a:pt x="1769" y="2972"/>
                      <a:pt x="1451" y="2378"/>
                      <a:pt x="1126" y="1847"/>
                    </a:cubicBezTo>
                    <a:cubicBezTo>
                      <a:pt x="800" y="1288"/>
                      <a:pt x="475" y="701"/>
                      <a:pt x="121" y="22"/>
                    </a:cubicBezTo>
                    <a:cubicBezTo>
                      <a:pt x="107" y="8"/>
                      <a:pt x="93"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71"/>
              <p:cNvSpPr/>
              <p:nvPr/>
            </p:nvSpPr>
            <p:spPr>
              <a:xfrm>
                <a:off x="4770075" y="2992700"/>
                <a:ext cx="50950" cy="94275"/>
              </a:xfrm>
              <a:custGeom>
                <a:avLst/>
                <a:gdLst/>
                <a:ahLst/>
                <a:cxnLst/>
                <a:rect l="l" t="t" r="r" b="b"/>
                <a:pathLst>
                  <a:path w="2038" h="3771" extrusionOk="0">
                    <a:moveTo>
                      <a:pt x="28" y="0"/>
                    </a:moveTo>
                    <a:cubicBezTo>
                      <a:pt x="0" y="29"/>
                      <a:pt x="0" y="57"/>
                      <a:pt x="0" y="92"/>
                    </a:cubicBezTo>
                    <a:cubicBezTo>
                      <a:pt x="651" y="1153"/>
                      <a:pt x="1387" y="2420"/>
                      <a:pt x="1917" y="3743"/>
                    </a:cubicBezTo>
                    <a:cubicBezTo>
                      <a:pt x="1946" y="3771"/>
                      <a:pt x="1946" y="3771"/>
                      <a:pt x="1974" y="3771"/>
                    </a:cubicBezTo>
                    <a:lnTo>
                      <a:pt x="2002" y="3771"/>
                    </a:lnTo>
                    <a:cubicBezTo>
                      <a:pt x="2038" y="3771"/>
                      <a:pt x="2038" y="3714"/>
                      <a:pt x="2038" y="3686"/>
                    </a:cubicBezTo>
                    <a:cubicBezTo>
                      <a:pt x="1507" y="2392"/>
                      <a:pt x="764" y="1090"/>
                      <a:pt x="120" y="29"/>
                    </a:cubicBezTo>
                    <a:cubicBezTo>
                      <a:pt x="92" y="0"/>
                      <a:pt x="57" y="0"/>
                      <a:pt x="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71"/>
              <p:cNvSpPr/>
              <p:nvPr/>
            </p:nvSpPr>
            <p:spPr>
              <a:xfrm>
                <a:off x="4834275" y="2999600"/>
                <a:ext cx="44225" cy="85275"/>
              </a:xfrm>
              <a:custGeom>
                <a:avLst/>
                <a:gdLst/>
                <a:ahLst/>
                <a:cxnLst/>
                <a:rect l="l" t="t" r="r" b="b"/>
                <a:pathLst>
                  <a:path w="1769" h="3411" extrusionOk="0">
                    <a:moveTo>
                      <a:pt x="67" y="0"/>
                    </a:moveTo>
                    <a:cubicBezTo>
                      <a:pt x="57" y="0"/>
                      <a:pt x="43" y="7"/>
                      <a:pt x="28" y="21"/>
                    </a:cubicBezTo>
                    <a:cubicBezTo>
                      <a:pt x="0" y="21"/>
                      <a:pt x="0" y="78"/>
                      <a:pt x="0" y="106"/>
                    </a:cubicBezTo>
                    <a:cubicBezTo>
                      <a:pt x="644" y="991"/>
                      <a:pt x="1146" y="2024"/>
                      <a:pt x="1648" y="3354"/>
                    </a:cubicBezTo>
                    <a:cubicBezTo>
                      <a:pt x="1648" y="3382"/>
                      <a:pt x="1677" y="3410"/>
                      <a:pt x="1677" y="3410"/>
                    </a:cubicBezTo>
                    <a:lnTo>
                      <a:pt x="1705" y="3410"/>
                    </a:lnTo>
                    <a:cubicBezTo>
                      <a:pt x="1733" y="3382"/>
                      <a:pt x="1769" y="3354"/>
                      <a:pt x="1733" y="3318"/>
                    </a:cubicBezTo>
                    <a:cubicBezTo>
                      <a:pt x="1266" y="1995"/>
                      <a:pt x="736" y="934"/>
                      <a:pt x="85" y="21"/>
                    </a:cubicBezTo>
                    <a:cubicBezTo>
                      <a:pt x="85" y="7"/>
                      <a:pt x="78"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71"/>
              <p:cNvSpPr/>
              <p:nvPr/>
            </p:nvSpPr>
            <p:spPr>
              <a:xfrm>
                <a:off x="4711875" y="3143725"/>
                <a:ext cx="35400" cy="54675"/>
              </a:xfrm>
              <a:custGeom>
                <a:avLst/>
                <a:gdLst/>
                <a:ahLst/>
                <a:cxnLst/>
                <a:rect l="l" t="t" r="r" b="b"/>
                <a:pathLst>
                  <a:path w="1416" h="2187" extrusionOk="0">
                    <a:moveTo>
                      <a:pt x="29" y="1"/>
                    </a:moveTo>
                    <a:cubicBezTo>
                      <a:pt x="1" y="29"/>
                      <a:pt x="1" y="65"/>
                      <a:pt x="1" y="93"/>
                    </a:cubicBezTo>
                    <a:cubicBezTo>
                      <a:pt x="262" y="475"/>
                      <a:pt x="531" y="885"/>
                      <a:pt x="793" y="1303"/>
                    </a:cubicBezTo>
                    <a:cubicBezTo>
                      <a:pt x="942" y="1593"/>
                      <a:pt x="1118" y="1890"/>
                      <a:pt x="1295" y="2151"/>
                    </a:cubicBezTo>
                    <a:cubicBezTo>
                      <a:pt x="1324" y="2187"/>
                      <a:pt x="1324" y="2187"/>
                      <a:pt x="1359" y="2187"/>
                    </a:cubicBezTo>
                    <a:lnTo>
                      <a:pt x="1387" y="2187"/>
                    </a:lnTo>
                    <a:cubicBezTo>
                      <a:pt x="1416" y="2151"/>
                      <a:pt x="1416" y="2123"/>
                      <a:pt x="1416" y="2095"/>
                    </a:cubicBezTo>
                    <a:cubicBezTo>
                      <a:pt x="1239" y="1833"/>
                      <a:pt x="1062" y="1536"/>
                      <a:pt x="885" y="1239"/>
                    </a:cubicBezTo>
                    <a:cubicBezTo>
                      <a:pt x="616" y="800"/>
                      <a:pt x="354" y="383"/>
                      <a:pt x="86" y="29"/>
                    </a:cubicBezTo>
                    <a:cubicBezTo>
                      <a:pt x="86" y="1"/>
                      <a:pt x="57" y="1"/>
                      <a:pt x="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71"/>
              <p:cNvSpPr/>
              <p:nvPr/>
            </p:nvSpPr>
            <p:spPr>
              <a:xfrm>
                <a:off x="4765650" y="3147625"/>
                <a:ext cx="11875" cy="14525"/>
              </a:xfrm>
              <a:custGeom>
                <a:avLst/>
                <a:gdLst/>
                <a:ahLst/>
                <a:cxnLst/>
                <a:rect l="l" t="t" r="r" b="b"/>
                <a:pathLst>
                  <a:path w="475" h="581" extrusionOk="0">
                    <a:moveTo>
                      <a:pt x="44" y="1"/>
                    </a:moveTo>
                    <a:cubicBezTo>
                      <a:pt x="29" y="1"/>
                      <a:pt x="14" y="8"/>
                      <a:pt x="0" y="22"/>
                    </a:cubicBezTo>
                    <a:lnTo>
                      <a:pt x="0" y="114"/>
                    </a:lnTo>
                    <a:cubicBezTo>
                      <a:pt x="121" y="199"/>
                      <a:pt x="149" y="262"/>
                      <a:pt x="177" y="319"/>
                    </a:cubicBezTo>
                    <a:cubicBezTo>
                      <a:pt x="205" y="375"/>
                      <a:pt x="234" y="439"/>
                      <a:pt x="382" y="552"/>
                    </a:cubicBezTo>
                    <a:cubicBezTo>
                      <a:pt x="382" y="581"/>
                      <a:pt x="411" y="581"/>
                      <a:pt x="411" y="581"/>
                    </a:cubicBezTo>
                    <a:cubicBezTo>
                      <a:pt x="446" y="581"/>
                      <a:pt x="446" y="581"/>
                      <a:pt x="446" y="552"/>
                    </a:cubicBezTo>
                    <a:cubicBezTo>
                      <a:pt x="474" y="524"/>
                      <a:pt x="474" y="496"/>
                      <a:pt x="446" y="467"/>
                    </a:cubicBezTo>
                    <a:cubicBezTo>
                      <a:pt x="354" y="375"/>
                      <a:pt x="326" y="319"/>
                      <a:pt x="297" y="262"/>
                    </a:cubicBezTo>
                    <a:cubicBezTo>
                      <a:pt x="269" y="199"/>
                      <a:pt x="234" y="142"/>
                      <a:pt x="92" y="22"/>
                    </a:cubicBezTo>
                    <a:cubicBezTo>
                      <a:pt x="75" y="8"/>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71"/>
              <p:cNvSpPr/>
              <p:nvPr/>
            </p:nvSpPr>
            <p:spPr>
              <a:xfrm>
                <a:off x="4807725" y="3132775"/>
                <a:ext cx="10300" cy="13275"/>
              </a:xfrm>
              <a:custGeom>
                <a:avLst/>
                <a:gdLst/>
                <a:ahLst/>
                <a:cxnLst/>
                <a:rect l="l" t="t" r="r" b="b"/>
                <a:pathLst>
                  <a:path w="412" h="531" extrusionOk="0">
                    <a:moveTo>
                      <a:pt x="29" y="0"/>
                    </a:moveTo>
                    <a:cubicBezTo>
                      <a:pt x="1" y="29"/>
                      <a:pt x="1" y="57"/>
                      <a:pt x="29" y="85"/>
                    </a:cubicBezTo>
                    <a:cubicBezTo>
                      <a:pt x="58" y="149"/>
                      <a:pt x="114" y="234"/>
                      <a:pt x="142" y="290"/>
                    </a:cubicBezTo>
                    <a:cubicBezTo>
                      <a:pt x="206" y="382"/>
                      <a:pt x="263" y="439"/>
                      <a:pt x="291" y="503"/>
                    </a:cubicBezTo>
                    <a:cubicBezTo>
                      <a:pt x="291" y="531"/>
                      <a:pt x="319" y="531"/>
                      <a:pt x="355" y="531"/>
                    </a:cubicBezTo>
                    <a:lnTo>
                      <a:pt x="383" y="531"/>
                    </a:lnTo>
                    <a:cubicBezTo>
                      <a:pt x="411" y="503"/>
                      <a:pt x="411" y="467"/>
                      <a:pt x="383" y="439"/>
                    </a:cubicBezTo>
                    <a:cubicBezTo>
                      <a:pt x="355" y="382"/>
                      <a:pt x="291" y="326"/>
                      <a:pt x="263" y="234"/>
                    </a:cubicBezTo>
                    <a:cubicBezTo>
                      <a:pt x="206" y="149"/>
                      <a:pt x="142" y="85"/>
                      <a:pt x="114" y="29"/>
                    </a:cubicBezTo>
                    <a:cubicBezTo>
                      <a:pt x="86" y="0"/>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71"/>
              <p:cNvSpPr/>
              <p:nvPr/>
            </p:nvSpPr>
            <p:spPr>
              <a:xfrm>
                <a:off x="4858500" y="3119500"/>
                <a:ext cx="11150" cy="14700"/>
              </a:xfrm>
              <a:custGeom>
                <a:avLst/>
                <a:gdLst/>
                <a:ahLst/>
                <a:cxnLst/>
                <a:rect l="l" t="t" r="r" b="b"/>
                <a:pathLst>
                  <a:path w="446" h="588" extrusionOk="0">
                    <a:moveTo>
                      <a:pt x="57" y="1"/>
                    </a:moveTo>
                    <a:cubicBezTo>
                      <a:pt x="29" y="29"/>
                      <a:pt x="0" y="57"/>
                      <a:pt x="29" y="86"/>
                    </a:cubicBezTo>
                    <a:lnTo>
                      <a:pt x="326" y="560"/>
                    </a:lnTo>
                    <a:cubicBezTo>
                      <a:pt x="354" y="560"/>
                      <a:pt x="354" y="588"/>
                      <a:pt x="382" y="588"/>
                    </a:cubicBezTo>
                    <a:cubicBezTo>
                      <a:pt x="411" y="588"/>
                      <a:pt x="411" y="560"/>
                      <a:pt x="411" y="560"/>
                    </a:cubicBezTo>
                    <a:cubicBezTo>
                      <a:pt x="446" y="560"/>
                      <a:pt x="446" y="503"/>
                      <a:pt x="446" y="468"/>
                    </a:cubicBezTo>
                    <a:lnTo>
                      <a:pt x="121" y="29"/>
                    </a:lnTo>
                    <a:cubicBezTo>
                      <a:pt x="121" y="1"/>
                      <a:pt x="92"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71"/>
              <p:cNvSpPr/>
              <p:nvPr/>
            </p:nvSpPr>
            <p:spPr>
              <a:xfrm>
                <a:off x="4905000" y="3110375"/>
                <a:ext cx="7275" cy="14275"/>
              </a:xfrm>
              <a:custGeom>
                <a:avLst/>
                <a:gdLst/>
                <a:ahLst/>
                <a:cxnLst/>
                <a:rect l="l" t="t" r="r" b="b"/>
                <a:pathLst>
                  <a:path w="291" h="571" extrusionOk="0">
                    <a:moveTo>
                      <a:pt x="82" y="0"/>
                    </a:moveTo>
                    <a:cubicBezTo>
                      <a:pt x="74" y="0"/>
                      <a:pt x="66" y="4"/>
                      <a:pt x="57" y="12"/>
                    </a:cubicBezTo>
                    <a:cubicBezTo>
                      <a:pt x="29" y="12"/>
                      <a:pt x="1" y="40"/>
                      <a:pt x="1" y="69"/>
                    </a:cubicBezTo>
                    <a:lnTo>
                      <a:pt x="178" y="543"/>
                    </a:lnTo>
                    <a:cubicBezTo>
                      <a:pt x="178" y="571"/>
                      <a:pt x="206" y="571"/>
                      <a:pt x="234" y="571"/>
                    </a:cubicBezTo>
                    <a:cubicBezTo>
                      <a:pt x="263" y="571"/>
                      <a:pt x="291" y="543"/>
                      <a:pt x="263" y="514"/>
                    </a:cubicBezTo>
                    <a:lnTo>
                      <a:pt x="114" y="40"/>
                    </a:lnTo>
                    <a:cubicBezTo>
                      <a:pt x="114" y="20"/>
                      <a:pt x="100" y="0"/>
                      <a:pt x="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71"/>
              <p:cNvSpPr/>
              <p:nvPr/>
            </p:nvSpPr>
            <p:spPr>
              <a:xfrm>
                <a:off x="4591800" y="2903950"/>
                <a:ext cx="41225" cy="32700"/>
              </a:xfrm>
              <a:custGeom>
                <a:avLst/>
                <a:gdLst/>
                <a:ahLst/>
                <a:cxnLst/>
                <a:rect l="l" t="t" r="r" b="b"/>
                <a:pathLst>
                  <a:path w="1649" h="1308" extrusionOk="0">
                    <a:moveTo>
                      <a:pt x="1267" y="1"/>
                    </a:moveTo>
                    <a:cubicBezTo>
                      <a:pt x="1257" y="1"/>
                      <a:pt x="1248" y="4"/>
                      <a:pt x="1238" y="13"/>
                    </a:cubicBezTo>
                    <a:cubicBezTo>
                      <a:pt x="1210" y="41"/>
                      <a:pt x="1210" y="70"/>
                      <a:pt x="1238" y="105"/>
                    </a:cubicBezTo>
                    <a:cubicBezTo>
                      <a:pt x="1415" y="339"/>
                      <a:pt x="1500" y="721"/>
                      <a:pt x="1387" y="926"/>
                    </a:cubicBezTo>
                    <a:cubicBezTo>
                      <a:pt x="1295" y="1046"/>
                      <a:pt x="1175" y="1131"/>
                      <a:pt x="1061" y="1166"/>
                    </a:cubicBezTo>
                    <a:cubicBezTo>
                      <a:pt x="1010" y="1186"/>
                      <a:pt x="954" y="1195"/>
                      <a:pt x="898" y="1195"/>
                    </a:cubicBezTo>
                    <a:cubicBezTo>
                      <a:pt x="793" y="1195"/>
                      <a:pt x="684" y="1163"/>
                      <a:pt x="587" y="1103"/>
                    </a:cubicBezTo>
                    <a:cubicBezTo>
                      <a:pt x="439" y="989"/>
                      <a:pt x="205" y="777"/>
                      <a:pt x="113" y="600"/>
                    </a:cubicBezTo>
                    <a:cubicBezTo>
                      <a:pt x="113" y="580"/>
                      <a:pt x="85" y="560"/>
                      <a:pt x="59" y="560"/>
                    </a:cubicBezTo>
                    <a:cubicBezTo>
                      <a:pt x="47" y="560"/>
                      <a:pt x="37" y="564"/>
                      <a:pt x="28" y="572"/>
                    </a:cubicBezTo>
                    <a:cubicBezTo>
                      <a:pt x="0" y="572"/>
                      <a:pt x="0" y="600"/>
                      <a:pt x="0" y="636"/>
                    </a:cubicBezTo>
                    <a:cubicBezTo>
                      <a:pt x="113" y="841"/>
                      <a:pt x="354" y="1074"/>
                      <a:pt x="531" y="1195"/>
                    </a:cubicBezTo>
                    <a:cubicBezTo>
                      <a:pt x="644" y="1279"/>
                      <a:pt x="793" y="1308"/>
                      <a:pt x="913" y="1308"/>
                    </a:cubicBezTo>
                    <a:cubicBezTo>
                      <a:pt x="969" y="1308"/>
                      <a:pt x="1033" y="1308"/>
                      <a:pt x="1090" y="1279"/>
                    </a:cubicBezTo>
                    <a:cubicBezTo>
                      <a:pt x="1238" y="1251"/>
                      <a:pt x="1387" y="1131"/>
                      <a:pt x="1472" y="989"/>
                    </a:cubicBezTo>
                    <a:cubicBezTo>
                      <a:pt x="1649" y="692"/>
                      <a:pt x="1472" y="247"/>
                      <a:pt x="1323" y="13"/>
                    </a:cubicBezTo>
                    <a:cubicBezTo>
                      <a:pt x="1304" y="13"/>
                      <a:pt x="1285" y="1"/>
                      <a:pt x="1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71"/>
              <p:cNvSpPr/>
              <p:nvPr/>
            </p:nvSpPr>
            <p:spPr>
              <a:xfrm>
                <a:off x="4594625" y="3085950"/>
                <a:ext cx="21425" cy="40825"/>
              </a:xfrm>
              <a:custGeom>
                <a:avLst/>
                <a:gdLst/>
                <a:ahLst/>
                <a:cxnLst/>
                <a:rect l="l" t="t" r="r" b="b"/>
                <a:pathLst>
                  <a:path w="857" h="1633" extrusionOk="0">
                    <a:moveTo>
                      <a:pt x="38" y="1"/>
                    </a:moveTo>
                    <a:cubicBezTo>
                      <a:pt x="18" y="1"/>
                      <a:pt x="0" y="21"/>
                      <a:pt x="0" y="41"/>
                    </a:cubicBezTo>
                    <a:cubicBezTo>
                      <a:pt x="0" y="76"/>
                      <a:pt x="0" y="105"/>
                      <a:pt x="36" y="105"/>
                    </a:cubicBezTo>
                    <a:cubicBezTo>
                      <a:pt x="121" y="133"/>
                      <a:pt x="177" y="253"/>
                      <a:pt x="241" y="310"/>
                    </a:cubicBezTo>
                    <a:cubicBezTo>
                      <a:pt x="326" y="430"/>
                      <a:pt x="418" y="515"/>
                      <a:pt x="503" y="635"/>
                    </a:cubicBezTo>
                    <a:cubicBezTo>
                      <a:pt x="566" y="748"/>
                      <a:pt x="651" y="840"/>
                      <a:pt x="680" y="989"/>
                    </a:cubicBezTo>
                    <a:cubicBezTo>
                      <a:pt x="708" y="1166"/>
                      <a:pt x="680" y="1399"/>
                      <a:pt x="531" y="1548"/>
                    </a:cubicBezTo>
                    <a:lnTo>
                      <a:pt x="531" y="1633"/>
                    </a:lnTo>
                    <a:lnTo>
                      <a:pt x="623" y="1633"/>
                    </a:lnTo>
                    <a:cubicBezTo>
                      <a:pt x="771" y="1456"/>
                      <a:pt x="856" y="1194"/>
                      <a:pt x="800" y="961"/>
                    </a:cubicBezTo>
                    <a:cubicBezTo>
                      <a:pt x="743" y="812"/>
                      <a:pt x="651" y="664"/>
                      <a:pt x="595" y="572"/>
                    </a:cubicBezTo>
                    <a:cubicBezTo>
                      <a:pt x="503" y="458"/>
                      <a:pt x="418" y="338"/>
                      <a:pt x="326" y="253"/>
                    </a:cubicBezTo>
                    <a:cubicBezTo>
                      <a:pt x="269" y="161"/>
                      <a:pt x="177" y="41"/>
                      <a:pt x="64" y="13"/>
                    </a:cubicBezTo>
                    <a:cubicBezTo>
                      <a:pt x="56" y="4"/>
                      <a:pt x="47" y="1"/>
                      <a:pt x="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71"/>
              <p:cNvSpPr/>
              <p:nvPr/>
            </p:nvSpPr>
            <p:spPr>
              <a:xfrm>
                <a:off x="4651400" y="3161425"/>
                <a:ext cx="17700" cy="12575"/>
              </a:xfrm>
              <a:custGeom>
                <a:avLst/>
                <a:gdLst/>
                <a:ahLst/>
                <a:cxnLst/>
                <a:rect l="l" t="t" r="r" b="b"/>
                <a:pathLst>
                  <a:path w="708" h="503" extrusionOk="0">
                    <a:moveTo>
                      <a:pt x="594" y="0"/>
                    </a:moveTo>
                    <a:cubicBezTo>
                      <a:pt x="446" y="177"/>
                      <a:pt x="269" y="297"/>
                      <a:pt x="64" y="382"/>
                    </a:cubicBezTo>
                    <a:cubicBezTo>
                      <a:pt x="29" y="382"/>
                      <a:pt x="0" y="418"/>
                      <a:pt x="29" y="446"/>
                    </a:cubicBezTo>
                    <a:cubicBezTo>
                      <a:pt x="29" y="474"/>
                      <a:pt x="64" y="503"/>
                      <a:pt x="92" y="503"/>
                    </a:cubicBezTo>
                    <a:cubicBezTo>
                      <a:pt x="326" y="418"/>
                      <a:pt x="531" y="269"/>
                      <a:pt x="679" y="92"/>
                    </a:cubicBezTo>
                    <a:cubicBezTo>
                      <a:pt x="708" y="64"/>
                      <a:pt x="708" y="29"/>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71"/>
              <p:cNvSpPr/>
              <p:nvPr/>
            </p:nvSpPr>
            <p:spPr>
              <a:xfrm>
                <a:off x="4658825" y="3169725"/>
                <a:ext cx="8875" cy="7275"/>
              </a:xfrm>
              <a:custGeom>
                <a:avLst/>
                <a:gdLst/>
                <a:ahLst/>
                <a:cxnLst/>
                <a:rect l="l" t="t" r="r" b="b"/>
                <a:pathLst>
                  <a:path w="355" h="291" extrusionOk="0">
                    <a:moveTo>
                      <a:pt x="280" y="1"/>
                    </a:moveTo>
                    <a:cubicBezTo>
                      <a:pt x="264" y="1"/>
                      <a:pt x="248" y="8"/>
                      <a:pt x="234" y="22"/>
                    </a:cubicBezTo>
                    <a:cubicBezTo>
                      <a:pt x="177" y="86"/>
                      <a:pt x="85" y="142"/>
                      <a:pt x="29" y="199"/>
                    </a:cubicBezTo>
                    <a:cubicBezTo>
                      <a:pt x="0" y="199"/>
                      <a:pt x="0" y="227"/>
                      <a:pt x="0" y="263"/>
                    </a:cubicBezTo>
                    <a:cubicBezTo>
                      <a:pt x="0" y="291"/>
                      <a:pt x="29" y="291"/>
                      <a:pt x="57" y="291"/>
                    </a:cubicBezTo>
                    <a:lnTo>
                      <a:pt x="85" y="291"/>
                    </a:lnTo>
                    <a:cubicBezTo>
                      <a:pt x="177" y="227"/>
                      <a:pt x="234" y="171"/>
                      <a:pt x="326" y="114"/>
                    </a:cubicBezTo>
                    <a:cubicBezTo>
                      <a:pt x="354" y="86"/>
                      <a:pt x="354" y="50"/>
                      <a:pt x="326" y="22"/>
                    </a:cubicBezTo>
                    <a:cubicBezTo>
                      <a:pt x="312" y="8"/>
                      <a:pt x="296" y="1"/>
                      <a:pt x="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71"/>
              <p:cNvSpPr/>
              <p:nvPr/>
            </p:nvSpPr>
            <p:spPr>
              <a:xfrm>
                <a:off x="4650675" y="2992400"/>
                <a:ext cx="23550" cy="15000"/>
              </a:xfrm>
              <a:custGeom>
                <a:avLst/>
                <a:gdLst/>
                <a:ahLst/>
                <a:cxnLst/>
                <a:rect l="l" t="t" r="r" b="b"/>
                <a:pathLst>
                  <a:path w="942" h="600" extrusionOk="0">
                    <a:moveTo>
                      <a:pt x="882" y="1"/>
                    </a:moveTo>
                    <a:cubicBezTo>
                      <a:pt x="874" y="1"/>
                      <a:pt x="865" y="4"/>
                      <a:pt x="857" y="12"/>
                    </a:cubicBezTo>
                    <a:cubicBezTo>
                      <a:pt x="765" y="69"/>
                      <a:pt x="680" y="104"/>
                      <a:pt x="588" y="161"/>
                    </a:cubicBezTo>
                    <a:cubicBezTo>
                      <a:pt x="383" y="246"/>
                      <a:pt x="178" y="338"/>
                      <a:pt x="29" y="515"/>
                    </a:cubicBezTo>
                    <a:cubicBezTo>
                      <a:pt x="1" y="515"/>
                      <a:pt x="1" y="571"/>
                      <a:pt x="29" y="600"/>
                    </a:cubicBezTo>
                    <a:lnTo>
                      <a:pt x="58" y="600"/>
                    </a:lnTo>
                    <a:cubicBezTo>
                      <a:pt x="93" y="600"/>
                      <a:pt x="93" y="600"/>
                      <a:pt x="121" y="571"/>
                    </a:cubicBezTo>
                    <a:cubicBezTo>
                      <a:pt x="234" y="423"/>
                      <a:pt x="447" y="338"/>
                      <a:pt x="623" y="246"/>
                    </a:cubicBezTo>
                    <a:cubicBezTo>
                      <a:pt x="737" y="218"/>
                      <a:pt x="829" y="161"/>
                      <a:pt x="914" y="104"/>
                    </a:cubicBezTo>
                    <a:cubicBezTo>
                      <a:pt x="942" y="104"/>
                      <a:pt x="942" y="41"/>
                      <a:pt x="942" y="41"/>
                    </a:cubicBezTo>
                    <a:cubicBezTo>
                      <a:pt x="922" y="21"/>
                      <a:pt x="902"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71"/>
              <p:cNvSpPr/>
              <p:nvPr/>
            </p:nvSpPr>
            <p:spPr>
              <a:xfrm>
                <a:off x="4660225" y="3001950"/>
                <a:ext cx="9575" cy="6325"/>
              </a:xfrm>
              <a:custGeom>
                <a:avLst/>
                <a:gdLst/>
                <a:ahLst/>
                <a:cxnLst/>
                <a:rect l="l" t="t" r="r" b="b"/>
                <a:pathLst>
                  <a:path w="383" h="253" extrusionOk="0">
                    <a:moveTo>
                      <a:pt x="295" y="1"/>
                    </a:moveTo>
                    <a:cubicBezTo>
                      <a:pt x="286" y="1"/>
                      <a:pt x="278" y="4"/>
                      <a:pt x="270" y="12"/>
                    </a:cubicBezTo>
                    <a:cubicBezTo>
                      <a:pt x="206" y="76"/>
                      <a:pt x="121" y="104"/>
                      <a:pt x="29" y="133"/>
                    </a:cubicBezTo>
                    <a:cubicBezTo>
                      <a:pt x="1" y="161"/>
                      <a:pt x="1" y="189"/>
                      <a:pt x="1" y="218"/>
                    </a:cubicBezTo>
                    <a:cubicBezTo>
                      <a:pt x="29" y="253"/>
                      <a:pt x="29" y="253"/>
                      <a:pt x="65" y="253"/>
                    </a:cubicBezTo>
                    <a:lnTo>
                      <a:pt x="93" y="253"/>
                    </a:lnTo>
                    <a:cubicBezTo>
                      <a:pt x="178" y="218"/>
                      <a:pt x="270" y="161"/>
                      <a:pt x="326" y="104"/>
                    </a:cubicBezTo>
                    <a:cubicBezTo>
                      <a:pt x="355" y="104"/>
                      <a:pt x="383" y="76"/>
                      <a:pt x="355" y="41"/>
                    </a:cubicBezTo>
                    <a:cubicBezTo>
                      <a:pt x="335" y="21"/>
                      <a:pt x="315" y="1"/>
                      <a:pt x="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71"/>
              <p:cNvSpPr/>
              <p:nvPr/>
            </p:nvSpPr>
            <p:spPr>
              <a:xfrm>
                <a:off x="4660950" y="3004025"/>
                <a:ext cx="20000" cy="12225"/>
              </a:xfrm>
              <a:custGeom>
                <a:avLst/>
                <a:gdLst/>
                <a:ahLst/>
                <a:cxnLst/>
                <a:rect l="l" t="t" r="r" b="b"/>
                <a:pathLst>
                  <a:path w="800" h="489" extrusionOk="0">
                    <a:moveTo>
                      <a:pt x="740" y="0"/>
                    </a:moveTo>
                    <a:cubicBezTo>
                      <a:pt x="724" y="0"/>
                      <a:pt x="708" y="7"/>
                      <a:pt x="708" y="21"/>
                    </a:cubicBezTo>
                    <a:cubicBezTo>
                      <a:pt x="503" y="170"/>
                      <a:pt x="297" y="311"/>
                      <a:pt x="64" y="375"/>
                    </a:cubicBezTo>
                    <a:cubicBezTo>
                      <a:pt x="36" y="375"/>
                      <a:pt x="0" y="432"/>
                      <a:pt x="0" y="460"/>
                    </a:cubicBezTo>
                    <a:cubicBezTo>
                      <a:pt x="36" y="460"/>
                      <a:pt x="36" y="488"/>
                      <a:pt x="64" y="488"/>
                    </a:cubicBezTo>
                    <a:lnTo>
                      <a:pt x="92" y="488"/>
                    </a:lnTo>
                    <a:cubicBezTo>
                      <a:pt x="326" y="403"/>
                      <a:pt x="566" y="283"/>
                      <a:pt x="771" y="106"/>
                    </a:cubicBezTo>
                    <a:cubicBezTo>
                      <a:pt x="800" y="78"/>
                      <a:pt x="800" y="50"/>
                      <a:pt x="771" y="21"/>
                    </a:cubicBezTo>
                    <a:cubicBezTo>
                      <a:pt x="771" y="7"/>
                      <a:pt x="755" y="0"/>
                      <a:pt x="7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71"/>
              <p:cNvSpPr/>
              <p:nvPr/>
            </p:nvSpPr>
            <p:spPr>
              <a:xfrm>
                <a:off x="4719300" y="2985275"/>
                <a:ext cx="19850" cy="8150"/>
              </a:xfrm>
              <a:custGeom>
                <a:avLst/>
                <a:gdLst/>
                <a:ahLst/>
                <a:cxnLst/>
                <a:rect l="l" t="t" r="r" b="b"/>
                <a:pathLst>
                  <a:path w="794" h="326" extrusionOk="0">
                    <a:moveTo>
                      <a:pt x="737" y="0"/>
                    </a:moveTo>
                    <a:cubicBezTo>
                      <a:pt x="616" y="0"/>
                      <a:pt x="496" y="0"/>
                      <a:pt x="383" y="36"/>
                    </a:cubicBezTo>
                    <a:cubicBezTo>
                      <a:pt x="234" y="92"/>
                      <a:pt x="114" y="149"/>
                      <a:pt x="29" y="241"/>
                    </a:cubicBezTo>
                    <a:cubicBezTo>
                      <a:pt x="1" y="241"/>
                      <a:pt x="1" y="297"/>
                      <a:pt x="29" y="326"/>
                    </a:cubicBezTo>
                    <a:lnTo>
                      <a:pt x="57" y="326"/>
                    </a:lnTo>
                    <a:cubicBezTo>
                      <a:pt x="86" y="326"/>
                      <a:pt x="86" y="326"/>
                      <a:pt x="114" y="297"/>
                    </a:cubicBezTo>
                    <a:cubicBezTo>
                      <a:pt x="178" y="241"/>
                      <a:pt x="263" y="177"/>
                      <a:pt x="383" y="149"/>
                    </a:cubicBezTo>
                    <a:cubicBezTo>
                      <a:pt x="496" y="121"/>
                      <a:pt x="616" y="121"/>
                      <a:pt x="737" y="121"/>
                    </a:cubicBezTo>
                    <a:cubicBezTo>
                      <a:pt x="765" y="121"/>
                      <a:pt x="793" y="92"/>
                      <a:pt x="793" y="64"/>
                    </a:cubicBezTo>
                    <a:cubicBezTo>
                      <a:pt x="793" y="36"/>
                      <a:pt x="765" y="0"/>
                      <a:pt x="7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71"/>
              <p:cNvSpPr/>
              <p:nvPr/>
            </p:nvSpPr>
            <p:spPr>
              <a:xfrm>
                <a:off x="4781200" y="2991725"/>
                <a:ext cx="17725" cy="6125"/>
              </a:xfrm>
              <a:custGeom>
                <a:avLst/>
                <a:gdLst/>
                <a:ahLst/>
                <a:cxnLst/>
                <a:rect l="l" t="t" r="r" b="b"/>
                <a:pathLst>
                  <a:path w="709" h="245" extrusionOk="0">
                    <a:moveTo>
                      <a:pt x="502" y="1"/>
                    </a:moveTo>
                    <a:cubicBezTo>
                      <a:pt x="345" y="1"/>
                      <a:pt x="193" y="39"/>
                      <a:pt x="57" y="131"/>
                    </a:cubicBezTo>
                    <a:cubicBezTo>
                      <a:pt x="29" y="131"/>
                      <a:pt x="1" y="160"/>
                      <a:pt x="29" y="188"/>
                    </a:cubicBezTo>
                    <a:cubicBezTo>
                      <a:pt x="29" y="216"/>
                      <a:pt x="57" y="245"/>
                      <a:pt x="57" y="245"/>
                    </a:cubicBezTo>
                    <a:cubicBezTo>
                      <a:pt x="86" y="245"/>
                      <a:pt x="86" y="216"/>
                      <a:pt x="86" y="216"/>
                    </a:cubicBezTo>
                    <a:cubicBezTo>
                      <a:pt x="217" y="153"/>
                      <a:pt x="363" y="118"/>
                      <a:pt x="502" y="118"/>
                    </a:cubicBezTo>
                    <a:cubicBezTo>
                      <a:pt x="551" y="118"/>
                      <a:pt x="599" y="122"/>
                      <a:pt x="645" y="131"/>
                    </a:cubicBezTo>
                    <a:cubicBezTo>
                      <a:pt x="673" y="131"/>
                      <a:pt x="708" y="96"/>
                      <a:pt x="708" y="68"/>
                    </a:cubicBezTo>
                    <a:cubicBezTo>
                      <a:pt x="708" y="39"/>
                      <a:pt x="673" y="11"/>
                      <a:pt x="645" y="11"/>
                    </a:cubicBezTo>
                    <a:cubicBezTo>
                      <a:pt x="597" y="4"/>
                      <a:pt x="549" y="1"/>
                      <a:pt x="5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71"/>
              <p:cNvSpPr/>
              <p:nvPr/>
            </p:nvSpPr>
            <p:spPr>
              <a:xfrm>
                <a:off x="4805450" y="2992400"/>
                <a:ext cx="10275" cy="4750"/>
              </a:xfrm>
              <a:custGeom>
                <a:avLst/>
                <a:gdLst/>
                <a:ahLst/>
                <a:cxnLst/>
                <a:rect l="l" t="t" r="r" b="b"/>
                <a:pathLst>
                  <a:path w="411" h="190" extrusionOk="0">
                    <a:moveTo>
                      <a:pt x="63" y="1"/>
                    </a:moveTo>
                    <a:cubicBezTo>
                      <a:pt x="42" y="1"/>
                      <a:pt x="28" y="21"/>
                      <a:pt x="28" y="41"/>
                    </a:cubicBezTo>
                    <a:cubicBezTo>
                      <a:pt x="0" y="69"/>
                      <a:pt x="28" y="104"/>
                      <a:pt x="57" y="133"/>
                    </a:cubicBezTo>
                    <a:lnTo>
                      <a:pt x="325" y="189"/>
                    </a:lnTo>
                    <a:lnTo>
                      <a:pt x="354" y="189"/>
                    </a:lnTo>
                    <a:cubicBezTo>
                      <a:pt x="382" y="189"/>
                      <a:pt x="382" y="161"/>
                      <a:pt x="410" y="133"/>
                    </a:cubicBezTo>
                    <a:cubicBezTo>
                      <a:pt x="410" y="104"/>
                      <a:pt x="382" y="69"/>
                      <a:pt x="354" y="69"/>
                    </a:cubicBezTo>
                    <a:lnTo>
                      <a:pt x="92" y="12"/>
                    </a:lnTo>
                    <a:cubicBezTo>
                      <a:pt x="82" y="4"/>
                      <a:pt x="72" y="1"/>
                      <a:pt x="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71"/>
              <p:cNvSpPr/>
              <p:nvPr/>
            </p:nvSpPr>
            <p:spPr>
              <a:xfrm>
                <a:off x="4853375" y="3004225"/>
                <a:ext cx="21425" cy="6175"/>
              </a:xfrm>
              <a:custGeom>
                <a:avLst/>
                <a:gdLst/>
                <a:ahLst/>
                <a:cxnLst/>
                <a:rect l="l" t="t" r="r" b="b"/>
                <a:pathLst>
                  <a:path w="857" h="247" extrusionOk="0">
                    <a:moveTo>
                      <a:pt x="316" y="1"/>
                    </a:moveTo>
                    <a:cubicBezTo>
                      <a:pt x="230" y="1"/>
                      <a:pt x="137" y="13"/>
                      <a:pt x="57" y="13"/>
                    </a:cubicBezTo>
                    <a:cubicBezTo>
                      <a:pt x="28" y="13"/>
                      <a:pt x="0" y="42"/>
                      <a:pt x="0" y="70"/>
                    </a:cubicBezTo>
                    <a:cubicBezTo>
                      <a:pt x="0" y="98"/>
                      <a:pt x="28" y="127"/>
                      <a:pt x="57" y="127"/>
                    </a:cubicBezTo>
                    <a:cubicBezTo>
                      <a:pt x="137" y="127"/>
                      <a:pt x="230" y="114"/>
                      <a:pt x="316" y="114"/>
                    </a:cubicBezTo>
                    <a:cubicBezTo>
                      <a:pt x="359" y="114"/>
                      <a:pt x="401" y="117"/>
                      <a:pt x="439" y="127"/>
                    </a:cubicBezTo>
                    <a:cubicBezTo>
                      <a:pt x="559" y="127"/>
                      <a:pt x="679" y="162"/>
                      <a:pt x="764" y="219"/>
                    </a:cubicBezTo>
                    <a:cubicBezTo>
                      <a:pt x="764" y="219"/>
                      <a:pt x="764" y="247"/>
                      <a:pt x="792" y="247"/>
                    </a:cubicBezTo>
                    <a:lnTo>
                      <a:pt x="828" y="219"/>
                    </a:lnTo>
                    <a:cubicBezTo>
                      <a:pt x="856" y="190"/>
                      <a:pt x="856" y="162"/>
                      <a:pt x="828" y="127"/>
                    </a:cubicBezTo>
                    <a:cubicBezTo>
                      <a:pt x="708" y="70"/>
                      <a:pt x="587" y="13"/>
                      <a:pt x="439" y="13"/>
                    </a:cubicBezTo>
                    <a:cubicBezTo>
                      <a:pt x="401" y="4"/>
                      <a:pt x="359"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71"/>
              <p:cNvSpPr/>
              <p:nvPr/>
            </p:nvSpPr>
            <p:spPr>
              <a:xfrm>
                <a:off x="4791475" y="3355675"/>
                <a:ext cx="19125" cy="5450"/>
              </a:xfrm>
              <a:custGeom>
                <a:avLst/>
                <a:gdLst/>
                <a:ahLst/>
                <a:cxnLst/>
                <a:rect l="l" t="t" r="r" b="b"/>
                <a:pathLst>
                  <a:path w="765" h="218" extrusionOk="0">
                    <a:moveTo>
                      <a:pt x="33" y="0"/>
                    </a:moveTo>
                    <a:cubicBezTo>
                      <a:pt x="14" y="0"/>
                      <a:pt x="0" y="20"/>
                      <a:pt x="0" y="40"/>
                    </a:cubicBezTo>
                    <a:cubicBezTo>
                      <a:pt x="0" y="76"/>
                      <a:pt x="28" y="104"/>
                      <a:pt x="57" y="132"/>
                    </a:cubicBezTo>
                    <a:lnTo>
                      <a:pt x="708" y="217"/>
                    </a:lnTo>
                    <a:cubicBezTo>
                      <a:pt x="736" y="217"/>
                      <a:pt x="764" y="189"/>
                      <a:pt x="764" y="161"/>
                    </a:cubicBezTo>
                    <a:cubicBezTo>
                      <a:pt x="764" y="132"/>
                      <a:pt x="764" y="104"/>
                      <a:pt x="708" y="104"/>
                    </a:cubicBezTo>
                    <a:lnTo>
                      <a:pt x="57" y="12"/>
                    </a:lnTo>
                    <a:cubicBezTo>
                      <a:pt x="48" y="4"/>
                      <a:pt x="40" y="0"/>
                      <a:pt x="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71"/>
              <p:cNvSpPr/>
              <p:nvPr/>
            </p:nvSpPr>
            <p:spPr>
              <a:xfrm>
                <a:off x="4974875" y="3238875"/>
                <a:ext cx="11150" cy="14725"/>
              </a:xfrm>
              <a:custGeom>
                <a:avLst/>
                <a:gdLst/>
                <a:ahLst/>
                <a:cxnLst/>
                <a:rect l="l" t="t" r="r" b="b"/>
                <a:pathLst>
                  <a:path w="446" h="589" extrusionOk="0">
                    <a:moveTo>
                      <a:pt x="389" y="1"/>
                    </a:moveTo>
                    <a:cubicBezTo>
                      <a:pt x="354" y="1"/>
                      <a:pt x="326" y="1"/>
                      <a:pt x="326" y="29"/>
                    </a:cubicBezTo>
                    <a:cubicBezTo>
                      <a:pt x="241" y="291"/>
                      <a:pt x="92" y="440"/>
                      <a:pt x="36" y="468"/>
                    </a:cubicBezTo>
                    <a:cubicBezTo>
                      <a:pt x="0" y="503"/>
                      <a:pt x="0" y="531"/>
                      <a:pt x="36" y="560"/>
                    </a:cubicBezTo>
                    <a:cubicBezTo>
                      <a:pt x="36" y="588"/>
                      <a:pt x="64" y="588"/>
                      <a:pt x="64" y="588"/>
                    </a:cubicBezTo>
                    <a:lnTo>
                      <a:pt x="121" y="588"/>
                    </a:lnTo>
                    <a:cubicBezTo>
                      <a:pt x="177" y="531"/>
                      <a:pt x="354" y="355"/>
                      <a:pt x="446" y="57"/>
                    </a:cubicBezTo>
                    <a:cubicBezTo>
                      <a:pt x="446" y="29"/>
                      <a:pt x="418" y="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3" name="Google Shape;2753;p71"/>
            <p:cNvGrpSpPr/>
            <p:nvPr/>
          </p:nvGrpSpPr>
          <p:grpSpPr>
            <a:xfrm>
              <a:off x="3162807" y="1216951"/>
              <a:ext cx="1051808" cy="229363"/>
              <a:chOff x="4002795" y="1877329"/>
              <a:chExt cx="345546" cy="75352"/>
            </a:xfrm>
          </p:grpSpPr>
          <p:sp>
            <p:nvSpPr>
              <p:cNvPr id="2754" name="Google Shape;2754;p71"/>
              <p:cNvSpPr/>
              <p:nvPr/>
            </p:nvSpPr>
            <p:spPr>
              <a:xfrm>
                <a:off x="4002795" y="1877329"/>
                <a:ext cx="345546" cy="75352"/>
              </a:xfrm>
              <a:custGeom>
                <a:avLst/>
                <a:gdLst/>
                <a:ahLst/>
                <a:cxnLst/>
                <a:rect l="l" t="t" r="r" b="b"/>
                <a:pathLst>
                  <a:path w="9997" h="2180" extrusionOk="0">
                    <a:moveTo>
                      <a:pt x="0" y="0"/>
                    </a:moveTo>
                    <a:lnTo>
                      <a:pt x="0" y="2179"/>
                    </a:lnTo>
                    <a:lnTo>
                      <a:pt x="9996" y="2179"/>
                    </a:lnTo>
                    <a:lnTo>
                      <a:pt x="9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71"/>
              <p:cNvSpPr/>
              <p:nvPr/>
            </p:nvSpPr>
            <p:spPr>
              <a:xfrm>
                <a:off x="4270785" y="1897619"/>
                <a:ext cx="21569" cy="34738"/>
              </a:xfrm>
              <a:custGeom>
                <a:avLst/>
                <a:gdLst/>
                <a:ahLst/>
                <a:cxnLst/>
                <a:rect l="l" t="t" r="r" b="b"/>
                <a:pathLst>
                  <a:path w="624" h="1005" extrusionOk="0">
                    <a:moveTo>
                      <a:pt x="559" y="0"/>
                    </a:moveTo>
                    <a:lnTo>
                      <a:pt x="1" y="595"/>
                    </a:lnTo>
                    <a:lnTo>
                      <a:pt x="559" y="1005"/>
                    </a:lnTo>
                    <a:lnTo>
                      <a:pt x="623" y="948"/>
                    </a:lnTo>
                    <a:lnTo>
                      <a:pt x="121" y="595"/>
                    </a:lnTo>
                    <a:lnTo>
                      <a:pt x="623" y="64"/>
                    </a:lnTo>
                    <a:lnTo>
                      <a:pt x="5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71"/>
              <p:cNvSpPr/>
              <p:nvPr/>
            </p:nvSpPr>
            <p:spPr>
              <a:xfrm>
                <a:off x="4254401" y="1897619"/>
                <a:ext cx="22536" cy="34738"/>
              </a:xfrm>
              <a:custGeom>
                <a:avLst/>
                <a:gdLst/>
                <a:ahLst/>
                <a:cxnLst/>
                <a:rect l="l" t="t" r="r" b="b"/>
                <a:pathLst>
                  <a:path w="652" h="1005" extrusionOk="0">
                    <a:moveTo>
                      <a:pt x="595" y="0"/>
                    </a:moveTo>
                    <a:lnTo>
                      <a:pt x="1" y="595"/>
                    </a:lnTo>
                    <a:lnTo>
                      <a:pt x="595" y="1005"/>
                    </a:lnTo>
                    <a:lnTo>
                      <a:pt x="651" y="948"/>
                    </a:lnTo>
                    <a:lnTo>
                      <a:pt x="149" y="595"/>
                    </a:lnTo>
                    <a:lnTo>
                      <a:pt x="651" y="64"/>
                    </a:lnTo>
                    <a:lnTo>
                      <a:pt x="5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71"/>
              <p:cNvSpPr/>
              <p:nvPr/>
            </p:nvSpPr>
            <p:spPr>
              <a:xfrm>
                <a:off x="4055854" y="1885970"/>
                <a:ext cx="19356" cy="57654"/>
              </a:xfrm>
              <a:custGeom>
                <a:avLst/>
                <a:gdLst/>
                <a:ahLst/>
                <a:cxnLst/>
                <a:rect l="l" t="t" r="r" b="b"/>
                <a:pathLst>
                  <a:path w="560" h="1668" extrusionOk="0">
                    <a:moveTo>
                      <a:pt x="305" y="0"/>
                    </a:moveTo>
                    <a:cubicBezTo>
                      <a:pt x="264" y="0"/>
                      <a:pt x="226" y="22"/>
                      <a:pt x="205" y="47"/>
                    </a:cubicBezTo>
                    <a:cubicBezTo>
                      <a:pt x="149" y="76"/>
                      <a:pt x="85" y="160"/>
                      <a:pt x="85" y="252"/>
                    </a:cubicBezTo>
                    <a:cubicBezTo>
                      <a:pt x="57" y="309"/>
                      <a:pt x="85" y="401"/>
                      <a:pt x="85" y="458"/>
                    </a:cubicBezTo>
                    <a:cubicBezTo>
                      <a:pt x="120" y="514"/>
                      <a:pt x="120" y="542"/>
                      <a:pt x="120" y="578"/>
                    </a:cubicBezTo>
                    <a:cubicBezTo>
                      <a:pt x="120" y="691"/>
                      <a:pt x="85" y="783"/>
                      <a:pt x="0" y="811"/>
                    </a:cubicBezTo>
                    <a:lnTo>
                      <a:pt x="28" y="896"/>
                    </a:lnTo>
                    <a:lnTo>
                      <a:pt x="57" y="896"/>
                    </a:lnTo>
                    <a:cubicBezTo>
                      <a:pt x="85" y="932"/>
                      <a:pt x="120" y="932"/>
                      <a:pt x="120" y="960"/>
                    </a:cubicBezTo>
                    <a:lnTo>
                      <a:pt x="120" y="1108"/>
                    </a:lnTo>
                    <a:lnTo>
                      <a:pt x="120" y="1137"/>
                    </a:lnTo>
                    <a:cubicBezTo>
                      <a:pt x="85" y="1314"/>
                      <a:pt x="120" y="1427"/>
                      <a:pt x="177" y="1519"/>
                    </a:cubicBezTo>
                    <a:cubicBezTo>
                      <a:pt x="234" y="1604"/>
                      <a:pt x="326" y="1667"/>
                      <a:pt x="439" y="1667"/>
                    </a:cubicBezTo>
                    <a:cubicBezTo>
                      <a:pt x="474" y="1667"/>
                      <a:pt x="531" y="1667"/>
                      <a:pt x="559" y="1639"/>
                    </a:cubicBezTo>
                    <a:lnTo>
                      <a:pt x="531" y="1547"/>
                    </a:lnTo>
                    <a:cubicBezTo>
                      <a:pt x="498" y="1567"/>
                      <a:pt x="459" y="1576"/>
                      <a:pt x="421" y="1576"/>
                    </a:cubicBezTo>
                    <a:cubicBezTo>
                      <a:pt x="352" y="1576"/>
                      <a:pt x="285" y="1545"/>
                      <a:pt x="262" y="1490"/>
                    </a:cubicBezTo>
                    <a:cubicBezTo>
                      <a:pt x="205" y="1398"/>
                      <a:pt x="177" y="1285"/>
                      <a:pt x="205" y="1137"/>
                    </a:cubicBezTo>
                    <a:lnTo>
                      <a:pt x="205" y="932"/>
                    </a:lnTo>
                    <a:cubicBezTo>
                      <a:pt x="177" y="896"/>
                      <a:pt x="149" y="868"/>
                      <a:pt x="120" y="840"/>
                    </a:cubicBezTo>
                    <a:cubicBezTo>
                      <a:pt x="177" y="783"/>
                      <a:pt x="205" y="663"/>
                      <a:pt x="205" y="578"/>
                    </a:cubicBezTo>
                    <a:cubicBezTo>
                      <a:pt x="205" y="542"/>
                      <a:pt x="205" y="486"/>
                      <a:pt x="177" y="458"/>
                    </a:cubicBezTo>
                    <a:cubicBezTo>
                      <a:pt x="177" y="366"/>
                      <a:pt x="149" y="309"/>
                      <a:pt x="177" y="252"/>
                    </a:cubicBezTo>
                    <a:cubicBezTo>
                      <a:pt x="177" y="189"/>
                      <a:pt x="205" y="132"/>
                      <a:pt x="262" y="104"/>
                    </a:cubicBezTo>
                    <a:cubicBezTo>
                      <a:pt x="262" y="90"/>
                      <a:pt x="271" y="83"/>
                      <a:pt x="283" y="83"/>
                    </a:cubicBezTo>
                    <a:cubicBezTo>
                      <a:pt x="296" y="83"/>
                      <a:pt x="311" y="90"/>
                      <a:pt x="326" y="104"/>
                    </a:cubicBezTo>
                    <a:lnTo>
                      <a:pt x="354" y="12"/>
                    </a:lnTo>
                    <a:cubicBezTo>
                      <a:pt x="338" y="4"/>
                      <a:pt x="321" y="0"/>
                      <a:pt x="3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71"/>
              <p:cNvSpPr/>
              <p:nvPr/>
            </p:nvSpPr>
            <p:spPr>
              <a:xfrm>
                <a:off x="4034319" y="1888563"/>
                <a:ext cx="9333" cy="51882"/>
              </a:xfrm>
              <a:custGeom>
                <a:avLst/>
                <a:gdLst/>
                <a:ahLst/>
                <a:cxnLst/>
                <a:rect l="l" t="t" r="r" b="b"/>
                <a:pathLst>
                  <a:path w="270" h="1501" extrusionOk="0">
                    <a:moveTo>
                      <a:pt x="213" y="1"/>
                    </a:moveTo>
                    <a:cubicBezTo>
                      <a:pt x="1" y="467"/>
                      <a:pt x="1" y="1033"/>
                      <a:pt x="177" y="1500"/>
                    </a:cubicBezTo>
                    <a:lnTo>
                      <a:pt x="269" y="1472"/>
                    </a:lnTo>
                    <a:cubicBezTo>
                      <a:pt x="93" y="1033"/>
                      <a:pt x="93" y="503"/>
                      <a:pt x="269" y="29"/>
                    </a:cubicBezTo>
                    <a:lnTo>
                      <a:pt x="2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71"/>
              <p:cNvSpPr/>
              <p:nvPr/>
            </p:nvSpPr>
            <p:spPr>
              <a:xfrm>
                <a:off x="4303311" y="1885970"/>
                <a:ext cx="19598" cy="57654"/>
              </a:xfrm>
              <a:custGeom>
                <a:avLst/>
                <a:gdLst/>
                <a:ahLst/>
                <a:cxnLst/>
                <a:rect l="l" t="t" r="r" b="b"/>
                <a:pathLst>
                  <a:path w="567" h="1668" extrusionOk="0">
                    <a:moveTo>
                      <a:pt x="256" y="0"/>
                    </a:moveTo>
                    <a:cubicBezTo>
                      <a:pt x="243" y="0"/>
                      <a:pt x="229" y="4"/>
                      <a:pt x="213" y="12"/>
                    </a:cubicBezTo>
                    <a:lnTo>
                      <a:pt x="241" y="104"/>
                    </a:lnTo>
                    <a:cubicBezTo>
                      <a:pt x="255" y="90"/>
                      <a:pt x="262" y="83"/>
                      <a:pt x="269" y="83"/>
                    </a:cubicBezTo>
                    <a:cubicBezTo>
                      <a:pt x="276" y="83"/>
                      <a:pt x="283" y="90"/>
                      <a:pt x="298" y="104"/>
                    </a:cubicBezTo>
                    <a:cubicBezTo>
                      <a:pt x="354" y="132"/>
                      <a:pt x="390" y="189"/>
                      <a:pt x="390" y="252"/>
                    </a:cubicBezTo>
                    <a:lnTo>
                      <a:pt x="390" y="458"/>
                    </a:lnTo>
                    <a:cubicBezTo>
                      <a:pt x="354" y="486"/>
                      <a:pt x="354" y="542"/>
                      <a:pt x="354" y="578"/>
                    </a:cubicBezTo>
                    <a:cubicBezTo>
                      <a:pt x="354" y="663"/>
                      <a:pt x="390" y="783"/>
                      <a:pt x="446" y="840"/>
                    </a:cubicBezTo>
                    <a:cubicBezTo>
                      <a:pt x="390" y="868"/>
                      <a:pt x="390" y="896"/>
                      <a:pt x="354" y="932"/>
                    </a:cubicBezTo>
                    <a:cubicBezTo>
                      <a:pt x="326" y="988"/>
                      <a:pt x="354" y="1073"/>
                      <a:pt x="354" y="1137"/>
                    </a:cubicBezTo>
                    <a:cubicBezTo>
                      <a:pt x="390" y="1285"/>
                      <a:pt x="354" y="1398"/>
                      <a:pt x="298" y="1490"/>
                    </a:cubicBezTo>
                    <a:cubicBezTo>
                      <a:pt x="261" y="1545"/>
                      <a:pt x="198" y="1576"/>
                      <a:pt x="135" y="1576"/>
                    </a:cubicBezTo>
                    <a:cubicBezTo>
                      <a:pt x="100" y="1576"/>
                      <a:pt x="66" y="1567"/>
                      <a:pt x="36" y="1547"/>
                    </a:cubicBezTo>
                    <a:lnTo>
                      <a:pt x="0" y="1639"/>
                    </a:lnTo>
                    <a:cubicBezTo>
                      <a:pt x="36" y="1667"/>
                      <a:pt x="92" y="1667"/>
                      <a:pt x="121" y="1667"/>
                    </a:cubicBezTo>
                    <a:cubicBezTo>
                      <a:pt x="213" y="1667"/>
                      <a:pt x="326" y="1604"/>
                      <a:pt x="390" y="1519"/>
                    </a:cubicBezTo>
                    <a:cubicBezTo>
                      <a:pt x="446" y="1427"/>
                      <a:pt x="474" y="1314"/>
                      <a:pt x="446" y="1137"/>
                    </a:cubicBezTo>
                    <a:lnTo>
                      <a:pt x="446" y="1108"/>
                    </a:lnTo>
                    <a:lnTo>
                      <a:pt x="446" y="960"/>
                    </a:lnTo>
                    <a:cubicBezTo>
                      <a:pt x="446" y="932"/>
                      <a:pt x="474" y="932"/>
                      <a:pt x="503" y="896"/>
                    </a:cubicBezTo>
                    <a:lnTo>
                      <a:pt x="531" y="896"/>
                    </a:lnTo>
                    <a:lnTo>
                      <a:pt x="566" y="811"/>
                    </a:lnTo>
                    <a:lnTo>
                      <a:pt x="531" y="811"/>
                    </a:lnTo>
                    <a:cubicBezTo>
                      <a:pt x="474" y="783"/>
                      <a:pt x="446" y="691"/>
                      <a:pt x="446" y="578"/>
                    </a:cubicBezTo>
                    <a:cubicBezTo>
                      <a:pt x="446" y="542"/>
                      <a:pt x="446" y="514"/>
                      <a:pt x="474" y="458"/>
                    </a:cubicBezTo>
                    <a:lnTo>
                      <a:pt x="474" y="252"/>
                    </a:lnTo>
                    <a:cubicBezTo>
                      <a:pt x="474" y="160"/>
                      <a:pt x="418" y="76"/>
                      <a:pt x="354" y="47"/>
                    </a:cubicBezTo>
                    <a:cubicBezTo>
                      <a:pt x="314" y="22"/>
                      <a:pt x="288" y="0"/>
                      <a:pt x="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0" name="Google Shape;2760;p71"/>
            <p:cNvGrpSpPr/>
            <p:nvPr/>
          </p:nvGrpSpPr>
          <p:grpSpPr>
            <a:xfrm>
              <a:off x="3389504" y="1231789"/>
              <a:ext cx="505357" cy="199693"/>
              <a:chOff x="300879" y="4170864"/>
              <a:chExt cx="505357" cy="199693"/>
            </a:xfrm>
          </p:grpSpPr>
          <p:sp>
            <p:nvSpPr>
              <p:cNvPr id="2761" name="Google Shape;2761;p71"/>
              <p:cNvSpPr/>
              <p:nvPr/>
            </p:nvSpPr>
            <p:spPr>
              <a:xfrm>
                <a:off x="518149"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71"/>
              <p:cNvSpPr/>
              <p:nvPr/>
            </p:nvSpPr>
            <p:spPr>
              <a:xfrm>
                <a:off x="568021" y="4197063"/>
                <a:ext cx="71544" cy="111736"/>
              </a:xfrm>
              <a:custGeom>
                <a:avLst/>
                <a:gdLst/>
                <a:ahLst/>
                <a:cxnLst/>
                <a:rect l="l" t="t" r="r" b="b"/>
                <a:pathLst>
                  <a:path w="680" h="1062" extrusionOk="0">
                    <a:moveTo>
                      <a:pt x="57" y="0"/>
                    </a:moveTo>
                    <a:lnTo>
                      <a:pt x="1" y="57"/>
                    </a:lnTo>
                    <a:lnTo>
                      <a:pt x="531" y="616"/>
                    </a:lnTo>
                    <a:lnTo>
                      <a:pt x="1" y="1005"/>
                    </a:lnTo>
                    <a:lnTo>
                      <a:pt x="57" y="1061"/>
                    </a:lnTo>
                    <a:lnTo>
                      <a:pt x="680" y="651"/>
                    </a:lnTo>
                    <a:lnTo>
                      <a:pt x="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71"/>
              <p:cNvSpPr/>
              <p:nvPr/>
            </p:nvSpPr>
            <p:spPr>
              <a:xfrm>
                <a:off x="623794" y="4170864"/>
                <a:ext cx="64811" cy="187804"/>
              </a:xfrm>
              <a:custGeom>
                <a:avLst/>
                <a:gdLst/>
                <a:ahLst/>
                <a:cxnLst/>
                <a:rect l="l" t="t" r="r" b="b"/>
                <a:pathLst>
                  <a:path w="616" h="1785" extrusionOk="0">
                    <a:moveTo>
                      <a:pt x="286" y="1"/>
                    </a:moveTo>
                    <a:cubicBezTo>
                      <a:pt x="268" y="1"/>
                      <a:pt x="251" y="5"/>
                      <a:pt x="234" y="16"/>
                    </a:cubicBezTo>
                    <a:lnTo>
                      <a:pt x="262" y="101"/>
                    </a:lnTo>
                    <a:lnTo>
                      <a:pt x="354" y="101"/>
                    </a:lnTo>
                    <a:cubicBezTo>
                      <a:pt x="383" y="157"/>
                      <a:pt x="411" y="221"/>
                      <a:pt x="439" y="278"/>
                    </a:cubicBezTo>
                    <a:cubicBezTo>
                      <a:pt x="439" y="334"/>
                      <a:pt x="411" y="398"/>
                      <a:pt x="411" y="483"/>
                    </a:cubicBezTo>
                    <a:cubicBezTo>
                      <a:pt x="411" y="511"/>
                      <a:pt x="383" y="575"/>
                      <a:pt x="383" y="631"/>
                    </a:cubicBezTo>
                    <a:cubicBezTo>
                      <a:pt x="383" y="723"/>
                      <a:pt x="411" y="836"/>
                      <a:pt x="467" y="900"/>
                    </a:cubicBezTo>
                    <a:cubicBezTo>
                      <a:pt x="439" y="928"/>
                      <a:pt x="411" y="957"/>
                      <a:pt x="411" y="985"/>
                    </a:cubicBezTo>
                    <a:cubicBezTo>
                      <a:pt x="383" y="1077"/>
                      <a:pt x="383" y="1134"/>
                      <a:pt x="383" y="1190"/>
                    </a:cubicBezTo>
                    <a:lnTo>
                      <a:pt x="411" y="1218"/>
                    </a:lnTo>
                    <a:cubicBezTo>
                      <a:pt x="411" y="1367"/>
                      <a:pt x="411" y="1487"/>
                      <a:pt x="354" y="1572"/>
                    </a:cubicBezTo>
                    <a:cubicBezTo>
                      <a:pt x="308" y="1639"/>
                      <a:pt x="218" y="1687"/>
                      <a:pt x="139" y="1687"/>
                    </a:cubicBezTo>
                    <a:cubicBezTo>
                      <a:pt x="109" y="1687"/>
                      <a:pt x="81" y="1680"/>
                      <a:pt x="57" y="1664"/>
                    </a:cubicBezTo>
                    <a:lnTo>
                      <a:pt x="1" y="1721"/>
                    </a:lnTo>
                    <a:cubicBezTo>
                      <a:pt x="57" y="1749"/>
                      <a:pt x="85" y="1784"/>
                      <a:pt x="142" y="1784"/>
                    </a:cubicBezTo>
                    <a:cubicBezTo>
                      <a:pt x="234" y="1784"/>
                      <a:pt x="354" y="1721"/>
                      <a:pt x="411" y="1636"/>
                    </a:cubicBezTo>
                    <a:cubicBezTo>
                      <a:pt x="467" y="1516"/>
                      <a:pt x="496" y="1395"/>
                      <a:pt x="467" y="1218"/>
                    </a:cubicBezTo>
                    <a:lnTo>
                      <a:pt x="467" y="1190"/>
                    </a:lnTo>
                    <a:lnTo>
                      <a:pt x="467" y="1013"/>
                    </a:lnTo>
                    <a:cubicBezTo>
                      <a:pt x="496" y="985"/>
                      <a:pt x="496" y="985"/>
                      <a:pt x="531" y="957"/>
                    </a:cubicBezTo>
                    <a:lnTo>
                      <a:pt x="588" y="957"/>
                    </a:lnTo>
                    <a:lnTo>
                      <a:pt x="616" y="865"/>
                    </a:lnTo>
                    <a:lnTo>
                      <a:pt x="588" y="865"/>
                    </a:lnTo>
                    <a:cubicBezTo>
                      <a:pt x="496" y="836"/>
                      <a:pt x="467" y="723"/>
                      <a:pt x="467" y="631"/>
                    </a:cubicBezTo>
                    <a:cubicBezTo>
                      <a:pt x="467" y="575"/>
                      <a:pt x="496" y="546"/>
                      <a:pt x="496" y="483"/>
                    </a:cubicBezTo>
                    <a:cubicBezTo>
                      <a:pt x="496" y="426"/>
                      <a:pt x="531" y="334"/>
                      <a:pt x="531" y="249"/>
                    </a:cubicBezTo>
                    <a:cubicBezTo>
                      <a:pt x="496" y="193"/>
                      <a:pt x="467" y="101"/>
                      <a:pt x="383" y="44"/>
                    </a:cubicBezTo>
                    <a:cubicBezTo>
                      <a:pt x="363" y="24"/>
                      <a:pt x="326"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71"/>
              <p:cNvSpPr/>
              <p:nvPr/>
            </p:nvSpPr>
            <p:spPr>
              <a:xfrm>
                <a:off x="725748" y="4178439"/>
                <a:ext cx="31353" cy="167604"/>
              </a:xfrm>
              <a:custGeom>
                <a:avLst/>
                <a:gdLst/>
                <a:ahLst/>
                <a:cxnLst/>
                <a:rect l="l" t="t" r="r" b="b"/>
                <a:pathLst>
                  <a:path w="298" h="1593" extrusionOk="0">
                    <a:moveTo>
                      <a:pt x="93" y="0"/>
                    </a:moveTo>
                    <a:lnTo>
                      <a:pt x="1" y="29"/>
                    </a:lnTo>
                    <a:cubicBezTo>
                      <a:pt x="206" y="531"/>
                      <a:pt x="206" y="1090"/>
                      <a:pt x="1" y="1564"/>
                    </a:cubicBezTo>
                    <a:lnTo>
                      <a:pt x="93" y="1592"/>
                    </a:lnTo>
                    <a:cubicBezTo>
                      <a:pt x="298" y="1090"/>
                      <a:pt x="298" y="503"/>
                      <a:pt x="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71"/>
              <p:cNvSpPr/>
              <p:nvPr/>
            </p:nvSpPr>
            <p:spPr>
              <a:xfrm>
                <a:off x="765940" y="4175493"/>
                <a:ext cx="40296" cy="195064"/>
              </a:xfrm>
              <a:custGeom>
                <a:avLst/>
                <a:gdLst/>
                <a:ahLst/>
                <a:cxnLst/>
                <a:rect l="l" t="t" r="r" b="b"/>
                <a:pathLst>
                  <a:path w="383" h="1854" extrusionOk="0">
                    <a:moveTo>
                      <a:pt x="121" y="0"/>
                    </a:moveTo>
                    <a:lnTo>
                      <a:pt x="29" y="28"/>
                    </a:lnTo>
                    <a:cubicBezTo>
                      <a:pt x="298" y="587"/>
                      <a:pt x="270" y="1266"/>
                      <a:pt x="1" y="1825"/>
                    </a:cubicBezTo>
                    <a:lnTo>
                      <a:pt x="64" y="1854"/>
                    </a:lnTo>
                    <a:cubicBezTo>
                      <a:pt x="383" y="1295"/>
                      <a:pt x="383" y="587"/>
                      <a:pt x="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71"/>
              <p:cNvSpPr/>
              <p:nvPr/>
            </p:nvSpPr>
            <p:spPr>
              <a:xfrm>
                <a:off x="419141" y="4170864"/>
                <a:ext cx="64916" cy="187804"/>
              </a:xfrm>
              <a:custGeom>
                <a:avLst/>
                <a:gdLst/>
                <a:ahLst/>
                <a:cxnLst/>
                <a:rect l="l" t="t" r="r" b="b"/>
                <a:pathLst>
                  <a:path w="617" h="1785" extrusionOk="0">
                    <a:moveTo>
                      <a:pt x="331" y="1"/>
                    </a:moveTo>
                    <a:cubicBezTo>
                      <a:pt x="291" y="1"/>
                      <a:pt x="254" y="24"/>
                      <a:pt x="234" y="44"/>
                    </a:cubicBezTo>
                    <a:cubicBezTo>
                      <a:pt x="149" y="101"/>
                      <a:pt x="114" y="193"/>
                      <a:pt x="86" y="249"/>
                    </a:cubicBezTo>
                    <a:cubicBezTo>
                      <a:pt x="86" y="334"/>
                      <a:pt x="114" y="426"/>
                      <a:pt x="114" y="483"/>
                    </a:cubicBezTo>
                    <a:cubicBezTo>
                      <a:pt x="114" y="546"/>
                      <a:pt x="149" y="575"/>
                      <a:pt x="149" y="631"/>
                    </a:cubicBezTo>
                    <a:cubicBezTo>
                      <a:pt x="149" y="723"/>
                      <a:pt x="114" y="836"/>
                      <a:pt x="29" y="865"/>
                    </a:cubicBezTo>
                    <a:lnTo>
                      <a:pt x="1" y="865"/>
                    </a:lnTo>
                    <a:lnTo>
                      <a:pt x="29" y="957"/>
                    </a:lnTo>
                    <a:lnTo>
                      <a:pt x="86" y="957"/>
                    </a:lnTo>
                    <a:cubicBezTo>
                      <a:pt x="114" y="985"/>
                      <a:pt x="114" y="985"/>
                      <a:pt x="149" y="1013"/>
                    </a:cubicBezTo>
                    <a:lnTo>
                      <a:pt x="149" y="1190"/>
                    </a:lnTo>
                    <a:lnTo>
                      <a:pt x="114" y="1218"/>
                    </a:lnTo>
                    <a:cubicBezTo>
                      <a:pt x="114" y="1395"/>
                      <a:pt x="149" y="1516"/>
                      <a:pt x="206" y="1636"/>
                    </a:cubicBezTo>
                    <a:cubicBezTo>
                      <a:pt x="263" y="1721"/>
                      <a:pt x="383" y="1784"/>
                      <a:pt x="468" y="1784"/>
                    </a:cubicBezTo>
                    <a:cubicBezTo>
                      <a:pt x="531" y="1784"/>
                      <a:pt x="560" y="1749"/>
                      <a:pt x="616" y="1721"/>
                    </a:cubicBezTo>
                    <a:lnTo>
                      <a:pt x="560" y="1664"/>
                    </a:lnTo>
                    <a:cubicBezTo>
                      <a:pt x="534" y="1680"/>
                      <a:pt x="505" y="1687"/>
                      <a:pt x="475" y="1687"/>
                    </a:cubicBezTo>
                    <a:cubicBezTo>
                      <a:pt x="396" y="1687"/>
                      <a:pt x="309" y="1639"/>
                      <a:pt x="263" y="1572"/>
                    </a:cubicBezTo>
                    <a:cubicBezTo>
                      <a:pt x="206" y="1487"/>
                      <a:pt x="206" y="1367"/>
                      <a:pt x="206" y="1218"/>
                    </a:cubicBezTo>
                    <a:lnTo>
                      <a:pt x="234" y="1190"/>
                    </a:lnTo>
                    <a:cubicBezTo>
                      <a:pt x="234" y="1134"/>
                      <a:pt x="234" y="1077"/>
                      <a:pt x="206" y="985"/>
                    </a:cubicBezTo>
                    <a:cubicBezTo>
                      <a:pt x="206" y="957"/>
                      <a:pt x="178" y="928"/>
                      <a:pt x="149" y="900"/>
                    </a:cubicBezTo>
                    <a:cubicBezTo>
                      <a:pt x="206" y="836"/>
                      <a:pt x="234" y="723"/>
                      <a:pt x="234" y="631"/>
                    </a:cubicBezTo>
                    <a:cubicBezTo>
                      <a:pt x="234" y="575"/>
                      <a:pt x="206" y="511"/>
                      <a:pt x="206" y="483"/>
                    </a:cubicBezTo>
                    <a:cubicBezTo>
                      <a:pt x="206" y="398"/>
                      <a:pt x="178" y="334"/>
                      <a:pt x="178" y="278"/>
                    </a:cubicBezTo>
                    <a:cubicBezTo>
                      <a:pt x="206" y="221"/>
                      <a:pt x="234" y="157"/>
                      <a:pt x="263" y="101"/>
                    </a:cubicBezTo>
                    <a:lnTo>
                      <a:pt x="355" y="101"/>
                    </a:lnTo>
                    <a:lnTo>
                      <a:pt x="383" y="16"/>
                    </a:lnTo>
                    <a:cubicBezTo>
                      <a:pt x="366" y="5"/>
                      <a:pt x="348" y="1"/>
                      <a:pt x="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71"/>
              <p:cNvSpPr/>
              <p:nvPr/>
            </p:nvSpPr>
            <p:spPr>
              <a:xfrm>
                <a:off x="350751" y="4178439"/>
                <a:ext cx="31353" cy="167604"/>
              </a:xfrm>
              <a:custGeom>
                <a:avLst/>
                <a:gdLst/>
                <a:ahLst/>
                <a:cxnLst/>
                <a:rect l="l" t="t" r="r" b="b"/>
                <a:pathLst>
                  <a:path w="298" h="1593" extrusionOk="0">
                    <a:moveTo>
                      <a:pt x="205" y="0"/>
                    </a:moveTo>
                    <a:cubicBezTo>
                      <a:pt x="0" y="503"/>
                      <a:pt x="0" y="1090"/>
                      <a:pt x="205" y="1592"/>
                    </a:cubicBezTo>
                    <a:lnTo>
                      <a:pt x="297" y="1564"/>
                    </a:lnTo>
                    <a:cubicBezTo>
                      <a:pt x="92" y="1090"/>
                      <a:pt x="92" y="531"/>
                      <a:pt x="297" y="29"/>
                    </a:cubicBezTo>
                    <a:lnTo>
                      <a:pt x="2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71"/>
              <p:cNvSpPr/>
              <p:nvPr/>
            </p:nvSpPr>
            <p:spPr>
              <a:xfrm>
                <a:off x="300879" y="4175493"/>
                <a:ext cx="41033" cy="195064"/>
              </a:xfrm>
              <a:custGeom>
                <a:avLst/>
                <a:gdLst/>
                <a:ahLst/>
                <a:cxnLst/>
                <a:rect l="l" t="t" r="r" b="b"/>
                <a:pathLst>
                  <a:path w="390" h="1854" extrusionOk="0">
                    <a:moveTo>
                      <a:pt x="269" y="0"/>
                    </a:moveTo>
                    <a:lnTo>
                      <a:pt x="269" y="0"/>
                    </a:lnTo>
                    <a:cubicBezTo>
                      <a:pt x="0" y="587"/>
                      <a:pt x="0" y="1295"/>
                      <a:pt x="325" y="1854"/>
                    </a:cubicBezTo>
                    <a:lnTo>
                      <a:pt x="389" y="1825"/>
                    </a:lnTo>
                    <a:cubicBezTo>
                      <a:pt x="120" y="1266"/>
                      <a:pt x="92" y="587"/>
                      <a:pt x="354" y="28"/>
                    </a:cubicBezTo>
                    <a:lnTo>
                      <a:pt x="2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69" name="Google Shape;2769;p71"/>
          <p:cNvGrpSpPr/>
          <p:nvPr/>
        </p:nvGrpSpPr>
        <p:grpSpPr>
          <a:xfrm>
            <a:off x="8567590" y="4153050"/>
            <a:ext cx="360758" cy="258297"/>
            <a:chOff x="4992850" y="4345375"/>
            <a:chExt cx="607336" cy="638400"/>
          </a:xfrm>
        </p:grpSpPr>
        <p:sp>
          <p:nvSpPr>
            <p:cNvPr id="2770" name="Google Shape;2770;p71"/>
            <p:cNvSpPr/>
            <p:nvPr/>
          </p:nvSpPr>
          <p:spPr>
            <a:xfrm>
              <a:off x="4992850"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71"/>
            <p:cNvSpPr/>
            <p:nvPr/>
          </p:nvSpPr>
          <p:spPr>
            <a:xfrm rot="10800000">
              <a:off x="5374286" y="4345375"/>
              <a:ext cx="225900" cy="638400"/>
            </a:xfrm>
            <a:prstGeom prst="leftBrace">
              <a:avLst>
                <a:gd name="adj1" fmla="val 2174"/>
                <a:gd name="adj2" fmla="val 50000"/>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2" name="Google Shape;2772;p71"/>
          <p:cNvSpPr/>
          <p:nvPr/>
        </p:nvSpPr>
        <p:spPr>
          <a:xfrm>
            <a:off x="8323225" y="349900"/>
            <a:ext cx="215100" cy="258300"/>
          </a:xfrm>
          <a:prstGeom prst="bracketPair">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73" name="Google Shape;2773;p71"/>
          <p:cNvGrpSpPr/>
          <p:nvPr/>
        </p:nvGrpSpPr>
        <p:grpSpPr>
          <a:xfrm>
            <a:off x="5151797" y="479071"/>
            <a:ext cx="1511971" cy="626735"/>
            <a:chOff x="3889166" y="1636096"/>
            <a:chExt cx="633844" cy="262738"/>
          </a:xfrm>
        </p:grpSpPr>
        <p:sp>
          <p:nvSpPr>
            <p:cNvPr id="2774" name="Google Shape;2774;p71"/>
            <p:cNvSpPr/>
            <p:nvPr/>
          </p:nvSpPr>
          <p:spPr>
            <a:xfrm>
              <a:off x="3889166" y="1636096"/>
              <a:ext cx="51237" cy="78984"/>
            </a:xfrm>
            <a:custGeom>
              <a:avLst/>
              <a:gdLst/>
              <a:ahLst/>
              <a:cxnLst/>
              <a:rect l="l" t="t" r="r" b="b"/>
              <a:pathLst>
                <a:path w="1444" h="2226" extrusionOk="0">
                  <a:moveTo>
                    <a:pt x="1234" y="0"/>
                  </a:moveTo>
                  <a:cubicBezTo>
                    <a:pt x="1175" y="0"/>
                    <a:pt x="1109" y="21"/>
                    <a:pt x="1062" y="68"/>
                  </a:cubicBezTo>
                  <a:lnTo>
                    <a:pt x="1" y="1165"/>
                  </a:lnTo>
                  <a:lnTo>
                    <a:pt x="1062" y="2162"/>
                  </a:lnTo>
                  <a:cubicBezTo>
                    <a:pt x="1118" y="2190"/>
                    <a:pt x="1175" y="2226"/>
                    <a:pt x="1203" y="2226"/>
                  </a:cubicBezTo>
                  <a:cubicBezTo>
                    <a:pt x="1267" y="2226"/>
                    <a:pt x="1324" y="2190"/>
                    <a:pt x="1380" y="2162"/>
                  </a:cubicBezTo>
                  <a:cubicBezTo>
                    <a:pt x="1444" y="2077"/>
                    <a:pt x="1444" y="1929"/>
                    <a:pt x="1352" y="1837"/>
                  </a:cubicBezTo>
                  <a:lnTo>
                    <a:pt x="616" y="1165"/>
                  </a:lnTo>
                  <a:lnTo>
                    <a:pt x="1380" y="365"/>
                  </a:lnTo>
                  <a:cubicBezTo>
                    <a:pt x="1444" y="280"/>
                    <a:pt x="1444" y="132"/>
                    <a:pt x="1352" y="40"/>
                  </a:cubicBezTo>
                  <a:cubicBezTo>
                    <a:pt x="1327" y="14"/>
                    <a:pt x="1282" y="0"/>
                    <a:pt x="1234"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71"/>
            <p:cNvSpPr/>
            <p:nvPr/>
          </p:nvSpPr>
          <p:spPr>
            <a:xfrm>
              <a:off x="3935114" y="1636096"/>
              <a:ext cx="52230" cy="78984"/>
            </a:xfrm>
            <a:custGeom>
              <a:avLst/>
              <a:gdLst/>
              <a:ahLst/>
              <a:cxnLst/>
              <a:rect l="l" t="t" r="r" b="b"/>
              <a:pathLst>
                <a:path w="1472" h="2226" extrusionOk="0">
                  <a:moveTo>
                    <a:pt x="1240" y="0"/>
                  </a:moveTo>
                  <a:cubicBezTo>
                    <a:pt x="1174" y="0"/>
                    <a:pt x="1108" y="21"/>
                    <a:pt x="1062" y="68"/>
                  </a:cubicBezTo>
                  <a:lnTo>
                    <a:pt x="0" y="1165"/>
                  </a:lnTo>
                  <a:lnTo>
                    <a:pt x="1090" y="2162"/>
                  </a:lnTo>
                  <a:cubicBezTo>
                    <a:pt x="1118" y="2190"/>
                    <a:pt x="1182" y="2226"/>
                    <a:pt x="1210" y="2226"/>
                  </a:cubicBezTo>
                  <a:cubicBezTo>
                    <a:pt x="1267" y="2226"/>
                    <a:pt x="1323" y="2190"/>
                    <a:pt x="1387" y="2162"/>
                  </a:cubicBezTo>
                  <a:cubicBezTo>
                    <a:pt x="1472" y="2077"/>
                    <a:pt x="1444" y="1929"/>
                    <a:pt x="1359" y="1837"/>
                  </a:cubicBezTo>
                  <a:lnTo>
                    <a:pt x="616" y="1165"/>
                  </a:lnTo>
                  <a:lnTo>
                    <a:pt x="1387" y="365"/>
                  </a:lnTo>
                  <a:cubicBezTo>
                    <a:pt x="1472" y="280"/>
                    <a:pt x="1444" y="132"/>
                    <a:pt x="1387" y="40"/>
                  </a:cubicBezTo>
                  <a:cubicBezTo>
                    <a:pt x="1346" y="14"/>
                    <a:pt x="1293" y="0"/>
                    <a:pt x="1240" y="0"/>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71"/>
            <p:cNvSpPr/>
            <p:nvPr/>
          </p:nvSpPr>
          <p:spPr>
            <a:xfrm>
              <a:off x="4470495" y="1819850"/>
              <a:ext cx="52514" cy="78984"/>
            </a:xfrm>
            <a:custGeom>
              <a:avLst/>
              <a:gdLst/>
              <a:ahLst/>
              <a:cxnLst/>
              <a:rect l="l" t="t" r="r" b="b"/>
              <a:pathLst>
                <a:path w="1480" h="2226" extrusionOk="0">
                  <a:moveTo>
                    <a:pt x="219" y="1"/>
                  </a:moveTo>
                  <a:cubicBezTo>
                    <a:pt x="174" y="1"/>
                    <a:pt x="130" y="15"/>
                    <a:pt x="93" y="39"/>
                  </a:cubicBezTo>
                  <a:cubicBezTo>
                    <a:pt x="1" y="131"/>
                    <a:pt x="1" y="280"/>
                    <a:pt x="93" y="365"/>
                  </a:cubicBezTo>
                  <a:lnTo>
                    <a:pt x="857" y="1136"/>
                  </a:lnTo>
                  <a:lnTo>
                    <a:pt x="93" y="1843"/>
                  </a:lnTo>
                  <a:cubicBezTo>
                    <a:pt x="1" y="1928"/>
                    <a:pt x="1" y="2077"/>
                    <a:pt x="93" y="2133"/>
                  </a:cubicBezTo>
                  <a:cubicBezTo>
                    <a:pt x="121" y="2197"/>
                    <a:pt x="178" y="2225"/>
                    <a:pt x="241" y="2225"/>
                  </a:cubicBezTo>
                  <a:cubicBezTo>
                    <a:pt x="298" y="2225"/>
                    <a:pt x="355" y="2197"/>
                    <a:pt x="383" y="2162"/>
                  </a:cubicBezTo>
                  <a:lnTo>
                    <a:pt x="1479" y="1164"/>
                  </a:lnTo>
                  <a:lnTo>
                    <a:pt x="383" y="75"/>
                  </a:lnTo>
                  <a:cubicBezTo>
                    <a:pt x="335" y="23"/>
                    <a:pt x="277" y="1"/>
                    <a:pt x="219"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71"/>
            <p:cNvSpPr/>
            <p:nvPr/>
          </p:nvSpPr>
          <p:spPr>
            <a:xfrm>
              <a:off x="4424582" y="1819850"/>
              <a:ext cx="51237" cy="78984"/>
            </a:xfrm>
            <a:custGeom>
              <a:avLst/>
              <a:gdLst/>
              <a:ahLst/>
              <a:cxnLst/>
              <a:rect l="l" t="t" r="r" b="b"/>
              <a:pathLst>
                <a:path w="1444" h="2226" extrusionOk="0">
                  <a:moveTo>
                    <a:pt x="218" y="1"/>
                  </a:moveTo>
                  <a:cubicBezTo>
                    <a:pt x="172" y="1"/>
                    <a:pt x="126" y="15"/>
                    <a:pt x="85" y="39"/>
                  </a:cubicBezTo>
                  <a:cubicBezTo>
                    <a:pt x="0" y="131"/>
                    <a:pt x="0" y="280"/>
                    <a:pt x="85" y="365"/>
                  </a:cubicBezTo>
                  <a:lnTo>
                    <a:pt x="856" y="1136"/>
                  </a:lnTo>
                  <a:lnTo>
                    <a:pt x="85" y="1843"/>
                  </a:lnTo>
                  <a:cubicBezTo>
                    <a:pt x="0" y="1928"/>
                    <a:pt x="0" y="2077"/>
                    <a:pt x="85" y="2133"/>
                  </a:cubicBezTo>
                  <a:cubicBezTo>
                    <a:pt x="121" y="2197"/>
                    <a:pt x="177" y="2225"/>
                    <a:pt x="234" y="2225"/>
                  </a:cubicBezTo>
                  <a:cubicBezTo>
                    <a:pt x="297" y="2225"/>
                    <a:pt x="326" y="2197"/>
                    <a:pt x="382" y="2162"/>
                  </a:cubicBezTo>
                  <a:lnTo>
                    <a:pt x="1444" y="1164"/>
                  </a:lnTo>
                  <a:lnTo>
                    <a:pt x="382" y="75"/>
                  </a:lnTo>
                  <a:cubicBezTo>
                    <a:pt x="335" y="23"/>
                    <a:pt x="276" y="1"/>
                    <a:pt x="218" y="1"/>
                  </a:cubicBezTo>
                  <a:close/>
                </a:path>
              </a:pathLst>
            </a:custGeom>
            <a:solidFill>
              <a:schemeClr val="lt1"/>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8" name="Google Shape;2778;p71"/>
          <p:cNvSpPr/>
          <p:nvPr/>
        </p:nvSpPr>
        <p:spPr>
          <a:xfrm>
            <a:off x="7116875" y="631275"/>
            <a:ext cx="289200" cy="258300"/>
          </a:xfrm>
          <a:prstGeom prst="bracePair">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Brackets Lesson for Coding and Programming by Slidesgo">
  <a:themeElements>
    <a:clrScheme name="Simple Light">
      <a:dk1>
        <a:srgbClr val="383838"/>
      </a:dk1>
      <a:lt1>
        <a:srgbClr val="F9F9F9"/>
      </a:lt1>
      <a:dk2>
        <a:srgbClr val="FFE3E3"/>
      </a:dk2>
      <a:lt2>
        <a:srgbClr val="FF807D"/>
      </a:lt2>
      <a:accent1>
        <a:srgbClr val="FF6E6B"/>
      </a:accent1>
      <a:accent2>
        <a:srgbClr val="E95856"/>
      </a:accent2>
      <a:accent3>
        <a:srgbClr val="ABC8F4"/>
      </a:accent3>
      <a:accent4>
        <a:srgbClr val="2E7DF4"/>
      </a:accent4>
      <a:accent5>
        <a:srgbClr val="0E66EB"/>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1889</TotalTime>
  <Words>2514</Words>
  <Application>Microsoft Office PowerPoint</Application>
  <PresentationFormat>On-screen Show (16:9)</PresentationFormat>
  <Paragraphs>387</Paragraphs>
  <Slides>49</Slides>
  <Notes>49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Wingdings</vt:lpstr>
      <vt:lpstr>Consolas</vt:lpstr>
      <vt:lpstr>Lato</vt:lpstr>
      <vt:lpstr>Bebas Neue</vt:lpstr>
      <vt:lpstr>Poppins</vt:lpstr>
      <vt:lpstr>Courier New</vt:lpstr>
      <vt:lpstr>Arial</vt:lpstr>
      <vt:lpstr>Brackets Lesson for Coding and Programming by Slidesgo</vt:lpstr>
      <vt:lpstr>Pemrograman Berorientasi Objek</vt:lpstr>
      <vt:lpstr>Pengenalan Kuliah</vt:lpstr>
      <vt:lpstr>Deskripsi Mata Kuliah</vt:lpstr>
      <vt:lpstr>Sub CPMK</vt:lpstr>
      <vt:lpstr>Materi (Sebelum UTS)</vt:lpstr>
      <vt:lpstr>Materi (Setelah UTS)</vt:lpstr>
      <vt:lpstr>Kriteria Penilaian</vt:lpstr>
      <vt:lpstr>Referensi</vt:lpstr>
      <vt:lpstr>Perkuliahan</vt:lpstr>
      <vt:lpstr>Pola Belajar</vt:lpstr>
      <vt:lpstr>1 SKS artinya …</vt:lpstr>
      <vt:lpstr>Tools</vt:lpstr>
      <vt:lpstr>Membuat dan Menjalankan Program Java</vt:lpstr>
      <vt:lpstr>Object Oriented</vt:lpstr>
      <vt:lpstr>Pokok Bahasan</vt:lpstr>
      <vt:lpstr>Review: Paradigma Prosedural (lanj.)</vt:lpstr>
      <vt:lpstr>Review: Paradigma Prosedural (lanj.)</vt:lpstr>
      <vt:lpstr>Review: Abstract Data Type (ADT)</vt:lpstr>
      <vt:lpstr>Review: Abstract Data Type (ADT)</vt:lpstr>
      <vt:lpstr>PowerPoint Presentation</vt:lpstr>
      <vt:lpstr>PowerPoint Presentation</vt:lpstr>
      <vt:lpstr>Objek Oriented</vt:lpstr>
      <vt:lpstr>Object</vt:lpstr>
      <vt:lpstr>Object</vt:lpstr>
      <vt:lpstr>Class</vt:lpstr>
      <vt:lpstr>Object &amp; Class</vt:lpstr>
      <vt:lpstr>Object  &amp; Class</vt:lpstr>
      <vt:lpstr>Object &amp; Class</vt:lpstr>
      <vt:lpstr>Class Diagram</vt:lpstr>
      <vt:lpstr>PowerPoint Presentation</vt:lpstr>
      <vt:lpstr>PowerPoint Presentation</vt:lpstr>
      <vt:lpstr>Main Program Titik (Java)</vt:lpstr>
      <vt:lpstr>Karakteristik OOP</vt:lpstr>
      <vt:lpstr>Encapsulation</vt:lpstr>
      <vt:lpstr>Encapsulation</vt:lpstr>
      <vt:lpstr>Abstraction</vt:lpstr>
      <vt:lpstr>Inheritance / Pewarisan</vt:lpstr>
      <vt:lpstr>Inheritance / Pewarisan</vt:lpstr>
      <vt:lpstr>Inheritance / Pewarisan</vt:lpstr>
      <vt:lpstr>Polymorphism</vt:lpstr>
      <vt:lpstr>Kelebihan OOP</vt:lpstr>
      <vt:lpstr>PowerPoint Presentation</vt:lpstr>
      <vt:lpstr>Kesimpulan</vt:lpstr>
      <vt:lpstr>Review Questions</vt:lpstr>
      <vt:lpstr>Soal 1</vt:lpstr>
      <vt:lpstr>Soal 2</vt:lpstr>
      <vt:lpstr>Soal 3</vt:lpstr>
      <vt:lpstr>Soal 4</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Pemrograman Berorientasi Objek Semester Genap 2023/2024</dc:title>
  <dc:creator>USER</dc:creator>
  <cp:lastModifiedBy>Khadijah Alaydrus</cp:lastModifiedBy>
  <cp:revision>71</cp:revision>
  <dcterms:modified xsi:type="dcterms:W3CDTF">2026-02-08T03:06:09Z</dcterms:modified>
</cp:coreProperties>
</file>