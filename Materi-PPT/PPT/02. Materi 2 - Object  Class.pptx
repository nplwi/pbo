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53"/>
  </p:notesMasterIdLst>
  <p:sldIdLst>
    <p:sldId id="256" r:id="rId2"/>
    <p:sldId id="319" r:id="rId3"/>
    <p:sldId id="314" r:id="rId4"/>
    <p:sldId id="359" r:id="rId5"/>
    <p:sldId id="315" r:id="rId6"/>
    <p:sldId id="361" r:id="rId7"/>
    <p:sldId id="377" r:id="rId8"/>
    <p:sldId id="372" r:id="rId9"/>
    <p:sldId id="365" r:id="rId10"/>
    <p:sldId id="373" r:id="rId11"/>
    <p:sldId id="391" r:id="rId12"/>
    <p:sldId id="366" r:id="rId13"/>
    <p:sldId id="375" r:id="rId14"/>
    <p:sldId id="332" r:id="rId15"/>
    <p:sldId id="432" r:id="rId16"/>
    <p:sldId id="407" r:id="rId17"/>
    <p:sldId id="414" r:id="rId18"/>
    <p:sldId id="360" r:id="rId19"/>
    <p:sldId id="409" r:id="rId20"/>
    <p:sldId id="369" r:id="rId21"/>
    <p:sldId id="415" r:id="rId22"/>
    <p:sldId id="362" r:id="rId23"/>
    <p:sldId id="410" r:id="rId24"/>
    <p:sldId id="420" r:id="rId25"/>
    <p:sldId id="421" r:id="rId26"/>
    <p:sldId id="434" r:id="rId27"/>
    <p:sldId id="433" r:id="rId28"/>
    <p:sldId id="403" r:id="rId29"/>
    <p:sldId id="370" r:id="rId30"/>
    <p:sldId id="406" r:id="rId31"/>
    <p:sldId id="388" r:id="rId32"/>
    <p:sldId id="389" r:id="rId33"/>
    <p:sldId id="431" r:id="rId34"/>
    <p:sldId id="422" r:id="rId35"/>
    <p:sldId id="395" r:id="rId36"/>
    <p:sldId id="396" r:id="rId37"/>
    <p:sldId id="397" r:id="rId38"/>
    <p:sldId id="424" r:id="rId39"/>
    <p:sldId id="425" r:id="rId40"/>
    <p:sldId id="423" r:id="rId41"/>
    <p:sldId id="426" r:id="rId42"/>
    <p:sldId id="427" r:id="rId43"/>
    <p:sldId id="411" r:id="rId44"/>
    <p:sldId id="363" r:id="rId45"/>
    <p:sldId id="412" r:id="rId46"/>
    <p:sldId id="428" r:id="rId47"/>
    <p:sldId id="429" r:id="rId48"/>
    <p:sldId id="430" r:id="rId49"/>
    <p:sldId id="408" r:id="rId50"/>
    <p:sldId id="394" r:id="rId51"/>
    <p:sldId id="290" r:id="rId5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4"/>
      <p:bold r:id="rId55"/>
      <p:italic r:id="rId56"/>
      <p:boldItalic r:id="rId57"/>
    </p:embeddedFont>
    <p:embeddedFont>
      <p:font typeface="Lato" panose="020F0502020204030203" pitchFamily="34" charset="0"/>
      <p:regular r:id="rId58"/>
      <p:bold r:id="rId59"/>
      <p:italic r:id="rId60"/>
      <p:boldItalic r:id="rId61"/>
    </p:embeddedFont>
    <p:embeddedFont>
      <p:font typeface="Poppins" panose="00000500000000000000" pitchFamily="2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E60A72-F223-40E5-91F7-218DE427BF10}">
  <a:tblStyle styleId="{4FE60A72-F223-40E5-91F7-218DE427BF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6321BB-830E-4A7B-A6BF-7D3C5B3288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01" autoAdjust="0"/>
  </p:normalViewPr>
  <p:slideViewPr>
    <p:cSldViewPr snapToGrid="0">
      <p:cViewPr varScale="1">
        <p:scale>
          <a:sx n="94" d="100"/>
          <a:sy n="94" d="100"/>
        </p:scale>
        <p:origin x="5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29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095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161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753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980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911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346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832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632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FA5A419A-F85F-147C-6CE0-E55C52A1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C6E0D143-2D88-D8C0-22CE-16F7FADDB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76AC1899-2177-9002-0A80-A87E5AFE6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7078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130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091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1964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F8422B6F-0825-21E1-7A4A-6D713B35E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A6C6340-46E8-4DB0-CA15-319778846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C9F24011-A078-AB76-645C-C62556DC0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660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095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BB4E3C7F-FD81-C9B4-D6CD-07852F39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3E847C38-8AA7-4064-5331-EFBD12D05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0BBEEF9-2434-132A-CCC7-67DF18336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769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6F72AE9-97B4-D943-3B04-492D56DF9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A73EC8E-6614-92ED-13F5-D905A8475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BFB4506-5F67-8FE4-5FD9-C468AA321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847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3995FC72-6538-6270-17BA-519D569A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C17B3D22-4660-D067-1A97-EFABF05CDC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FD7F0398-9BB8-95DB-F0CF-5380C53F54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3390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BB78A4C6-EF1B-4A69-FFB9-7C6DC48C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926166A5-625E-9BB4-16A7-11392779F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4C5E93A1-51EA-5473-9187-912FC5E0E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3549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ACD7BD9-B9B6-BB1C-5F00-6813ED91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30BF9C3F-C02B-0796-F1F6-F6208AC5B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C28715B6-2214-9C93-7E32-C421EEBC9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122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59F619ED-31F7-39F9-F37A-F6524C7E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90A30FF1-6E42-670E-22A9-D7BE46193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37D20EBC-ECDC-9DBD-BF11-92200243D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012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F33CF970-63F3-24F5-32EF-39CB11FB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6565D55C-DF97-3C82-6874-02C8B3530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48FA9B8E-4830-286A-F2EF-027756A052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828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F5CA3E4-8C2A-EE5D-1AF5-FF4E911C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950AEA27-02C8-76D9-5585-EA73BC0940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8A1F6F19-36CC-77F3-65D6-6613747D8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9059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0306913-3003-0B00-676C-72AF3620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51A03BAF-3EC4-D48E-1D05-C7571B17B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67805B64-E265-F294-AA5B-A04742AC8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5646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82058B9A-415A-85B2-7368-45DD334D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4F9CCC0C-5CF9-9A51-513F-13FB385EB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F6BAFC8E-B5D3-83FF-6B41-00E2B7925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5460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134DF522-F0EA-7344-2ED5-2EADA35AC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B1D9B54-3B7C-A28B-6E7C-C7E3CC8EF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7543419D-0171-EB04-CC9C-66F85C831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4882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54650385-0B2F-9B58-E707-6D20B1EC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>
            <a:extLst>
              <a:ext uri="{FF2B5EF4-FFF2-40B4-BE49-F238E27FC236}">
                <a16:creationId xmlns:a16="http://schemas.microsoft.com/office/drawing/2014/main" id="{0C5AB039-00C0-BD4D-9B52-312CEEC3C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1DCDE310-C474-4099-AEE9-86DA79E20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41916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9EDE393B-2C99-5462-0ECE-028078FF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4F865156-5C70-1D0A-8284-083CC6A42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101DED73-424E-54CC-15BF-06935DE01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27632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8B3EAB6F-1684-575D-A2F2-63008DE1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5EADFD7C-E6DF-62A8-C161-543717A1E5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6DD8A518-7B7B-3DAD-F8CC-C41DFC9C1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23064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347794C0-3AA7-8019-E562-22C38B32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D02A4263-1FF7-92D9-1DD5-0F71A9B79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0B7FDC28-A22D-86F5-6940-9E90EF31C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87447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5C624DD3-EAFA-ED72-8F64-7E136748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06E0AD96-68B2-83C3-C0A5-D0DC5415F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C826546D-0A7B-CB17-4866-564D69780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2396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8DB37A83-E750-1D2A-48CC-768FF0D7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43FB8281-572E-28C5-3AD2-5F2828C8D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D3ABB62-E5EF-3A47-6684-74EFB2C201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4756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ED0E0DFB-B175-E5DD-2040-9D143B06F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>
            <a:extLst>
              <a:ext uri="{FF2B5EF4-FFF2-40B4-BE49-F238E27FC236}">
                <a16:creationId xmlns:a16="http://schemas.microsoft.com/office/drawing/2014/main" id="{C622A0DA-0006-DF1F-BD2D-5E33F5F2B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609BBF25-9F3D-C499-5651-C57C449ED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6953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282E556B-06EE-D890-24A4-A5C19D5C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CDBA8A63-3CBC-58F8-2A46-A24E582E1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D485D7CE-41D0-69F3-A3EA-C474F6B87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9937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FDD4EFEC-3E6D-B17B-6C5A-3FB41D1F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7F96E2EA-3CA9-E28D-B76C-0660BFD70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83B61F83-B16B-D774-BF56-703A7B3EA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8488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CB486F75-E9F3-B709-BC7B-1D5BB49A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FD9864DC-F60A-0CA0-5D92-E5A99B23A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C259E32D-4AD4-CB6D-8F44-0BA02A6EB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158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1A92EAD-4788-98C2-CCB7-FC7CD9DA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5C5F2690-C864-7219-5729-217B8F044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502B43C8-A706-3BAB-9B6F-33B3326A6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094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A8167151-0AC7-6669-EC19-4DE516A7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BD7ADDE1-C90B-1EC9-D296-80CE23153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8A808B10-F133-8C19-41FA-CD01B56938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2415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47032D6D-39A8-705C-CFED-B84751F0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43B1696B-EAEF-5B02-DE4D-24E525839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E61B6AC-E72B-B449-09E4-625BC19AE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910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58FBE849-E62C-87FF-65CE-3F3A4FB2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7825661C-2374-FA29-8EF1-76C8A5314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CE2627E3-D4A5-55B2-572F-F7DBC8E69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4900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B42E1C3-FF06-9E91-7C3C-2AE2120D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B7FE0393-94AF-79AE-7838-0A0A9F1B7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C97D13A-49C0-3028-F62C-7175C002D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1201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8560D21B-ADAD-E75C-707B-FD62D035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>
            <a:extLst>
              <a:ext uri="{FF2B5EF4-FFF2-40B4-BE49-F238E27FC236}">
                <a16:creationId xmlns:a16="http://schemas.microsoft.com/office/drawing/2014/main" id="{7C487760-01CB-CEE8-35FD-D7A37426C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31185311-1619-C833-40DA-081AF729D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9816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CB8D00D6-B85E-BD97-3805-DE6F41C8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0C4639C-B773-473E-FE76-7E4C0890E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FC8B27B8-F6B3-D513-CD24-7FCD5CBFD1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3830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02D4F628-259E-9408-14EA-7CE9A294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38A445AE-ED9D-1D58-249B-E3DCBFEA62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85F864FC-29D7-BA42-4B61-8D905484B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6840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9C9E1CE9-628C-C00B-FEBA-18949E630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37094AC7-7E89-539B-723D-5F62CD92E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4E2D29CB-5606-582A-D4C3-FC939A45C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8632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E75DE585-711E-6B77-8F9C-F37BCD69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344C8A91-9D75-1CC5-7C7D-51C760A38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BAD475D-5043-4FF4-839E-F62BBA319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37027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130E9EB1-A11C-AA2E-518E-E3CC0D47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94E47F21-5740-C58E-F480-ADA12F4A7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074C06F7-10C0-BD27-1CC3-5A7D59AEE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8100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5269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7288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4923497" y="281246"/>
            <a:ext cx="234196" cy="188409"/>
            <a:chOff x="3889166" y="1636096"/>
            <a:chExt cx="98179" cy="78984"/>
          </a:xfrm>
        </p:grpSpPr>
        <p:sp>
          <p:nvSpPr>
            <p:cNvPr id="18" name="Google Shape;18;p3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21" name="Google Shape;21;p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2362825" y="3936750"/>
            <a:ext cx="3228251" cy="2660759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62" name="Google Shape;62;p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488179" y="523494"/>
            <a:ext cx="1017284" cy="955173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77" r:id="rId5"/>
    <p:sldLayoutId id="2147483678" r:id="rId6"/>
    <p:sldLayoutId id="214748367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713225" y="1122673"/>
            <a:ext cx="4100400" cy="21036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 dirty="0">
                <a:solidFill>
                  <a:srgbClr val="FF0000"/>
                </a:solidFill>
              </a:rPr>
              <a:t>Minggu 2:</a:t>
            </a:r>
            <a:br>
              <a:rPr lang="en" sz="4000" dirty="0"/>
            </a:br>
            <a:r>
              <a:rPr lang="en" sz="4000" dirty="0"/>
              <a:t>Object &amp; Class</a:t>
            </a:r>
            <a:br>
              <a:rPr lang="en" sz="4000" dirty="0"/>
            </a:br>
            <a:endParaRPr sz="2300" b="0" dirty="0"/>
          </a:p>
        </p:txBody>
      </p:sp>
      <p:sp>
        <p:nvSpPr>
          <p:cNvPr id="434" name="Google Shape;434;p37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Departemen Informatika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Universitas Diponegoro </a:t>
            </a:r>
            <a:endParaRPr dirty="0"/>
          </a:p>
        </p:txBody>
      </p:sp>
      <p:grpSp>
        <p:nvGrpSpPr>
          <p:cNvPr id="435" name="Google Shape;435;p37"/>
          <p:cNvGrpSpPr/>
          <p:nvPr/>
        </p:nvGrpSpPr>
        <p:grpSpPr>
          <a:xfrm>
            <a:off x="4868886" y="894971"/>
            <a:ext cx="3798092" cy="3419445"/>
            <a:chOff x="4899397" y="821996"/>
            <a:chExt cx="4028951" cy="3627289"/>
          </a:xfrm>
        </p:grpSpPr>
        <p:grpSp>
          <p:nvGrpSpPr>
            <p:cNvPr id="437" name="Google Shape;437;p37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8" name="Google Shape;438;p37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226" extrusionOk="0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7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0" name="Google Shape;440;p37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37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42" name="Google Shape;442;p37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68" h="35085" extrusionOk="0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12595" extrusionOk="0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445;p37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6" name="Google Shape;446;p37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7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1" name="Google Shape;451;p37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52" name="Google Shape;452;p37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37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37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37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532" extrusionOk="0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37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37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37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1126" extrusionOk="0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37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2590" extrusionOk="0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37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2590" extrusionOk="0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37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8" h="708" extrusionOk="0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37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708" extrusionOk="0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37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14" extrusionOk="0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37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14" extrusionOk="0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37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216" extrusionOk="0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" name="Google Shape;466;p37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7" name="Google Shape;467;p37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8261" extrusionOk="0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37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596" extrusionOk="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7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5" h="14206" extrusionOk="0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37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38" h="11999" extrusionOk="0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37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7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37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37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37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37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37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37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37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37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37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37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37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37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90" extrusionOk="0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37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37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37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37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37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37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37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7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7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7" name="Google Shape;537;p37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8" name="Google Shape;538;p37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" h="3984" extrusionOk="0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37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6014" extrusionOk="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37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" h="1225" extrusionOk="0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" name="Google Shape;541;p37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648" extrusionOk="0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37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8" h="3744" extrusionOk="0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37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298" extrusionOk="0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37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8" h="2216" extrusionOk="0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6" name="Google Shape;546;p37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1" h="503" extrusionOk="0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37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7" h="3298" extrusionOk="0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37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2" h="1837" extrusionOk="0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9" name="Google Shape;549;p37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50" name="Google Shape;550;p37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37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2" h="998" extrusionOk="0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37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7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37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1034" extrusionOk="0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7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154" extrusionOk="0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7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54" extrusionOk="0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37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37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37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" h="1126" extrusionOk="0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37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119" extrusionOk="0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37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37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1062" extrusionOk="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37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37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1901" extrusionOk="0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37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" h="1769" extrusionOk="0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37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2039" extrusionOk="0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37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901" extrusionOk="0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37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1769" extrusionOk="0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7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2039" extrusionOk="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0" name="Google Shape;570;p37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71" name="Google Shape;571;p37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76" extrusionOk="0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37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8" h="1176" extrusionOk="0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37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1097" extrusionOk="0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37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097" extrusionOk="0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37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37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" h="1027" extrusionOk="0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37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37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37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1735" extrusionOk="0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37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81" name="Google Shape;581;p37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82" name="Google Shape;582;p37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" h="3453" extrusionOk="0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37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2095" extrusionOk="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37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5307" extrusionOk="0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37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8" h="4083" extrusionOk="0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6" name="Google Shape;586;p37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3305" extrusionOk="0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7" name="Google Shape;587;p37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4431" extrusionOk="0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7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75" extrusionOk="0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7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800" extrusionOk="0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7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178" extrusionOk="0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7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708" extrusionOk="0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7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560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7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708" extrusionOk="0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7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326" extrusionOk="0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7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31" extrusionOk="0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7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558" extrusionOk="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7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844" extrusionOk="0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7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03" extrusionOk="0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9" name="Google Shape;599;p37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600" name="Google Shape;600;p37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4639" extrusionOk="0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37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2" h="949" extrusionOk="0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37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2816" extrusionOk="0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37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49" extrusionOk="0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37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432" extrusionOk="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37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567" extrusionOk="0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37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" h="652" extrusionOk="0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37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411" extrusionOk="0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37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3" extrusionOk="0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7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1657" extrusionOk="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10" name="Google Shape;610;p37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11" name="Google Shape;611;p37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4964" extrusionOk="0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7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4" h="13612" extrusionOk="0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7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8" h="13676" extrusionOk="0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7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444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7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324" extrusionOk="0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7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390" extrusionOk="0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7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447" extrusionOk="0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7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6" h="4620" extrusionOk="0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7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1" h="18044" extrusionOk="0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7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2" h="11645" extrusionOk="0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7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8" h="11557" extrusionOk="0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7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5700" extrusionOk="0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7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5753" extrusionOk="0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4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7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114" extrusionOk="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7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8921" extrusionOk="0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7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1672" extrusionOk="0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7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2859" extrusionOk="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7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3538" extrusionOk="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7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316" extrusionOk="0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7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4197" extrusionOk="0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7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8" h="1855" extrusionOk="0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7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2506" extrusionOk="0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7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387" extrusionOk="0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7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005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7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35" extrusionOk="0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7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097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7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119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7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132" extrusionOk="0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7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1126" extrusionOk="0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7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074" extrusionOk="0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7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" h="1062" extrusionOk="0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7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006" extrusionOk="0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7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034" extrusionOk="0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7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411" extrusionOk="0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7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26" extrusionOk="0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7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4" h="17077" extrusionOk="0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7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9370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7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2" h="16216" extrusionOk="0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7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126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2711" extrusionOk="0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125" extrusionOk="0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624" extrusionOk="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4" name="Google Shape;654;p37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55" name="Google Shape;655;p37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7" name="Google Shape;657;p37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B7923AEF-75DF-B23C-8E5F-7D33FB01F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726" y="381017"/>
            <a:ext cx="801462" cy="93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Object &amp; Class (secara konseptual)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Object &amp; Class (dalam pemrograman)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Constructor &amp; Destructor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Message Passing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Keyword “this” (Java)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Member &amp; Instance Member (Java)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426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02675" y="2443053"/>
            <a:ext cx="4619920" cy="10762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Object &amp; Class</a:t>
            </a:r>
            <a:br>
              <a:rPr lang="en" sz="3200" dirty="0"/>
            </a:br>
            <a:r>
              <a:rPr lang="en" sz="3200" dirty="0"/>
              <a:t>Secara Konseptual</a:t>
            </a:r>
            <a:endParaRPr sz="32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01</a:t>
            </a:r>
            <a:endParaRPr sz="4800" dirty="0"/>
          </a:p>
        </p:txBody>
      </p:sp>
      <p:sp>
        <p:nvSpPr>
          <p:cNvPr id="911" name="Google Shape;911;p41"/>
          <p:cNvSpPr txBox="1">
            <a:spLocks noGrp="1"/>
          </p:cNvSpPr>
          <p:nvPr>
            <p:ph type="subTitle" idx="1"/>
          </p:nvPr>
        </p:nvSpPr>
        <p:spPr>
          <a:xfrm>
            <a:off x="699783" y="3725951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058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26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abstraksi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sesuatu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mewakili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sesuatu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pada dunia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nyata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57200" lvl="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state, </a:t>
            </a:r>
            <a:r>
              <a:rPr lang="en-ID" sz="18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behavior</a:t>
            </a:r>
            <a:r>
              <a:rPr lang="en-ID" sz="18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dan identity.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Lato"/>
                <a:ea typeface="Lato"/>
                <a:cs typeface="Lato"/>
              </a:rPr>
              <a:t>State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semua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“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sifat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”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properti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berikut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nilai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padanya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Lato"/>
                <a:ea typeface="Lato"/>
                <a:cs typeface="Lato"/>
              </a:rPr>
              <a:t>Behavior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tingkah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laku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menunjukkan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bagaimana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berinteraksi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lain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sehingga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menyebabkan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perubahan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penyampaian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pesan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ataupun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pengembalian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nilai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  <a:r>
              <a:rPr lang="en-US" sz="18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  <a:endParaRPr lang="en-US" sz="1800" i="1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Lato"/>
                <a:ea typeface="Lato"/>
                <a:cs typeface="Lato"/>
              </a:rPr>
              <a:t>Identity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properti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membedakannya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lain.</a:t>
            </a: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146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</a:t>
            </a:r>
            <a:endParaRPr dirty="0"/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664;p38">
            <a:extLst>
              <a:ext uri="{FF2B5EF4-FFF2-40B4-BE49-F238E27FC236}">
                <a16:creationId xmlns:a16="http://schemas.microsoft.com/office/drawing/2014/main" id="{1020FDFF-EBA5-1ED6-EE46-4ED815F95C91}"/>
              </a:ext>
            </a:extLst>
          </p:cNvPr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kumpulan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mempunyai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perilaku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serupa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blueprint, template,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prototype.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mendeskripsikan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perilaku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7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objek-objeknya</a:t>
            </a:r>
            <a:r>
              <a:rPr lang="en-ID" sz="17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Atribut merupakan segala sesuatu yang melekat pada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o</a:t>
            </a: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bje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</a:t>
            </a: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  </a:t>
            </a:r>
            <a:endParaRPr lang="en-US" sz="17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714375" indent="-268288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</a:t>
            </a: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tribut dari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</a:t>
            </a: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antara lain: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absis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ordinat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  <a:endParaRPr lang="id-ID" sz="17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Method merupakan suatu fungsi/behaviour bagaimana suatu objek melakukan tindakan.</a:t>
            </a:r>
          </a:p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714375" indent="-268288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Method dari 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id-ID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adalah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geser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rotasi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set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absis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set </a:t>
            </a:r>
            <a:r>
              <a:rPr lang="en-US" sz="17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ordinat</a:t>
            </a:r>
            <a:r>
              <a:rPr lang="en-US" sz="17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17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8274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 &amp; Class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958806" y="4310865"/>
            <a:ext cx="7704000" cy="38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600"/>
              </a:spcAft>
            </a:pPr>
            <a:r>
              <a:rPr lang="en-ID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https://thebabatalks.blogspot.com/2019/08/classes-in-java.html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BEB3F0-2F05-745B-D812-130329FBBD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0"/>
          <a:stretch/>
        </p:blipFill>
        <p:spPr bwMode="auto">
          <a:xfrm>
            <a:off x="720000" y="1249833"/>
            <a:ext cx="5616622" cy="306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385D2E-554F-9737-14F1-27AF32862986}"/>
              </a:ext>
            </a:extLst>
          </p:cNvPr>
          <p:cNvSpPr txBox="1"/>
          <p:nvPr/>
        </p:nvSpPr>
        <p:spPr>
          <a:xfrm>
            <a:off x="6531022" y="1256855"/>
            <a:ext cx="22640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ciri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perilaku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berbeda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lainnya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meskipun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berasal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 yang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sama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state dan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behavior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sama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persis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lainnya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tapi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identity yang </a:t>
            </a:r>
            <a:r>
              <a:rPr lang="en-ID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berbeda</a:t>
            </a:r>
            <a:r>
              <a:rPr lang="en-ID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42B31-1C3E-73CF-C986-2B6A384DB8C2}"/>
              </a:ext>
            </a:extLst>
          </p:cNvPr>
          <p:cNvSpPr txBox="1"/>
          <p:nvPr/>
        </p:nvSpPr>
        <p:spPr>
          <a:xfrm>
            <a:off x="5186948" y="1911367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001</a:t>
            </a:r>
            <a:endParaRPr lang="en-ID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12C46-8588-5C40-1DF4-9373E55AE1F7}"/>
              </a:ext>
            </a:extLst>
          </p:cNvPr>
          <p:cNvSpPr txBox="1"/>
          <p:nvPr/>
        </p:nvSpPr>
        <p:spPr>
          <a:xfrm>
            <a:off x="5186948" y="2770468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002</a:t>
            </a:r>
            <a:endParaRPr lang="en-ID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85B12-73EF-C5E0-CD6B-E4FA7CF4E26D}"/>
              </a:ext>
            </a:extLst>
          </p:cNvPr>
          <p:cNvSpPr txBox="1"/>
          <p:nvPr/>
        </p:nvSpPr>
        <p:spPr>
          <a:xfrm>
            <a:off x="5218839" y="3701934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003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55948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02674" y="2443053"/>
            <a:ext cx="4735301" cy="10762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Object &amp; Class</a:t>
            </a:r>
            <a:br>
              <a:rPr lang="en" sz="3200" dirty="0"/>
            </a:br>
            <a:r>
              <a:rPr lang="en" sz="3200" dirty="0"/>
              <a:t>dalam Pemrograman</a:t>
            </a:r>
            <a:endParaRPr sz="32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02</a:t>
            </a:r>
            <a:endParaRPr sz="4800" dirty="0"/>
          </a:p>
        </p:txBody>
      </p:sp>
      <p:sp>
        <p:nvSpPr>
          <p:cNvPr id="911" name="Google Shape;911;p41"/>
          <p:cNvSpPr txBox="1">
            <a:spLocks noGrp="1"/>
          </p:cNvSpPr>
          <p:nvPr>
            <p:ph type="subTitle" idx="1"/>
          </p:nvPr>
        </p:nvSpPr>
        <p:spPr>
          <a:xfrm>
            <a:off x="699783" y="3725951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701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Class (</a:t>
            </a:r>
            <a:r>
              <a:rPr lang="en-US" i="1" dirty="0"/>
              <a:t>static</a:t>
            </a:r>
            <a:r>
              <a:rPr lang="en-US" dirty="0"/>
              <a:t>) vs. Object (</a:t>
            </a:r>
            <a:r>
              <a:rPr lang="en-US" i="1" dirty="0"/>
              <a:t>dynamic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Class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definisi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statik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entitas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b="1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mempunyai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siklus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hidup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ID" sz="1800" b="1" i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dynamic creation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):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diciptakan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dimanipulasi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dihancurkan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Programmer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mendefinisikan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statik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kemudian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diinstantiasi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menjadi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pada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runtime.</a:t>
            </a:r>
          </a:p>
          <a:p>
            <a:pPr marL="715963" lvl="2" indent="-2762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teks</a:t>
            </a:r>
            <a:r>
              <a:rPr lang="en-ID" sz="18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program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kita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lihat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hanyalah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715963" lvl="2" indent="-2762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runtime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kita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punyai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diinstantiasi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selalu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diacu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melalui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object (this)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apapun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nama instant-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nya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mempunyai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method.</a:t>
            </a: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929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Atribut</a:t>
            </a:r>
            <a:r>
              <a:rPr lang="en-US" dirty="0"/>
              <a:t> Class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id-ID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Atribut merupakan segala sesuatu yang melekat pada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o</a:t>
            </a:r>
            <a:r>
              <a:rPr lang="id-ID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bject.  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pemrograman</a:t>
            </a:r>
            <a:r>
              <a:rPr lang="id-ID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atribut adalah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v</a:t>
            </a:r>
            <a:r>
              <a:rPr lang="id-ID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ariable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sederhananya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).</a:t>
            </a:r>
          </a:p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dideklarasi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sebagai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type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dasar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class.</a:t>
            </a: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3334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 Class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id-ID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Method merupakan behaviour bagaimana objek melakukan tindakan.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pemrograman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method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berupa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prosedur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mempunyai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Signature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nama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parameter)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menunjukkan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menggunakan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tersebut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Body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merupakan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kode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program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dieksekusi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perlu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diketahui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oleh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pemakai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asalkan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spesifikasinya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jelas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meliputi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984250" indent="-269875">
              <a:spcAft>
                <a:spcPts val="600"/>
              </a:spcAft>
              <a:buFont typeface="Lato" panose="020F0502020204030203" pitchFamily="34" charset="0"/>
              <a:buChar char="–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Prekondisi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(initial state) dan post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kondisi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(final state) 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dinyatakan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sebagai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asersi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(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beberapa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bahasa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)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984250" indent="-269875">
              <a:spcAft>
                <a:spcPts val="600"/>
              </a:spcAft>
              <a:buFont typeface="Lato" panose="020F0502020204030203" pitchFamily="34" charset="0"/>
              <a:buChar char="–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“Proses”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dikerjakan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ketika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mehod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dieksekusi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dinyatakan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komentar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 fontAlgn="base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id-ID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95668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4EE32DDE-D30C-8A48-AEF9-956B9B94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98A173B3-D11F-2AB7-5623-A48DA11212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 Class (</a:t>
            </a:r>
            <a:r>
              <a:rPr lang="en-US" dirty="0" err="1"/>
              <a:t>lanj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E28787EA-9003-F66C-FAA3-6D1C732E1C3F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suatu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class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berupa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Konstruktor</a:t>
            </a: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Setter/ mutator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Getter/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selektor</a:t>
            </a: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prosedur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diperlukan</a:t>
            </a: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Destruktor</a:t>
            </a: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B71DFC6A-5597-85DD-B506-245412B7D26B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B45409EE-833A-EB99-74EE-8B3D01CC8361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1E1FEA8E-F19A-5825-C659-A532406137A9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042CD64B-F935-083B-C47F-965E89E48BD7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54CB3C79-02CD-7BB5-0676-5F201424E9CE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FBA82BE0-BC08-8858-F61C-F3ABBD187D1C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7293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 Class (</a:t>
            </a:r>
            <a:r>
              <a:rPr lang="en-US" dirty="0" err="1"/>
              <a:t>lanj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Parameter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prosedur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OOP </a:t>
            </a:r>
            <a:r>
              <a:rPr lang="en-ID" sz="1800" b="1" dirty="0" err="1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selalu</a:t>
            </a:r>
            <a:r>
              <a:rPr lang="en-ID" sz="1800" b="1" dirty="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 parameter input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dirancang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melahirkan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baru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(range,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hasil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input:</a:t>
            </a:r>
          </a:p>
          <a:p>
            <a:pPr marL="809625" lvl="0" indent="-363538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Fungsi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memetakan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semua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input (domain)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menjadi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 (range),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mengganggu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state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input.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Prosedur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dirancang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mengubah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state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</a:t>
            </a:r>
            <a:r>
              <a:rPr lang="en-ID" sz="1800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melahirkan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baru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809625" indent="-3635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</a:t>
            </a:r>
            <a:r>
              <a:rPr lang="en-ID" sz="1800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merupakan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parameter input/output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implisit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sehingga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pernah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dimunculkan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signature.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4940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35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Konvensi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Class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07516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Nama </a:t>
            </a:r>
            <a:r>
              <a:rPr lang="en-US" sz="1800" b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berupa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kata </a:t>
            </a:r>
            <a:r>
              <a:rPr lang="en-US" sz="1800" b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benda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ditulis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kapital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tiap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awal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kata,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tanpa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spasi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ataupun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underscore,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BujurSangkar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Nama </a:t>
            </a:r>
            <a:r>
              <a:rPr lang="en-US" sz="1800" b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berupa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kata </a:t>
            </a:r>
            <a:r>
              <a:rPr lang="en-US" sz="1800" b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benda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1800" b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sifat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diawali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kecil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mengikuti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standar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camelCase.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Nama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method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berupa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kata </a:t>
            </a:r>
            <a:r>
              <a:rPr lang="en-US" sz="1800" b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kerja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diawali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kecil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mengikuti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standar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camelCase.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Method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setter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diawali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nama ‘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set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’, method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getter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diawali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nama ‘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get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’,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getAbis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(),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setAbsis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(x).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Beberapa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nama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argument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berbeda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method overloading.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Bahasa Java,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file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disesuaikan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</a:t>
            </a: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3964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UML Class Diagram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320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 defTabSz="685800"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Memodelkan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hubungannya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lain.</a:t>
            </a:r>
          </a:p>
          <a:p>
            <a:pPr marL="457200" indent="-457200" defTabSz="685800"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Komponen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diagram: </a:t>
            </a:r>
          </a:p>
          <a:p>
            <a:pPr marL="903288" lvl="1" indent="-457200" defTabSz="6858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nama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metode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903288" lvl="1" indent="-457200" defTabSz="6858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Relasi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antar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1" indent="-457200" defTabSz="685800"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Tools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diagram: </a:t>
            </a:r>
          </a:p>
          <a:p>
            <a:pPr marL="903288" lvl="1" indent="-457200" defTabSz="6858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StarUML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Visual Paradigm</a:t>
            </a:r>
          </a:p>
          <a:p>
            <a:pPr marL="903288" lvl="1" indent="-457200" defTabSz="6858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draw.ioPlantUML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dll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…</a:t>
            </a:r>
          </a:p>
          <a:p>
            <a:pPr marL="446088" lvl="1" defTabSz="685800">
              <a:spcAft>
                <a:spcPts val="600"/>
              </a:spcAft>
              <a:defRPr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5F7891-1D25-C478-AEFF-482ACE9E1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447" y="2484408"/>
            <a:ext cx="2969075" cy="180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19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7599853D-116D-B271-C041-DB5961C0F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F5474F0B-27EC-5696-0F3F-7EB1123D93A0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F02EA3E-27E2-FC0F-F9E2-25DA6CC55190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87FA0C43-F5BA-CE62-C190-25D87AB6EE2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CDA8806F-34C2-8F5E-C12B-B0F7FB6FDC55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CC81520A-246D-8EB7-A3BB-7BA05A19B52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0094E209-AF01-8013-445D-854274AB7B4E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F95C6A-07D4-667C-526D-225BC3EAE6EB}"/>
              </a:ext>
            </a:extLst>
          </p:cNvPr>
          <p:cNvCxnSpPr/>
          <p:nvPr/>
        </p:nvCxnSpPr>
        <p:spPr>
          <a:xfrm>
            <a:off x="3519275" y="2159496"/>
            <a:ext cx="535785" cy="1191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713D088-EFD8-2AC6-ADD2-A956FD8D55FC}"/>
              </a:ext>
            </a:extLst>
          </p:cNvPr>
          <p:cNvSpPr txBox="1"/>
          <p:nvPr/>
        </p:nvSpPr>
        <p:spPr>
          <a:xfrm>
            <a:off x="1530873" y="3667413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Notasi</a:t>
            </a:r>
            <a:r>
              <a:rPr lang="en-US" b="1" dirty="0"/>
              <a:t> UML</a:t>
            </a:r>
            <a:endParaRPr lang="en-ID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72185-D5C0-EE13-8ADF-56FCB473E7AD}"/>
              </a:ext>
            </a:extLst>
          </p:cNvPr>
          <p:cNvSpPr txBox="1"/>
          <p:nvPr/>
        </p:nvSpPr>
        <p:spPr>
          <a:xfrm>
            <a:off x="5234781" y="4709107"/>
            <a:ext cx="1667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Notasi</a:t>
            </a:r>
            <a:r>
              <a:rPr lang="en-US" b="1" dirty="0"/>
              <a:t> </a:t>
            </a:r>
            <a:r>
              <a:rPr lang="en-US" b="1" dirty="0" err="1"/>
              <a:t>Algortimik</a:t>
            </a:r>
            <a:endParaRPr lang="en-ID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B440A0B-2C32-4C45-FCFA-6DC8544623E0}"/>
              </a:ext>
            </a:extLst>
          </p:cNvPr>
          <p:cNvSpPr txBox="1">
            <a:spLocks/>
          </p:cNvSpPr>
          <p:nvPr/>
        </p:nvSpPr>
        <p:spPr>
          <a:xfrm>
            <a:off x="4155904" y="104585"/>
            <a:ext cx="4168495" cy="4604522"/>
          </a:xfrm>
          <a:prstGeom prst="rect">
            <a:avLst/>
          </a:prstGeom>
          <a:solidFill>
            <a:srgbClr val="F7FAFF"/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{method}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&lt;- 0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&lt;- 0;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getAbsis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()-&gt; real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    -&gt;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absis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getOrdinat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()-&gt; real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    -&gt;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ordinat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x:real)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&lt;- x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y:real)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itchFamily="2" charset="2"/>
              </a:rPr>
              <a:t> &lt;- y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60DBFF-6A05-F455-EE0F-7FDF3773C462}"/>
              </a:ext>
            </a:extLst>
          </p:cNvPr>
          <p:cNvSpPr/>
          <p:nvPr/>
        </p:nvSpPr>
        <p:spPr>
          <a:xfrm>
            <a:off x="1876789" y="2258030"/>
            <a:ext cx="477078" cy="190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527E1A-4FF2-D363-312A-2E26DC3E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75" y="985727"/>
            <a:ext cx="2437156" cy="26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22851" y="2381408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Contructor &amp; Destructor</a:t>
            </a:r>
            <a:endParaRPr sz="32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35745" y="1685887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03</a:t>
            </a:r>
            <a:endParaRPr sz="4800" dirty="0"/>
          </a:p>
        </p:txBody>
      </p:sp>
      <p:sp>
        <p:nvSpPr>
          <p:cNvPr id="911" name="Google Shape;911;p41"/>
          <p:cNvSpPr txBox="1">
            <a:spLocks noGrp="1"/>
          </p:cNvSpPr>
          <p:nvPr>
            <p:ph type="subTitle" idx="1"/>
          </p:nvPr>
        </p:nvSpPr>
        <p:spPr>
          <a:xfrm>
            <a:off x="759785" y="3559035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328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C0A01962-F669-6BA4-3B52-B9BB3418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B5B5D281-6DCD-CD7C-09A7-EF39B5BC2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Konstruktor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E6F23388-9C92-80A5-D127-F7A8CB67A559}"/>
              </a:ext>
            </a:extLst>
          </p:cNvPr>
          <p:cNvSpPr txBox="1"/>
          <p:nvPr/>
        </p:nvSpPr>
        <p:spPr>
          <a:xfrm>
            <a:off x="720000" y="1204554"/>
            <a:ext cx="7704000" cy="323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Prosedur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khusus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membuat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(Barker,  2005)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Berfungsi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memberikan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nilai-nilai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awal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return type.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parameter.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modifier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sebaiknya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adalah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public.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931A01B0-71CB-D81E-C8E5-8D017DF1878B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218EE34-565E-B4F2-41CE-3367A7AFC2A2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541D4E10-9EC3-928A-15E4-B8C803237910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EE8403-56BE-838C-C05A-F0333C28BF05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41BAB3B7-A5CF-7698-2F48-25514BD90402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D86BA4EF-C2E0-0B23-963F-41093B2D2426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28756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D24FFB7-DEE0-B51B-F318-3718B730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24F31B2D-CAAD-0F1D-CB4A-02AF3E8EEF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Konstruktor (lanj.)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B9A85B5B-1FA4-4E43-C2CE-F01A94546AB0}"/>
              </a:ext>
            </a:extLst>
          </p:cNvPr>
          <p:cNvSpPr txBox="1"/>
          <p:nvPr/>
        </p:nvSpPr>
        <p:spPr>
          <a:xfrm>
            <a:off x="720000" y="1122493"/>
            <a:ext cx="7990246" cy="389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method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nama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dideklarasikan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lebih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asalkan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berbeda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signature (parameter) 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overloading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Beberapa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bahasa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pemrograman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default (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otomatis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ditambahkan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compiler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ketika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mendefinisikan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). 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C461655-1393-64EB-612B-179BA6089EBC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A008F31-389B-D898-EF8E-6EEA04963A9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87C80A43-7407-737B-739B-C60A609862D7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623077FA-7874-28E5-9115-3DD5525CAEAA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188DC3B1-5F28-7FB7-508C-154461BB1420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9DF8BA1-02CE-CC4F-FB9C-04877245A1CA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361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127A091C-E2A3-A217-A94E-5E5DA5F0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0C164C0B-988C-8332-0008-A51628159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 Konstruktor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00EE7864-B4D2-743B-9B10-4999978D634E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F5BA689A-FD44-F1D9-8079-81C70B5EF661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283CA90E-8318-C524-AA0E-A068B7266B36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BD90115B-F69A-3047-D76C-C6983BD8CC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C726528C-B8C9-81FD-1EA8-46E19CFA9515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419CA386-29E5-B107-1FEC-4514A8FE4BD4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5AB113-E9DC-E7EE-2931-8E99E1B1ECF6}"/>
              </a:ext>
            </a:extLst>
          </p:cNvPr>
          <p:cNvSpPr txBox="1">
            <a:spLocks/>
          </p:cNvSpPr>
          <p:nvPr/>
        </p:nvSpPr>
        <p:spPr>
          <a:xfrm>
            <a:off x="4381269" y="1112808"/>
            <a:ext cx="4168495" cy="3749910"/>
          </a:xfrm>
          <a:prstGeom prst="rect">
            <a:avLst/>
          </a:prstGeom>
          <a:solidFill>
            <a:srgbClr val="F7FAFF"/>
          </a:solidFill>
        </p:spPr>
        <p:txBody>
          <a:bodyPr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tanpa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&lt;- 0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&lt;- 0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dengan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u="sng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x:</a:t>
            </a:r>
            <a:r>
              <a:rPr lang="en-US" b="1" u="sng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y:</a:t>
            </a:r>
            <a:r>
              <a:rPr lang="en-US" b="1" u="sng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&lt;- x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&lt;- y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. . 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7D9CC3-80EC-E871-A887-236822A67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05" y="1204554"/>
            <a:ext cx="3338639" cy="331134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9A24E4-D049-42BA-5E81-AA90A0CF8F34}"/>
              </a:ext>
            </a:extLst>
          </p:cNvPr>
          <p:cNvSpPr/>
          <p:nvPr/>
        </p:nvSpPr>
        <p:spPr>
          <a:xfrm>
            <a:off x="582085" y="2769079"/>
            <a:ext cx="3578678" cy="64698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32903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CBD4FCE2-38DD-6BC1-BB96-2DAD4CBD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CE4E401F-815C-C913-A779-B2CA4CF50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Instansiasi Objek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C51B4473-2342-1C10-A211-262334C9A3AE}"/>
              </a:ext>
            </a:extLst>
          </p:cNvPr>
          <p:cNvSpPr txBox="1"/>
          <p:nvPr/>
        </p:nvSpPr>
        <p:spPr>
          <a:xfrm>
            <a:off x="719999" y="1204554"/>
            <a:ext cx="8075121" cy="323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diciptakan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keyword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new </a:t>
            </a: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berfungsi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mengalokasikan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memori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guna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menampung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Objek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telah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diacu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melalui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reference variable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731838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T1:Titik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{T1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adalah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reference,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belum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ada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alokasi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memori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urier New" pitchFamily="49" charset="0"/>
              <a:sym typeface="Wingdings" panose="05000000000000000000" pitchFamily="2" charset="2"/>
            </a:endParaRPr>
          </a:p>
          <a:p>
            <a:pPr marL="731838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T1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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 new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Titik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()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{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Membuat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objek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T1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bertipe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Titik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}</a:t>
            </a: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 marL="715963"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{T1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adalah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reference variable} </a:t>
            </a:r>
          </a:p>
          <a:p>
            <a:pPr marL="715963"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{T1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berisi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reference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ke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sebuah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objek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Titik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}</a:t>
            </a:r>
          </a:p>
          <a:p>
            <a:pPr marL="715963"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{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Titik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adalah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nama class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atau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reference type}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612971A4-9B20-F132-13F0-3E6083E95DB1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3ED5BB7C-AFF1-AD19-5C74-9B2CA22842ED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7B33B85E-C187-7DDD-87FA-AEF7CD2D7DB0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BE1E6488-F205-A241-9565-212E89DF7BE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A7BDC9A0-7459-ADC4-B67F-97B5194BB034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6316E592-9B88-CE0D-DD01-7E9B82215C6B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53017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3D74E26-D029-B492-5DF5-2D503006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85D444A3-3722-3A72-BC23-F5E2881B8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Mengakses Atribut &amp; Method Objek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646653FD-0C36-2030-1C45-71FC5B74E90D}"/>
              </a:ext>
            </a:extLst>
          </p:cNvPr>
          <p:cNvSpPr txBox="1"/>
          <p:nvPr/>
        </p:nvSpPr>
        <p:spPr>
          <a:xfrm>
            <a:off x="720000" y="1362974"/>
            <a:ext cx="7704000" cy="33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dan method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sebuah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telah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diciptakan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diakses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menggunakan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dot operator.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:</a:t>
            </a:r>
          </a:p>
          <a:p>
            <a:pPr marL="446088" lvl="1">
              <a:spcAft>
                <a:spcPts val="600"/>
              </a:spcAft>
            </a:pPr>
            <a:r>
              <a:rPr lang="en-US" sz="180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{</a:t>
            </a:r>
            <a:r>
              <a:rPr lang="en-US" sz="18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mengakses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atribut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C1 (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disarankan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!!!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)}</a:t>
            </a:r>
          </a:p>
          <a:p>
            <a:pPr marL="715963" lvl="1">
              <a:spcAft>
                <a:spcPts val="600"/>
              </a:spcAft>
            </a:pPr>
            <a:r>
              <a:rPr lang="en-US" sz="1800" b="1" dirty="0">
                <a:latin typeface="Consolas" panose="020B0609020204030204" pitchFamily="49" charset="0"/>
                <a:cs typeface="Courier New" pitchFamily="49" charset="0"/>
              </a:rPr>
              <a:t>T1.absis</a:t>
            </a:r>
          </a:p>
          <a:p>
            <a:pPr marL="446088" lvl="1">
              <a:spcAft>
                <a:spcPts val="600"/>
              </a:spcAft>
            </a:pPr>
            <a:r>
              <a:rPr lang="en-US" sz="180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{</a:t>
            </a:r>
            <a:r>
              <a:rPr lang="en-US" sz="1800" dirty="0" err="1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mengakses</a:t>
            </a:r>
            <a:r>
              <a:rPr lang="en-US" sz="1800" dirty="0">
                <a:latin typeface="Consolas" panose="020B0609020204030204" pitchFamily="49" charset="0"/>
                <a:cs typeface="Courier New" pitchFamily="49" charset="0"/>
                <a:sym typeface="Wingdings" panose="05000000000000000000" pitchFamily="2" charset="2"/>
              </a:rPr>
              <a:t> method C1}</a:t>
            </a:r>
          </a:p>
          <a:p>
            <a:pPr marL="715963" lvl="1">
              <a:spcAft>
                <a:spcPts val="600"/>
              </a:spcAft>
            </a:pPr>
            <a:r>
              <a:rPr lang="en-US" sz="1800" b="1" dirty="0">
                <a:latin typeface="Consolas" panose="020B0609020204030204" pitchFamily="49" charset="0"/>
                <a:cs typeface="Courier New" pitchFamily="49" charset="0"/>
              </a:rPr>
              <a:t>T1.setAbsis(7)</a:t>
            </a:r>
          </a:p>
          <a:p>
            <a:pPr marL="715963" lvl="1">
              <a:spcAft>
                <a:spcPts val="600"/>
              </a:spcAft>
            </a:pPr>
            <a:r>
              <a:rPr lang="en-US" sz="1800" b="1" dirty="0">
                <a:latin typeface="Consolas" panose="020B0609020204030204" pitchFamily="49" charset="0"/>
                <a:cs typeface="Courier New" pitchFamily="49" charset="0"/>
              </a:rPr>
              <a:t>T1.getAbsis()</a:t>
            </a:r>
            <a:endParaRPr lang="en-US" sz="1800" dirty="0">
              <a:latin typeface="Consolas" panose="020B0609020204030204" pitchFamily="49" charset="0"/>
              <a:cs typeface="Courier New" pitchFamily="49" charset="0"/>
            </a:endParaRPr>
          </a:p>
          <a:p>
            <a:pPr marL="446088" lvl="1">
              <a:spcAft>
                <a:spcPts val="600"/>
              </a:spcAft>
            </a:pPr>
            <a:endParaRPr lang="en-US" sz="2000" dirty="0">
              <a:latin typeface="Courier New" pitchFamily="49" charset="0"/>
              <a:cs typeface="Courier New" pitchFamily="49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D234D8BA-79C3-C695-5F82-2A861EC4AA71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73268E6C-A5D8-E647-D126-32588074F80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2413E207-82AC-6587-5C9A-DB52332CCAB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00468D9D-36CE-6C52-73F9-CEAF16B8D1F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39A3538-5606-EE85-BC0A-71D947B03430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113A924-2B01-A976-7130-21CD44C33A79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04728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8966829C-6F14-DCFD-86CC-1EC719AC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645565CD-60BF-00F9-4E2F-0929D1C24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Destruktor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B64BDFB3-2784-AAB9-6CDD-1A02C0114F2C}"/>
              </a:ext>
            </a:extLst>
          </p:cNvPr>
          <p:cNvSpPr txBox="1"/>
          <p:nvPr/>
        </p:nvSpPr>
        <p:spPr>
          <a:xfrm>
            <a:off x="720000" y="1204554"/>
            <a:ext cx="7704000" cy="323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Prosedur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khusus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dijalankan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“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dihancurkan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”.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Berfungsi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membebaskan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berada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memori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C++ :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memanfaatkan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pointer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menunjuk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dan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menghapus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penunjukan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pointer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tersebut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91343099-2674-603F-367E-237F221E9856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E5C088E3-75ED-3C2C-D7BB-01520D67863C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1C888074-E3BB-737F-C792-28BDE9474F63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4B5FDC8D-EAB8-B237-73B1-79901E1C6D20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DD847E2-4F1D-A6E0-0F94-0978792F6BDE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8FA9B6C0-E30A-D273-FA39-E92810D272CF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92566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7CC07A7B-5BFA-19FB-165F-44917FB7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C5CD5C4C-7421-7066-32C2-8711035A9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Destruktor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F9C1B15B-D263-F6B3-D714-D9643BCB6850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Beberapa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bahasa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pemrograman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meniadakan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&amp;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menyediakan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“</a:t>
            </a:r>
            <a:r>
              <a:rPr lang="en-US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garbage collector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”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membebaskan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sudah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program.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Nulling reference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mencalonkan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dibebaskan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memori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(Java) :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9E804FDE-90F0-B803-8D3E-6B96502CB7C8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1279AB92-7A52-A901-0FE8-AE56950BBCCA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BA960C76-1005-4A43-EABD-D46E16FBC691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EA78928B-C055-8E4D-F095-D7A7F765A733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EEBD2710-2E7D-82A7-DA60-840D9CFB0B73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7B5B64B-9630-6403-8332-3C1B9E3004F6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0F44CE2-FEFB-4725-A59D-D9722D2F06FC}"/>
              </a:ext>
            </a:extLst>
          </p:cNvPr>
          <p:cNvSpPr txBox="1"/>
          <p:nvPr/>
        </p:nvSpPr>
        <p:spPr>
          <a:xfrm>
            <a:off x="894934" y="3498146"/>
            <a:ext cx="61624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088">
              <a:buNone/>
            </a:pPr>
            <a:r>
              <a:rPr lang="en-US" sz="18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Titik</a:t>
            </a:r>
            <a:r>
              <a:rPr lang="id-ID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T1 </a:t>
            </a:r>
            <a:r>
              <a:rPr lang="id-ID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=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 new </a:t>
            </a:r>
            <a:r>
              <a:rPr lang="en-US" sz="18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Titik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()</a:t>
            </a:r>
            <a:r>
              <a:rPr lang="id-ID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;</a:t>
            </a:r>
            <a:endParaRPr lang="en-US" sz="1800" b="1" dirty="0">
              <a:solidFill>
                <a:srgbClr val="C00000"/>
              </a:solidFill>
              <a:latin typeface="Consolas" panose="020B0609020204030204" pitchFamily="49" charset="0"/>
              <a:cs typeface="Courier New" pitchFamily="49" charset="0"/>
              <a:sym typeface="Wingdings" pitchFamily="2" charset="2"/>
            </a:endParaRPr>
          </a:p>
          <a:p>
            <a:pPr marL="446088">
              <a:buNone/>
            </a:pP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 </a:t>
            </a:r>
          </a:p>
          <a:p>
            <a:pPr marL="446088">
              <a:buNone/>
            </a:pP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{nulling reference}</a:t>
            </a:r>
          </a:p>
          <a:p>
            <a:pPr marL="446088">
              <a:buNone/>
            </a:pP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T1 </a:t>
            </a:r>
            <a:r>
              <a:rPr lang="id-ID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=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 n</a:t>
            </a:r>
            <a:r>
              <a:rPr lang="id-ID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u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l</a:t>
            </a:r>
            <a:r>
              <a:rPr lang="id-ID" sz="1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  <a:sym typeface="Wingdings" pitchFamily="2" charset="2"/>
              </a:rPr>
              <a:t>l;</a:t>
            </a:r>
            <a:endParaRPr lang="en-US" sz="1800" b="1" dirty="0">
              <a:solidFill>
                <a:srgbClr val="C0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72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BE1D22D8-FE55-B66F-92A7-C44F4373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356A00B6-BEE1-3F5E-7F57-0B2CACE92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Primitive Types vs. Reference Type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27170F55-0289-1FCC-BC7F-3FF1B354DA2E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C9CD55D1-A917-2D35-AE6B-47733B16C0C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51F07857-5096-2987-BDE9-2F9B2CBD1757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6C24D7A8-0DD8-D4CF-DE4E-765E7BE4FD4F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78BE6AB-7A1F-DF00-6F99-384086DF3AA7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C635C14-FE8F-79AD-A9D7-16A4C54DB52F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8885960-9A26-8015-BD67-B324ED45D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92" y="1456531"/>
            <a:ext cx="7423355" cy="2230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B6E706-D0B7-084F-7571-7CDAA76AE5A8}"/>
              </a:ext>
            </a:extLst>
          </p:cNvPr>
          <p:cNvSpPr txBox="1"/>
          <p:nvPr/>
        </p:nvSpPr>
        <p:spPr>
          <a:xfrm>
            <a:off x="3775427" y="3777006"/>
            <a:ext cx="133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D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(Liang , 2015)</a:t>
            </a:r>
          </a:p>
        </p:txBody>
      </p:sp>
    </p:spTree>
    <p:extLst>
      <p:ext uri="{BB962C8B-B14F-4D97-AF65-F5344CB8AC3E}">
        <p14:creationId xmlns:p14="http://schemas.microsoft.com/office/powerpoint/2010/main" val="784443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8EC1F32E-0B23-79BF-1C8C-9237D339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6CCF3074-62D1-0F7E-B0A5-8760885633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Primitive Types vs. Reference Type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11D66CA7-B3FE-9866-5564-B0A8DF4DB47F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7FEEC8E8-7B39-04EC-E327-4DCADC03CC36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F9C5A81F-77C9-2279-FF3E-614E7D1EE427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AB36A620-C08E-4DFB-93A1-A74924DA6225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D120C9C9-069D-3C10-42D6-FC0627F51D47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7B72898-0E52-F3B2-63B0-B6E4C0CDB8E9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7A2828-BDB4-0DED-BFCD-42FB162A2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00" y="1541462"/>
            <a:ext cx="2531200" cy="1644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58F26-1EAA-8107-5265-6B3914BF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25" y="1490662"/>
            <a:ext cx="5086350" cy="21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93EFB9-4E4F-47CE-3F3C-D9722763F05B}"/>
              </a:ext>
            </a:extLst>
          </p:cNvPr>
          <p:cNvSpPr txBox="1"/>
          <p:nvPr/>
        </p:nvSpPr>
        <p:spPr>
          <a:xfrm>
            <a:off x="3905158" y="4559975"/>
            <a:ext cx="133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D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(Liang , 2015)</a:t>
            </a:r>
          </a:p>
        </p:txBody>
      </p:sp>
    </p:spTree>
    <p:extLst>
      <p:ext uri="{BB962C8B-B14F-4D97-AF65-F5344CB8AC3E}">
        <p14:creationId xmlns:p14="http://schemas.microsoft.com/office/powerpoint/2010/main" val="2072728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FA2BD5C-DE58-767F-0B9C-BF5F32FA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D3673DFC-2A6E-5C7A-BBB0-4414ABB7E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Latihan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6B3B886A-264E-BEEB-20B3-36265442CF34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Lengkapilah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melakukan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aksi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sbb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Menggeser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secara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horizontal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sejauh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x dan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secara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vertical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sejauh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Mendapatkan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kuadran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nilai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kuadran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bilangan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integer).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Menghitung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jarak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pusat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(0,0).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Menghitung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jarak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lainnya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Melakukan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refleksi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terhadap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sumbu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X.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Melakukan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refleksi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terhadap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sumbu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Menghasilkan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hasil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refleksi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terhadap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sumbu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X.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Menghasilkan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hasil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refleksi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terhadap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sumbu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1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C86ABBD-E170-8E68-2D64-B38081A00818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192B795-AA6D-A8AF-92DB-84D5EBB9D4F7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DCCF281A-F229-7039-BB32-3C8C67ECE8B5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D8DA0BA8-6D51-1991-F698-EF1999D729D0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F256EBFA-B49D-A1EE-D6E2-9FDDCA01C6C6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8DBE7132-7CA3-751F-A073-7351896ABE19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6939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5BF42952-6D7E-A830-1E83-28D6C3CD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605B72B6-5CBF-997D-8AA8-22665BCC0ED3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D0BBE77C-5D2F-1A45-3636-96E9B2438DD5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918FE19-4A77-4FDD-DB39-E1CEF0AC38A5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15FBC8-2EB4-FC85-C39D-19A769CA5333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3C6E3C5-2BFA-1AE9-01BC-C4A9DA90A2AA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6449830D-1DCE-E4BD-0114-373E5140E144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BD5B84F-8EB7-2B16-0D20-4FF061537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738" y="258196"/>
            <a:ext cx="4161705" cy="469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81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7A8BA6E8-0D99-E12D-D398-5C223CE1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>
            <a:extLst>
              <a:ext uri="{FF2B5EF4-FFF2-40B4-BE49-F238E27FC236}">
                <a16:creationId xmlns:a16="http://schemas.microsoft.com/office/drawing/2014/main" id="{9D0D19CF-6395-23A9-98A7-A390A10E7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6517" y="2334491"/>
            <a:ext cx="4619920" cy="7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Message Passing</a:t>
            </a:r>
            <a:endParaRPr sz="3600" dirty="0"/>
          </a:p>
        </p:txBody>
      </p:sp>
      <p:sp>
        <p:nvSpPr>
          <p:cNvPr id="910" name="Google Shape;910;p41">
            <a:extLst>
              <a:ext uri="{FF2B5EF4-FFF2-40B4-BE49-F238E27FC236}">
                <a16:creationId xmlns:a16="http://schemas.microsoft.com/office/drawing/2014/main" id="{06EBC485-52E6-A970-140D-18845943F01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04</a:t>
            </a:r>
            <a:endParaRPr sz="4800" dirty="0"/>
          </a:p>
        </p:txBody>
      </p:sp>
      <p:sp>
        <p:nvSpPr>
          <p:cNvPr id="911" name="Google Shape;911;p41">
            <a:extLst>
              <a:ext uri="{FF2B5EF4-FFF2-40B4-BE49-F238E27FC236}">
                <a16:creationId xmlns:a16="http://schemas.microsoft.com/office/drawing/2014/main" id="{38ABDFCD-B192-2290-3E56-10F69FC250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4277" y="3044258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dirty="0"/>
          </a:p>
        </p:txBody>
      </p:sp>
      <p:sp>
        <p:nvSpPr>
          <p:cNvPr id="912" name="Google Shape;912;p41">
            <a:extLst>
              <a:ext uri="{FF2B5EF4-FFF2-40B4-BE49-F238E27FC236}">
                <a16:creationId xmlns:a16="http://schemas.microsoft.com/office/drawing/2014/main" id="{9080463A-477C-769F-8012-8D1063EA91C0}"/>
              </a:ext>
            </a:extLst>
          </p:cNvPr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>
            <a:extLst>
              <a:ext uri="{FF2B5EF4-FFF2-40B4-BE49-F238E27FC236}">
                <a16:creationId xmlns:a16="http://schemas.microsoft.com/office/drawing/2014/main" id="{3CCFC538-51B0-0705-21D5-61C05E982D33}"/>
              </a:ext>
            </a:extLst>
          </p:cNvPr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>
              <a:extLst>
                <a:ext uri="{FF2B5EF4-FFF2-40B4-BE49-F238E27FC236}">
                  <a16:creationId xmlns:a16="http://schemas.microsoft.com/office/drawing/2014/main" id="{848BADC5-CACD-7A90-FD76-E3DA871E49A1}"/>
                </a:ext>
              </a:extLst>
            </p:cNvPr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>
              <a:extLst>
                <a:ext uri="{FF2B5EF4-FFF2-40B4-BE49-F238E27FC236}">
                  <a16:creationId xmlns:a16="http://schemas.microsoft.com/office/drawing/2014/main" id="{4CDAA993-A84A-E2A4-04F9-90D64847953B}"/>
                </a:ext>
              </a:extLst>
            </p:cNvPr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>
            <a:extLst>
              <a:ext uri="{FF2B5EF4-FFF2-40B4-BE49-F238E27FC236}">
                <a16:creationId xmlns:a16="http://schemas.microsoft.com/office/drawing/2014/main" id="{E92C131E-469D-939F-4171-603E9D79A842}"/>
              </a:ext>
            </a:extLst>
          </p:cNvPr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>
            <a:extLst>
              <a:ext uri="{FF2B5EF4-FFF2-40B4-BE49-F238E27FC236}">
                <a16:creationId xmlns:a16="http://schemas.microsoft.com/office/drawing/2014/main" id="{4E97D11B-F323-AB47-C1DF-405A42FEDADB}"/>
              </a:ext>
            </a:extLst>
          </p:cNvPr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>
              <a:extLst>
                <a:ext uri="{FF2B5EF4-FFF2-40B4-BE49-F238E27FC236}">
                  <a16:creationId xmlns:a16="http://schemas.microsoft.com/office/drawing/2014/main" id="{BC0706F6-E0BE-36E2-C6A9-EB0BBFF4FA02}"/>
                </a:ext>
              </a:extLst>
            </p:cNvPr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>
              <a:extLst>
                <a:ext uri="{FF2B5EF4-FFF2-40B4-BE49-F238E27FC236}">
                  <a16:creationId xmlns:a16="http://schemas.microsoft.com/office/drawing/2014/main" id="{613F8CBF-0A29-CD47-46AB-7C75B7BF7468}"/>
                </a:ext>
              </a:extLst>
            </p:cNvPr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>
                <a:extLst>
                  <a:ext uri="{FF2B5EF4-FFF2-40B4-BE49-F238E27FC236}">
                    <a16:creationId xmlns:a16="http://schemas.microsoft.com/office/drawing/2014/main" id="{481096E2-B7FA-54D3-30B3-820A6DBE5F6D}"/>
                  </a:ext>
                </a:extLst>
              </p:cNvPr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>
                <a:extLst>
                  <a:ext uri="{FF2B5EF4-FFF2-40B4-BE49-F238E27FC236}">
                    <a16:creationId xmlns:a16="http://schemas.microsoft.com/office/drawing/2014/main" id="{6A2C1AAE-B006-3459-12B5-B9444EA4D376}"/>
                  </a:ext>
                </a:extLst>
              </p:cNvPr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>
              <a:extLst>
                <a:ext uri="{FF2B5EF4-FFF2-40B4-BE49-F238E27FC236}">
                  <a16:creationId xmlns:a16="http://schemas.microsoft.com/office/drawing/2014/main" id="{5538267B-C2A3-B8F6-D086-47395232FE92}"/>
                </a:ext>
              </a:extLst>
            </p:cNvPr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C76EB9BC-6D50-1259-04E0-DC5BBAC53DA2}"/>
                  </a:ext>
                </a:extLst>
              </p:cNvPr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>
                <a:extLst>
                  <a:ext uri="{FF2B5EF4-FFF2-40B4-BE49-F238E27FC236}">
                    <a16:creationId xmlns:a16="http://schemas.microsoft.com/office/drawing/2014/main" id="{1078215A-7A18-C778-4D15-98A004AA99BC}"/>
                  </a:ext>
                </a:extLst>
              </p:cNvPr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>
              <a:extLst>
                <a:ext uri="{FF2B5EF4-FFF2-40B4-BE49-F238E27FC236}">
                  <a16:creationId xmlns:a16="http://schemas.microsoft.com/office/drawing/2014/main" id="{408DCFAF-004D-6FAB-1085-B86D698B04DC}"/>
                </a:ext>
              </a:extLst>
            </p:cNvPr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>
                <a:extLst>
                  <a:ext uri="{FF2B5EF4-FFF2-40B4-BE49-F238E27FC236}">
                    <a16:creationId xmlns:a16="http://schemas.microsoft.com/office/drawing/2014/main" id="{FA6F5E08-CDA1-0BB7-64FD-4E3E961F7C72}"/>
                  </a:ext>
                </a:extLst>
              </p:cNvPr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>
                <a:extLst>
                  <a:ext uri="{FF2B5EF4-FFF2-40B4-BE49-F238E27FC236}">
                    <a16:creationId xmlns:a16="http://schemas.microsoft.com/office/drawing/2014/main" id="{061CCA49-5AF5-8BC5-553D-2AFA014DD808}"/>
                  </a:ext>
                </a:extLst>
              </p:cNvPr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>
                <a:extLst>
                  <a:ext uri="{FF2B5EF4-FFF2-40B4-BE49-F238E27FC236}">
                    <a16:creationId xmlns:a16="http://schemas.microsoft.com/office/drawing/2014/main" id="{735E2B91-77AC-62B6-D68E-35A3E45E4F4A}"/>
                  </a:ext>
                </a:extLst>
              </p:cNvPr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>
              <a:extLst>
                <a:ext uri="{FF2B5EF4-FFF2-40B4-BE49-F238E27FC236}">
                  <a16:creationId xmlns:a16="http://schemas.microsoft.com/office/drawing/2014/main" id="{41B7FAC5-2347-0A3E-54A5-40E7515FBC98}"/>
                </a:ext>
              </a:extLst>
            </p:cNvPr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>
                <a:extLst>
                  <a:ext uri="{FF2B5EF4-FFF2-40B4-BE49-F238E27FC236}">
                    <a16:creationId xmlns:a16="http://schemas.microsoft.com/office/drawing/2014/main" id="{C495CE55-EA39-4D54-0587-82A07638D6F1}"/>
                  </a:ext>
                </a:extLst>
              </p:cNvPr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>
                <a:extLst>
                  <a:ext uri="{FF2B5EF4-FFF2-40B4-BE49-F238E27FC236}">
                    <a16:creationId xmlns:a16="http://schemas.microsoft.com/office/drawing/2014/main" id="{93DF255D-E8C7-A7DA-D9DC-8410D1FD5833}"/>
                  </a:ext>
                </a:extLst>
              </p:cNvPr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>
                <a:extLst>
                  <a:ext uri="{FF2B5EF4-FFF2-40B4-BE49-F238E27FC236}">
                    <a16:creationId xmlns:a16="http://schemas.microsoft.com/office/drawing/2014/main" id="{360F2670-5E7B-EE21-4E10-E4790E417442}"/>
                  </a:ext>
                </a:extLst>
              </p:cNvPr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>
                <a:extLst>
                  <a:ext uri="{FF2B5EF4-FFF2-40B4-BE49-F238E27FC236}">
                    <a16:creationId xmlns:a16="http://schemas.microsoft.com/office/drawing/2014/main" id="{A44A29A9-5CE9-6517-AA42-602F877366EF}"/>
                  </a:ext>
                </a:extLst>
              </p:cNvPr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>
                <a:extLst>
                  <a:ext uri="{FF2B5EF4-FFF2-40B4-BE49-F238E27FC236}">
                    <a16:creationId xmlns:a16="http://schemas.microsoft.com/office/drawing/2014/main" id="{8F97CF3F-9DFE-4AA3-79A6-E379FD342E38}"/>
                  </a:ext>
                </a:extLst>
              </p:cNvPr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>
                <a:extLst>
                  <a:ext uri="{FF2B5EF4-FFF2-40B4-BE49-F238E27FC236}">
                    <a16:creationId xmlns:a16="http://schemas.microsoft.com/office/drawing/2014/main" id="{4701BDDB-19C5-AF97-88F0-D93016C3C6B9}"/>
                  </a:ext>
                </a:extLst>
              </p:cNvPr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>
                <a:extLst>
                  <a:ext uri="{FF2B5EF4-FFF2-40B4-BE49-F238E27FC236}">
                    <a16:creationId xmlns:a16="http://schemas.microsoft.com/office/drawing/2014/main" id="{1DF72BFB-9BCA-6459-A9BD-A75F18603545}"/>
                  </a:ext>
                </a:extLst>
              </p:cNvPr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>
                <a:extLst>
                  <a:ext uri="{FF2B5EF4-FFF2-40B4-BE49-F238E27FC236}">
                    <a16:creationId xmlns:a16="http://schemas.microsoft.com/office/drawing/2014/main" id="{66F608A5-DB3C-0D36-7CE8-9AA0DC51AF50}"/>
                  </a:ext>
                </a:extLst>
              </p:cNvPr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>
                <a:extLst>
                  <a:ext uri="{FF2B5EF4-FFF2-40B4-BE49-F238E27FC236}">
                    <a16:creationId xmlns:a16="http://schemas.microsoft.com/office/drawing/2014/main" id="{5E64C1EE-22B4-0C77-82DD-08693486679E}"/>
                  </a:ext>
                </a:extLst>
              </p:cNvPr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>
                <a:extLst>
                  <a:ext uri="{FF2B5EF4-FFF2-40B4-BE49-F238E27FC236}">
                    <a16:creationId xmlns:a16="http://schemas.microsoft.com/office/drawing/2014/main" id="{6B95C341-F677-BC98-8B93-C69E5F53121F}"/>
                  </a:ext>
                </a:extLst>
              </p:cNvPr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>
                <a:extLst>
                  <a:ext uri="{FF2B5EF4-FFF2-40B4-BE49-F238E27FC236}">
                    <a16:creationId xmlns:a16="http://schemas.microsoft.com/office/drawing/2014/main" id="{C507031D-1ED7-CAC7-9351-5BA521043D97}"/>
                  </a:ext>
                </a:extLst>
              </p:cNvPr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>
                <a:extLst>
                  <a:ext uri="{FF2B5EF4-FFF2-40B4-BE49-F238E27FC236}">
                    <a16:creationId xmlns:a16="http://schemas.microsoft.com/office/drawing/2014/main" id="{403B594C-89D0-BC20-6E77-E8BD9F46408F}"/>
                  </a:ext>
                </a:extLst>
              </p:cNvPr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>
                <a:extLst>
                  <a:ext uri="{FF2B5EF4-FFF2-40B4-BE49-F238E27FC236}">
                    <a16:creationId xmlns:a16="http://schemas.microsoft.com/office/drawing/2014/main" id="{2E799B01-69BD-EE4F-AA7E-FCD068E88F5A}"/>
                  </a:ext>
                </a:extLst>
              </p:cNvPr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>
                <a:extLst>
                  <a:ext uri="{FF2B5EF4-FFF2-40B4-BE49-F238E27FC236}">
                    <a16:creationId xmlns:a16="http://schemas.microsoft.com/office/drawing/2014/main" id="{00F9F2DD-E89A-DF99-3CCC-959ED25C299F}"/>
                  </a:ext>
                </a:extLst>
              </p:cNvPr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>
                <a:extLst>
                  <a:ext uri="{FF2B5EF4-FFF2-40B4-BE49-F238E27FC236}">
                    <a16:creationId xmlns:a16="http://schemas.microsoft.com/office/drawing/2014/main" id="{DEAB3214-CD6A-6B12-4B62-C7AD3A2BDB41}"/>
                  </a:ext>
                </a:extLst>
              </p:cNvPr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>
                <a:extLst>
                  <a:ext uri="{FF2B5EF4-FFF2-40B4-BE49-F238E27FC236}">
                    <a16:creationId xmlns:a16="http://schemas.microsoft.com/office/drawing/2014/main" id="{06A4A080-1FD2-1043-6F1D-3049F6752117}"/>
                  </a:ext>
                </a:extLst>
              </p:cNvPr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>
                <a:extLst>
                  <a:ext uri="{FF2B5EF4-FFF2-40B4-BE49-F238E27FC236}">
                    <a16:creationId xmlns:a16="http://schemas.microsoft.com/office/drawing/2014/main" id="{FAF3AECF-B509-AF0F-EBD9-B196F0E9287E}"/>
                  </a:ext>
                </a:extLst>
              </p:cNvPr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>
                <a:extLst>
                  <a:ext uri="{FF2B5EF4-FFF2-40B4-BE49-F238E27FC236}">
                    <a16:creationId xmlns:a16="http://schemas.microsoft.com/office/drawing/2014/main" id="{8FC061A7-8936-5947-03E1-B3062F211844}"/>
                  </a:ext>
                </a:extLst>
              </p:cNvPr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>
                <a:extLst>
                  <a:ext uri="{FF2B5EF4-FFF2-40B4-BE49-F238E27FC236}">
                    <a16:creationId xmlns:a16="http://schemas.microsoft.com/office/drawing/2014/main" id="{A8831D76-BEDB-D8E8-F11C-A57ED6CF6FD2}"/>
                  </a:ext>
                </a:extLst>
              </p:cNvPr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>
                <a:extLst>
                  <a:ext uri="{FF2B5EF4-FFF2-40B4-BE49-F238E27FC236}">
                    <a16:creationId xmlns:a16="http://schemas.microsoft.com/office/drawing/2014/main" id="{1C5966F5-1762-3614-1E9C-847AB9A98281}"/>
                  </a:ext>
                </a:extLst>
              </p:cNvPr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>
                <a:extLst>
                  <a:ext uri="{FF2B5EF4-FFF2-40B4-BE49-F238E27FC236}">
                    <a16:creationId xmlns:a16="http://schemas.microsoft.com/office/drawing/2014/main" id="{228E7974-C528-5246-FB34-8BAC9A509763}"/>
                  </a:ext>
                </a:extLst>
              </p:cNvPr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>
                <a:extLst>
                  <a:ext uri="{FF2B5EF4-FFF2-40B4-BE49-F238E27FC236}">
                    <a16:creationId xmlns:a16="http://schemas.microsoft.com/office/drawing/2014/main" id="{07DD97DC-7DA8-CD46-430D-7229F80C7863}"/>
                  </a:ext>
                </a:extLst>
              </p:cNvPr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>
              <a:extLst>
                <a:ext uri="{FF2B5EF4-FFF2-40B4-BE49-F238E27FC236}">
                  <a16:creationId xmlns:a16="http://schemas.microsoft.com/office/drawing/2014/main" id="{9042ED04-B31D-FB37-CD15-0209134180FF}"/>
                </a:ext>
              </a:extLst>
            </p:cNvPr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>
              <a:extLst>
                <a:ext uri="{FF2B5EF4-FFF2-40B4-BE49-F238E27FC236}">
                  <a16:creationId xmlns:a16="http://schemas.microsoft.com/office/drawing/2014/main" id="{2B77CC26-E040-DCCC-2CB8-364EACF65195}"/>
                </a:ext>
              </a:extLst>
            </p:cNvPr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>
              <a:extLst>
                <a:ext uri="{FF2B5EF4-FFF2-40B4-BE49-F238E27FC236}">
                  <a16:creationId xmlns:a16="http://schemas.microsoft.com/office/drawing/2014/main" id="{F820D028-2346-59BE-9242-BE939EEAF6C3}"/>
                </a:ext>
              </a:extLst>
            </p:cNvPr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>
              <a:extLst>
                <a:ext uri="{FF2B5EF4-FFF2-40B4-BE49-F238E27FC236}">
                  <a16:creationId xmlns:a16="http://schemas.microsoft.com/office/drawing/2014/main" id="{E92F0F2F-3DAC-2588-3272-171E4E67A558}"/>
                </a:ext>
              </a:extLst>
            </p:cNvPr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>
              <a:extLst>
                <a:ext uri="{FF2B5EF4-FFF2-40B4-BE49-F238E27FC236}">
                  <a16:creationId xmlns:a16="http://schemas.microsoft.com/office/drawing/2014/main" id="{8B84CE79-5950-47DA-033E-8EDFF6EBE292}"/>
                </a:ext>
              </a:extLst>
            </p:cNvPr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>
              <a:extLst>
                <a:ext uri="{FF2B5EF4-FFF2-40B4-BE49-F238E27FC236}">
                  <a16:creationId xmlns:a16="http://schemas.microsoft.com/office/drawing/2014/main" id="{12A51F38-B9C9-6B4E-6B56-9A1FE32AEB23}"/>
                </a:ext>
              </a:extLst>
            </p:cNvPr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>
              <a:extLst>
                <a:ext uri="{FF2B5EF4-FFF2-40B4-BE49-F238E27FC236}">
                  <a16:creationId xmlns:a16="http://schemas.microsoft.com/office/drawing/2014/main" id="{DD42D189-4D42-9FD4-1E28-2326F2E4E9DE}"/>
                </a:ext>
              </a:extLst>
            </p:cNvPr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>
              <a:extLst>
                <a:ext uri="{FF2B5EF4-FFF2-40B4-BE49-F238E27FC236}">
                  <a16:creationId xmlns:a16="http://schemas.microsoft.com/office/drawing/2014/main" id="{4D1AA22D-F986-FFBA-15C7-70187DDF1A38}"/>
                </a:ext>
              </a:extLst>
            </p:cNvPr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>
                <a:extLst>
                  <a:ext uri="{FF2B5EF4-FFF2-40B4-BE49-F238E27FC236}">
                    <a16:creationId xmlns:a16="http://schemas.microsoft.com/office/drawing/2014/main" id="{0591204E-143C-EC8E-BD8C-0274F7B2AED2}"/>
                  </a:ext>
                </a:extLst>
              </p:cNvPr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>
                <a:extLst>
                  <a:ext uri="{FF2B5EF4-FFF2-40B4-BE49-F238E27FC236}">
                    <a16:creationId xmlns:a16="http://schemas.microsoft.com/office/drawing/2014/main" id="{9D4DA8A1-E3DA-90D7-1A94-0306E6248171}"/>
                  </a:ext>
                </a:extLst>
              </p:cNvPr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>
                <a:extLst>
                  <a:ext uri="{FF2B5EF4-FFF2-40B4-BE49-F238E27FC236}">
                    <a16:creationId xmlns:a16="http://schemas.microsoft.com/office/drawing/2014/main" id="{86D36841-524F-D288-4A53-DE0F7D9CCB48}"/>
                  </a:ext>
                </a:extLst>
              </p:cNvPr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>
                <a:extLst>
                  <a:ext uri="{FF2B5EF4-FFF2-40B4-BE49-F238E27FC236}">
                    <a16:creationId xmlns:a16="http://schemas.microsoft.com/office/drawing/2014/main" id="{32C531F6-93ED-9D3E-FEAA-EC34ABCF79BC}"/>
                  </a:ext>
                </a:extLst>
              </p:cNvPr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>
                <a:extLst>
                  <a:ext uri="{FF2B5EF4-FFF2-40B4-BE49-F238E27FC236}">
                    <a16:creationId xmlns:a16="http://schemas.microsoft.com/office/drawing/2014/main" id="{233E601B-2EE7-A3DF-66ED-2FC8C099C990}"/>
                  </a:ext>
                </a:extLst>
              </p:cNvPr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>
                <a:extLst>
                  <a:ext uri="{FF2B5EF4-FFF2-40B4-BE49-F238E27FC236}">
                    <a16:creationId xmlns:a16="http://schemas.microsoft.com/office/drawing/2014/main" id="{6F29E8B4-7FC7-E0D2-94CF-16C0E3D35A5B}"/>
                  </a:ext>
                </a:extLst>
              </p:cNvPr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>
                <a:extLst>
                  <a:ext uri="{FF2B5EF4-FFF2-40B4-BE49-F238E27FC236}">
                    <a16:creationId xmlns:a16="http://schemas.microsoft.com/office/drawing/2014/main" id="{5063E7DC-0054-822F-736A-82319583732E}"/>
                  </a:ext>
                </a:extLst>
              </p:cNvPr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>
                <a:extLst>
                  <a:ext uri="{FF2B5EF4-FFF2-40B4-BE49-F238E27FC236}">
                    <a16:creationId xmlns:a16="http://schemas.microsoft.com/office/drawing/2014/main" id="{9F750B6D-1694-2533-D146-0FCA10E94A84}"/>
                  </a:ext>
                </a:extLst>
              </p:cNvPr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>
                <a:extLst>
                  <a:ext uri="{FF2B5EF4-FFF2-40B4-BE49-F238E27FC236}">
                    <a16:creationId xmlns:a16="http://schemas.microsoft.com/office/drawing/2014/main" id="{0729AD83-573A-40C9-D3B5-2758C8D9612B}"/>
                  </a:ext>
                </a:extLst>
              </p:cNvPr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>
                <a:extLst>
                  <a:ext uri="{FF2B5EF4-FFF2-40B4-BE49-F238E27FC236}">
                    <a16:creationId xmlns:a16="http://schemas.microsoft.com/office/drawing/2014/main" id="{3C94B544-392E-624C-C17B-DCB37D167AFA}"/>
                  </a:ext>
                </a:extLst>
              </p:cNvPr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>
                <a:extLst>
                  <a:ext uri="{FF2B5EF4-FFF2-40B4-BE49-F238E27FC236}">
                    <a16:creationId xmlns:a16="http://schemas.microsoft.com/office/drawing/2014/main" id="{201B030D-47C6-82F5-14C4-38F87796EBC9}"/>
                  </a:ext>
                </a:extLst>
              </p:cNvPr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>
                <a:extLst>
                  <a:ext uri="{FF2B5EF4-FFF2-40B4-BE49-F238E27FC236}">
                    <a16:creationId xmlns:a16="http://schemas.microsoft.com/office/drawing/2014/main" id="{9C655427-7971-5A44-BEB1-9B3D7E5FB6A5}"/>
                  </a:ext>
                </a:extLst>
              </p:cNvPr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>
                <a:extLst>
                  <a:ext uri="{FF2B5EF4-FFF2-40B4-BE49-F238E27FC236}">
                    <a16:creationId xmlns:a16="http://schemas.microsoft.com/office/drawing/2014/main" id="{B2629991-78FB-4371-CFF5-75A3C3E86EF0}"/>
                  </a:ext>
                </a:extLst>
              </p:cNvPr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>
                <a:extLst>
                  <a:ext uri="{FF2B5EF4-FFF2-40B4-BE49-F238E27FC236}">
                    <a16:creationId xmlns:a16="http://schemas.microsoft.com/office/drawing/2014/main" id="{2A32CB5A-9613-9D9E-66B4-DB9452EB8061}"/>
                  </a:ext>
                </a:extLst>
              </p:cNvPr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>
                <a:extLst>
                  <a:ext uri="{FF2B5EF4-FFF2-40B4-BE49-F238E27FC236}">
                    <a16:creationId xmlns:a16="http://schemas.microsoft.com/office/drawing/2014/main" id="{2C23EEF4-0F3D-FE56-5379-B99713E280BA}"/>
                  </a:ext>
                </a:extLst>
              </p:cNvPr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>
                <a:extLst>
                  <a:ext uri="{FF2B5EF4-FFF2-40B4-BE49-F238E27FC236}">
                    <a16:creationId xmlns:a16="http://schemas.microsoft.com/office/drawing/2014/main" id="{FFAA7200-21A7-A3E8-006E-C7538EB8A4D1}"/>
                  </a:ext>
                </a:extLst>
              </p:cNvPr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>
                <a:extLst>
                  <a:ext uri="{FF2B5EF4-FFF2-40B4-BE49-F238E27FC236}">
                    <a16:creationId xmlns:a16="http://schemas.microsoft.com/office/drawing/2014/main" id="{C1F5FFCA-301D-5026-3ED1-702C8C0C1D04}"/>
                  </a:ext>
                </a:extLst>
              </p:cNvPr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>
                <a:extLst>
                  <a:ext uri="{FF2B5EF4-FFF2-40B4-BE49-F238E27FC236}">
                    <a16:creationId xmlns:a16="http://schemas.microsoft.com/office/drawing/2014/main" id="{9C87F7EA-375C-763E-6176-2039D23D95E1}"/>
                  </a:ext>
                </a:extLst>
              </p:cNvPr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>
                <a:extLst>
                  <a:ext uri="{FF2B5EF4-FFF2-40B4-BE49-F238E27FC236}">
                    <a16:creationId xmlns:a16="http://schemas.microsoft.com/office/drawing/2014/main" id="{BF52161E-C8F3-A755-4CDA-6603404133F6}"/>
                  </a:ext>
                </a:extLst>
              </p:cNvPr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>
                <a:extLst>
                  <a:ext uri="{FF2B5EF4-FFF2-40B4-BE49-F238E27FC236}">
                    <a16:creationId xmlns:a16="http://schemas.microsoft.com/office/drawing/2014/main" id="{A621070A-DD87-B8BB-C4AC-DE20A7FA5913}"/>
                  </a:ext>
                </a:extLst>
              </p:cNvPr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>
                <a:extLst>
                  <a:ext uri="{FF2B5EF4-FFF2-40B4-BE49-F238E27FC236}">
                    <a16:creationId xmlns:a16="http://schemas.microsoft.com/office/drawing/2014/main" id="{82A3E4DE-8A60-B5FA-D4AA-5634A66F881A}"/>
                  </a:ext>
                </a:extLst>
              </p:cNvPr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>
                <a:extLst>
                  <a:ext uri="{FF2B5EF4-FFF2-40B4-BE49-F238E27FC236}">
                    <a16:creationId xmlns:a16="http://schemas.microsoft.com/office/drawing/2014/main" id="{E2A110D6-CE9A-0A5A-4B50-8AC9013FED69}"/>
                  </a:ext>
                </a:extLst>
              </p:cNvPr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>
                <a:extLst>
                  <a:ext uri="{FF2B5EF4-FFF2-40B4-BE49-F238E27FC236}">
                    <a16:creationId xmlns:a16="http://schemas.microsoft.com/office/drawing/2014/main" id="{7CAC4C5B-81F3-4F40-88B2-82C462F73CBB}"/>
                  </a:ext>
                </a:extLst>
              </p:cNvPr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>
                <a:extLst>
                  <a:ext uri="{FF2B5EF4-FFF2-40B4-BE49-F238E27FC236}">
                    <a16:creationId xmlns:a16="http://schemas.microsoft.com/office/drawing/2014/main" id="{59D69F97-04F8-7EFC-4E52-18E19E573A2A}"/>
                  </a:ext>
                </a:extLst>
              </p:cNvPr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>
                <a:extLst>
                  <a:ext uri="{FF2B5EF4-FFF2-40B4-BE49-F238E27FC236}">
                    <a16:creationId xmlns:a16="http://schemas.microsoft.com/office/drawing/2014/main" id="{90E9CD06-1BD9-FC4A-7864-EFE8B9D7F311}"/>
                  </a:ext>
                </a:extLst>
              </p:cNvPr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>
                <a:extLst>
                  <a:ext uri="{FF2B5EF4-FFF2-40B4-BE49-F238E27FC236}">
                    <a16:creationId xmlns:a16="http://schemas.microsoft.com/office/drawing/2014/main" id="{E750986B-3138-5B9D-EB7E-1DC95E2F5FBB}"/>
                  </a:ext>
                </a:extLst>
              </p:cNvPr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>
                <a:extLst>
                  <a:ext uri="{FF2B5EF4-FFF2-40B4-BE49-F238E27FC236}">
                    <a16:creationId xmlns:a16="http://schemas.microsoft.com/office/drawing/2014/main" id="{EEA6B4AB-F5AA-B3F6-8AC0-D8EF7722B093}"/>
                  </a:ext>
                </a:extLst>
              </p:cNvPr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>
                <a:extLst>
                  <a:ext uri="{FF2B5EF4-FFF2-40B4-BE49-F238E27FC236}">
                    <a16:creationId xmlns:a16="http://schemas.microsoft.com/office/drawing/2014/main" id="{4090E1D1-06D2-3547-C4AA-B29981F542CC}"/>
                  </a:ext>
                </a:extLst>
              </p:cNvPr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>
                <a:extLst>
                  <a:ext uri="{FF2B5EF4-FFF2-40B4-BE49-F238E27FC236}">
                    <a16:creationId xmlns:a16="http://schemas.microsoft.com/office/drawing/2014/main" id="{290D175C-2A04-7A8C-17BB-EA9AB45F7DE6}"/>
                  </a:ext>
                </a:extLst>
              </p:cNvPr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53656582-4DD2-527D-6D80-0DEA8B9EF038}"/>
                  </a:ext>
                </a:extLst>
              </p:cNvPr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906F1E29-E3E1-004A-17CD-A7DCF82B603E}"/>
                  </a:ext>
                </a:extLst>
              </p:cNvPr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>
                <a:extLst>
                  <a:ext uri="{FF2B5EF4-FFF2-40B4-BE49-F238E27FC236}">
                    <a16:creationId xmlns:a16="http://schemas.microsoft.com/office/drawing/2014/main" id="{D16BA2D2-8E27-8227-DA58-54AE049CF648}"/>
                  </a:ext>
                </a:extLst>
              </p:cNvPr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892C25B8-8F16-C1AB-8509-BFBAF597252E}"/>
                  </a:ext>
                </a:extLst>
              </p:cNvPr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6D390AC7-D7CB-1DCD-E7A0-2067595311AB}"/>
                  </a:ext>
                </a:extLst>
              </p:cNvPr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>
                <a:extLst>
                  <a:ext uri="{FF2B5EF4-FFF2-40B4-BE49-F238E27FC236}">
                    <a16:creationId xmlns:a16="http://schemas.microsoft.com/office/drawing/2014/main" id="{AF03C44C-46B6-1499-8109-F66C3B9E74E3}"/>
                  </a:ext>
                </a:extLst>
              </p:cNvPr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3DAC3C1B-C76E-3BC4-DB48-7A02518A55A5}"/>
                  </a:ext>
                </a:extLst>
              </p:cNvPr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AE72AAC1-ADF9-F66E-E744-4161F21FFF5D}"/>
                  </a:ext>
                </a:extLst>
              </p:cNvPr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>
                <a:extLst>
                  <a:ext uri="{FF2B5EF4-FFF2-40B4-BE49-F238E27FC236}">
                    <a16:creationId xmlns:a16="http://schemas.microsoft.com/office/drawing/2014/main" id="{F29359B3-3C00-6DE0-E284-4534D3EBE78D}"/>
                  </a:ext>
                </a:extLst>
              </p:cNvPr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>
                <a:extLst>
                  <a:ext uri="{FF2B5EF4-FFF2-40B4-BE49-F238E27FC236}">
                    <a16:creationId xmlns:a16="http://schemas.microsoft.com/office/drawing/2014/main" id="{2674C24F-C5E1-5277-8379-64F52DD73C0B}"/>
                  </a:ext>
                </a:extLst>
              </p:cNvPr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>
                <a:extLst>
                  <a:ext uri="{FF2B5EF4-FFF2-40B4-BE49-F238E27FC236}">
                    <a16:creationId xmlns:a16="http://schemas.microsoft.com/office/drawing/2014/main" id="{216BE344-01BA-49BD-9EFC-B62346B58783}"/>
                  </a:ext>
                </a:extLst>
              </p:cNvPr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>
                <a:extLst>
                  <a:ext uri="{FF2B5EF4-FFF2-40B4-BE49-F238E27FC236}">
                    <a16:creationId xmlns:a16="http://schemas.microsoft.com/office/drawing/2014/main" id="{80F25C38-BBA5-3313-DA77-CF28CBB18498}"/>
                  </a:ext>
                </a:extLst>
              </p:cNvPr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>
                <a:extLst>
                  <a:ext uri="{FF2B5EF4-FFF2-40B4-BE49-F238E27FC236}">
                    <a16:creationId xmlns:a16="http://schemas.microsoft.com/office/drawing/2014/main" id="{1194FA53-528E-AAA4-8E93-7BC8B5113B2B}"/>
                  </a:ext>
                </a:extLst>
              </p:cNvPr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>
                <a:extLst>
                  <a:ext uri="{FF2B5EF4-FFF2-40B4-BE49-F238E27FC236}">
                    <a16:creationId xmlns:a16="http://schemas.microsoft.com/office/drawing/2014/main" id="{10CAA716-E2B5-F05C-F431-3218B24C602C}"/>
                  </a:ext>
                </a:extLst>
              </p:cNvPr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>
                <a:extLst>
                  <a:ext uri="{FF2B5EF4-FFF2-40B4-BE49-F238E27FC236}">
                    <a16:creationId xmlns:a16="http://schemas.microsoft.com/office/drawing/2014/main" id="{5AE32568-8437-7B19-1ED1-A248F541A407}"/>
                  </a:ext>
                </a:extLst>
              </p:cNvPr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>
                <a:extLst>
                  <a:ext uri="{FF2B5EF4-FFF2-40B4-BE49-F238E27FC236}">
                    <a16:creationId xmlns:a16="http://schemas.microsoft.com/office/drawing/2014/main" id="{E0E556AF-68DE-E470-F89A-A43A35C4F856}"/>
                  </a:ext>
                </a:extLst>
              </p:cNvPr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>
                <a:extLst>
                  <a:ext uri="{FF2B5EF4-FFF2-40B4-BE49-F238E27FC236}">
                    <a16:creationId xmlns:a16="http://schemas.microsoft.com/office/drawing/2014/main" id="{ABC64809-D3AC-A375-CAC7-642A61D6CA0B}"/>
                  </a:ext>
                </a:extLst>
              </p:cNvPr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>
                <a:extLst>
                  <a:ext uri="{FF2B5EF4-FFF2-40B4-BE49-F238E27FC236}">
                    <a16:creationId xmlns:a16="http://schemas.microsoft.com/office/drawing/2014/main" id="{4CEF48EA-47ED-C16F-FC8F-36415B276E13}"/>
                  </a:ext>
                </a:extLst>
              </p:cNvPr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>
              <a:extLst>
                <a:ext uri="{FF2B5EF4-FFF2-40B4-BE49-F238E27FC236}">
                  <a16:creationId xmlns:a16="http://schemas.microsoft.com/office/drawing/2014/main" id="{10DE7BB0-A8D3-6FF0-F0A8-767323CD4EEB}"/>
                </a:ext>
              </a:extLst>
            </p:cNvPr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>
                <a:extLst>
                  <a:ext uri="{FF2B5EF4-FFF2-40B4-BE49-F238E27FC236}">
                    <a16:creationId xmlns:a16="http://schemas.microsoft.com/office/drawing/2014/main" id="{E85C1D8A-1C8C-21AD-8481-1A7C192AF34C}"/>
                  </a:ext>
                </a:extLst>
              </p:cNvPr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>
                <a:extLst>
                  <a:ext uri="{FF2B5EF4-FFF2-40B4-BE49-F238E27FC236}">
                    <a16:creationId xmlns:a16="http://schemas.microsoft.com/office/drawing/2014/main" id="{4F8C434E-6EE2-D27E-99A4-BDCF54298ECB}"/>
                  </a:ext>
                </a:extLst>
              </p:cNvPr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>
                <a:extLst>
                  <a:ext uri="{FF2B5EF4-FFF2-40B4-BE49-F238E27FC236}">
                    <a16:creationId xmlns:a16="http://schemas.microsoft.com/office/drawing/2014/main" id="{C4F44FE4-3F97-6CE7-F749-1702EE7E388C}"/>
                  </a:ext>
                </a:extLst>
              </p:cNvPr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>
                <a:extLst>
                  <a:ext uri="{FF2B5EF4-FFF2-40B4-BE49-F238E27FC236}">
                    <a16:creationId xmlns:a16="http://schemas.microsoft.com/office/drawing/2014/main" id="{92C48191-FF11-0C6C-7DB6-55D959BC1DAA}"/>
                  </a:ext>
                </a:extLst>
              </p:cNvPr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>
                <a:extLst>
                  <a:ext uri="{FF2B5EF4-FFF2-40B4-BE49-F238E27FC236}">
                    <a16:creationId xmlns:a16="http://schemas.microsoft.com/office/drawing/2014/main" id="{EF6B59D9-8B1A-ED92-32F6-00383FC7FDAE}"/>
                  </a:ext>
                </a:extLst>
              </p:cNvPr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>
                <a:extLst>
                  <a:ext uri="{FF2B5EF4-FFF2-40B4-BE49-F238E27FC236}">
                    <a16:creationId xmlns:a16="http://schemas.microsoft.com/office/drawing/2014/main" id="{8E574D02-CEDC-44DC-48A8-C3F816D10C0E}"/>
                  </a:ext>
                </a:extLst>
              </p:cNvPr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>
                <a:extLst>
                  <a:ext uri="{FF2B5EF4-FFF2-40B4-BE49-F238E27FC236}">
                    <a16:creationId xmlns:a16="http://schemas.microsoft.com/office/drawing/2014/main" id="{9D16B3A3-6704-2448-5BBD-1D2D46934683}"/>
                  </a:ext>
                </a:extLst>
              </p:cNvPr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>
                <a:extLst>
                  <a:ext uri="{FF2B5EF4-FFF2-40B4-BE49-F238E27FC236}">
                    <a16:creationId xmlns:a16="http://schemas.microsoft.com/office/drawing/2014/main" id="{67A9E694-2F2D-24E7-D167-E64829E19529}"/>
                  </a:ext>
                </a:extLst>
              </p:cNvPr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>
                <a:extLst>
                  <a:ext uri="{FF2B5EF4-FFF2-40B4-BE49-F238E27FC236}">
                    <a16:creationId xmlns:a16="http://schemas.microsoft.com/office/drawing/2014/main" id="{0888BE72-FDBB-12AD-E791-2F391B44D39C}"/>
                  </a:ext>
                </a:extLst>
              </p:cNvPr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>
                <a:extLst>
                  <a:ext uri="{FF2B5EF4-FFF2-40B4-BE49-F238E27FC236}">
                    <a16:creationId xmlns:a16="http://schemas.microsoft.com/office/drawing/2014/main" id="{E60A3178-E8A5-3D2D-1D06-AEEB64BA637C}"/>
                  </a:ext>
                </a:extLst>
              </p:cNvPr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>
                <a:extLst>
                  <a:ext uri="{FF2B5EF4-FFF2-40B4-BE49-F238E27FC236}">
                    <a16:creationId xmlns:a16="http://schemas.microsoft.com/office/drawing/2014/main" id="{76163F03-BC5C-A1C5-40B4-6522B3E9EF23}"/>
                  </a:ext>
                </a:extLst>
              </p:cNvPr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>
                <a:extLst>
                  <a:ext uri="{FF2B5EF4-FFF2-40B4-BE49-F238E27FC236}">
                    <a16:creationId xmlns:a16="http://schemas.microsoft.com/office/drawing/2014/main" id="{57E6BC5C-28AD-F514-75CE-FF08FAE51961}"/>
                  </a:ext>
                </a:extLst>
              </p:cNvPr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>
                <a:extLst>
                  <a:ext uri="{FF2B5EF4-FFF2-40B4-BE49-F238E27FC236}">
                    <a16:creationId xmlns:a16="http://schemas.microsoft.com/office/drawing/2014/main" id="{0049AAF2-FD88-9B12-238A-1893BE94BE36}"/>
                  </a:ext>
                </a:extLst>
              </p:cNvPr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>
                <a:extLst>
                  <a:ext uri="{FF2B5EF4-FFF2-40B4-BE49-F238E27FC236}">
                    <a16:creationId xmlns:a16="http://schemas.microsoft.com/office/drawing/2014/main" id="{579B0A36-EA13-CC9B-81AF-10BEBFF745AE}"/>
                  </a:ext>
                </a:extLst>
              </p:cNvPr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>
                <a:extLst>
                  <a:ext uri="{FF2B5EF4-FFF2-40B4-BE49-F238E27FC236}">
                    <a16:creationId xmlns:a16="http://schemas.microsoft.com/office/drawing/2014/main" id="{750CA57D-30E1-E950-BDF7-F4512CBA0003}"/>
                  </a:ext>
                </a:extLst>
              </p:cNvPr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>
                <a:extLst>
                  <a:ext uri="{FF2B5EF4-FFF2-40B4-BE49-F238E27FC236}">
                    <a16:creationId xmlns:a16="http://schemas.microsoft.com/office/drawing/2014/main" id="{9D35328F-437B-CF3A-763D-F6CD1DA4591B}"/>
                  </a:ext>
                </a:extLst>
              </p:cNvPr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>
                <a:extLst>
                  <a:ext uri="{FF2B5EF4-FFF2-40B4-BE49-F238E27FC236}">
                    <a16:creationId xmlns:a16="http://schemas.microsoft.com/office/drawing/2014/main" id="{EC19C6D9-2C26-5489-C7B1-BABEC6087131}"/>
                  </a:ext>
                </a:extLst>
              </p:cNvPr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>
                <a:extLst>
                  <a:ext uri="{FF2B5EF4-FFF2-40B4-BE49-F238E27FC236}">
                    <a16:creationId xmlns:a16="http://schemas.microsoft.com/office/drawing/2014/main" id="{0386F026-9B5C-0B97-1E30-96AE7861D084}"/>
                  </a:ext>
                </a:extLst>
              </p:cNvPr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>
                <a:extLst>
                  <a:ext uri="{FF2B5EF4-FFF2-40B4-BE49-F238E27FC236}">
                    <a16:creationId xmlns:a16="http://schemas.microsoft.com/office/drawing/2014/main" id="{18FE09FB-F803-06BD-FA61-6A6E431B320B}"/>
                  </a:ext>
                </a:extLst>
              </p:cNvPr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>
                <a:extLst>
                  <a:ext uri="{FF2B5EF4-FFF2-40B4-BE49-F238E27FC236}">
                    <a16:creationId xmlns:a16="http://schemas.microsoft.com/office/drawing/2014/main" id="{0226DFCE-1363-D2E5-1F06-4015BC1FE7CB}"/>
                  </a:ext>
                </a:extLst>
              </p:cNvPr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>
                <a:extLst>
                  <a:ext uri="{FF2B5EF4-FFF2-40B4-BE49-F238E27FC236}">
                    <a16:creationId xmlns:a16="http://schemas.microsoft.com/office/drawing/2014/main" id="{718AB2EA-BB0E-2594-47D6-4B839D2BAA49}"/>
                  </a:ext>
                </a:extLst>
              </p:cNvPr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>
                <a:extLst>
                  <a:ext uri="{FF2B5EF4-FFF2-40B4-BE49-F238E27FC236}">
                    <a16:creationId xmlns:a16="http://schemas.microsoft.com/office/drawing/2014/main" id="{BCB0EEB2-311D-CEAD-0F94-555B98442AE8}"/>
                  </a:ext>
                </a:extLst>
              </p:cNvPr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>
                <a:extLst>
                  <a:ext uri="{FF2B5EF4-FFF2-40B4-BE49-F238E27FC236}">
                    <a16:creationId xmlns:a16="http://schemas.microsoft.com/office/drawing/2014/main" id="{60FD27E4-0A88-9B7A-27B7-B53C67CCFEBC}"/>
                  </a:ext>
                </a:extLst>
              </p:cNvPr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>
                <a:extLst>
                  <a:ext uri="{FF2B5EF4-FFF2-40B4-BE49-F238E27FC236}">
                    <a16:creationId xmlns:a16="http://schemas.microsoft.com/office/drawing/2014/main" id="{FB23687B-F4FA-4035-0434-6FBCB2369AE2}"/>
                  </a:ext>
                </a:extLst>
              </p:cNvPr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>
                <a:extLst>
                  <a:ext uri="{FF2B5EF4-FFF2-40B4-BE49-F238E27FC236}">
                    <a16:creationId xmlns:a16="http://schemas.microsoft.com/office/drawing/2014/main" id="{8AC20ECA-8DB3-C2CC-B67D-65C57C354534}"/>
                  </a:ext>
                </a:extLst>
              </p:cNvPr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>
                <a:extLst>
                  <a:ext uri="{FF2B5EF4-FFF2-40B4-BE49-F238E27FC236}">
                    <a16:creationId xmlns:a16="http://schemas.microsoft.com/office/drawing/2014/main" id="{73057319-5A98-CB0D-4F14-FD03445DEB45}"/>
                  </a:ext>
                </a:extLst>
              </p:cNvPr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>
                <a:extLst>
                  <a:ext uri="{FF2B5EF4-FFF2-40B4-BE49-F238E27FC236}">
                    <a16:creationId xmlns:a16="http://schemas.microsoft.com/office/drawing/2014/main" id="{54B07312-9AED-8026-6BB6-770B730B53BA}"/>
                  </a:ext>
                </a:extLst>
              </p:cNvPr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>
                <a:extLst>
                  <a:ext uri="{FF2B5EF4-FFF2-40B4-BE49-F238E27FC236}">
                    <a16:creationId xmlns:a16="http://schemas.microsoft.com/office/drawing/2014/main" id="{EA96DEC0-6EE3-BD48-B076-2E80612B887D}"/>
                  </a:ext>
                </a:extLst>
              </p:cNvPr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>
                <a:extLst>
                  <a:ext uri="{FF2B5EF4-FFF2-40B4-BE49-F238E27FC236}">
                    <a16:creationId xmlns:a16="http://schemas.microsoft.com/office/drawing/2014/main" id="{41B7B0BA-7A30-9927-37FB-9DCFC02B38D7}"/>
                  </a:ext>
                </a:extLst>
              </p:cNvPr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>
                <a:extLst>
                  <a:ext uri="{FF2B5EF4-FFF2-40B4-BE49-F238E27FC236}">
                    <a16:creationId xmlns:a16="http://schemas.microsoft.com/office/drawing/2014/main" id="{88EB86E9-67F4-D67E-EA7C-393254CB997C}"/>
                  </a:ext>
                </a:extLst>
              </p:cNvPr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>
                <a:extLst>
                  <a:ext uri="{FF2B5EF4-FFF2-40B4-BE49-F238E27FC236}">
                    <a16:creationId xmlns:a16="http://schemas.microsoft.com/office/drawing/2014/main" id="{1E757FFC-5F68-49B3-7480-76C9EF0948F5}"/>
                  </a:ext>
                </a:extLst>
              </p:cNvPr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>
                <a:extLst>
                  <a:ext uri="{FF2B5EF4-FFF2-40B4-BE49-F238E27FC236}">
                    <a16:creationId xmlns:a16="http://schemas.microsoft.com/office/drawing/2014/main" id="{CDD4BF5B-628E-8E41-4652-11906E61EA60}"/>
                  </a:ext>
                </a:extLst>
              </p:cNvPr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>
                <a:extLst>
                  <a:ext uri="{FF2B5EF4-FFF2-40B4-BE49-F238E27FC236}">
                    <a16:creationId xmlns:a16="http://schemas.microsoft.com/office/drawing/2014/main" id="{58D73077-ADFF-F298-17BB-9ACC65597A79}"/>
                  </a:ext>
                </a:extLst>
              </p:cNvPr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>
                <a:extLst>
                  <a:ext uri="{FF2B5EF4-FFF2-40B4-BE49-F238E27FC236}">
                    <a16:creationId xmlns:a16="http://schemas.microsoft.com/office/drawing/2014/main" id="{7462D097-733C-976D-7379-0265F0EB43DE}"/>
                  </a:ext>
                </a:extLst>
              </p:cNvPr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>
                <a:extLst>
                  <a:ext uri="{FF2B5EF4-FFF2-40B4-BE49-F238E27FC236}">
                    <a16:creationId xmlns:a16="http://schemas.microsoft.com/office/drawing/2014/main" id="{02D14FCC-19C7-3A11-EFC3-292DA066C083}"/>
                  </a:ext>
                </a:extLst>
              </p:cNvPr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>
                <a:extLst>
                  <a:ext uri="{FF2B5EF4-FFF2-40B4-BE49-F238E27FC236}">
                    <a16:creationId xmlns:a16="http://schemas.microsoft.com/office/drawing/2014/main" id="{3B532C3D-338D-405A-4B7A-B8DAAD38DF94}"/>
                  </a:ext>
                </a:extLst>
              </p:cNvPr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>
                <a:extLst>
                  <a:ext uri="{FF2B5EF4-FFF2-40B4-BE49-F238E27FC236}">
                    <a16:creationId xmlns:a16="http://schemas.microsoft.com/office/drawing/2014/main" id="{03CD6C22-34C9-CE76-BBBA-0EE0B1A9DC90}"/>
                  </a:ext>
                </a:extLst>
              </p:cNvPr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>
                <a:extLst>
                  <a:ext uri="{FF2B5EF4-FFF2-40B4-BE49-F238E27FC236}">
                    <a16:creationId xmlns:a16="http://schemas.microsoft.com/office/drawing/2014/main" id="{E4C7EC4E-AC2F-D346-DCAC-9FA022A886DC}"/>
                  </a:ext>
                </a:extLst>
              </p:cNvPr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2812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BB579C7-6660-50FD-AFD3-8C58514D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CC16A960-0664-3A42-81F0-86D65F0DA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Objek</a:t>
            </a:r>
            <a:r>
              <a:rPr lang="en-US" dirty="0"/>
              <a:t> pada </a:t>
            </a:r>
            <a:r>
              <a:rPr lang="en-US" dirty="0" err="1"/>
              <a:t>Saat</a:t>
            </a:r>
            <a:r>
              <a:rPr lang="en-US" dirty="0"/>
              <a:t> Runtime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B489DEC7-69FF-6883-9C66-E00F6086D2D3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runtime program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dimulai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sekumpulan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“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dihidupkan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”.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Setiap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mempunyai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state dan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behavior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didefinisikan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saling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berinteraksi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saling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mengirimkan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message. 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 “event”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menyebabkan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suatu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bereaksi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lain. 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Mungkin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baru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menjadi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hidup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sejumlah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mati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selesai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sesuai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skenario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diprogram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b="1" dirty="0" err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Perhatikan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OOP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pemrogram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lagi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berpikir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sekuensial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A945187A-5A3B-2C0D-31E2-BF4765739DC4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FB9D891A-8A76-0D59-F994-1F1DC5247922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56B5A2A9-59DD-6070-DFBD-9AFAF6178D99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C9A8746A-1A54-0984-582E-BF8FCA8F2F9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7185024D-9576-AAD9-BB52-D1E9AB33BE8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8526E45E-5FF0-AFEC-C61D-1CB91851462A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02904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57E487F-43A9-4FF5-1F04-F84CEBD1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7B3A67A2-8227-3A3E-DFBE-B04F06940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Message Passing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EFD44F94-84D8-3748-43B9-527134BD5AD5}"/>
              </a:ext>
            </a:extLst>
          </p:cNvPr>
          <p:cNvSpPr txBox="1"/>
          <p:nvPr/>
        </p:nvSpPr>
        <p:spPr>
          <a:xfrm>
            <a:off x="720000" y="1204554"/>
            <a:ext cx="7704000" cy="381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berkomunikasi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lainnya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melalui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pertukaran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pesan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ID" sz="18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message passing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marL="809625" indent="-36353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mengirimkan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pesan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memanggil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public method)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mengirimkan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specific data (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argumen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diperlukan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809625" indent="-36353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menjalankan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diminta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sesuai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argument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diberikan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pemrograman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message passing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diimplementasikan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melalui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call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Komunikasi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melalui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langsung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data (public/ static)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dimungkinkan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tetapi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diminimalkan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DE09C922-2F2B-3562-9526-B3A668AADE88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4068459-76D1-ABEC-DAA8-6E8AE29DF85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D0185EFC-4482-7686-0F03-7E318136A9D2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F7CA4E2-9077-0106-0609-5603381A433B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4D4B49D3-46B1-9356-D5A5-4A4C6082B9D7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B269EE96-7096-7C6E-F497-828FA202EC5A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2652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CD26D1A6-B148-CE05-5201-A35C48F9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20631752-1E2C-6556-B8C0-0405E1A3D6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vs.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Pasif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C90C419C-46F5-A344-B336-5B3A4CFCB4A3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dinamika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eksekusinya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ditentukan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oleh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lain. 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baru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dieksekusi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diperintahkan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oleh (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menerima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pesan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mempunyai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“</a:t>
            </a:r>
            <a:r>
              <a:rPr lang="en-ID" sz="18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thread of control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sendiri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A952983A-374F-E59D-6C3A-C8331D15017F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19CC4FAC-2D44-5151-E26F-B77F9F95F18A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E3B3E2F5-0C90-373C-464A-66D8B2F083B6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A4E2CFF8-052C-787A-EDA0-F37A66EA2028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EDDC71DA-CADF-332F-8761-422B4A53E051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2B5AAAFD-4703-2D2F-7191-111B786D546F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3579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4DA93CC2-FC7F-F9C9-EBF5-3B8D4EFAD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1382E6FE-8068-5690-6055-1BCF184B7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D7A2DB01-729C-0EBE-C77F-C6901CEB106A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Hanya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(main program)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Semua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kendali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di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eksekusi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secara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sekuensial</a:t>
            </a:r>
            <a:endParaRPr lang="en-ID"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mengirimkan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pesan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lain,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maka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pesan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diekskusi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setelah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kendali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kembali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tersebut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lebih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tapi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independent 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merupakan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program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konkuren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sederhana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komunikasi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Ada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lebih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satu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aktif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saling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dependent</a:t>
            </a:r>
          </a:p>
          <a:p>
            <a:pPr marL="714375" indent="-268288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merupakan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program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konkuren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mekanisme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komunikasi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/ </a:t>
            </a:r>
            <a:r>
              <a:rPr lang="en-ID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sinkronisasi</a:t>
            </a:r>
            <a:r>
              <a:rPr lang="en-ID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41D51A07-CF78-1FEA-9351-C28E82EAE7D9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F7AD65EA-0F09-0514-CDCB-ED67E06708DC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E61DB3B8-6AC4-2C5B-7E85-63899195648C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125C1CDF-5B72-F1D1-B91B-7240C1734C33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04FC17F9-85C6-C01B-A914-E065017E6DCB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61D91E81-591F-28CF-171B-416729B73FE4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4324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2483765-8B6D-37A4-3EAB-55D80F341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CC502207-FF43-5DBE-9708-B88832296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881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Contoh</a:t>
            </a:r>
            <a:r>
              <a:rPr lang="en-US" dirty="0"/>
              <a:t> Main Class (Java)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D6FEA390-A584-BB5E-79BD-6D39ECA8D7A1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7B3C055C-9A5D-C891-9DCC-C8B7B4DA7FA2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8A2D9FC4-8D44-AB11-A995-1B94FDD81A03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2F10540A-AAB2-95D3-924B-3D9AB47CD08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BD8B366-E53C-9B4D-C7F1-B3F22D8E0BF6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129BF12-D476-4966-F7A7-76721DD8F4E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37FD2ED-7649-E1C3-A100-B0122303D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70" r="14916"/>
          <a:stretch/>
        </p:blipFill>
        <p:spPr>
          <a:xfrm>
            <a:off x="801089" y="1595885"/>
            <a:ext cx="7098479" cy="21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86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7183EEED-1BF6-5ECD-F6F7-BA46AA1A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>
            <a:extLst>
              <a:ext uri="{FF2B5EF4-FFF2-40B4-BE49-F238E27FC236}">
                <a16:creationId xmlns:a16="http://schemas.microsoft.com/office/drawing/2014/main" id="{3EAF517B-08CD-66E8-CC22-EA4A7165D6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653" y="2589252"/>
            <a:ext cx="4619920" cy="7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Class Member &amp;</a:t>
            </a:r>
            <a:br>
              <a:rPr lang="en" sz="3600" dirty="0"/>
            </a:br>
            <a:r>
              <a:rPr lang="en" sz="3600" dirty="0"/>
              <a:t>Instance Member</a:t>
            </a:r>
            <a:endParaRPr sz="3600" dirty="0"/>
          </a:p>
        </p:txBody>
      </p:sp>
      <p:sp>
        <p:nvSpPr>
          <p:cNvPr id="910" name="Google Shape;910;p41">
            <a:extLst>
              <a:ext uri="{FF2B5EF4-FFF2-40B4-BE49-F238E27FC236}">
                <a16:creationId xmlns:a16="http://schemas.microsoft.com/office/drawing/2014/main" id="{3A9D3F7F-E72C-38CA-36EE-18099DB5F0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05</a:t>
            </a:r>
            <a:endParaRPr sz="4800" dirty="0"/>
          </a:p>
        </p:txBody>
      </p:sp>
      <p:sp>
        <p:nvSpPr>
          <p:cNvPr id="912" name="Google Shape;912;p41">
            <a:extLst>
              <a:ext uri="{FF2B5EF4-FFF2-40B4-BE49-F238E27FC236}">
                <a16:creationId xmlns:a16="http://schemas.microsoft.com/office/drawing/2014/main" id="{15E642EF-80C5-FFEF-1340-770AED8B663F}"/>
              </a:ext>
            </a:extLst>
          </p:cNvPr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>
            <a:extLst>
              <a:ext uri="{FF2B5EF4-FFF2-40B4-BE49-F238E27FC236}">
                <a16:creationId xmlns:a16="http://schemas.microsoft.com/office/drawing/2014/main" id="{1DC922F2-A12A-5B3F-121A-DCC8219E5831}"/>
              </a:ext>
            </a:extLst>
          </p:cNvPr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>
              <a:extLst>
                <a:ext uri="{FF2B5EF4-FFF2-40B4-BE49-F238E27FC236}">
                  <a16:creationId xmlns:a16="http://schemas.microsoft.com/office/drawing/2014/main" id="{41F0E0E3-097B-2DAD-89B8-294DED3B1E18}"/>
                </a:ext>
              </a:extLst>
            </p:cNvPr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>
              <a:extLst>
                <a:ext uri="{FF2B5EF4-FFF2-40B4-BE49-F238E27FC236}">
                  <a16:creationId xmlns:a16="http://schemas.microsoft.com/office/drawing/2014/main" id="{1CE9AF4A-210F-278E-BF9D-19020A2FA543}"/>
                </a:ext>
              </a:extLst>
            </p:cNvPr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>
            <a:extLst>
              <a:ext uri="{FF2B5EF4-FFF2-40B4-BE49-F238E27FC236}">
                <a16:creationId xmlns:a16="http://schemas.microsoft.com/office/drawing/2014/main" id="{A5F387D3-F4BA-5186-2D92-6D6EE30010DB}"/>
              </a:ext>
            </a:extLst>
          </p:cNvPr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>
            <a:extLst>
              <a:ext uri="{FF2B5EF4-FFF2-40B4-BE49-F238E27FC236}">
                <a16:creationId xmlns:a16="http://schemas.microsoft.com/office/drawing/2014/main" id="{30FF4F72-EDB8-8E11-B0AF-9DD2107086A3}"/>
              </a:ext>
            </a:extLst>
          </p:cNvPr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>
              <a:extLst>
                <a:ext uri="{FF2B5EF4-FFF2-40B4-BE49-F238E27FC236}">
                  <a16:creationId xmlns:a16="http://schemas.microsoft.com/office/drawing/2014/main" id="{BFBA66BC-ACEA-19BB-683B-C83717EA86CB}"/>
                </a:ext>
              </a:extLst>
            </p:cNvPr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>
              <a:extLst>
                <a:ext uri="{FF2B5EF4-FFF2-40B4-BE49-F238E27FC236}">
                  <a16:creationId xmlns:a16="http://schemas.microsoft.com/office/drawing/2014/main" id="{5F0CE9F9-12EB-1FCB-680C-188BB3EF2D4F}"/>
                </a:ext>
              </a:extLst>
            </p:cNvPr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>
                <a:extLst>
                  <a:ext uri="{FF2B5EF4-FFF2-40B4-BE49-F238E27FC236}">
                    <a16:creationId xmlns:a16="http://schemas.microsoft.com/office/drawing/2014/main" id="{8A7FBE86-BD2E-020D-8A58-E0C66FE60E64}"/>
                  </a:ext>
                </a:extLst>
              </p:cNvPr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>
                <a:extLst>
                  <a:ext uri="{FF2B5EF4-FFF2-40B4-BE49-F238E27FC236}">
                    <a16:creationId xmlns:a16="http://schemas.microsoft.com/office/drawing/2014/main" id="{9374EAB0-676E-D778-26E7-FA0E5CEC7ADA}"/>
                  </a:ext>
                </a:extLst>
              </p:cNvPr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>
              <a:extLst>
                <a:ext uri="{FF2B5EF4-FFF2-40B4-BE49-F238E27FC236}">
                  <a16:creationId xmlns:a16="http://schemas.microsoft.com/office/drawing/2014/main" id="{C91CF339-8067-08D2-2992-6FC4914040FC}"/>
                </a:ext>
              </a:extLst>
            </p:cNvPr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E3293262-AD22-0BB1-3A75-CE0015DBD72B}"/>
                  </a:ext>
                </a:extLst>
              </p:cNvPr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>
                <a:extLst>
                  <a:ext uri="{FF2B5EF4-FFF2-40B4-BE49-F238E27FC236}">
                    <a16:creationId xmlns:a16="http://schemas.microsoft.com/office/drawing/2014/main" id="{6DDAF84E-C833-920B-6495-E0664B17CEA9}"/>
                  </a:ext>
                </a:extLst>
              </p:cNvPr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>
              <a:extLst>
                <a:ext uri="{FF2B5EF4-FFF2-40B4-BE49-F238E27FC236}">
                  <a16:creationId xmlns:a16="http://schemas.microsoft.com/office/drawing/2014/main" id="{8C31BBB6-7B6F-D781-C45C-1F5AF3147F42}"/>
                </a:ext>
              </a:extLst>
            </p:cNvPr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>
                <a:extLst>
                  <a:ext uri="{FF2B5EF4-FFF2-40B4-BE49-F238E27FC236}">
                    <a16:creationId xmlns:a16="http://schemas.microsoft.com/office/drawing/2014/main" id="{05BFBCBE-3139-8CF3-54C4-9DB47C9A077C}"/>
                  </a:ext>
                </a:extLst>
              </p:cNvPr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>
                <a:extLst>
                  <a:ext uri="{FF2B5EF4-FFF2-40B4-BE49-F238E27FC236}">
                    <a16:creationId xmlns:a16="http://schemas.microsoft.com/office/drawing/2014/main" id="{39AC0C0B-10AA-4856-5DBE-1B41E869124C}"/>
                  </a:ext>
                </a:extLst>
              </p:cNvPr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>
                <a:extLst>
                  <a:ext uri="{FF2B5EF4-FFF2-40B4-BE49-F238E27FC236}">
                    <a16:creationId xmlns:a16="http://schemas.microsoft.com/office/drawing/2014/main" id="{D1BFC716-B28F-71A1-2136-CEFAEAA4ACBE}"/>
                  </a:ext>
                </a:extLst>
              </p:cNvPr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>
              <a:extLst>
                <a:ext uri="{FF2B5EF4-FFF2-40B4-BE49-F238E27FC236}">
                  <a16:creationId xmlns:a16="http://schemas.microsoft.com/office/drawing/2014/main" id="{3A5990C4-134E-4185-3F9A-C28888B48DC5}"/>
                </a:ext>
              </a:extLst>
            </p:cNvPr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>
                <a:extLst>
                  <a:ext uri="{FF2B5EF4-FFF2-40B4-BE49-F238E27FC236}">
                    <a16:creationId xmlns:a16="http://schemas.microsoft.com/office/drawing/2014/main" id="{5C83FCC7-8B8D-4BB2-3C8B-7297563D42C8}"/>
                  </a:ext>
                </a:extLst>
              </p:cNvPr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>
                <a:extLst>
                  <a:ext uri="{FF2B5EF4-FFF2-40B4-BE49-F238E27FC236}">
                    <a16:creationId xmlns:a16="http://schemas.microsoft.com/office/drawing/2014/main" id="{6A248DCD-426D-2C39-3BC3-3FA1A98BE32D}"/>
                  </a:ext>
                </a:extLst>
              </p:cNvPr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>
                <a:extLst>
                  <a:ext uri="{FF2B5EF4-FFF2-40B4-BE49-F238E27FC236}">
                    <a16:creationId xmlns:a16="http://schemas.microsoft.com/office/drawing/2014/main" id="{0CF654B1-2ECC-FC8C-0DFA-322E4D8369CA}"/>
                  </a:ext>
                </a:extLst>
              </p:cNvPr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>
                <a:extLst>
                  <a:ext uri="{FF2B5EF4-FFF2-40B4-BE49-F238E27FC236}">
                    <a16:creationId xmlns:a16="http://schemas.microsoft.com/office/drawing/2014/main" id="{7261D042-4DCC-7296-1A11-32446C6D500D}"/>
                  </a:ext>
                </a:extLst>
              </p:cNvPr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>
                <a:extLst>
                  <a:ext uri="{FF2B5EF4-FFF2-40B4-BE49-F238E27FC236}">
                    <a16:creationId xmlns:a16="http://schemas.microsoft.com/office/drawing/2014/main" id="{B047D65F-D190-94DD-9C98-B5747D552395}"/>
                  </a:ext>
                </a:extLst>
              </p:cNvPr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>
                <a:extLst>
                  <a:ext uri="{FF2B5EF4-FFF2-40B4-BE49-F238E27FC236}">
                    <a16:creationId xmlns:a16="http://schemas.microsoft.com/office/drawing/2014/main" id="{125BA210-CD1D-B6F5-5243-20F3D4ABE781}"/>
                  </a:ext>
                </a:extLst>
              </p:cNvPr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>
                <a:extLst>
                  <a:ext uri="{FF2B5EF4-FFF2-40B4-BE49-F238E27FC236}">
                    <a16:creationId xmlns:a16="http://schemas.microsoft.com/office/drawing/2014/main" id="{E30C29E5-728B-4801-877C-ABDDC7DD0DC8}"/>
                  </a:ext>
                </a:extLst>
              </p:cNvPr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>
                <a:extLst>
                  <a:ext uri="{FF2B5EF4-FFF2-40B4-BE49-F238E27FC236}">
                    <a16:creationId xmlns:a16="http://schemas.microsoft.com/office/drawing/2014/main" id="{FF564334-A29E-429F-A94E-64CE4D918B96}"/>
                  </a:ext>
                </a:extLst>
              </p:cNvPr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>
                <a:extLst>
                  <a:ext uri="{FF2B5EF4-FFF2-40B4-BE49-F238E27FC236}">
                    <a16:creationId xmlns:a16="http://schemas.microsoft.com/office/drawing/2014/main" id="{B9E340F1-275F-12BD-228B-6F36498C5770}"/>
                  </a:ext>
                </a:extLst>
              </p:cNvPr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>
                <a:extLst>
                  <a:ext uri="{FF2B5EF4-FFF2-40B4-BE49-F238E27FC236}">
                    <a16:creationId xmlns:a16="http://schemas.microsoft.com/office/drawing/2014/main" id="{3A4E6A9A-DF3D-30C8-0F0A-D17009C1D2E7}"/>
                  </a:ext>
                </a:extLst>
              </p:cNvPr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>
                <a:extLst>
                  <a:ext uri="{FF2B5EF4-FFF2-40B4-BE49-F238E27FC236}">
                    <a16:creationId xmlns:a16="http://schemas.microsoft.com/office/drawing/2014/main" id="{6EC01FCF-3EBE-3C51-2D1E-8BF0E5E81326}"/>
                  </a:ext>
                </a:extLst>
              </p:cNvPr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>
                <a:extLst>
                  <a:ext uri="{FF2B5EF4-FFF2-40B4-BE49-F238E27FC236}">
                    <a16:creationId xmlns:a16="http://schemas.microsoft.com/office/drawing/2014/main" id="{B56167F4-F22B-3F17-DCC8-FC32D7F9F696}"/>
                  </a:ext>
                </a:extLst>
              </p:cNvPr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>
                <a:extLst>
                  <a:ext uri="{FF2B5EF4-FFF2-40B4-BE49-F238E27FC236}">
                    <a16:creationId xmlns:a16="http://schemas.microsoft.com/office/drawing/2014/main" id="{23413D72-79D6-E4BE-E56E-0A77AA0E915D}"/>
                  </a:ext>
                </a:extLst>
              </p:cNvPr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>
                <a:extLst>
                  <a:ext uri="{FF2B5EF4-FFF2-40B4-BE49-F238E27FC236}">
                    <a16:creationId xmlns:a16="http://schemas.microsoft.com/office/drawing/2014/main" id="{5FD9003D-404F-436E-7D6E-77392DB372F3}"/>
                  </a:ext>
                </a:extLst>
              </p:cNvPr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>
                <a:extLst>
                  <a:ext uri="{FF2B5EF4-FFF2-40B4-BE49-F238E27FC236}">
                    <a16:creationId xmlns:a16="http://schemas.microsoft.com/office/drawing/2014/main" id="{94C89828-0DD3-4AD4-359D-D2AE2DB23DEC}"/>
                  </a:ext>
                </a:extLst>
              </p:cNvPr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>
                <a:extLst>
                  <a:ext uri="{FF2B5EF4-FFF2-40B4-BE49-F238E27FC236}">
                    <a16:creationId xmlns:a16="http://schemas.microsoft.com/office/drawing/2014/main" id="{A7107796-6D54-0766-EC14-6FDAE5B8623F}"/>
                  </a:ext>
                </a:extLst>
              </p:cNvPr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>
                <a:extLst>
                  <a:ext uri="{FF2B5EF4-FFF2-40B4-BE49-F238E27FC236}">
                    <a16:creationId xmlns:a16="http://schemas.microsoft.com/office/drawing/2014/main" id="{8C2F6632-2604-3778-20AB-0F58AE5778B3}"/>
                  </a:ext>
                </a:extLst>
              </p:cNvPr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>
                <a:extLst>
                  <a:ext uri="{FF2B5EF4-FFF2-40B4-BE49-F238E27FC236}">
                    <a16:creationId xmlns:a16="http://schemas.microsoft.com/office/drawing/2014/main" id="{AFADC77D-FB1F-6035-06AA-EA411D057079}"/>
                  </a:ext>
                </a:extLst>
              </p:cNvPr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>
                <a:extLst>
                  <a:ext uri="{FF2B5EF4-FFF2-40B4-BE49-F238E27FC236}">
                    <a16:creationId xmlns:a16="http://schemas.microsoft.com/office/drawing/2014/main" id="{82648900-EE58-74E1-9675-D4A2C126D19F}"/>
                  </a:ext>
                </a:extLst>
              </p:cNvPr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>
                <a:extLst>
                  <a:ext uri="{FF2B5EF4-FFF2-40B4-BE49-F238E27FC236}">
                    <a16:creationId xmlns:a16="http://schemas.microsoft.com/office/drawing/2014/main" id="{25AEC09B-9246-41BC-1A91-FF8716587CF6}"/>
                  </a:ext>
                </a:extLst>
              </p:cNvPr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>
                <a:extLst>
                  <a:ext uri="{FF2B5EF4-FFF2-40B4-BE49-F238E27FC236}">
                    <a16:creationId xmlns:a16="http://schemas.microsoft.com/office/drawing/2014/main" id="{6B9796D1-60E5-1EBD-456A-F40D1842755C}"/>
                  </a:ext>
                </a:extLst>
              </p:cNvPr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>
                <a:extLst>
                  <a:ext uri="{FF2B5EF4-FFF2-40B4-BE49-F238E27FC236}">
                    <a16:creationId xmlns:a16="http://schemas.microsoft.com/office/drawing/2014/main" id="{97314150-9A0E-CE47-B2AC-7C5FFB4BED4A}"/>
                  </a:ext>
                </a:extLst>
              </p:cNvPr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>
              <a:extLst>
                <a:ext uri="{FF2B5EF4-FFF2-40B4-BE49-F238E27FC236}">
                  <a16:creationId xmlns:a16="http://schemas.microsoft.com/office/drawing/2014/main" id="{3A3CE2E9-8163-D061-7644-12F0D3E80A9B}"/>
                </a:ext>
              </a:extLst>
            </p:cNvPr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>
              <a:extLst>
                <a:ext uri="{FF2B5EF4-FFF2-40B4-BE49-F238E27FC236}">
                  <a16:creationId xmlns:a16="http://schemas.microsoft.com/office/drawing/2014/main" id="{5E22A4B6-D78B-AA7D-C04E-D807FC998D2F}"/>
                </a:ext>
              </a:extLst>
            </p:cNvPr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>
              <a:extLst>
                <a:ext uri="{FF2B5EF4-FFF2-40B4-BE49-F238E27FC236}">
                  <a16:creationId xmlns:a16="http://schemas.microsoft.com/office/drawing/2014/main" id="{50D978CF-C11A-B3E4-4786-1EC75BD7893B}"/>
                </a:ext>
              </a:extLst>
            </p:cNvPr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>
              <a:extLst>
                <a:ext uri="{FF2B5EF4-FFF2-40B4-BE49-F238E27FC236}">
                  <a16:creationId xmlns:a16="http://schemas.microsoft.com/office/drawing/2014/main" id="{5BB2B9E0-DD80-1E69-24C3-3E72C04837DA}"/>
                </a:ext>
              </a:extLst>
            </p:cNvPr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>
              <a:extLst>
                <a:ext uri="{FF2B5EF4-FFF2-40B4-BE49-F238E27FC236}">
                  <a16:creationId xmlns:a16="http://schemas.microsoft.com/office/drawing/2014/main" id="{10C88518-4773-C7D9-4AB6-8647A641734B}"/>
                </a:ext>
              </a:extLst>
            </p:cNvPr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>
              <a:extLst>
                <a:ext uri="{FF2B5EF4-FFF2-40B4-BE49-F238E27FC236}">
                  <a16:creationId xmlns:a16="http://schemas.microsoft.com/office/drawing/2014/main" id="{E12DFC70-EC5B-9D28-0519-C9AABB3E9AFB}"/>
                </a:ext>
              </a:extLst>
            </p:cNvPr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>
              <a:extLst>
                <a:ext uri="{FF2B5EF4-FFF2-40B4-BE49-F238E27FC236}">
                  <a16:creationId xmlns:a16="http://schemas.microsoft.com/office/drawing/2014/main" id="{66D5A3AB-DF22-B57A-F9BD-1309FA1AE1C9}"/>
                </a:ext>
              </a:extLst>
            </p:cNvPr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>
              <a:extLst>
                <a:ext uri="{FF2B5EF4-FFF2-40B4-BE49-F238E27FC236}">
                  <a16:creationId xmlns:a16="http://schemas.microsoft.com/office/drawing/2014/main" id="{FB5C1EA9-CF9C-5A96-8CB5-2A32A8949074}"/>
                </a:ext>
              </a:extLst>
            </p:cNvPr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>
                <a:extLst>
                  <a:ext uri="{FF2B5EF4-FFF2-40B4-BE49-F238E27FC236}">
                    <a16:creationId xmlns:a16="http://schemas.microsoft.com/office/drawing/2014/main" id="{4AAD659B-F945-F544-99BE-F926FF23084F}"/>
                  </a:ext>
                </a:extLst>
              </p:cNvPr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>
                <a:extLst>
                  <a:ext uri="{FF2B5EF4-FFF2-40B4-BE49-F238E27FC236}">
                    <a16:creationId xmlns:a16="http://schemas.microsoft.com/office/drawing/2014/main" id="{BE36F04F-B267-81AE-719E-D7D67E3ECE63}"/>
                  </a:ext>
                </a:extLst>
              </p:cNvPr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>
                <a:extLst>
                  <a:ext uri="{FF2B5EF4-FFF2-40B4-BE49-F238E27FC236}">
                    <a16:creationId xmlns:a16="http://schemas.microsoft.com/office/drawing/2014/main" id="{C0BA3900-91F1-82A1-9AB0-CA5942EF1D0E}"/>
                  </a:ext>
                </a:extLst>
              </p:cNvPr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>
                <a:extLst>
                  <a:ext uri="{FF2B5EF4-FFF2-40B4-BE49-F238E27FC236}">
                    <a16:creationId xmlns:a16="http://schemas.microsoft.com/office/drawing/2014/main" id="{B0CC77C4-3BDE-233E-A363-D129FC256EED}"/>
                  </a:ext>
                </a:extLst>
              </p:cNvPr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>
                <a:extLst>
                  <a:ext uri="{FF2B5EF4-FFF2-40B4-BE49-F238E27FC236}">
                    <a16:creationId xmlns:a16="http://schemas.microsoft.com/office/drawing/2014/main" id="{056F6149-A043-FAB3-56DB-7A3BD8C74B0C}"/>
                  </a:ext>
                </a:extLst>
              </p:cNvPr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>
                <a:extLst>
                  <a:ext uri="{FF2B5EF4-FFF2-40B4-BE49-F238E27FC236}">
                    <a16:creationId xmlns:a16="http://schemas.microsoft.com/office/drawing/2014/main" id="{AF51849F-B019-5A58-D490-507B8978DBF2}"/>
                  </a:ext>
                </a:extLst>
              </p:cNvPr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>
                <a:extLst>
                  <a:ext uri="{FF2B5EF4-FFF2-40B4-BE49-F238E27FC236}">
                    <a16:creationId xmlns:a16="http://schemas.microsoft.com/office/drawing/2014/main" id="{C065484E-4D45-0C51-33FB-826A4991E6B1}"/>
                  </a:ext>
                </a:extLst>
              </p:cNvPr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>
                <a:extLst>
                  <a:ext uri="{FF2B5EF4-FFF2-40B4-BE49-F238E27FC236}">
                    <a16:creationId xmlns:a16="http://schemas.microsoft.com/office/drawing/2014/main" id="{FF9CE2C1-31CA-D35C-D8DC-A5F0D99B8547}"/>
                  </a:ext>
                </a:extLst>
              </p:cNvPr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>
                <a:extLst>
                  <a:ext uri="{FF2B5EF4-FFF2-40B4-BE49-F238E27FC236}">
                    <a16:creationId xmlns:a16="http://schemas.microsoft.com/office/drawing/2014/main" id="{7835EB6E-B82A-5D22-5589-6393277FBD9E}"/>
                  </a:ext>
                </a:extLst>
              </p:cNvPr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>
                <a:extLst>
                  <a:ext uri="{FF2B5EF4-FFF2-40B4-BE49-F238E27FC236}">
                    <a16:creationId xmlns:a16="http://schemas.microsoft.com/office/drawing/2014/main" id="{E9C83DCF-510E-DA71-549C-452FD81516C2}"/>
                  </a:ext>
                </a:extLst>
              </p:cNvPr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>
                <a:extLst>
                  <a:ext uri="{FF2B5EF4-FFF2-40B4-BE49-F238E27FC236}">
                    <a16:creationId xmlns:a16="http://schemas.microsoft.com/office/drawing/2014/main" id="{4649AE2F-5949-B441-D121-6ADEDF9ED5E6}"/>
                  </a:ext>
                </a:extLst>
              </p:cNvPr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>
                <a:extLst>
                  <a:ext uri="{FF2B5EF4-FFF2-40B4-BE49-F238E27FC236}">
                    <a16:creationId xmlns:a16="http://schemas.microsoft.com/office/drawing/2014/main" id="{12692235-D533-72B3-EC08-6502002B5541}"/>
                  </a:ext>
                </a:extLst>
              </p:cNvPr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>
                <a:extLst>
                  <a:ext uri="{FF2B5EF4-FFF2-40B4-BE49-F238E27FC236}">
                    <a16:creationId xmlns:a16="http://schemas.microsoft.com/office/drawing/2014/main" id="{075A820D-CF96-13DA-2B50-10E1D3FC5B1C}"/>
                  </a:ext>
                </a:extLst>
              </p:cNvPr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>
                <a:extLst>
                  <a:ext uri="{FF2B5EF4-FFF2-40B4-BE49-F238E27FC236}">
                    <a16:creationId xmlns:a16="http://schemas.microsoft.com/office/drawing/2014/main" id="{43F7CF09-E335-3C9D-49AA-10BC519AF19A}"/>
                  </a:ext>
                </a:extLst>
              </p:cNvPr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>
                <a:extLst>
                  <a:ext uri="{FF2B5EF4-FFF2-40B4-BE49-F238E27FC236}">
                    <a16:creationId xmlns:a16="http://schemas.microsoft.com/office/drawing/2014/main" id="{71D82907-70D7-4592-BF35-716C7CF96F7F}"/>
                  </a:ext>
                </a:extLst>
              </p:cNvPr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>
                <a:extLst>
                  <a:ext uri="{FF2B5EF4-FFF2-40B4-BE49-F238E27FC236}">
                    <a16:creationId xmlns:a16="http://schemas.microsoft.com/office/drawing/2014/main" id="{A3ABAF4E-9236-C620-7ED8-A70073E31941}"/>
                  </a:ext>
                </a:extLst>
              </p:cNvPr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>
                <a:extLst>
                  <a:ext uri="{FF2B5EF4-FFF2-40B4-BE49-F238E27FC236}">
                    <a16:creationId xmlns:a16="http://schemas.microsoft.com/office/drawing/2014/main" id="{91FB8F92-0833-5D3A-4068-9248DA73963A}"/>
                  </a:ext>
                </a:extLst>
              </p:cNvPr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>
                <a:extLst>
                  <a:ext uri="{FF2B5EF4-FFF2-40B4-BE49-F238E27FC236}">
                    <a16:creationId xmlns:a16="http://schemas.microsoft.com/office/drawing/2014/main" id="{C3AAFFFA-1B92-ECF5-1626-AEB2EE80B1D7}"/>
                  </a:ext>
                </a:extLst>
              </p:cNvPr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>
                <a:extLst>
                  <a:ext uri="{FF2B5EF4-FFF2-40B4-BE49-F238E27FC236}">
                    <a16:creationId xmlns:a16="http://schemas.microsoft.com/office/drawing/2014/main" id="{D92DDCD9-3AAD-AB7F-1E34-3616B24C1708}"/>
                  </a:ext>
                </a:extLst>
              </p:cNvPr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>
                <a:extLst>
                  <a:ext uri="{FF2B5EF4-FFF2-40B4-BE49-F238E27FC236}">
                    <a16:creationId xmlns:a16="http://schemas.microsoft.com/office/drawing/2014/main" id="{D9E366B6-D8BE-3643-5816-B3FE5E8978AC}"/>
                  </a:ext>
                </a:extLst>
              </p:cNvPr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>
                <a:extLst>
                  <a:ext uri="{FF2B5EF4-FFF2-40B4-BE49-F238E27FC236}">
                    <a16:creationId xmlns:a16="http://schemas.microsoft.com/office/drawing/2014/main" id="{9A77B0B1-40D0-7262-7F76-81C35119969B}"/>
                  </a:ext>
                </a:extLst>
              </p:cNvPr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>
                <a:extLst>
                  <a:ext uri="{FF2B5EF4-FFF2-40B4-BE49-F238E27FC236}">
                    <a16:creationId xmlns:a16="http://schemas.microsoft.com/office/drawing/2014/main" id="{2FA33D2B-019D-5A67-1986-BC026DD78BEC}"/>
                  </a:ext>
                </a:extLst>
              </p:cNvPr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>
                <a:extLst>
                  <a:ext uri="{FF2B5EF4-FFF2-40B4-BE49-F238E27FC236}">
                    <a16:creationId xmlns:a16="http://schemas.microsoft.com/office/drawing/2014/main" id="{546D8A11-9B8D-FCA7-19C0-514FC1699C02}"/>
                  </a:ext>
                </a:extLst>
              </p:cNvPr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>
                <a:extLst>
                  <a:ext uri="{FF2B5EF4-FFF2-40B4-BE49-F238E27FC236}">
                    <a16:creationId xmlns:a16="http://schemas.microsoft.com/office/drawing/2014/main" id="{6161AE85-98E7-C697-617D-51D159360FEE}"/>
                  </a:ext>
                </a:extLst>
              </p:cNvPr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>
                <a:extLst>
                  <a:ext uri="{FF2B5EF4-FFF2-40B4-BE49-F238E27FC236}">
                    <a16:creationId xmlns:a16="http://schemas.microsoft.com/office/drawing/2014/main" id="{5D9861FE-3790-7465-3697-AEFC79DFD349}"/>
                  </a:ext>
                </a:extLst>
              </p:cNvPr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>
                <a:extLst>
                  <a:ext uri="{FF2B5EF4-FFF2-40B4-BE49-F238E27FC236}">
                    <a16:creationId xmlns:a16="http://schemas.microsoft.com/office/drawing/2014/main" id="{28CD1A42-47C6-A70C-4010-317663F10D63}"/>
                  </a:ext>
                </a:extLst>
              </p:cNvPr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>
                <a:extLst>
                  <a:ext uri="{FF2B5EF4-FFF2-40B4-BE49-F238E27FC236}">
                    <a16:creationId xmlns:a16="http://schemas.microsoft.com/office/drawing/2014/main" id="{04B508AF-2B81-A9B6-DB81-B22940A271B2}"/>
                  </a:ext>
                </a:extLst>
              </p:cNvPr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>
                <a:extLst>
                  <a:ext uri="{FF2B5EF4-FFF2-40B4-BE49-F238E27FC236}">
                    <a16:creationId xmlns:a16="http://schemas.microsoft.com/office/drawing/2014/main" id="{88C74073-C180-F225-B690-9359034E4AD2}"/>
                  </a:ext>
                </a:extLst>
              </p:cNvPr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>
                <a:extLst>
                  <a:ext uri="{FF2B5EF4-FFF2-40B4-BE49-F238E27FC236}">
                    <a16:creationId xmlns:a16="http://schemas.microsoft.com/office/drawing/2014/main" id="{DC1B9D29-BB74-59A4-40D5-CF5BA8ECFDC0}"/>
                  </a:ext>
                </a:extLst>
              </p:cNvPr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BEAAABCD-D8A1-8D6D-2951-757C9C60235B}"/>
                  </a:ext>
                </a:extLst>
              </p:cNvPr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6D6BB42C-DC7F-32A7-068F-EE0F7E8A5FB7}"/>
                  </a:ext>
                </a:extLst>
              </p:cNvPr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>
                <a:extLst>
                  <a:ext uri="{FF2B5EF4-FFF2-40B4-BE49-F238E27FC236}">
                    <a16:creationId xmlns:a16="http://schemas.microsoft.com/office/drawing/2014/main" id="{17F16BE6-76F5-C264-F32F-8D9C59BFA95F}"/>
                  </a:ext>
                </a:extLst>
              </p:cNvPr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F51DB410-B66D-7C64-06C3-11619E5930B0}"/>
                  </a:ext>
                </a:extLst>
              </p:cNvPr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FCAB3B68-1EA1-515A-0E49-917C4FD9880E}"/>
                  </a:ext>
                </a:extLst>
              </p:cNvPr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>
                <a:extLst>
                  <a:ext uri="{FF2B5EF4-FFF2-40B4-BE49-F238E27FC236}">
                    <a16:creationId xmlns:a16="http://schemas.microsoft.com/office/drawing/2014/main" id="{EF64A3AD-B3E1-BAE7-A03E-5894A9F60024}"/>
                  </a:ext>
                </a:extLst>
              </p:cNvPr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00EF5AB0-12B2-5FE0-35CA-22A362796C80}"/>
                  </a:ext>
                </a:extLst>
              </p:cNvPr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E17DB621-73AE-90B1-3845-487BC86837D3}"/>
                  </a:ext>
                </a:extLst>
              </p:cNvPr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>
                <a:extLst>
                  <a:ext uri="{FF2B5EF4-FFF2-40B4-BE49-F238E27FC236}">
                    <a16:creationId xmlns:a16="http://schemas.microsoft.com/office/drawing/2014/main" id="{949764B7-99E2-E570-57A0-D330962DEB3D}"/>
                  </a:ext>
                </a:extLst>
              </p:cNvPr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>
                <a:extLst>
                  <a:ext uri="{FF2B5EF4-FFF2-40B4-BE49-F238E27FC236}">
                    <a16:creationId xmlns:a16="http://schemas.microsoft.com/office/drawing/2014/main" id="{4BEC8EDD-B262-F704-5759-E3FF1550811B}"/>
                  </a:ext>
                </a:extLst>
              </p:cNvPr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>
                <a:extLst>
                  <a:ext uri="{FF2B5EF4-FFF2-40B4-BE49-F238E27FC236}">
                    <a16:creationId xmlns:a16="http://schemas.microsoft.com/office/drawing/2014/main" id="{FF38F6D9-9F5B-87DA-F0B2-50C631B2F353}"/>
                  </a:ext>
                </a:extLst>
              </p:cNvPr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>
                <a:extLst>
                  <a:ext uri="{FF2B5EF4-FFF2-40B4-BE49-F238E27FC236}">
                    <a16:creationId xmlns:a16="http://schemas.microsoft.com/office/drawing/2014/main" id="{CA907BF3-676D-B273-046B-B83FB47B957E}"/>
                  </a:ext>
                </a:extLst>
              </p:cNvPr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>
                <a:extLst>
                  <a:ext uri="{FF2B5EF4-FFF2-40B4-BE49-F238E27FC236}">
                    <a16:creationId xmlns:a16="http://schemas.microsoft.com/office/drawing/2014/main" id="{764571A2-D2F5-6DD4-DA4D-A0076E638B00}"/>
                  </a:ext>
                </a:extLst>
              </p:cNvPr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>
                <a:extLst>
                  <a:ext uri="{FF2B5EF4-FFF2-40B4-BE49-F238E27FC236}">
                    <a16:creationId xmlns:a16="http://schemas.microsoft.com/office/drawing/2014/main" id="{87C8FC5A-1E6A-4347-12C1-E54471267CB2}"/>
                  </a:ext>
                </a:extLst>
              </p:cNvPr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>
                <a:extLst>
                  <a:ext uri="{FF2B5EF4-FFF2-40B4-BE49-F238E27FC236}">
                    <a16:creationId xmlns:a16="http://schemas.microsoft.com/office/drawing/2014/main" id="{08131A47-B9C7-D9B8-DD52-546598492BAF}"/>
                  </a:ext>
                </a:extLst>
              </p:cNvPr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>
                <a:extLst>
                  <a:ext uri="{FF2B5EF4-FFF2-40B4-BE49-F238E27FC236}">
                    <a16:creationId xmlns:a16="http://schemas.microsoft.com/office/drawing/2014/main" id="{D86A6358-A5EA-62D7-C36B-FEF5A4AAD989}"/>
                  </a:ext>
                </a:extLst>
              </p:cNvPr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>
                <a:extLst>
                  <a:ext uri="{FF2B5EF4-FFF2-40B4-BE49-F238E27FC236}">
                    <a16:creationId xmlns:a16="http://schemas.microsoft.com/office/drawing/2014/main" id="{764AC8C5-A5AA-F331-8C88-0BC541D06CC2}"/>
                  </a:ext>
                </a:extLst>
              </p:cNvPr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>
                <a:extLst>
                  <a:ext uri="{FF2B5EF4-FFF2-40B4-BE49-F238E27FC236}">
                    <a16:creationId xmlns:a16="http://schemas.microsoft.com/office/drawing/2014/main" id="{EE5E3F0B-0C25-42CA-2C4C-D037B2F4922F}"/>
                  </a:ext>
                </a:extLst>
              </p:cNvPr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>
              <a:extLst>
                <a:ext uri="{FF2B5EF4-FFF2-40B4-BE49-F238E27FC236}">
                  <a16:creationId xmlns:a16="http://schemas.microsoft.com/office/drawing/2014/main" id="{6DD48C7F-3EE6-FF26-21B9-CD48C6D16B80}"/>
                </a:ext>
              </a:extLst>
            </p:cNvPr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>
                <a:extLst>
                  <a:ext uri="{FF2B5EF4-FFF2-40B4-BE49-F238E27FC236}">
                    <a16:creationId xmlns:a16="http://schemas.microsoft.com/office/drawing/2014/main" id="{BE261E90-CAB7-273D-EA15-3A0D333A60AE}"/>
                  </a:ext>
                </a:extLst>
              </p:cNvPr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>
                <a:extLst>
                  <a:ext uri="{FF2B5EF4-FFF2-40B4-BE49-F238E27FC236}">
                    <a16:creationId xmlns:a16="http://schemas.microsoft.com/office/drawing/2014/main" id="{4C922F69-F0D3-3974-02FA-229A071A647B}"/>
                  </a:ext>
                </a:extLst>
              </p:cNvPr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>
                <a:extLst>
                  <a:ext uri="{FF2B5EF4-FFF2-40B4-BE49-F238E27FC236}">
                    <a16:creationId xmlns:a16="http://schemas.microsoft.com/office/drawing/2014/main" id="{7F7B8F2B-9A9D-C958-B4FB-ECFB1F48773E}"/>
                  </a:ext>
                </a:extLst>
              </p:cNvPr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>
                <a:extLst>
                  <a:ext uri="{FF2B5EF4-FFF2-40B4-BE49-F238E27FC236}">
                    <a16:creationId xmlns:a16="http://schemas.microsoft.com/office/drawing/2014/main" id="{C7F7B18F-7C85-A379-23B8-64ADA62B7398}"/>
                  </a:ext>
                </a:extLst>
              </p:cNvPr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>
                <a:extLst>
                  <a:ext uri="{FF2B5EF4-FFF2-40B4-BE49-F238E27FC236}">
                    <a16:creationId xmlns:a16="http://schemas.microsoft.com/office/drawing/2014/main" id="{09B0F2A7-A08A-C685-FDF5-3A014C70A218}"/>
                  </a:ext>
                </a:extLst>
              </p:cNvPr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>
                <a:extLst>
                  <a:ext uri="{FF2B5EF4-FFF2-40B4-BE49-F238E27FC236}">
                    <a16:creationId xmlns:a16="http://schemas.microsoft.com/office/drawing/2014/main" id="{137C6AF0-8EF2-1318-C3D1-173F8F52B83F}"/>
                  </a:ext>
                </a:extLst>
              </p:cNvPr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>
                <a:extLst>
                  <a:ext uri="{FF2B5EF4-FFF2-40B4-BE49-F238E27FC236}">
                    <a16:creationId xmlns:a16="http://schemas.microsoft.com/office/drawing/2014/main" id="{95D6E79A-0334-8EC8-1F70-4A24C2EB50C9}"/>
                  </a:ext>
                </a:extLst>
              </p:cNvPr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>
                <a:extLst>
                  <a:ext uri="{FF2B5EF4-FFF2-40B4-BE49-F238E27FC236}">
                    <a16:creationId xmlns:a16="http://schemas.microsoft.com/office/drawing/2014/main" id="{1A69EF54-A067-86E0-B06E-408B8E237F4C}"/>
                  </a:ext>
                </a:extLst>
              </p:cNvPr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>
                <a:extLst>
                  <a:ext uri="{FF2B5EF4-FFF2-40B4-BE49-F238E27FC236}">
                    <a16:creationId xmlns:a16="http://schemas.microsoft.com/office/drawing/2014/main" id="{309640CB-7C9F-00C7-2E44-10723B625E28}"/>
                  </a:ext>
                </a:extLst>
              </p:cNvPr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>
                <a:extLst>
                  <a:ext uri="{FF2B5EF4-FFF2-40B4-BE49-F238E27FC236}">
                    <a16:creationId xmlns:a16="http://schemas.microsoft.com/office/drawing/2014/main" id="{C9A29C3B-5F54-1277-00A6-67364FAEB1F1}"/>
                  </a:ext>
                </a:extLst>
              </p:cNvPr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>
                <a:extLst>
                  <a:ext uri="{FF2B5EF4-FFF2-40B4-BE49-F238E27FC236}">
                    <a16:creationId xmlns:a16="http://schemas.microsoft.com/office/drawing/2014/main" id="{7A7D8869-8205-FA75-BFDD-46AA3BB29790}"/>
                  </a:ext>
                </a:extLst>
              </p:cNvPr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>
                <a:extLst>
                  <a:ext uri="{FF2B5EF4-FFF2-40B4-BE49-F238E27FC236}">
                    <a16:creationId xmlns:a16="http://schemas.microsoft.com/office/drawing/2014/main" id="{5A13E302-501B-5F5C-0DB0-F23B3942E500}"/>
                  </a:ext>
                </a:extLst>
              </p:cNvPr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>
                <a:extLst>
                  <a:ext uri="{FF2B5EF4-FFF2-40B4-BE49-F238E27FC236}">
                    <a16:creationId xmlns:a16="http://schemas.microsoft.com/office/drawing/2014/main" id="{E2CF042F-3A4C-8C06-777D-45028396B042}"/>
                  </a:ext>
                </a:extLst>
              </p:cNvPr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>
                <a:extLst>
                  <a:ext uri="{FF2B5EF4-FFF2-40B4-BE49-F238E27FC236}">
                    <a16:creationId xmlns:a16="http://schemas.microsoft.com/office/drawing/2014/main" id="{A6144E0A-2FAD-9E59-1A8D-BDCAE6153B6F}"/>
                  </a:ext>
                </a:extLst>
              </p:cNvPr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>
                <a:extLst>
                  <a:ext uri="{FF2B5EF4-FFF2-40B4-BE49-F238E27FC236}">
                    <a16:creationId xmlns:a16="http://schemas.microsoft.com/office/drawing/2014/main" id="{739FE523-A287-EB74-4D9C-56201789D824}"/>
                  </a:ext>
                </a:extLst>
              </p:cNvPr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>
                <a:extLst>
                  <a:ext uri="{FF2B5EF4-FFF2-40B4-BE49-F238E27FC236}">
                    <a16:creationId xmlns:a16="http://schemas.microsoft.com/office/drawing/2014/main" id="{9BB61BAB-24BE-183F-B015-CA496482E255}"/>
                  </a:ext>
                </a:extLst>
              </p:cNvPr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>
                <a:extLst>
                  <a:ext uri="{FF2B5EF4-FFF2-40B4-BE49-F238E27FC236}">
                    <a16:creationId xmlns:a16="http://schemas.microsoft.com/office/drawing/2014/main" id="{87C083D6-BB0E-EB19-5780-D8E121B05004}"/>
                  </a:ext>
                </a:extLst>
              </p:cNvPr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>
                <a:extLst>
                  <a:ext uri="{FF2B5EF4-FFF2-40B4-BE49-F238E27FC236}">
                    <a16:creationId xmlns:a16="http://schemas.microsoft.com/office/drawing/2014/main" id="{2DDF9FA3-810E-1C67-8456-9011ABF4CCFD}"/>
                  </a:ext>
                </a:extLst>
              </p:cNvPr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>
                <a:extLst>
                  <a:ext uri="{FF2B5EF4-FFF2-40B4-BE49-F238E27FC236}">
                    <a16:creationId xmlns:a16="http://schemas.microsoft.com/office/drawing/2014/main" id="{7F14AECB-00FB-2485-2AE6-C3D4D978266E}"/>
                  </a:ext>
                </a:extLst>
              </p:cNvPr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>
                <a:extLst>
                  <a:ext uri="{FF2B5EF4-FFF2-40B4-BE49-F238E27FC236}">
                    <a16:creationId xmlns:a16="http://schemas.microsoft.com/office/drawing/2014/main" id="{C4FD5AF3-9310-EAFB-354F-609AEE0C13BA}"/>
                  </a:ext>
                </a:extLst>
              </p:cNvPr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>
                <a:extLst>
                  <a:ext uri="{FF2B5EF4-FFF2-40B4-BE49-F238E27FC236}">
                    <a16:creationId xmlns:a16="http://schemas.microsoft.com/office/drawing/2014/main" id="{CB943844-EFE3-5E8D-67CF-E120B686F44A}"/>
                  </a:ext>
                </a:extLst>
              </p:cNvPr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>
                <a:extLst>
                  <a:ext uri="{FF2B5EF4-FFF2-40B4-BE49-F238E27FC236}">
                    <a16:creationId xmlns:a16="http://schemas.microsoft.com/office/drawing/2014/main" id="{49429DCC-B207-890C-628A-CD485F7339D8}"/>
                  </a:ext>
                </a:extLst>
              </p:cNvPr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>
                <a:extLst>
                  <a:ext uri="{FF2B5EF4-FFF2-40B4-BE49-F238E27FC236}">
                    <a16:creationId xmlns:a16="http://schemas.microsoft.com/office/drawing/2014/main" id="{5A747A0B-0593-7710-F82E-DD92E4C7E2FD}"/>
                  </a:ext>
                </a:extLst>
              </p:cNvPr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>
                <a:extLst>
                  <a:ext uri="{FF2B5EF4-FFF2-40B4-BE49-F238E27FC236}">
                    <a16:creationId xmlns:a16="http://schemas.microsoft.com/office/drawing/2014/main" id="{ADBA975B-C6BB-59FE-0DD6-C6EF93DD139A}"/>
                  </a:ext>
                </a:extLst>
              </p:cNvPr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>
                <a:extLst>
                  <a:ext uri="{FF2B5EF4-FFF2-40B4-BE49-F238E27FC236}">
                    <a16:creationId xmlns:a16="http://schemas.microsoft.com/office/drawing/2014/main" id="{8FF20951-E20D-017A-8521-C315A6944409}"/>
                  </a:ext>
                </a:extLst>
              </p:cNvPr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>
                <a:extLst>
                  <a:ext uri="{FF2B5EF4-FFF2-40B4-BE49-F238E27FC236}">
                    <a16:creationId xmlns:a16="http://schemas.microsoft.com/office/drawing/2014/main" id="{51C84BB1-3E7A-D927-D855-2A483E31CFE0}"/>
                  </a:ext>
                </a:extLst>
              </p:cNvPr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>
                <a:extLst>
                  <a:ext uri="{FF2B5EF4-FFF2-40B4-BE49-F238E27FC236}">
                    <a16:creationId xmlns:a16="http://schemas.microsoft.com/office/drawing/2014/main" id="{E46FD951-A597-5DF5-7C8A-BCFFE7902683}"/>
                  </a:ext>
                </a:extLst>
              </p:cNvPr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>
                <a:extLst>
                  <a:ext uri="{FF2B5EF4-FFF2-40B4-BE49-F238E27FC236}">
                    <a16:creationId xmlns:a16="http://schemas.microsoft.com/office/drawing/2014/main" id="{0F6ECBD1-D8A4-67F3-5718-414D5D245A41}"/>
                  </a:ext>
                </a:extLst>
              </p:cNvPr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>
                <a:extLst>
                  <a:ext uri="{FF2B5EF4-FFF2-40B4-BE49-F238E27FC236}">
                    <a16:creationId xmlns:a16="http://schemas.microsoft.com/office/drawing/2014/main" id="{8CF9E349-EB4F-0AA1-D020-C43D74C656A2}"/>
                  </a:ext>
                </a:extLst>
              </p:cNvPr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>
                <a:extLst>
                  <a:ext uri="{FF2B5EF4-FFF2-40B4-BE49-F238E27FC236}">
                    <a16:creationId xmlns:a16="http://schemas.microsoft.com/office/drawing/2014/main" id="{BCC52BEE-0066-A444-65A9-BF8CA66DC7F3}"/>
                  </a:ext>
                </a:extLst>
              </p:cNvPr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>
                <a:extLst>
                  <a:ext uri="{FF2B5EF4-FFF2-40B4-BE49-F238E27FC236}">
                    <a16:creationId xmlns:a16="http://schemas.microsoft.com/office/drawing/2014/main" id="{ED7BA03B-6E11-2E7A-1C65-D80E8F1378ED}"/>
                  </a:ext>
                </a:extLst>
              </p:cNvPr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>
                <a:extLst>
                  <a:ext uri="{FF2B5EF4-FFF2-40B4-BE49-F238E27FC236}">
                    <a16:creationId xmlns:a16="http://schemas.microsoft.com/office/drawing/2014/main" id="{45E0808F-7410-314A-3AD3-F2A402365D80}"/>
                  </a:ext>
                </a:extLst>
              </p:cNvPr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>
                <a:extLst>
                  <a:ext uri="{FF2B5EF4-FFF2-40B4-BE49-F238E27FC236}">
                    <a16:creationId xmlns:a16="http://schemas.microsoft.com/office/drawing/2014/main" id="{7C4CDBE3-23EF-DC02-47A4-89DD9F3A319F}"/>
                  </a:ext>
                </a:extLst>
              </p:cNvPr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>
                <a:extLst>
                  <a:ext uri="{FF2B5EF4-FFF2-40B4-BE49-F238E27FC236}">
                    <a16:creationId xmlns:a16="http://schemas.microsoft.com/office/drawing/2014/main" id="{4D1CF364-10ED-17FB-AB95-529270AD3AC4}"/>
                  </a:ext>
                </a:extLst>
              </p:cNvPr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>
                <a:extLst>
                  <a:ext uri="{FF2B5EF4-FFF2-40B4-BE49-F238E27FC236}">
                    <a16:creationId xmlns:a16="http://schemas.microsoft.com/office/drawing/2014/main" id="{1903F5A7-BEB7-4B4B-7BD8-9B02F158B580}"/>
                  </a:ext>
                </a:extLst>
              </p:cNvPr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>
                <a:extLst>
                  <a:ext uri="{FF2B5EF4-FFF2-40B4-BE49-F238E27FC236}">
                    <a16:creationId xmlns:a16="http://schemas.microsoft.com/office/drawing/2014/main" id="{861502D1-86D0-2C31-41C6-DF6463D74B96}"/>
                  </a:ext>
                </a:extLst>
              </p:cNvPr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>
                <a:extLst>
                  <a:ext uri="{FF2B5EF4-FFF2-40B4-BE49-F238E27FC236}">
                    <a16:creationId xmlns:a16="http://schemas.microsoft.com/office/drawing/2014/main" id="{8DFC86B0-C580-3A36-030C-E8CCF83B6A01}"/>
                  </a:ext>
                </a:extLst>
              </p:cNvPr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>
                <a:extLst>
                  <a:ext uri="{FF2B5EF4-FFF2-40B4-BE49-F238E27FC236}">
                    <a16:creationId xmlns:a16="http://schemas.microsoft.com/office/drawing/2014/main" id="{2116FFC3-A0BE-1CB9-55FE-84B202806DF0}"/>
                  </a:ext>
                </a:extLst>
              </p:cNvPr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75ED150-2646-C520-12EE-C300B9DE6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74" y="3473397"/>
            <a:ext cx="4444500" cy="375000"/>
          </a:xfrm>
        </p:spPr>
        <p:txBody>
          <a:bodyPr/>
          <a:lstStyle/>
          <a:p>
            <a:r>
              <a:rPr lang="en-US" sz="2400" dirty="0"/>
              <a:t>(</a:t>
            </a:r>
            <a:r>
              <a:rPr lang="en-US" sz="2400" dirty="0" err="1"/>
              <a:t>dalam</a:t>
            </a:r>
            <a:r>
              <a:rPr lang="en-US" sz="2400" dirty="0"/>
              <a:t> Bahasa Java)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357617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54D41AEE-E180-967B-B790-172C0899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2B54671A-8142-5303-54D0-16D6D15F0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Keanggotaan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&amp; Method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EA3C77C9-9131-682E-37AA-4DF7AA3167AA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Keanggotaan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method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melekat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pada class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Keanggotaan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method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Bahasa Java: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Instance member 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melekat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pada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/ instance-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nya</a:t>
            </a: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member 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melekat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pada class-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nya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bukan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pada instance-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nya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08EE9B4D-E2F7-0A53-FF33-E9023D2781C9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FBEEBC36-326C-8E3F-27B3-710926B94A3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1AF1E3-CA5D-4CED-C6BC-B17926BD0026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3E1AA6E5-54BD-87E2-C0EF-4F3ED13C2C93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FBC7396F-3A05-502F-AB43-A00A62977D6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07F661BD-88CF-0BF8-F89F-159FF3F6B1DA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33079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A6F28CC0-9E2F-4643-CBB3-B90132D2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6BA05E1C-15FE-7B8B-75BB-65D04FA586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Instance Member 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061A17E2-DC52-DDE5-B29E-A9697DA6F160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&amp; method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‘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anggota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’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setiap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Diperlukan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proses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instansiasi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mengaksesnya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instance member (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): </a:t>
            </a:r>
          </a:p>
          <a:p>
            <a:pPr marL="812800" lvl="1" indent="-368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Absis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ordinat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Titik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instance member (method):</a:t>
            </a:r>
          </a:p>
          <a:p>
            <a:pPr marL="812800" lvl="1" indent="-368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getAbsis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() &amp;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getOrdinat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()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classTitik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971285F1-EF75-D216-59CF-7066CEF83857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5607A5C9-2B0C-A7EA-4C44-56F0150F32A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225E8176-F3B1-5F84-7464-21213B95DC46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5B406909-574F-5833-CCB3-F58F35F8A69B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DF6202E7-BD7D-6A02-AB70-BB4559ED653C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A96463D9-D38D-BE87-C1C3-1EBEF49B1B95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02606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48E3700-DAB9-9D2E-5F17-668452E6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C106773B-4E00-ADEE-32D1-EC2366A0BF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Class Member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DAA22F6C-4795-1628-A7D5-DF795F92042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&amp; method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anggota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Setiap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melakukan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akses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static member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tanpa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membuat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instan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(class level access).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Keyword </a:t>
            </a:r>
            <a:r>
              <a:rPr lang="en-US" sz="20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static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ditambahkan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deklarasi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mapun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method.</a:t>
            </a:r>
          </a:p>
          <a:p>
            <a:pPr>
              <a:spcAft>
                <a:spcPts val="600"/>
              </a:spcAft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47F549C-E1D5-18FF-E40C-D67CCB4A15F6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ED061AFC-3CA6-5805-837D-C34473F4A8D2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5D61A018-3D1E-BAC3-959B-D0EB7BB05481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1BB64B5F-E309-FEA4-D901-43FCAE8D4C85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E7AC842B-DD69-79CD-8019-F95C05E945D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0AEE3233-0F26-E83A-8A17-44FCAAF53E8A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3016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923E439D-0B59-7C67-B6C6-8D51B41C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F255057A-FD5B-4C04-70F8-16DA260D3C61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A422869-D3EB-EA43-622D-E0741E4DB5AD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D865E7AE-041D-89C0-461C-FB40372B3CE1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51E1FF3-DDF5-23CF-338D-EF8F7BDA458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DAD354C4-7D3C-4035-4327-97F70CF48112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02BA8D4D-E5BA-9574-F794-BD320EBE0288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2986BA5-D6EA-56C8-8987-91B88630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36" y="154348"/>
            <a:ext cx="7817184" cy="49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51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2825332-2573-92BE-7FDD-83A4AE31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3BC99CC3-AD62-9AD7-4CC8-439D58E11BA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9552C8F9-D4F8-86B5-041C-779C710A86D5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832681D5-3F7B-8D97-09FB-88E5EB146A0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2310CC5E-7AAB-D77D-E8AE-F563BFF79E5F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69A0518-C4EE-314E-5B46-AF79A7EA01A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6DA6C5E-A7C9-4637-A355-E7C29E230FDB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5800-AC28-8E55-E2C5-7D19D1079FD8}"/>
              </a:ext>
            </a:extLst>
          </p:cNvPr>
          <p:cNvSpPr txBox="1"/>
          <p:nvPr/>
        </p:nvSpPr>
        <p:spPr>
          <a:xfrm>
            <a:off x="3905157" y="4866501"/>
            <a:ext cx="133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D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(Liang , 2015)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DF6EE-BF10-C859-3A72-98945119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17" y="1151625"/>
            <a:ext cx="7850038" cy="23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33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75DD6D82-1FDE-3E59-1B3B-9C114400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37AF268B-3706-B795-EE95-B8209C73705C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5E67D150-CC71-3413-69F0-5605630877A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C7D20C6A-77A9-6A72-3102-3B467ABDBB0A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5610ABB1-D4BD-6577-96AD-7CE436699BD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DD17556-7A2B-1199-D532-C21F74719DED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018F1A19-CF8A-0C34-762A-D308DD03C615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46D0207-1546-9B32-D748-1EF34055B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05" y="258196"/>
            <a:ext cx="6563940" cy="34486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C9FA59-EA76-03D0-C088-72730AB56105}"/>
              </a:ext>
            </a:extLst>
          </p:cNvPr>
          <p:cNvSpPr txBox="1"/>
          <p:nvPr/>
        </p:nvSpPr>
        <p:spPr>
          <a:xfrm>
            <a:off x="1095555" y="3821302"/>
            <a:ext cx="73755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Instance variable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milik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sehingga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setiap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memory masing-masing.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variable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milik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sehingga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dipakai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bersama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lainnya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ID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7567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762EF5C3-3BB3-DDFD-24FC-8886F6F9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9B5EADF9-B185-E7B3-052F-E64BA8F6A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Instance Method vs. Static Method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61B01B66-16EA-7C4B-DD37-78ACBB180F4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26F78B5D-377B-7C90-2C93-6585D85E257C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5BE98AA9-C087-9B09-C679-6BF436BD4908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9F41B7FB-AD27-F803-6B66-849A6DFFE1FF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1848B2E2-8379-4525-F826-55EBE3B2E112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9B64E517-163D-5463-4E5B-2F881C536C7F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D0CA251-9CB7-8C31-8831-9A165106C2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45"/>
          <a:stretch/>
        </p:blipFill>
        <p:spPr>
          <a:xfrm>
            <a:off x="604837" y="1777999"/>
            <a:ext cx="7934325" cy="1717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37005E-37A7-7ECD-721A-71D3DC7473E8}"/>
              </a:ext>
            </a:extLst>
          </p:cNvPr>
          <p:cNvSpPr txBox="1"/>
          <p:nvPr/>
        </p:nvSpPr>
        <p:spPr>
          <a:xfrm>
            <a:off x="4216216" y="3544303"/>
            <a:ext cx="133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D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(Liang , 2015)</a:t>
            </a:r>
          </a:p>
        </p:txBody>
      </p:sp>
    </p:spTree>
    <p:extLst>
      <p:ext uri="{BB962C8B-B14F-4D97-AF65-F5344CB8AC3E}">
        <p14:creationId xmlns:p14="http://schemas.microsoft.com/office/powerpoint/2010/main" val="2990873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C97EA8D2-5AA5-350F-BD6E-6F4BC18D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5E133D96-1635-9FE3-26CE-9F0008648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Instance Method vs. Static Method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6213C213-CD8A-DB94-9F36-7E3D57DEB120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BB9A2379-C685-A0DE-DC53-0971FC3B002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B60A29A-9EB5-9D68-3F2F-B70D1E91532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9704519F-C5AD-9512-2502-1B55840DC377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51FD8393-7DA3-1FB4-01B0-488C32BF3E1C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20CD7ED1-BDD9-F340-13AB-5436492571F9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E79FD49-8781-AB1E-A7A0-B4F1BE488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04554"/>
            <a:ext cx="5604600" cy="3376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9A0C97-145F-989F-5FB0-F7E12560DB3D}"/>
              </a:ext>
            </a:extLst>
          </p:cNvPr>
          <p:cNvSpPr txBox="1"/>
          <p:nvPr/>
        </p:nvSpPr>
        <p:spPr>
          <a:xfrm>
            <a:off x="2188616" y="4559975"/>
            <a:ext cx="133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D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(Liang , 2015)</a:t>
            </a:r>
          </a:p>
        </p:txBody>
      </p:sp>
    </p:spTree>
    <p:extLst>
      <p:ext uri="{BB962C8B-B14F-4D97-AF65-F5344CB8AC3E}">
        <p14:creationId xmlns:p14="http://schemas.microsoft.com/office/powerpoint/2010/main" val="1815419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E64AFDC3-1332-B9FD-2549-F2CC0B0BE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>
            <a:extLst>
              <a:ext uri="{FF2B5EF4-FFF2-40B4-BE49-F238E27FC236}">
                <a16:creationId xmlns:a16="http://schemas.microsoft.com/office/drawing/2014/main" id="{A264D309-528B-77D8-DE65-0075D9FE0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935" y="2468147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Keyword “this” </a:t>
            </a:r>
            <a:endParaRPr sz="3200" dirty="0"/>
          </a:p>
        </p:txBody>
      </p:sp>
      <p:sp>
        <p:nvSpPr>
          <p:cNvPr id="910" name="Google Shape;910;p41">
            <a:extLst>
              <a:ext uri="{FF2B5EF4-FFF2-40B4-BE49-F238E27FC236}">
                <a16:creationId xmlns:a16="http://schemas.microsoft.com/office/drawing/2014/main" id="{1F4C6EF5-BAEE-A488-ED88-584FF51B2AC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06</a:t>
            </a:r>
            <a:endParaRPr sz="4800" dirty="0"/>
          </a:p>
        </p:txBody>
      </p:sp>
      <p:sp>
        <p:nvSpPr>
          <p:cNvPr id="911" name="Google Shape;911;p41">
            <a:extLst>
              <a:ext uri="{FF2B5EF4-FFF2-40B4-BE49-F238E27FC236}">
                <a16:creationId xmlns:a16="http://schemas.microsoft.com/office/drawing/2014/main" id="{40789E12-2D37-49F9-089C-137B5B0717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7654" y="3629733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>
            <a:extLst>
              <a:ext uri="{FF2B5EF4-FFF2-40B4-BE49-F238E27FC236}">
                <a16:creationId xmlns:a16="http://schemas.microsoft.com/office/drawing/2014/main" id="{F060479F-85B0-7E9B-0FD3-5876253C0EC5}"/>
              </a:ext>
            </a:extLst>
          </p:cNvPr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>
            <a:extLst>
              <a:ext uri="{FF2B5EF4-FFF2-40B4-BE49-F238E27FC236}">
                <a16:creationId xmlns:a16="http://schemas.microsoft.com/office/drawing/2014/main" id="{64375372-4EAA-58F7-4E41-05B5FE89D782}"/>
              </a:ext>
            </a:extLst>
          </p:cNvPr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>
              <a:extLst>
                <a:ext uri="{FF2B5EF4-FFF2-40B4-BE49-F238E27FC236}">
                  <a16:creationId xmlns:a16="http://schemas.microsoft.com/office/drawing/2014/main" id="{E033E101-DF15-C3CE-A7DC-48425D72393B}"/>
                </a:ext>
              </a:extLst>
            </p:cNvPr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>
              <a:extLst>
                <a:ext uri="{FF2B5EF4-FFF2-40B4-BE49-F238E27FC236}">
                  <a16:creationId xmlns:a16="http://schemas.microsoft.com/office/drawing/2014/main" id="{C2952B03-F77D-943F-A823-253296EAAFC8}"/>
                </a:ext>
              </a:extLst>
            </p:cNvPr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>
            <a:extLst>
              <a:ext uri="{FF2B5EF4-FFF2-40B4-BE49-F238E27FC236}">
                <a16:creationId xmlns:a16="http://schemas.microsoft.com/office/drawing/2014/main" id="{61F09962-1A98-5F9B-50AE-60BAE80EDDDB}"/>
              </a:ext>
            </a:extLst>
          </p:cNvPr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>
            <a:extLst>
              <a:ext uri="{FF2B5EF4-FFF2-40B4-BE49-F238E27FC236}">
                <a16:creationId xmlns:a16="http://schemas.microsoft.com/office/drawing/2014/main" id="{8583499F-6874-A9F8-E52E-FB44211F40E6}"/>
              </a:ext>
            </a:extLst>
          </p:cNvPr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>
              <a:extLst>
                <a:ext uri="{FF2B5EF4-FFF2-40B4-BE49-F238E27FC236}">
                  <a16:creationId xmlns:a16="http://schemas.microsoft.com/office/drawing/2014/main" id="{AF0BE319-D272-9D80-E54F-6E74861934C5}"/>
                </a:ext>
              </a:extLst>
            </p:cNvPr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>
              <a:extLst>
                <a:ext uri="{FF2B5EF4-FFF2-40B4-BE49-F238E27FC236}">
                  <a16:creationId xmlns:a16="http://schemas.microsoft.com/office/drawing/2014/main" id="{6E65DD34-7F59-F61A-E5EB-7BBDDEFF3057}"/>
                </a:ext>
              </a:extLst>
            </p:cNvPr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>
                <a:extLst>
                  <a:ext uri="{FF2B5EF4-FFF2-40B4-BE49-F238E27FC236}">
                    <a16:creationId xmlns:a16="http://schemas.microsoft.com/office/drawing/2014/main" id="{658852EF-0B5C-8E06-338E-2E435912E612}"/>
                  </a:ext>
                </a:extLst>
              </p:cNvPr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>
                <a:extLst>
                  <a:ext uri="{FF2B5EF4-FFF2-40B4-BE49-F238E27FC236}">
                    <a16:creationId xmlns:a16="http://schemas.microsoft.com/office/drawing/2014/main" id="{E817A394-828E-31B3-F28A-79C689401E03}"/>
                  </a:ext>
                </a:extLst>
              </p:cNvPr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>
              <a:extLst>
                <a:ext uri="{FF2B5EF4-FFF2-40B4-BE49-F238E27FC236}">
                  <a16:creationId xmlns:a16="http://schemas.microsoft.com/office/drawing/2014/main" id="{4B22EC97-12EB-47A2-2839-A24195BCC14C}"/>
                </a:ext>
              </a:extLst>
            </p:cNvPr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58BCB4EB-19CB-F1AB-7C64-17F0BF5EFE32}"/>
                  </a:ext>
                </a:extLst>
              </p:cNvPr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>
                <a:extLst>
                  <a:ext uri="{FF2B5EF4-FFF2-40B4-BE49-F238E27FC236}">
                    <a16:creationId xmlns:a16="http://schemas.microsoft.com/office/drawing/2014/main" id="{EB2143A2-5B4C-0388-6BE3-80F4CE68639B}"/>
                  </a:ext>
                </a:extLst>
              </p:cNvPr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>
              <a:extLst>
                <a:ext uri="{FF2B5EF4-FFF2-40B4-BE49-F238E27FC236}">
                  <a16:creationId xmlns:a16="http://schemas.microsoft.com/office/drawing/2014/main" id="{5427EE3C-434D-E418-5F09-4C5936002AB5}"/>
                </a:ext>
              </a:extLst>
            </p:cNvPr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>
                <a:extLst>
                  <a:ext uri="{FF2B5EF4-FFF2-40B4-BE49-F238E27FC236}">
                    <a16:creationId xmlns:a16="http://schemas.microsoft.com/office/drawing/2014/main" id="{F1BE0FD4-1BB9-A188-C107-C59325EFF4F2}"/>
                  </a:ext>
                </a:extLst>
              </p:cNvPr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>
                <a:extLst>
                  <a:ext uri="{FF2B5EF4-FFF2-40B4-BE49-F238E27FC236}">
                    <a16:creationId xmlns:a16="http://schemas.microsoft.com/office/drawing/2014/main" id="{4DC9375E-EAB4-A3D7-6181-13BB8EE20A49}"/>
                  </a:ext>
                </a:extLst>
              </p:cNvPr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>
                <a:extLst>
                  <a:ext uri="{FF2B5EF4-FFF2-40B4-BE49-F238E27FC236}">
                    <a16:creationId xmlns:a16="http://schemas.microsoft.com/office/drawing/2014/main" id="{52F6C0E5-50FA-69CE-013D-85144B4B650E}"/>
                  </a:ext>
                </a:extLst>
              </p:cNvPr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>
              <a:extLst>
                <a:ext uri="{FF2B5EF4-FFF2-40B4-BE49-F238E27FC236}">
                  <a16:creationId xmlns:a16="http://schemas.microsoft.com/office/drawing/2014/main" id="{9696CC2D-839E-1A75-9DE0-DE07A40804ED}"/>
                </a:ext>
              </a:extLst>
            </p:cNvPr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>
                <a:extLst>
                  <a:ext uri="{FF2B5EF4-FFF2-40B4-BE49-F238E27FC236}">
                    <a16:creationId xmlns:a16="http://schemas.microsoft.com/office/drawing/2014/main" id="{A64C1924-2502-63E7-8B46-B5160E1E5C1B}"/>
                  </a:ext>
                </a:extLst>
              </p:cNvPr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>
                <a:extLst>
                  <a:ext uri="{FF2B5EF4-FFF2-40B4-BE49-F238E27FC236}">
                    <a16:creationId xmlns:a16="http://schemas.microsoft.com/office/drawing/2014/main" id="{129479C4-8B6A-F3E3-1E11-6AF11E686FED}"/>
                  </a:ext>
                </a:extLst>
              </p:cNvPr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>
                <a:extLst>
                  <a:ext uri="{FF2B5EF4-FFF2-40B4-BE49-F238E27FC236}">
                    <a16:creationId xmlns:a16="http://schemas.microsoft.com/office/drawing/2014/main" id="{2D018226-F90C-E17C-3A32-8A7502FC16E8}"/>
                  </a:ext>
                </a:extLst>
              </p:cNvPr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>
                <a:extLst>
                  <a:ext uri="{FF2B5EF4-FFF2-40B4-BE49-F238E27FC236}">
                    <a16:creationId xmlns:a16="http://schemas.microsoft.com/office/drawing/2014/main" id="{BC63F9FA-C27F-263F-1D68-A77236E6FC1B}"/>
                  </a:ext>
                </a:extLst>
              </p:cNvPr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>
                <a:extLst>
                  <a:ext uri="{FF2B5EF4-FFF2-40B4-BE49-F238E27FC236}">
                    <a16:creationId xmlns:a16="http://schemas.microsoft.com/office/drawing/2014/main" id="{86E6E67E-BDA6-185A-99D3-454D8AB2E1BF}"/>
                  </a:ext>
                </a:extLst>
              </p:cNvPr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>
                <a:extLst>
                  <a:ext uri="{FF2B5EF4-FFF2-40B4-BE49-F238E27FC236}">
                    <a16:creationId xmlns:a16="http://schemas.microsoft.com/office/drawing/2014/main" id="{A0FABFE2-A00C-40C6-0787-A59ACCFD596F}"/>
                  </a:ext>
                </a:extLst>
              </p:cNvPr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>
                <a:extLst>
                  <a:ext uri="{FF2B5EF4-FFF2-40B4-BE49-F238E27FC236}">
                    <a16:creationId xmlns:a16="http://schemas.microsoft.com/office/drawing/2014/main" id="{BD559DBC-E446-00A5-717D-1806D2B295A2}"/>
                  </a:ext>
                </a:extLst>
              </p:cNvPr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>
                <a:extLst>
                  <a:ext uri="{FF2B5EF4-FFF2-40B4-BE49-F238E27FC236}">
                    <a16:creationId xmlns:a16="http://schemas.microsoft.com/office/drawing/2014/main" id="{8A3E5AAE-207C-2C33-90D1-570BBA330846}"/>
                  </a:ext>
                </a:extLst>
              </p:cNvPr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>
                <a:extLst>
                  <a:ext uri="{FF2B5EF4-FFF2-40B4-BE49-F238E27FC236}">
                    <a16:creationId xmlns:a16="http://schemas.microsoft.com/office/drawing/2014/main" id="{37A45129-B1F4-71CB-6F27-D6264D281242}"/>
                  </a:ext>
                </a:extLst>
              </p:cNvPr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>
                <a:extLst>
                  <a:ext uri="{FF2B5EF4-FFF2-40B4-BE49-F238E27FC236}">
                    <a16:creationId xmlns:a16="http://schemas.microsoft.com/office/drawing/2014/main" id="{199216A2-EF9B-AE70-8BDF-AAD56AE03E20}"/>
                  </a:ext>
                </a:extLst>
              </p:cNvPr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>
                <a:extLst>
                  <a:ext uri="{FF2B5EF4-FFF2-40B4-BE49-F238E27FC236}">
                    <a16:creationId xmlns:a16="http://schemas.microsoft.com/office/drawing/2014/main" id="{54A3DD5D-B028-FC9A-1A26-347661A253E6}"/>
                  </a:ext>
                </a:extLst>
              </p:cNvPr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>
                <a:extLst>
                  <a:ext uri="{FF2B5EF4-FFF2-40B4-BE49-F238E27FC236}">
                    <a16:creationId xmlns:a16="http://schemas.microsoft.com/office/drawing/2014/main" id="{45C1F62F-D2B4-1C30-2C2C-A75D7E8E44B8}"/>
                  </a:ext>
                </a:extLst>
              </p:cNvPr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>
                <a:extLst>
                  <a:ext uri="{FF2B5EF4-FFF2-40B4-BE49-F238E27FC236}">
                    <a16:creationId xmlns:a16="http://schemas.microsoft.com/office/drawing/2014/main" id="{7053A37D-0262-DF75-6A39-7A34EC7B3CA4}"/>
                  </a:ext>
                </a:extLst>
              </p:cNvPr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>
                <a:extLst>
                  <a:ext uri="{FF2B5EF4-FFF2-40B4-BE49-F238E27FC236}">
                    <a16:creationId xmlns:a16="http://schemas.microsoft.com/office/drawing/2014/main" id="{97A2527D-10D3-CD70-208C-F161F15D1D8B}"/>
                  </a:ext>
                </a:extLst>
              </p:cNvPr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>
                <a:extLst>
                  <a:ext uri="{FF2B5EF4-FFF2-40B4-BE49-F238E27FC236}">
                    <a16:creationId xmlns:a16="http://schemas.microsoft.com/office/drawing/2014/main" id="{BD380D0C-E4A3-6178-14DD-7E0EBA8DEB3C}"/>
                  </a:ext>
                </a:extLst>
              </p:cNvPr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>
                <a:extLst>
                  <a:ext uri="{FF2B5EF4-FFF2-40B4-BE49-F238E27FC236}">
                    <a16:creationId xmlns:a16="http://schemas.microsoft.com/office/drawing/2014/main" id="{DC6A02E4-36BE-5857-5EC5-E814DDBF5ACF}"/>
                  </a:ext>
                </a:extLst>
              </p:cNvPr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>
                <a:extLst>
                  <a:ext uri="{FF2B5EF4-FFF2-40B4-BE49-F238E27FC236}">
                    <a16:creationId xmlns:a16="http://schemas.microsoft.com/office/drawing/2014/main" id="{ACEC528A-EB48-BFE7-A97D-B81DFB81E68C}"/>
                  </a:ext>
                </a:extLst>
              </p:cNvPr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>
                <a:extLst>
                  <a:ext uri="{FF2B5EF4-FFF2-40B4-BE49-F238E27FC236}">
                    <a16:creationId xmlns:a16="http://schemas.microsoft.com/office/drawing/2014/main" id="{4772A00B-D6AD-36E8-69EA-2A978D2003BD}"/>
                  </a:ext>
                </a:extLst>
              </p:cNvPr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>
                <a:extLst>
                  <a:ext uri="{FF2B5EF4-FFF2-40B4-BE49-F238E27FC236}">
                    <a16:creationId xmlns:a16="http://schemas.microsoft.com/office/drawing/2014/main" id="{2521A696-48C5-E636-ABE6-8AFF1C2878DE}"/>
                  </a:ext>
                </a:extLst>
              </p:cNvPr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>
                <a:extLst>
                  <a:ext uri="{FF2B5EF4-FFF2-40B4-BE49-F238E27FC236}">
                    <a16:creationId xmlns:a16="http://schemas.microsoft.com/office/drawing/2014/main" id="{BC4ADA74-7897-3FFE-33CB-F735463142E8}"/>
                  </a:ext>
                </a:extLst>
              </p:cNvPr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>
                <a:extLst>
                  <a:ext uri="{FF2B5EF4-FFF2-40B4-BE49-F238E27FC236}">
                    <a16:creationId xmlns:a16="http://schemas.microsoft.com/office/drawing/2014/main" id="{1C0C3FFA-46F8-B793-1930-9F60516A4E7D}"/>
                  </a:ext>
                </a:extLst>
              </p:cNvPr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>
                <a:extLst>
                  <a:ext uri="{FF2B5EF4-FFF2-40B4-BE49-F238E27FC236}">
                    <a16:creationId xmlns:a16="http://schemas.microsoft.com/office/drawing/2014/main" id="{DC07C8B7-44D6-E00A-468C-376E21276B0F}"/>
                  </a:ext>
                </a:extLst>
              </p:cNvPr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>
              <a:extLst>
                <a:ext uri="{FF2B5EF4-FFF2-40B4-BE49-F238E27FC236}">
                  <a16:creationId xmlns:a16="http://schemas.microsoft.com/office/drawing/2014/main" id="{4179A9D4-E491-8B8E-39F6-BDDB83405806}"/>
                </a:ext>
              </a:extLst>
            </p:cNvPr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>
              <a:extLst>
                <a:ext uri="{FF2B5EF4-FFF2-40B4-BE49-F238E27FC236}">
                  <a16:creationId xmlns:a16="http://schemas.microsoft.com/office/drawing/2014/main" id="{5DD2044B-B1A5-2E45-2DA2-9FDBACF1584A}"/>
                </a:ext>
              </a:extLst>
            </p:cNvPr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>
              <a:extLst>
                <a:ext uri="{FF2B5EF4-FFF2-40B4-BE49-F238E27FC236}">
                  <a16:creationId xmlns:a16="http://schemas.microsoft.com/office/drawing/2014/main" id="{D42EA919-378D-8CB4-07B8-ECA8A4C9566F}"/>
                </a:ext>
              </a:extLst>
            </p:cNvPr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>
              <a:extLst>
                <a:ext uri="{FF2B5EF4-FFF2-40B4-BE49-F238E27FC236}">
                  <a16:creationId xmlns:a16="http://schemas.microsoft.com/office/drawing/2014/main" id="{301B51EE-91AC-078C-4AF4-A84EAEB02D60}"/>
                </a:ext>
              </a:extLst>
            </p:cNvPr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>
              <a:extLst>
                <a:ext uri="{FF2B5EF4-FFF2-40B4-BE49-F238E27FC236}">
                  <a16:creationId xmlns:a16="http://schemas.microsoft.com/office/drawing/2014/main" id="{D82B222B-75EA-EE9D-CCF4-7F8C16B2566D}"/>
                </a:ext>
              </a:extLst>
            </p:cNvPr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>
              <a:extLst>
                <a:ext uri="{FF2B5EF4-FFF2-40B4-BE49-F238E27FC236}">
                  <a16:creationId xmlns:a16="http://schemas.microsoft.com/office/drawing/2014/main" id="{5EAF3A67-1C01-2B4F-CBF4-F6FF9FF3BB2B}"/>
                </a:ext>
              </a:extLst>
            </p:cNvPr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>
              <a:extLst>
                <a:ext uri="{FF2B5EF4-FFF2-40B4-BE49-F238E27FC236}">
                  <a16:creationId xmlns:a16="http://schemas.microsoft.com/office/drawing/2014/main" id="{9B3CED46-B362-F82D-40E9-86E0DAC3A610}"/>
                </a:ext>
              </a:extLst>
            </p:cNvPr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>
              <a:extLst>
                <a:ext uri="{FF2B5EF4-FFF2-40B4-BE49-F238E27FC236}">
                  <a16:creationId xmlns:a16="http://schemas.microsoft.com/office/drawing/2014/main" id="{07FC110D-F5F2-977A-AEAE-42DB4BB7AD03}"/>
                </a:ext>
              </a:extLst>
            </p:cNvPr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>
                <a:extLst>
                  <a:ext uri="{FF2B5EF4-FFF2-40B4-BE49-F238E27FC236}">
                    <a16:creationId xmlns:a16="http://schemas.microsoft.com/office/drawing/2014/main" id="{27A97DED-16C9-9DFD-C5A6-FBEE6800F483}"/>
                  </a:ext>
                </a:extLst>
              </p:cNvPr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>
                <a:extLst>
                  <a:ext uri="{FF2B5EF4-FFF2-40B4-BE49-F238E27FC236}">
                    <a16:creationId xmlns:a16="http://schemas.microsoft.com/office/drawing/2014/main" id="{F8022C0F-5247-DDEC-365F-619375396943}"/>
                  </a:ext>
                </a:extLst>
              </p:cNvPr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>
                <a:extLst>
                  <a:ext uri="{FF2B5EF4-FFF2-40B4-BE49-F238E27FC236}">
                    <a16:creationId xmlns:a16="http://schemas.microsoft.com/office/drawing/2014/main" id="{1DCB37FF-CE78-FC86-E12B-B5A0D55CAA6E}"/>
                  </a:ext>
                </a:extLst>
              </p:cNvPr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>
                <a:extLst>
                  <a:ext uri="{FF2B5EF4-FFF2-40B4-BE49-F238E27FC236}">
                    <a16:creationId xmlns:a16="http://schemas.microsoft.com/office/drawing/2014/main" id="{693EF00D-D89B-388F-B6BF-E700A7A1B110}"/>
                  </a:ext>
                </a:extLst>
              </p:cNvPr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>
                <a:extLst>
                  <a:ext uri="{FF2B5EF4-FFF2-40B4-BE49-F238E27FC236}">
                    <a16:creationId xmlns:a16="http://schemas.microsoft.com/office/drawing/2014/main" id="{FFC55C44-690D-004F-6BA2-D29F6CFBD764}"/>
                  </a:ext>
                </a:extLst>
              </p:cNvPr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>
                <a:extLst>
                  <a:ext uri="{FF2B5EF4-FFF2-40B4-BE49-F238E27FC236}">
                    <a16:creationId xmlns:a16="http://schemas.microsoft.com/office/drawing/2014/main" id="{4F1EB53C-EC0A-5257-49EA-BAE6A6C8C1FB}"/>
                  </a:ext>
                </a:extLst>
              </p:cNvPr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>
                <a:extLst>
                  <a:ext uri="{FF2B5EF4-FFF2-40B4-BE49-F238E27FC236}">
                    <a16:creationId xmlns:a16="http://schemas.microsoft.com/office/drawing/2014/main" id="{9CAE5C2A-53F5-057E-2213-0422D7892C27}"/>
                  </a:ext>
                </a:extLst>
              </p:cNvPr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>
                <a:extLst>
                  <a:ext uri="{FF2B5EF4-FFF2-40B4-BE49-F238E27FC236}">
                    <a16:creationId xmlns:a16="http://schemas.microsoft.com/office/drawing/2014/main" id="{B1B0FAC6-D848-C8E8-5972-6BC9F47783C0}"/>
                  </a:ext>
                </a:extLst>
              </p:cNvPr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>
                <a:extLst>
                  <a:ext uri="{FF2B5EF4-FFF2-40B4-BE49-F238E27FC236}">
                    <a16:creationId xmlns:a16="http://schemas.microsoft.com/office/drawing/2014/main" id="{8033526B-A17D-7F88-ABAC-A6A3121A1278}"/>
                  </a:ext>
                </a:extLst>
              </p:cNvPr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>
                <a:extLst>
                  <a:ext uri="{FF2B5EF4-FFF2-40B4-BE49-F238E27FC236}">
                    <a16:creationId xmlns:a16="http://schemas.microsoft.com/office/drawing/2014/main" id="{E157B737-ACA7-2B73-9AEC-D4F5158A05DF}"/>
                  </a:ext>
                </a:extLst>
              </p:cNvPr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>
                <a:extLst>
                  <a:ext uri="{FF2B5EF4-FFF2-40B4-BE49-F238E27FC236}">
                    <a16:creationId xmlns:a16="http://schemas.microsoft.com/office/drawing/2014/main" id="{D7C2E91C-7D27-28FA-349F-A51C6000CB34}"/>
                  </a:ext>
                </a:extLst>
              </p:cNvPr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>
                <a:extLst>
                  <a:ext uri="{FF2B5EF4-FFF2-40B4-BE49-F238E27FC236}">
                    <a16:creationId xmlns:a16="http://schemas.microsoft.com/office/drawing/2014/main" id="{CB153CBD-08C7-C5ED-1895-7DDA78CD7283}"/>
                  </a:ext>
                </a:extLst>
              </p:cNvPr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>
                <a:extLst>
                  <a:ext uri="{FF2B5EF4-FFF2-40B4-BE49-F238E27FC236}">
                    <a16:creationId xmlns:a16="http://schemas.microsoft.com/office/drawing/2014/main" id="{DE2E62B5-3460-D684-D51D-0DFCA56C87FC}"/>
                  </a:ext>
                </a:extLst>
              </p:cNvPr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>
                <a:extLst>
                  <a:ext uri="{FF2B5EF4-FFF2-40B4-BE49-F238E27FC236}">
                    <a16:creationId xmlns:a16="http://schemas.microsoft.com/office/drawing/2014/main" id="{BF68D0CC-5539-3301-5518-4812E7A6E6DE}"/>
                  </a:ext>
                </a:extLst>
              </p:cNvPr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>
                <a:extLst>
                  <a:ext uri="{FF2B5EF4-FFF2-40B4-BE49-F238E27FC236}">
                    <a16:creationId xmlns:a16="http://schemas.microsoft.com/office/drawing/2014/main" id="{E319EE1F-3C1B-CAD5-F0DD-E35026DAECFC}"/>
                  </a:ext>
                </a:extLst>
              </p:cNvPr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>
                <a:extLst>
                  <a:ext uri="{FF2B5EF4-FFF2-40B4-BE49-F238E27FC236}">
                    <a16:creationId xmlns:a16="http://schemas.microsoft.com/office/drawing/2014/main" id="{1C5FEBFD-B73E-B1CA-1FA1-AFD75B02D3B2}"/>
                  </a:ext>
                </a:extLst>
              </p:cNvPr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>
                <a:extLst>
                  <a:ext uri="{FF2B5EF4-FFF2-40B4-BE49-F238E27FC236}">
                    <a16:creationId xmlns:a16="http://schemas.microsoft.com/office/drawing/2014/main" id="{65383284-C0F4-41E4-61CA-D4E9A72B5EFA}"/>
                  </a:ext>
                </a:extLst>
              </p:cNvPr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>
                <a:extLst>
                  <a:ext uri="{FF2B5EF4-FFF2-40B4-BE49-F238E27FC236}">
                    <a16:creationId xmlns:a16="http://schemas.microsoft.com/office/drawing/2014/main" id="{9279E0B5-A1D8-EB5C-3F6F-84452F0A9C53}"/>
                  </a:ext>
                </a:extLst>
              </p:cNvPr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>
                <a:extLst>
                  <a:ext uri="{FF2B5EF4-FFF2-40B4-BE49-F238E27FC236}">
                    <a16:creationId xmlns:a16="http://schemas.microsoft.com/office/drawing/2014/main" id="{C5A41D1E-9229-0A2B-452E-2EFBA63DABA1}"/>
                  </a:ext>
                </a:extLst>
              </p:cNvPr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>
                <a:extLst>
                  <a:ext uri="{FF2B5EF4-FFF2-40B4-BE49-F238E27FC236}">
                    <a16:creationId xmlns:a16="http://schemas.microsoft.com/office/drawing/2014/main" id="{62129FD1-39AA-CDC5-9ED4-98DDB735FF0B}"/>
                  </a:ext>
                </a:extLst>
              </p:cNvPr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>
                <a:extLst>
                  <a:ext uri="{FF2B5EF4-FFF2-40B4-BE49-F238E27FC236}">
                    <a16:creationId xmlns:a16="http://schemas.microsoft.com/office/drawing/2014/main" id="{9E42422A-D1F8-F664-646C-1FBD0A9219C6}"/>
                  </a:ext>
                </a:extLst>
              </p:cNvPr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>
                <a:extLst>
                  <a:ext uri="{FF2B5EF4-FFF2-40B4-BE49-F238E27FC236}">
                    <a16:creationId xmlns:a16="http://schemas.microsoft.com/office/drawing/2014/main" id="{D6D586DB-48C4-A6ED-820F-46570238656F}"/>
                  </a:ext>
                </a:extLst>
              </p:cNvPr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>
                <a:extLst>
                  <a:ext uri="{FF2B5EF4-FFF2-40B4-BE49-F238E27FC236}">
                    <a16:creationId xmlns:a16="http://schemas.microsoft.com/office/drawing/2014/main" id="{7793A2DF-A343-09D0-404B-261C81111BD9}"/>
                  </a:ext>
                </a:extLst>
              </p:cNvPr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>
                <a:extLst>
                  <a:ext uri="{FF2B5EF4-FFF2-40B4-BE49-F238E27FC236}">
                    <a16:creationId xmlns:a16="http://schemas.microsoft.com/office/drawing/2014/main" id="{0CF5C561-DB85-0126-7C99-AC8C8FDF55EF}"/>
                  </a:ext>
                </a:extLst>
              </p:cNvPr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>
                <a:extLst>
                  <a:ext uri="{FF2B5EF4-FFF2-40B4-BE49-F238E27FC236}">
                    <a16:creationId xmlns:a16="http://schemas.microsoft.com/office/drawing/2014/main" id="{E0DBFABE-674B-B8D2-9D35-D13FF34810DE}"/>
                  </a:ext>
                </a:extLst>
              </p:cNvPr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>
                <a:extLst>
                  <a:ext uri="{FF2B5EF4-FFF2-40B4-BE49-F238E27FC236}">
                    <a16:creationId xmlns:a16="http://schemas.microsoft.com/office/drawing/2014/main" id="{008B5138-8DBD-AC7C-DC93-BB561D55CDA8}"/>
                  </a:ext>
                </a:extLst>
              </p:cNvPr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>
                <a:extLst>
                  <a:ext uri="{FF2B5EF4-FFF2-40B4-BE49-F238E27FC236}">
                    <a16:creationId xmlns:a16="http://schemas.microsoft.com/office/drawing/2014/main" id="{FCAC7274-F135-CE00-903E-39B98B2A8D50}"/>
                  </a:ext>
                </a:extLst>
              </p:cNvPr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>
                <a:extLst>
                  <a:ext uri="{FF2B5EF4-FFF2-40B4-BE49-F238E27FC236}">
                    <a16:creationId xmlns:a16="http://schemas.microsoft.com/office/drawing/2014/main" id="{10A1164C-5FF4-20B3-01B3-27D6F653FDBF}"/>
                  </a:ext>
                </a:extLst>
              </p:cNvPr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>
                <a:extLst>
                  <a:ext uri="{FF2B5EF4-FFF2-40B4-BE49-F238E27FC236}">
                    <a16:creationId xmlns:a16="http://schemas.microsoft.com/office/drawing/2014/main" id="{1C6D115A-43A1-9965-F152-1C4FD1AD9CD6}"/>
                  </a:ext>
                </a:extLst>
              </p:cNvPr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27301605-270B-027F-E599-951112774FF0}"/>
                  </a:ext>
                </a:extLst>
              </p:cNvPr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04BE305B-67AB-12E2-0995-617A595D8A3A}"/>
                  </a:ext>
                </a:extLst>
              </p:cNvPr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>
                <a:extLst>
                  <a:ext uri="{FF2B5EF4-FFF2-40B4-BE49-F238E27FC236}">
                    <a16:creationId xmlns:a16="http://schemas.microsoft.com/office/drawing/2014/main" id="{A86E7B7B-30F4-D2A1-ABE8-277E18916DC9}"/>
                  </a:ext>
                </a:extLst>
              </p:cNvPr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47301159-2E06-F42C-7F5F-D5BEAF8FE89C}"/>
                  </a:ext>
                </a:extLst>
              </p:cNvPr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8277120C-DFB6-359A-487B-61BA15F4726F}"/>
                  </a:ext>
                </a:extLst>
              </p:cNvPr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>
                <a:extLst>
                  <a:ext uri="{FF2B5EF4-FFF2-40B4-BE49-F238E27FC236}">
                    <a16:creationId xmlns:a16="http://schemas.microsoft.com/office/drawing/2014/main" id="{4F4A6002-5208-76B9-2D70-7275A4DBF9C5}"/>
                  </a:ext>
                </a:extLst>
              </p:cNvPr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334B5CC0-533A-B705-E43D-80D82E6B91A0}"/>
                  </a:ext>
                </a:extLst>
              </p:cNvPr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DBFDA6B6-B8DC-F835-F04B-B362A29AA5CD}"/>
                  </a:ext>
                </a:extLst>
              </p:cNvPr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>
                <a:extLst>
                  <a:ext uri="{FF2B5EF4-FFF2-40B4-BE49-F238E27FC236}">
                    <a16:creationId xmlns:a16="http://schemas.microsoft.com/office/drawing/2014/main" id="{1FE17E2D-F291-608B-310A-BFEF267EA75A}"/>
                  </a:ext>
                </a:extLst>
              </p:cNvPr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>
                <a:extLst>
                  <a:ext uri="{FF2B5EF4-FFF2-40B4-BE49-F238E27FC236}">
                    <a16:creationId xmlns:a16="http://schemas.microsoft.com/office/drawing/2014/main" id="{D2DE7D97-D79B-4008-E0E0-97026A52A9B0}"/>
                  </a:ext>
                </a:extLst>
              </p:cNvPr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>
                <a:extLst>
                  <a:ext uri="{FF2B5EF4-FFF2-40B4-BE49-F238E27FC236}">
                    <a16:creationId xmlns:a16="http://schemas.microsoft.com/office/drawing/2014/main" id="{89E14E11-1AF5-BCBE-514F-7C949F443FBD}"/>
                  </a:ext>
                </a:extLst>
              </p:cNvPr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>
                <a:extLst>
                  <a:ext uri="{FF2B5EF4-FFF2-40B4-BE49-F238E27FC236}">
                    <a16:creationId xmlns:a16="http://schemas.microsoft.com/office/drawing/2014/main" id="{6FA2DFEE-172A-AAE4-A8A0-DDE9B0D78AFA}"/>
                  </a:ext>
                </a:extLst>
              </p:cNvPr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>
                <a:extLst>
                  <a:ext uri="{FF2B5EF4-FFF2-40B4-BE49-F238E27FC236}">
                    <a16:creationId xmlns:a16="http://schemas.microsoft.com/office/drawing/2014/main" id="{06B2418A-0DB4-440A-C4A3-3D09B27B399B}"/>
                  </a:ext>
                </a:extLst>
              </p:cNvPr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>
                <a:extLst>
                  <a:ext uri="{FF2B5EF4-FFF2-40B4-BE49-F238E27FC236}">
                    <a16:creationId xmlns:a16="http://schemas.microsoft.com/office/drawing/2014/main" id="{784F7AB5-84C6-9792-AE84-ACDC8F012AB0}"/>
                  </a:ext>
                </a:extLst>
              </p:cNvPr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>
                <a:extLst>
                  <a:ext uri="{FF2B5EF4-FFF2-40B4-BE49-F238E27FC236}">
                    <a16:creationId xmlns:a16="http://schemas.microsoft.com/office/drawing/2014/main" id="{FA2C856D-C212-6054-0362-8B3E7EF0B059}"/>
                  </a:ext>
                </a:extLst>
              </p:cNvPr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>
                <a:extLst>
                  <a:ext uri="{FF2B5EF4-FFF2-40B4-BE49-F238E27FC236}">
                    <a16:creationId xmlns:a16="http://schemas.microsoft.com/office/drawing/2014/main" id="{11147765-0DB4-FDE8-B896-7CBC2772A267}"/>
                  </a:ext>
                </a:extLst>
              </p:cNvPr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>
                <a:extLst>
                  <a:ext uri="{FF2B5EF4-FFF2-40B4-BE49-F238E27FC236}">
                    <a16:creationId xmlns:a16="http://schemas.microsoft.com/office/drawing/2014/main" id="{8A223636-4ED5-9CF3-3F71-EB82C3D07ED2}"/>
                  </a:ext>
                </a:extLst>
              </p:cNvPr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>
                <a:extLst>
                  <a:ext uri="{FF2B5EF4-FFF2-40B4-BE49-F238E27FC236}">
                    <a16:creationId xmlns:a16="http://schemas.microsoft.com/office/drawing/2014/main" id="{4741A817-7B92-2282-20F8-3577E2BBF948}"/>
                  </a:ext>
                </a:extLst>
              </p:cNvPr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>
              <a:extLst>
                <a:ext uri="{FF2B5EF4-FFF2-40B4-BE49-F238E27FC236}">
                  <a16:creationId xmlns:a16="http://schemas.microsoft.com/office/drawing/2014/main" id="{804485E6-EEF8-D55D-C124-BE57C6980132}"/>
                </a:ext>
              </a:extLst>
            </p:cNvPr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>
                <a:extLst>
                  <a:ext uri="{FF2B5EF4-FFF2-40B4-BE49-F238E27FC236}">
                    <a16:creationId xmlns:a16="http://schemas.microsoft.com/office/drawing/2014/main" id="{3AB35488-A650-C5A9-2C65-FC94A2792965}"/>
                  </a:ext>
                </a:extLst>
              </p:cNvPr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>
                <a:extLst>
                  <a:ext uri="{FF2B5EF4-FFF2-40B4-BE49-F238E27FC236}">
                    <a16:creationId xmlns:a16="http://schemas.microsoft.com/office/drawing/2014/main" id="{196497E4-EA28-96CB-DDAE-78E8549EF12F}"/>
                  </a:ext>
                </a:extLst>
              </p:cNvPr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>
                <a:extLst>
                  <a:ext uri="{FF2B5EF4-FFF2-40B4-BE49-F238E27FC236}">
                    <a16:creationId xmlns:a16="http://schemas.microsoft.com/office/drawing/2014/main" id="{496785BB-EF1F-6371-65BC-B69E4B9107EE}"/>
                  </a:ext>
                </a:extLst>
              </p:cNvPr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>
                <a:extLst>
                  <a:ext uri="{FF2B5EF4-FFF2-40B4-BE49-F238E27FC236}">
                    <a16:creationId xmlns:a16="http://schemas.microsoft.com/office/drawing/2014/main" id="{03C1A614-1644-5B8B-18D8-198837746C12}"/>
                  </a:ext>
                </a:extLst>
              </p:cNvPr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>
                <a:extLst>
                  <a:ext uri="{FF2B5EF4-FFF2-40B4-BE49-F238E27FC236}">
                    <a16:creationId xmlns:a16="http://schemas.microsoft.com/office/drawing/2014/main" id="{59166DAE-5FA5-059F-DCCF-50A53235D693}"/>
                  </a:ext>
                </a:extLst>
              </p:cNvPr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>
                <a:extLst>
                  <a:ext uri="{FF2B5EF4-FFF2-40B4-BE49-F238E27FC236}">
                    <a16:creationId xmlns:a16="http://schemas.microsoft.com/office/drawing/2014/main" id="{098510E2-2E7E-0F4B-84C9-564BA7CDA27E}"/>
                  </a:ext>
                </a:extLst>
              </p:cNvPr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>
                <a:extLst>
                  <a:ext uri="{FF2B5EF4-FFF2-40B4-BE49-F238E27FC236}">
                    <a16:creationId xmlns:a16="http://schemas.microsoft.com/office/drawing/2014/main" id="{61353E62-55C8-11BB-664D-85F41E0572AB}"/>
                  </a:ext>
                </a:extLst>
              </p:cNvPr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>
                <a:extLst>
                  <a:ext uri="{FF2B5EF4-FFF2-40B4-BE49-F238E27FC236}">
                    <a16:creationId xmlns:a16="http://schemas.microsoft.com/office/drawing/2014/main" id="{D4F4879C-E5DE-98E0-1737-21D9E5F558C8}"/>
                  </a:ext>
                </a:extLst>
              </p:cNvPr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>
                <a:extLst>
                  <a:ext uri="{FF2B5EF4-FFF2-40B4-BE49-F238E27FC236}">
                    <a16:creationId xmlns:a16="http://schemas.microsoft.com/office/drawing/2014/main" id="{9DA58BC4-E029-859D-5259-6B8894388007}"/>
                  </a:ext>
                </a:extLst>
              </p:cNvPr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>
                <a:extLst>
                  <a:ext uri="{FF2B5EF4-FFF2-40B4-BE49-F238E27FC236}">
                    <a16:creationId xmlns:a16="http://schemas.microsoft.com/office/drawing/2014/main" id="{C08DB8ED-8416-2123-0670-ECAB0BF89793}"/>
                  </a:ext>
                </a:extLst>
              </p:cNvPr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>
                <a:extLst>
                  <a:ext uri="{FF2B5EF4-FFF2-40B4-BE49-F238E27FC236}">
                    <a16:creationId xmlns:a16="http://schemas.microsoft.com/office/drawing/2014/main" id="{3E7DA1C9-DE97-6114-628F-95F9150864CE}"/>
                  </a:ext>
                </a:extLst>
              </p:cNvPr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>
                <a:extLst>
                  <a:ext uri="{FF2B5EF4-FFF2-40B4-BE49-F238E27FC236}">
                    <a16:creationId xmlns:a16="http://schemas.microsoft.com/office/drawing/2014/main" id="{56FD6370-9BCE-A6CE-2E12-B4E1895D1BC9}"/>
                  </a:ext>
                </a:extLst>
              </p:cNvPr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>
                <a:extLst>
                  <a:ext uri="{FF2B5EF4-FFF2-40B4-BE49-F238E27FC236}">
                    <a16:creationId xmlns:a16="http://schemas.microsoft.com/office/drawing/2014/main" id="{A25956D3-52B0-84C1-7039-0B0FF5BA9701}"/>
                  </a:ext>
                </a:extLst>
              </p:cNvPr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>
                <a:extLst>
                  <a:ext uri="{FF2B5EF4-FFF2-40B4-BE49-F238E27FC236}">
                    <a16:creationId xmlns:a16="http://schemas.microsoft.com/office/drawing/2014/main" id="{3F40A5CA-81B5-4665-C8A9-52162150CB3C}"/>
                  </a:ext>
                </a:extLst>
              </p:cNvPr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>
                <a:extLst>
                  <a:ext uri="{FF2B5EF4-FFF2-40B4-BE49-F238E27FC236}">
                    <a16:creationId xmlns:a16="http://schemas.microsoft.com/office/drawing/2014/main" id="{27A75E78-BBD2-58E2-1393-AF8B56F7E359}"/>
                  </a:ext>
                </a:extLst>
              </p:cNvPr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>
                <a:extLst>
                  <a:ext uri="{FF2B5EF4-FFF2-40B4-BE49-F238E27FC236}">
                    <a16:creationId xmlns:a16="http://schemas.microsoft.com/office/drawing/2014/main" id="{EB085FD6-6DEE-19A5-6B32-018D3AC7316D}"/>
                  </a:ext>
                </a:extLst>
              </p:cNvPr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>
                <a:extLst>
                  <a:ext uri="{FF2B5EF4-FFF2-40B4-BE49-F238E27FC236}">
                    <a16:creationId xmlns:a16="http://schemas.microsoft.com/office/drawing/2014/main" id="{F13DA8E2-119E-1FEE-52F8-E3564CCC1A79}"/>
                  </a:ext>
                </a:extLst>
              </p:cNvPr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>
                <a:extLst>
                  <a:ext uri="{FF2B5EF4-FFF2-40B4-BE49-F238E27FC236}">
                    <a16:creationId xmlns:a16="http://schemas.microsoft.com/office/drawing/2014/main" id="{52D77AFD-1E4F-CFF5-969D-EC7741E20842}"/>
                  </a:ext>
                </a:extLst>
              </p:cNvPr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>
                <a:extLst>
                  <a:ext uri="{FF2B5EF4-FFF2-40B4-BE49-F238E27FC236}">
                    <a16:creationId xmlns:a16="http://schemas.microsoft.com/office/drawing/2014/main" id="{EC15BFA7-D7D5-5F02-D1E9-2567CF9B3376}"/>
                  </a:ext>
                </a:extLst>
              </p:cNvPr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>
                <a:extLst>
                  <a:ext uri="{FF2B5EF4-FFF2-40B4-BE49-F238E27FC236}">
                    <a16:creationId xmlns:a16="http://schemas.microsoft.com/office/drawing/2014/main" id="{86EA48DD-2A48-9D2E-3148-7F3F98B61267}"/>
                  </a:ext>
                </a:extLst>
              </p:cNvPr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>
                <a:extLst>
                  <a:ext uri="{FF2B5EF4-FFF2-40B4-BE49-F238E27FC236}">
                    <a16:creationId xmlns:a16="http://schemas.microsoft.com/office/drawing/2014/main" id="{7048FB09-A1C3-3E5B-74E4-0528DE093D47}"/>
                  </a:ext>
                </a:extLst>
              </p:cNvPr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>
                <a:extLst>
                  <a:ext uri="{FF2B5EF4-FFF2-40B4-BE49-F238E27FC236}">
                    <a16:creationId xmlns:a16="http://schemas.microsoft.com/office/drawing/2014/main" id="{CDDF3AE8-E1A3-03CD-7796-64B8476A485C}"/>
                  </a:ext>
                </a:extLst>
              </p:cNvPr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>
                <a:extLst>
                  <a:ext uri="{FF2B5EF4-FFF2-40B4-BE49-F238E27FC236}">
                    <a16:creationId xmlns:a16="http://schemas.microsoft.com/office/drawing/2014/main" id="{05930812-5CCD-DE65-FF30-2F785AC92FBE}"/>
                  </a:ext>
                </a:extLst>
              </p:cNvPr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>
                <a:extLst>
                  <a:ext uri="{FF2B5EF4-FFF2-40B4-BE49-F238E27FC236}">
                    <a16:creationId xmlns:a16="http://schemas.microsoft.com/office/drawing/2014/main" id="{A88B464E-A9C1-4C36-70A7-14B2797078AF}"/>
                  </a:ext>
                </a:extLst>
              </p:cNvPr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>
                <a:extLst>
                  <a:ext uri="{FF2B5EF4-FFF2-40B4-BE49-F238E27FC236}">
                    <a16:creationId xmlns:a16="http://schemas.microsoft.com/office/drawing/2014/main" id="{36EE772A-00A5-2594-AA37-9FD16AC0F53D}"/>
                  </a:ext>
                </a:extLst>
              </p:cNvPr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>
                <a:extLst>
                  <a:ext uri="{FF2B5EF4-FFF2-40B4-BE49-F238E27FC236}">
                    <a16:creationId xmlns:a16="http://schemas.microsoft.com/office/drawing/2014/main" id="{0962F487-DFED-6FF9-8CBF-05701073F36D}"/>
                  </a:ext>
                </a:extLst>
              </p:cNvPr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>
                <a:extLst>
                  <a:ext uri="{FF2B5EF4-FFF2-40B4-BE49-F238E27FC236}">
                    <a16:creationId xmlns:a16="http://schemas.microsoft.com/office/drawing/2014/main" id="{6FD3C79A-AB2D-DDE1-95BB-0BDF7B00EDE2}"/>
                  </a:ext>
                </a:extLst>
              </p:cNvPr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>
                <a:extLst>
                  <a:ext uri="{FF2B5EF4-FFF2-40B4-BE49-F238E27FC236}">
                    <a16:creationId xmlns:a16="http://schemas.microsoft.com/office/drawing/2014/main" id="{8D21B5E2-28D5-EBD9-1107-1D6D1095753A}"/>
                  </a:ext>
                </a:extLst>
              </p:cNvPr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>
                <a:extLst>
                  <a:ext uri="{FF2B5EF4-FFF2-40B4-BE49-F238E27FC236}">
                    <a16:creationId xmlns:a16="http://schemas.microsoft.com/office/drawing/2014/main" id="{E73AD56D-4959-A769-FFF9-5643743D412E}"/>
                  </a:ext>
                </a:extLst>
              </p:cNvPr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>
                <a:extLst>
                  <a:ext uri="{FF2B5EF4-FFF2-40B4-BE49-F238E27FC236}">
                    <a16:creationId xmlns:a16="http://schemas.microsoft.com/office/drawing/2014/main" id="{A81C482C-B80C-6EDF-15FD-5F0D0B0D39D1}"/>
                  </a:ext>
                </a:extLst>
              </p:cNvPr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>
                <a:extLst>
                  <a:ext uri="{FF2B5EF4-FFF2-40B4-BE49-F238E27FC236}">
                    <a16:creationId xmlns:a16="http://schemas.microsoft.com/office/drawing/2014/main" id="{647B5233-8D33-3D3F-EB0A-D443B7C5A4D3}"/>
                  </a:ext>
                </a:extLst>
              </p:cNvPr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>
                <a:extLst>
                  <a:ext uri="{FF2B5EF4-FFF2-40B4-BE49-F238E27FC236}">
                    <a16:creationId xmlns:a16="http://schemas.microsoft.com/office/drawing/2014/main" id="{EC07E3E2-CE0E-3C7B-C10C-26BD9272DBD8}"/>
                  </a:ext>
                </a:extLst>
              </p:cNvPr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>
                <a:extLst>
                  <a:ext uri="{FF2B5EF4-FFF2-40B4-BE49-F238E27FC236}">
                    <a16:creationId xmlns:a16="http://schemas.microsoft.com/office/drawing/2014/main" id="{22EFA66F-FD06-9F06-6786-961201548FAE}"/>
                  </a:ext>
                </a:extLst>
              </p:cNvPr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>
                <a:extLst>
                  <a:ext uri="{FF2B5EF4-FFF2-40B4-BE49-F238E27FC236}">
                    <a16:creationId xmlns:a16="http://schemas.microsoft.com/office/drawing/2014/main" id="{6C0042A7-1148-E2C8-E339-2CA3E92ED03A}"/>
                  </a:ext>
                </a:extLst>
              </p:cNvPr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>
                <a:extLst>
                  <a:ext uri="{FF2B5EF4-FFF2-40B4-BE49-F238E27FC236}">
                    <a16:creationId xmlns:a16="http://schemas.microsoft.com/office/drawing/2014/main" id="{62574247-DA65-0B9D-8AED-E4F50937C76B}"/>
                  </a:ext>
                </a:extLst>
              </p:cNvPr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>
                <a:extLst>
                  <a:ext uri="{FF2B5EF4-FFF2-40B4-BE49-F238E27FC236}">
                    <a16:creationId xmlns:a16="http://schemas.microsoft.com/office/drawing/2014/main" id="{1615C536-485A-4678-AC09-231304F255DE}"/>
                  </a:ext>
                </a:extLst>
              </p:cNvPr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>
                <a:extLst>
                  <a:ext uri="{FF2B5EF4-FFF2-40B4-BE49-F238E27FC236}">
                    <a16:creationId xmlns:a16="http://schemas.microsoft.com/office/drawing/2014/main" id="{1304E33F-400E-3369-399E-6B9906706084}"/>
                  </a:ext>
                </a:extLst>
              </p:cNvPr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>
                <a:extLst>
                  <a:ext uri="{FF2B5EF4-FFF2-40B4-BE49-F238E27FC236}">
                    <a16:creationId xmlns:a16="http://schemas.microsoft.com/office/drawing/2014/main" id="{637E2982-44B3-32CF-D37C-B164D5C9CC13}"/>
                  </a:ext>
                </a:extLst>
              </p:cNvPr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7822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E0BC8583-9F99-4AA2-584B-A8FC91D0C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BEEAFAB4-0C45-BA45-3CB4-DA4E86D46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Keyword “This”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1418C37E-F44C-505A-24CC-972B3FA6ACF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Sebagai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reference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menunjuk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sendiri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dimanfaatkan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menunjuk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method, instance member, dan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milik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sendiri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disarankan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mengakses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member.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Mengapa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?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5D21FC59-16EF-A0B9-2515-40B97C85B6A4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6AA1DB26-D91A-6E99-E8FB-BAA3AAFC952A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EF39832-B220-630F-48B7-F57527B969D7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46BE46ED-CF41-35C6-9BC1-964D7525EE7A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56C157CA-93B9-943B-49A3-5B7378C8270A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F4E72FDE-8309-7263-43C1-58407208E505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008711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856C994-8C16-EA13-A0A3-12749AAC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37A6CC52-4477-0893-81A7-BA34E5E7B3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“this”: Menunjuk Instance Member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2C18E2E9-ECDC-110B-A4E2-9361E126AF37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E76E070E-46B7-85F7-EC54-349A13F6A5D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5DC6D118-34AB-7654-30A8-CE1FB0F2F8E0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A50C707F-373B-4A8C-77C3-26FB9EF7B7B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1AD5AEA5-4BAC-D0D6-D7AA-6A4785F393C7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EE809D5-2943-B90F-0C47-A54147CAAB0C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458D99-EE8E-6FA0-10AD-037214AC90B1}"/>
              </a:ext>
            </a:extLst>
          </p:cNvPr>
          <p:cNvSpPr txBox="1">
            <a:spLocks/>
          </p:cNvSpPr>
          <p:nvPr/>
        </p:nvSpPr>
        <p:spPr>
          <a:xfrm>
            <a:off x="300468" y="1031403"/>
            <a:ext cx="4168495" cy="3749910"/>
          </a:xfrm>
          <a:prstGeom prst="rect">
            <a:avLst/>
          </a:prstGeom>
          <a:solidFill>
            <a:srgbClr val="F7FAFF"/>
          </a:solidFill>
        </p:spPr>
        <p:txBody>
          <a:bodyPr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tanpa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&lt;- 0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&lt;- 0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x: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y: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x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y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. . 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D426A9-AA88-F121-2A7F-EEEFAD69B60E}"/>
              </a:ext>
            </a:extLst>
          </p:cNvPr>
          <p:cNvSpPr txBox="1">
            <a:spLocks/>
          </p:cNvSpPr>
          <p:nvPr/>
        </p:nvSpPr>
        <p:spPr>
          <a:xfrm>
            <a:off x="4736147" y="1031403"/>
            <a:ext cx="4168495" cy="3749910"/>
          </a:xfrm>
          <a:prstGeom prst="rect">
            <a:avLst/>
          </a:prstGeom>
          <a:solidFill>
            <a:srgbClr val="F7FAFF"/>
          </a:solidFill>
        </p:spPr>
        <p:txBody>
          <a:bodyPr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tanpa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this.absis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&lt;- 0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this.ordinat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&lt;- 0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x: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y: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this.absis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x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this.ordinat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y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. . 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EBC82BA8-1351-DD1A-9673-DC6428A2ED65}"/>
              </a:ext>
            </a:extLst>
          </p:cNvPr>
          <p:cNvSpPr/>
          <p:nvPr/>
        </p:nvSpPr>
        <p:spPr>
          <a:xfrm>
            <a:off x="4013200" y="2717800"/>
            <a:ext cx="863600" cy="3302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41454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51591FCA-ECCA-6E28-90DD-D7D7850C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1E3A1990-D51E-3354-A34D-70025AC91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“this”: menunjuk instance member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E2C2566B-AADD-0F56-D95D-66C21F20436C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2ACF1929-B0C1-C0BF-6C2D-E0651F117EED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D91EFAA5-51EB-CB62-F7A2-E746E155ED99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6978C1B4-44CA-6171-562B-D115E48D8900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769087AC-DDA4-907A-BAA6-D342A2F41F14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9889EC46-61FB-C5B5-2178-687C53BB44EC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5083142-DEA4-A642-1F1E-BF2210BB9A60}"/>
              </a:ext>
            </a:extLst>
          </p:cNvPr>
          <p:cNvSpPr txBox="1"/>
          <p:nvPr/>
        </p:nvSpPr>
        <p:spPr>
          <a:xfrm>
            <a:off x="6440326" y="1581341"/>
            <a:ext cx="23373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Menunjuk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hidden data fields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apabila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parameter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data field/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511ED6-FA06-7B2A-8E34-AF6E012E6112}"/>
              </a:ext>
            </a:extLst>
          </p:cNvPr>
          <p:cNvSpPr txBox="1">
            <a:spLocks/>
          </p:cNvSpPr>
          <p:nvPr/>
        </p:nvSpPr>
        <p:spPr>
          <a:xfrm>
            <a:off x="973110" y="1443318"/>
            <a:ext cx="5289667" cy="3383496"/>
          </a:xfrm>
          <a:prstGeom prst="rect">
            <a:avLst/>
          </a:prstGeom>
          <a:solidFill>
            <a:srgbClr val="F7FAFF"/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konstruktor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dengan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argumen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absis:</a:t>
            </a:r>
            <a:r>
              <a:rPr lang="en-US" u="sng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ordinat:</a:t>
            </a:r>
            <a:r>
              <a:rPr lang="en-US" u="sng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this.absis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this.ordinat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. . 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76764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E00F0DB7-17DF-916E-59C6-FC3CA83E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F2B44C13-416F-9973-5D67-4DB348ACC6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“this”: menunjuk instance member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E6F3645F-FFD2-3A6D-AC7C-40957D491C46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6AF0021A-920F-2768-61AA-C137784139AF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AF429EA0-1807-EAD9-D961-EB60B23A8C61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8EFBC91-680A-2150-89E6-E9954B380A3E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E0DCB197-2EC2-4025-DC94-5D87F4F547F5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34ECA7F9-3E79-6660-EC50-4C01445D07D1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8F4E860-2AC3-82C5-61C7-A381587C1D76}"/>
              </a:ext>
            </a:extLst>
          </p:cNvPr>
          <p:cNvSpPr txBox="1"/>
          <p:nvPr/>
        </p:nvSpPr>
        <p:spPr>
          <a:xfrm>
            <a:off x="6086643" y="1320643"/>
            <a:ext cx="233735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“this”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menunjuk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instance member.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member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langsung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ditunjuk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2CA0F2-BEF5-4094-304B-5EB6E967665E}"/>
              </a:ext>
            </a:extLst>
          </p:cNvPr>
          <p:cNvSpPr txBox="1">
            <a:spLocks/>
          </p:cNvSpPr>
          <p:nvPr/>
        </p:nvSpPr>
        <p:spPr>
          <a:xfrm>
            <a:off x="687065" y="1204553"/>
            <a:ext cx="4961525" cy="3654318"/>
          </a:xfrm>
          <a:prstGeom prst="rect">
            <a:avLst/>
          </a:prstGeom>
          <a:solidFill>
            <a:srgbClr val="F7FAFF"/>
          </a:solidFill>
        </p:spPr>
        <p:txBody>
          <a:bodyPr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500" b="1" u="sng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500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buNone/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500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buNone/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counterTitik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500" u="sng" dirty="0" err="1">
                <a:latin typeface="Consolas" panose="020B0609020204030204" pitchFamily="49" charset="0"/>
                <a:cs typeface="Courier New" panose="02070309020205020404" pitchFamily="49" charset="0"/>
              </a:rPr>
              <a:t>static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500" u="sng" dirty="0" err="1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endParaRPr lang="en-US" sz="1500" u="sng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500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getAbsis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(): </a:t>
            </a:r>
            <a:r>
              <a:rPr lang="en-US" sz="1500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-&gt;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this.absis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1500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500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getCounterTitik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(): </a:t>
            </a:r>
            <a:r>
              <a:rPr lang="en-US" sz="1500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integer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-&gt;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Titik.counterTitik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15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30461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A41FC3B2-C5D7-4FCD-5950-40CD6EA3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D7FE7AA5-DCF0-F7AA-8330-A52F4E9AA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“this”: invoke a constructor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F89DB3A7-4B3A-8EE6-48DB-83C799E7A503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D8F89F15-92E0-E6B2-78CE-9F2FB42516DD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3FC0CBF-0707-4592-8072-C8868A61AE64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2C272F47-D87E-C9FD-8CB9-B2946C436DB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2A02A65-E813-867C-35B2-9F9B27FCB49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C7E3583-1266-C028-0CC2-D1636EADA6E3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1C74C9-7558-0136-5D9D-BD7FE3B0EEF4}"/>
              </a:ext>
            </a:extLst>
          </p:cNvPr>
          <p:cNvSpPr txBox="1">
            <a:spLocks/>
          </p:cNvSpPr>
          <p:nvPr/>
        </p:nvSpPr>
        <p:spPr>
          <a:xfrm>
            <a:off x="687065" y="1204553"/>
            <a:ext cx="5334173" cy="3654318"/>
          </a:xfrm>
          <a:prstGeom prst="rect">
            <a:avLst/>
          </a:prstGeom>
          <a:solidFill>
            <a:srgbClr val="F7FAFF"/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atribut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ordinat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u="sng" dirty="0"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endParaRPr lang="en-US" u="sng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absis:</a:t>
            </a:r>
            <a:r>
              <a:rPr lang="en-US" u="sng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ordinat:</a:t>
            </a:r>
            <a:r>
              <a:rPr lang="en-US" u="sng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this.ordinat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absis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this(0,0)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{end class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22111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Latihan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23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Desainlah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sebagai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berikut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Jam</a:t>
            </a: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Date</a:t>
            </a: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Balok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Mahasiswa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Dosen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…</a:t>
            </a: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858555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Referensi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320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Daniel Y. Liang,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 into Java Programming Comprehensive Version 10</a:t>
            </a:r>
            <a:r>
              <a:rPr lang="en-ID" sz="2000" b="1" i="1" baseline="30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Edition</a:t>
            </a:r>
            <a:r>
              <a:rPr lang="en-ID" sz="20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2015, Pearson.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Inggriani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Liem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Diktat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Kuliah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Pemrograman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Berorientasi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ITB.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Panji Wisnu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Wirawan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Indra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Waspada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Satriyo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Adhy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2018.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Buku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Ajar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Pemrograman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Berorientasi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Vaskaran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Sarcar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2020. 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Interactive Object-Oriented Programming in Java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4547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71"/>
          <p:cNvSpPr txBox="1">
            <a:spLocks noGrp="1"/>
          </p:cNvSpPr>
          <p:nvPr>
            <p:ph type="title"/>
          </p:nvPr>
        </p:nvSpPr>
        <p:spPr>
          <a:xfrm>
            <a:off x="698457" y="1747325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611" name="Google Shape;2611;p71"/>
          <p:cNvSpPr txBox="1"/>
          <p:nvPr/>
        </p:nvSpPr>
        <p:spPr>
          <a:xfrm>
            <a:off x="713225" y="4305200"/>
            <a:ext cx="38586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12" name="Google Shape;2612;p71"/>
          <p:cNvGrpSpPr/>
          <p:nvPr/>
        </p:nvGrpSpPr>
        <p:grpSpPr>
          <a:xfrm>
            <a:off x="5007401" y="1298425"/>
            <a:ext cx="3956755" cy="4128030"/>
            <a:chOff x="2770216" y="1172311"/>
            <a:chExt cx="3514928" cy="3667079"/>
          </a:xfrm>
        </p:grpSpPr>
        <p:sp>
          <p:nvSpPr>
            <p:cNvPr id="2613" name="Google Shape;2613;p71"/>
            <p:cNvSpPr/>
            <p:nvPr/>
          </p:nvSpPr>
          <p:spPr>
            <a:xfrm>
              <a:off x="2770216" y="1172311"/>
              <a:ext cx="3514928" cy="2228226"/>
            </a:xfrm>
            <a:custGeom>
              <a:avLst/>
              <a:gdLst/>
              <a:ahLst/>
              <a:cxnLst/>
              <a:rect l="l" t="t" r="r" b="b"/>
              <a:pathLst>
                <a:path w="47371" h="30030" extrusionOk="0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4" name="Google Shape;2614;p71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2615" name="Google Shape;2615;p71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090" extrusionOk="0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71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90" extrusionOk="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71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1026" extrusionOk="0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71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3" h="949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71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949" extrusionOk="0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71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49" extrusionOk="0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71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949" extrusionOk="0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71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781" extrusionOk="0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71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71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71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781" extrusionOk="0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71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71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854" extrusionOk="0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8" name="Google Shape;2628;p71"/>
            <p:cNvGrpSpPr/>
            <p:nvPr/>
          </p:nvGrpSpPr>
          <p:grpSpPr>
            <a:xfrm>
              <a:off x="3039177" y="1582153"/>
              <a:ext cx="1761889" cy="1511082"/>
              <a:chOff x="4014029" y="2295956"/>
              <a:chExt cx="578826" cy="496429"/>
            </a:xfrm>
          </p:grpSpPr>
          <p:sp>
            <p:nvSpPr>
              <p:cNvPr id="2629" name="Google Shape;2629;p71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3237" extrusionOk="0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71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624" extrusionOk="0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8702" extrusionOk="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172" extrusionOk="0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1239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508" extrusionOk="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8" extrusionOk="0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2123" extrusionOk="0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09" extrusionOk="0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765" extrusionOk="0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1" extrusionOk="0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71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21" extrusionOk="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71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801" extrusionOk="0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85" extrusionOk="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885" extrusionOk="0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6785" extrusionOk="0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122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178" extrusionOk="0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7" name="Google Shape;2647;p71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2648" name="Google Shape;2648;p71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avLst/>
                <a:gdLst/>
                <a:ahLst/>
                <a:cxnLst/>
                <a:rect l="l" t="t" r="r" b="b"/>
                <a:pathLst>
                  <a:path w="21903" h="16803" extrusionOk="0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13266" extrusionOk="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3266" extrusionOk="0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71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avLst/>
                <a:gdLst/>
                <a:ahLst/>
                <a:cxnLst/>
                <a:rect l="l" t="t" r="r" b="b"/>
                <a:pathLst>
                  <a:path w="10111" h="13294" extrusionOk="0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71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13209" extrusionOk="0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1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1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65" extrusionOk="0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1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1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623" extrusionOk="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1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23" extrusionOk="0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1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93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1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3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1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1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1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765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1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765" extrusionOk="0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1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1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1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8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1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1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1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1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1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1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1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1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1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1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1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1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1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1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1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1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1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1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1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1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1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1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1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1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1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1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1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65" extrusionOk="0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1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0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71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16" extrusionOk="0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71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1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1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1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1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1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1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1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1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1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72" extrusionOk="0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1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1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1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1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1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1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1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1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9" extrusionOk="0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1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1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1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1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1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4" h="559" extrusionOk="0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1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1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1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59" extrusionOk="0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1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1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1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559" extrusionOk="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1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1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1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1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1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0" name="Google Shape;2730;p71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2731" name="Google Shape;2731;p71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8438" extrusionOk="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1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3736" extrusionOk="0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1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771" extrusionOk="0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1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411" extrusionOk="0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1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87" extrusionOk="0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1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581" extrusionOk="0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1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31" extrusionOk="0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1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8" extrusionOk="0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1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1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308" extrusionOk="0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1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1633" extrusionOk="0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1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03" extrusionOk="0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1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1" extrusionOk="0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1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00" extrusionOk="0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1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53" extrusionOk="0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1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89" extrusionOk="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1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794" h="326" extrusionOk="0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1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45" extrusionOk="0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1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1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47" extrusionOk="0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1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18" extrusionOk="0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1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9" extrusionOk="0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3" name="Google Shape;2753;p71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2754" name="Google Shape;2754;p71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1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1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1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1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1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0" name="Google Shape;2760;p71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2761" name="Google Shape;2761;p71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1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1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1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1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1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1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1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69" name="Google Shape;2769;p71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2770" name="Google Shape;2770;p7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7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3" name="Google Shape;2773;p71"/>
          <p:cNvGrpSpPr/>
          <p:nvPr/>
        </p:nvGrpSpPr>
        <p:grpSpPr>
          <a:xfrm>
            <a:off x="5151797" y="479071"/>
            <a:ext cx="1511971" cy="626735"/>
            <a:chOff x="3889166" y="1636096"/>
            <a:chExt cx="633844" cy="262738"/>
          </a:xfrm>
        </p:grpSpPr>
        <p:sp>
          <p:nvSpPr>
            <p:cNvPr id="2774" name="Google Shape;2774;p71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1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1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1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8" name="Google Shape;2778;p71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2331</Words>
  <Application>Microsoft Office PowerPoint</Application>
  <PresentationFormat>On-screen Show (16:9)</PresentationFormat>
  <Paragraphs>333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Wingdings</vt:lpstr>
      <vt:lpstr>Consolas</vt:lpstr>
      <vt:lpstr>Courier New</vt:lpstr>
      <vt:lpstr>Poppins</vt:lpstr>
      <vt:lpstr>Lato</vt:lpstr>
      <vt:lpstr>Brackets Lesson for Coding and Programming by Slidesgo</vt:lpstr>
      <vt:lpstr>Minggu 2: Object &amp; Class </vt:lpstr>
      <vt:lpstr>Outline</vt:lpstr>
      <vt:lpstr>Object &amp; Class Secara Konseptual</vt:lpstr>
      <vt:lpstr>Object</vt:lpstr>
      <vt:lpstr>Class</vt:lpstr>
      <vt:lpstr>Object &amp; Class</vt:lpstr>
      <vt:lpstr>Object &amp; Class dalam Pemrograman</vt:lpstr>
      <vt:lpstr>Class (static) vs. Object (dynamic)</vt:lpstr>
      <vt:lpstr>Atribut Class</vt:lpstr>
      <vt:lpstr>Method Class</vt:lpstr>
      <vt:lpstr>Method Class (lanj.)</vt:lpstr>
      <vt:lpstr>Method Class (lanj.)</vt:lpstr>
      <vt:lpstr>Konvensi Penulisan Class</vt:lpstr>
      <vt:lpstr>UML Class Diagram</vt:lpstr>
      <vt:lpstr>PowerPoint Presentation</vt:lpstr>
      <vt:lpstr>Contructor &amp; Destructor</vt:lpstr>
      <vt:lpstr>Konstruktor</vt:lpstr>
      <vt:lpstr>Konstruktor (lanj.)</vt:lpstr>
      <vt:lpstr>Contoh Konstruktor</vt:lpstr>
      <vt:lpstr>Instansiasi Objek</vt:lpstr>
      <vt:lpstr>Mengakses Atribut &amp; Method Objek</vt:lpstr>
      <vt:lpstr>Destruktor</vt:lpstr>
      <vt:lpstr>Destruktor</vt:lpstr>
      <vt:lpstr>Primitive Types vs. Reference Type</vt:lpstr>
      <vt:lpstr>Primitive Types vs. Reference Type</vt:lpstr>
      <vt:lpstr>Latihan</vt:lpstr>
      <vt:lpstr>PowerPoint Presentation</vt:lpstr>
      <vt:lpstr>Message Passing</vt:lpstr>
      <vt:lpstr>Objek pada Saat Runtime</vt:lpstr>
      <vt:lpstr>Message Passing</vt:lpstr>
      <vt:lpstr>Objek Aktif vs. Objek Pasif</vt:lpstr>
      <vt:lpstr>Komunikasi Antar Objek</vt:lpstr>
      <vt:lpstr>Contoh Main Class (Java)</vt:lpstr>
      <vt:lpstr>Class Member &amp; Instance Member</vt:lpstr>
      <vt:lpstr>Keanggotaan Atribut &amp; Method</vt:lpstr>
      <vt:lpstr>Instance Member </vt:lpstr>
      <vt:lpstr>Class Member</vt:lpstr>
      <vt:lpstr>PowerPoint Presentation</vt:lpstr>
      <vt:lpstr>PowerPoint Presentation</vt:lpstr>
      <vt:lpstr>PowerPoint Presentation</vt:lpstr>
      <vt:lpstr>Instance Method vs. Static Method</vt:lpstr>
      <vt:lpstr>Instance Method vs. Static Method</vt:lpstr>
      <vt:lpstr>Keyword “this” </vt:lpstr>
      <vt:lpstr>Keyword “This”</vt:lpstr>
      <vt:lpstr>“this”: Menunjuk Instance Member</vt:lpstr>
      <vt:lpstr>“this”: menunjuk instance member</vt:lpstr>
      <vt:lpstr>“this”: menunjuk instance member</vt:lpstr>
      <vt:lpstr>“this”: invoke a constructor</vt:lpstr>
      <vt:lpstr>Latihan</vt:lpstr>
      <vt:lpstr>Referensi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Semester Genap 2023/2024</dc:title>
  <dc:creator>USER</dc:creator>
  <cp:lastModifiedBy>Khadijah Alaydrus</cp:lastModifiedBy>
  <cp:revision>94</cp:revision>
  <dcterms:modified xsi:type="dcterms:W3CDTF">2026-02-13T02:29:52Z</dcterms:modified>
</cp:coreProperties>
</file>