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54"/>
  </p:notesMasterIdLst>
  <p:sldIdLst>
    <p:sldId id="256" r:id="rId2"/>
    <p:sldId id="319" r:id="rId3"/>
    <p:sldId id="314" r:id="rId4"/>
    <p:sldId id="315" r:id="rId5"/>
    <p:sldId id="372" r:id="rId6"/>
    <p:sldId id="373" r:id="rId7"/>
    <p:sldId id="374" r:id="rId8"/>
    <p:sldId id="375" r:id="rId9"/>
    <p:sldId id="376" r:id="rId10"/>
    <p:sldId id="365" r:id="rId11"/>
    <p:sldId id="377" r:id="rId12"/>
    <p:sldId id="370" r:id="rId13"/>
    <p:sldId id="371" r:id="rId14"/>
    <p:sldId id="361" r:id="rId15"/>
    <p:sldId id="378" r:id="rId16"/>
    <p:sldId id="369" r:id="rId17"/>
    <p:sldId id="382" r:id="rId18"/>
    <p:sldId id="363" r:id="rId19"/>
    <p:sldId id="383" r:id="rId20"/>
    <p:sldId id="381" r:id="rId21"/>
    <p:sldId id="413" r:id="rId22"/>
    <p:sldId id="384" r:id="rId23"/>
    <p:sldId id="385" r:id="rId24"/>
    <p:sldId id="380" r:id="rId25"/>
    <p:sldId id="386" r:id="rId26"/>
    <p:sldId id="387" r:id="rId27"/>
    <p:sldId id="388" r:id="rId28"/>
    <p:sldId id="390" r:id="rId29"/>
    <p:sldId id="394" r:id="rId30"/>
    <p:sldId id="391" r:id="rId31"/>
    <p:sldId id="392" r:id="rId32"/>
    <p:sldId id="358" r:id="rId33"/>
    <p:sldId id="411" r:id="rId34"/>
    <p:sldId id="399" r:id="rId35"/>
    <p:sldId id="400" r:id="rId36"/>
    <p:sldId id="395" r:id="rId37"/>
    <p:sldId id="402" r:id="rId38"/>
    <p:sldId id="418" r:id="rId39"/>
    <p:sldId id="419" r:id="rId40"/>
    <p:sldId id="416" r:id="rId41"/>
    <p:sldId id="414" r:id="rId42"/>
    <p:sldId id="415" r:id="rId43"/>
    <p:sldId id="412" r:id="rId44"/>
    <p:sldId id="404" r:id="rId45"/>
    <p:sldId id="401" r:id="rId46"/>
    <p:sldId id="406" r:id="rId47"/>
    <p:sldId id="408" r:id="rId48"/>
    <p:sldId id="407" r:id="rId49"/>
    <p:sldId id="405" r:id="rId50"/>
    <p:sldId id="409" r:id="rId51"/>
    <p:sldId id="290" r:id="rId52"/>
    <p:sldId id="417" r:id="rId53"/>
  </p:sldIdLst>
  <p:sldSz cx="9144000" cy="5143500" type="screen16x9"/>
  <p:notesSz cx="6858000" cy="9144000"/>
  <p:embeddedFontLst>
    <p:embeddedFont>
      <p:font typeface="Lato" panose="020F0502020204030203" pitchFamily="34" charset="0"/>
      <p:regular r:id="rId55"/>
      <p:bold r:id="rId56"/>
      <p:italic r:id="rId57"/>
      <p:boldItalic r:id="rId58"/>
    </p:embeddedFont>
    <p:embeddedFont>
      <p:font typeface="Poppins" panose="00000500000000000000" pitchFamily="2" charset="0"/>
      <p:regular r:id="rId59"/>
      <p:bold r:id="rId60"/>
      <p:italic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E60A72-F223-40E5-91F7-218DE427BF10}">
  <a:tblStyle styleId="{4FE60A72-F223-40E5-91F7-218DE427BF1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A6321BB-830E-4A7B-A6BF-7D3C5B32887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01" autoAdjust="0"/>
  </p:normalViewPr>
  <p:slideViewPr>
    <p:cSldViewPr snapToGrid="0">
      <p:cViewPr varScale="1">
        <p:scale>
          <a:sx n="89" d="100"/>
          <a:sy n="89" d="100"/>
        </p:scale>
        <p:origin x="9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3FB209-260F-4B5A-80B4-7D2C2670041D}"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ID"/>
        </a:p>
      </dgm:t>
    </dgm:pt>
    <dgm:pt modelId="{737F27A6-7B63-45F2-9A78-766A763DADC5}">
      <dgm:prSet phldrT="[Text]"/>
      <dgm:spPr/>
      <dgm:t>
        <a:bodyPr/>
        <a:lstStyle/>
        <a:p>
          <a:pPr>
            <a:buFont typeface="Wingdings" panose="05000000000000000000" pitchFamily="2" charset="2"/>
            <a:buChar char="q"/>
          </a:pPr>
          <a:r>
            <a:rPr lang="en-US" dirty="0">
              <a:latin typeface="Lato" panose="020F0502020204030203" pitchFamily="34" charset="0"/>
              <a:ea typeface="Lato" panose="020F0502020204030203" pitchFamily="34" charset="0"/>
              <a:cs typeface="Lato" panose="020F0502020204030203" pitchFamily="34" charset="0"/>
            </a:rPr>
            <a:t>Declaring an Exception</a:t>
          </a:r>
          <a:endParaRPr lang="en-ID" dirty="0"/>
        </a:p>
      </dgm:t>
    </dgm:pt>
    <dgm:pt modelId="{BF49A0BD-E1B4-4F5D-B3A0-5AF1226AD00F}" type="parTrans" cxnId="{7A7D38AD-0945-4938-A0B7-AE0278A8560A}">
      <dgm:prSet/>
      <dgm:spPr/>
      <dgm:t>
        <a:bodyPr/>
        <a:lstStyle/>
        <a:p>
          <a:endParaRPr lang="en-ID"/>
        </a:p>
      </dgm:t>
    </dgm:pt>
    <dgm:pt modelId="{E8CC7D3E-FB87-4034-8204-38F537E8E281}" type="sibTrans" cxnId="{7A7D38AD-0945-4938-A0B7-AE0278A8560A}">
      <dgm:prSet/>
      <dgm:spPr/>
      <dgm:t>
        <a:bodyPr/>
        <a:lstStyle/>
        <a:p>
          <a:endParaRPr lang="en-ID"/>
        </a:p>
      </dgm:t>
    </dgm:pt>
    <dgm:pt modelId="{0A35F13C-51AE-43BF-8EF5-F80F827B486A}">
      <dgm:prSet/>
      <dgm:spPr/>
      <dgm:t>
        <a:bodyPr/>
        <a:lstStyle/>
        <a:p>
          <a:r>
            <a:rPr lang="en-US">
              <a:latin typeface="Lato" panose="020F0502020204030203" pitchFamily="34" charset="0"/>
              <a:ea typeface="Lato" panose="020F0502020204030203" pitchFamily="34" charset="0"/>
              <a:cs typeface="Lato" panose="020F0502020204030203" pitchFamily="34" charset="0"/>
            </a:rPr>
            <a:t>Throwing an Exception</a:t>
          </a:r>
          <a:endParaRPr lang="en-US" dirty="0">
            <a:latin typeface="Lato" panose="020F0502020204030203" pitchFamily="34" charset="0"/>
            <a:ea typeface="Lato" panose="020F0502020204030203" pitchFamily="34" charset="0"/>
            <a:cs typeface="Lato" panose="020F0502020204030203" pitchFamily="34" charset="0"/>
          </a:endParaRPr>
        </a:p>
      </dgm:t>
    </dgm:pt>
    <dgm:pt modelId="{0EC9B118-C0D0-4E00-B6AF-43B59DBE2A01}" type="parTrans" cxnId="{950F0FD8-7AA3-4018-A49E-3F1FE765DFBC}">
      <dgm:prSet/>
      <dgm:spPr/>
      <dgm:t>
        <a:bodyPr/>
        <a:lstStyle/>
        <a:p>
          <a:endParaRPr lang="en-ID"/>
        </a:p>
      </dgm:t>
    </dgm:pt>
    <dgm:pt modelId="{6869FEC9-03DA-4D98-B341-08EAFECA8E76}" type="sibTrans" cxnId="{950F0FD8-7AA3-4018-A49E-3F1FE765DFBC}">
      <dgm:prSet/>
      <dgm:spPr/>
      <dgm:t>
        <a:bodyPr/>
        <a:lstStyle/>
        <a:p>
          <a:endParaRPr lang="en-ID"/>
        </a:p>
      </dgm:t>
    </dgm:pt>
    <dgm:pt modelId="{AB587AB5-372C-4DAD-AD07-CB576B65BE14}">
      <dgm:prSet/>
      <dgm:spPr/>
      <dgm:t>
        <a:bodyPr/>
        <a:lstStyle/>
        <a:p>
          <a:r>
            <a:rPr lang="en-US">
              <a:latin typeface="Lato" panose="020F0502020204030203" pitchFamily="34" charset="0"/>
              <a:ea typeface="Lato" panose="020F0502020204030203" pitchFamily="34" charset="0"/>
              <a:cs typeface="Lato" panose="020F0502020204030203" pitchFamily="34" charset="0"/>
            </a:rPr>
            <a:t>Catching an Exception</a:t>
          </a:r>
          <a:endParaRPr lang="en-ID"/>
        </a:p>
      </dgm:t>
    </dgm:pt>
    <dgm:pt modelId="{5C3AAF01-CEA3-4969-BA7C-D04BFA4921CA}" type="parTrans" cxnId="{51EFAF6C-5C97-48E2-BF53-2BE9B34AAC37}">
      <dgm:prSet/>
      <dgm:spPr/>
      <dgm:t>
        <a:bodyPr/>
        <a:lstStyle/>
        <a:p>
          <a:endParaRPr lang="en-ID"/>
        </a:p>
      </dgm:t>
    </dgm:pt>
    <dgm:pt modelId="{859961A2-579B-4801-8F64-7142E43DE883}" type="sibTrans" cxnId="{51EFAF6C-5C97-48E2-BF53-2BE9B34AAC37}">
      <dgm:prSet/>
      <dgm:spPr/>
      <dgm:t>
        <a:bodyPr/>
        <a:lstStyle/>
        <a:p>
          <a:endParaRPr lang="en-ID"/>
        </a:p>
      </dgm:t>
    </dgm:pt>
    <dgm:pt modelId="{2784216E-C047-418D-8816-BFEDBBD88AEF}" type="pres">
      <dgm:prSet presAssocID="{353FB209-260F-4B5A-80B4-7D2C2670041D}" presName="Name0" presStyleCnt="0">
        <dgm:presLayoutVars>
          <dgm:chMax val="7"/>
          <dgm:chPref val="7"/>
          <dgm:dir/>
        </dgm:presLayoutVars>
      </dgm:prSet>
      <dgm:spPr/>
    </dgm:pt>
    <dgm:pt modelId="{08962D22-7A52-4ECF-8BFB-021C74759A5D}" type="pres">
      <dgm:prSet presAssocID="{353FB209-260F-4B5A-80B4-7D2C2670041D}" presName="Name1" presStyleCnt="0"/>
      <dgm:spPr/>
    </dgm:pt>
    <dgm:pt modelId="{2C1BCC63-F25B-4FEE-8269-B5453B90E499}" type="pres">
      <dgm:prSet presAssocID="{353FB209-260F-4B5A-80B4-7D2C2670041D}" presName="cycle" presStyleCnt="0"/>
      <dgm:spPr/>
    </dgm:pt>
    <dgm:pt modelId="{9A435D2B-B52F-42CA-A0B1-2B80878F7417}" type="pres">
      <dgm:prSet presAssocID="{353FB209-260F-4B5A-80B4-7D2C2670041D}" presName="srcNode" presStyleLbl="node1" presStyleIdx="0" presStyleCnt="3"/>
      <dgm:spPr/>
    </dgm:pt>
    <dgm:pt modelId="{F74ADD16-9057-4764-B179-EA53BB0A1FDF}" type="pres">
      <dgm:prSet presAssocID="{353FB209-260F-4B5A-80B4-7D2C2670041D}" presName="conn" presStyleLbl="parChTrans1D2" presStyleIdx="0" presStyleCnt="1"/>
      <dgm:spPr/>
    </dgm:pt>
    <dgm:pt modelId="{B477042A-F1C8-43AE-944C-DE3764FAC4E8}" type="pres">
      <dgm:prSet presAssocID="{353FB209-260F-4B5A-80B4-7D2C2670041D}" presName="extraNode" presStyleLbl="node1" presStyleIdx="0" presStyleCnt="3"/>
      <dgm:spPr/>
    </dgm:pt>
    <dgm:pt modelId="{43E342CA-0C91-40D3-9484-8BF87913803E}" type="pres">
      <dgm:prSet presAssocID="{353FB209-260F-4B5A-80B4-7D2C2670041D}" presName="dstNode" presStyleLbl="node1" presStyleIdx="0" presStyleCnt="3"/>
      <dgm:spPr/>
    </dgm:pt>
    <dgm:pt modelId="{CB51CF95-E55C-409E-8212-14EE1029FF30}" type="pres">
      <dgm:prSet presAssocID="{737F27A6-7B63-45F2-9A78-766A763DADC5}" presName="text_1" presStyleLbl="node1" presStyleIdx="0" presStyleCnt="3">
        <dgm:presLayoutVars>
          <dgm:bulletEnabled val="1"/>
        </dgm:presLayoutVars>
      </dgm:prSet>
      <dgm:spPr/>
    </dgm:pt>
    <dgm:pt modelId="{342C441F-8E3B-47E5-8BA4-9B141F45AA31}" type="pres">
      <dgm:prSet presAssocID="{737F27A6-7B63-45F2-9A78-766A763DADC5}" presName="accent_1" presStyleCnt="0"/>
      <dgm:spPr/>
    </dgm:pt>
    <dgm:pt modelId="{34447CC0-F458-4253-B87F-84EF6F3717B7}" type="pres">
      <dgm:prSet presAssocID="{737F27A6-7B63-45F2-9A78-766A763DADC5}" presName="accentRepeatNode" presStyleLbl="solidFgAcc1" presStyleIdx="0" presStyleCnt="3"/>
      <dgm:spPr/>
    </dgm:pt>
    <dgm:pt modelId="{588FC16B-4832-4CE4-BE0C-E282184F95E4}" type="pres">
      <dgm:prSet presAssocID="{0A35F13C-51AE-43BF-8EF5-F80F827B486A}" presName="text_2" presStyleLbl="node1" presStyleIdx="1" presStyleCnt="3">
        <dgm:presLayoutVars>
          <dgm:bulletEnabled val="1"/>
        </dgm:presLayoutVars>
      </dgm:prSet>
      <dgm:spPr/>
    </dgm:pt>
    <dgm:pt modelId="{DF79860C-5663-4517-A048-FB3A85C26E29}" type="pres">
      <dgm:prSet presAssocID="{0A35F13C-51AE-43BF-8EF5-F80F827B486A}" presName="accent_2" presStyleCnt="0"/>
      <dgm:spPr/>
    </dgm:pt>
    <dgm:pt modelId="{10439F7F-1E59-42E5-AEF7-4D80BA32779E}" type="pres">
      <dgm:prSet presAssocID="{0A35F13C-51AE-43BF-8EF5-F80F827B486A}" presName="accentRepeatNode" presStyleLbl="solidFgAcc1" presStyleIdx="1" presStyleCnt="3"/>
      <dgm:spPr/>
    </dgm:pt>
    <dgm:pt modelId="{081CDF6D-4867-4F63-B115-F35E457364D5}" type="pres">
      <dgm:prSet presAssocID="{AB587AB5-372C-4DAD-AD07-CB576B65BE14}" presName="text_3" presStyleLbl="node1" presStyleIdx="2" presStyleCnt="3">
        <dgm:presLayoutVars>
          <dgm:bulletEnabled val="1"/>
        </dgm:presLayoutVars>
      </dgm:prSet>
      <dgm:spPr/>
    </dgm:pt>
    <dgm:pt modelId="{48445167-C726-4BE5-9758-13226C594ACC}" type="pres">
      <dgm:prSet presAssocID="{AB587AB5-372C-4DAD-AD07-CB576B65BE14}" presName="accent_3" presStyleCnt="0"/>
      <dgm:spPr/>
    </dgm:pt>
    <dgm:pt modelId="{D4CEF204-54E1-4E40-AC11-2EE96CD71FDF}" type="pres">
      <dgm:prSet presAssocID="{AB587AB5-372C-4DAD-AD07-CB576B65BE14}" presName="accentRepeatNode" presStyleLbl="solidFgAcc1" presStyleIdx="2" presStyleCnt="3"/>
      <dgm:spPr/>
    </dgm:pt>
  </dgm:ptLst>
  <dgm:cxnLst>
    <dgm:cxn modelId="{1C02771D-1D16-45E9-95E6-FE9C1331A1CA}" type="presOf" srcId="{E8CC7D3E-FB87-4034-8204-38F537E8E281}" destId="{F74ADD16-9057-4764-B179-EA53BB0A1FDF}" srcOrd="0" destOrd="0" presId="urn:microsoft.com/office/officeart/2008/layout/VerticalCurvedList"/>
    <dgm:cxn modelId="{5C98F03C-B200-4BFD-89F1-E805A90F948A}" type="presOf" srcId="{353FB209-260F-4B5A-80B4-7D2C2670041D}" destId="{2784216E-C047-418D-8816-BFEDBBD88AEF}" srcOrd="0" destOrd="0" presId="urn:microsoft.com/office/officeart/2008/layout/VerticalCurvedList"/>
    <dgm:cxn modelId="{51EFAF6C-5C97-48E2-BF53-2BE9B34AAC37}" srcId="{353FB209-260F-4B5A-80B4-7D2C2670041D}" destId="{AB587AB5-372C-4DAD-AD07-CB576B65BE14}" srcOrd="2" destOrd="0" parTransId="{5C3AAF01-CEA3-4969-BA7C-D04BFA4921CA}" sibTransId="{859961A2-579B-4801-8F64-7142E43DE883}"/>
    <dgm:cxn modelId="{9751EB80-E9BE-4B2D-8DE3-A453640C70A0}" type="presOf" srcId="{737F27A6-7B63-45F2-9A78-766A763DADC5}" destId="{CB51CF95-E55C-409E-8212-14EE1029FF30}" srcOrd="0" destOrd="0" presId="urn:microsoft.com/office/officeart/2008/layout/VerticalCurvedList"/>
    <dgm:cxn modelId="{2DC34782-E270-482F-AB84-824BAD760BE0}" type="presOf" srcId="{AB587AB5-372C-4DAD-AD07-CB576B65BE14}" destId="{081CDF6D-4867-4F63-B115-F35E457364D5}" srcOrd="0" destOrd="0" presId="urn:microsoft.com/office/officeart/2008/layout/VerticalCurvedList"/>
    <dgm:cxn modelId="{7A7D38AD-0945-4938-A0B7-AE0278A8560A}" srcId="{353FB209-260F-4B5A-80B4-7D2C2670041D}" destId="{737F27A6-7B63-45F2-9A78-766A763DADC5}" srcOrd="0" destOrd="0" parTransId="{BF49A0BD-E1B4-4F5D-B3A0-5AF1226AD00F}" sibTransId="{E8CC7D3E-FB87-4034-8204-38F537E8E281}"/>
    <dgm:cxn modelId="{950F0FD8-7AA3-4018-A49E-3F1FE765DFBC}" srcId="{353FB209-260F-4B5A-80B4-7D2C2670041D}" destId="{0A35F13C-51AE-43BF-8EF5-F80F827B486A}" srcOrd="1" destOrd="0" parTransId="{0EC9B118-C0D0-4E00-B6AF-43B59DBE2A01}" sibTransId="{6869FEC9-03DA-4D98-B341-08EAFECA8E76}"/>
    <dgm:cxn modelId="{A4E367F2-C3DC-49EC-97E7-37588F6E17B6}" type="presOf" srcId="{0A35F13C-51AE-43BF-8EF5-F80F827B486A}" destId="{588FC16B-4832-4CE4-BE0C-E282184F95E4}" srcOrd="0" destOrd="0" presId="urn:microsoft.com/office/officeart/2008/layout/VerticalCurvedList"/>
    <dgm:cxn modelId="{1D86D823-106E-49B1-8422-E9647337EFBE}" type="presParOf" srcId="{2784216E-C047-418D-8816-BFEDBBD88AEF}" destId="{08962D22-7A52-4ECF-8BFB-021C74759A5D}" srcOrd="0" destOrd="0" presId="urn:microsoft.com/office/officeart/2008/layout/VerticalCurvedList"/>
    <dgm:cxn modelId="{814C832A-1DFE-4741-BFE0-FD4170C3D253}" type="presParOf" srcId="{08962D22-7A52-4ECF-8BFB-021C74759A5D}" destId="{2C1BCC63-F25B-4FEE-8269-B5453B90E499}" srcOrd="0" destOrd="0" presId="urn:microsoft.com/office/officeart/2008/layout/VerticalCurvedList"/>
    <dgm:cxn modelId="{15B9D154-5B00-418B-B834-E2BA6F08A2F1}" type="presParOf" srcId="{2C1BCC63-F25B-4FEE-8269-B5453B90E499}" destId="{9A435D2B-B52F-42CA-A0B1-2B80878F7417}" srcOrd="0" destOrd="0" presId="urn:microsoft.com/office/officeart/2008/layout/VerticalCurvedList"/>
    <dgm:cxn modelId="{2B619685-85A8-4B30-BE0F-3932E51E684A}" type="presParOf" srcId="{2C1BCC63-F25B-4FEE-8269-B5453B90E499}" destId="{F74ADD16-9057-4764-B179-EA53BB0A1FDF}" srcOrd="1" destOrd="0" presId="urn:microsoft.com/office/officeart/2008/layout/VerticalCurvedList"/>
    <dgm:cxn modelId="{80BB094E-D645-40AB-AF41-471F2ED8A120}" type="presParOf" srcId="{2C1BCC63-F25B-4FEE-8269-B5453B90E499}" destId="{B477042A-F1C8-43AE-944C-DE3764FAC4E8}" srcOrd="2" destOrd="0" presId="urn:microsoft.com/office/officeart/2008/layout/VerticalCurvedList"/>
    <dgm:cxn modelId="{31D13AE7-7B70-4614-814E-7BED52B10182}" type="presParOf" srcId="{2C1BCC63-F25B-4FEE-8269-B5453B90E499}" destId="{43E342CA-0C91-40D3-9484-8BF87913803E}" srcOrd="3" destOrd="0" presId="urn:microsoft.com/office/officeart/2008/layout/VerticalCurvedList"/>
    <dgm:cxn modelId="{42BF01C5-BE02-4F0A-954F-8E3FF0E520D8}" type="presParOf" srcId="{08962D22-7A52-4ECF-8BFB-021C74759A5D}" destId="{CB51CF95-E55C-409E-8212-14EE1029FF30}" srcOrd="1" destOrd="0" presId="urn:microsoft.com/office/officeart/2008/layout/VerticalCurvedList"/>
    <dgm:cxn modelId="{1F90BC3E-E0E0-415D-B2C0-5878688298FC}" type="presParOf" srcId="{08962D22-7A52-4ECF-8BFB-021C74759A5D}" destId="{342C441F-8E3B-47E5-8BA4-9B141F45AA31}" srcOrd="2" destOrd="0" presId="urn:microsoft.com/office/officeart/2008/layout/VerticalCurvedList"/>
    <dgm:cxn modelId="{4EF7FB58-E2DE-4EA6-AD63-A0D3EF0D4581}" type="presParOf" srcId="{342C441F-8E3B-47E5-8BA4-9B141F45AA31}" destId="{34447CC0-F458-4253-B87F-84EF6F3717B7}" srcOrd="0" destOrd="0" presId="urn:microsoft.com/office/officeart/2008/layout/VerticalCurvedList"/>
    <dgm:cxn modelId="{7F115B32-8407-43AE-97B8-A55BEFE24531}" type="presParOf" srcId="{08962D22-7A52-4ECF-8BFB-021C74759A5D}" destId="{588FC16B-4832-4CE4-BE0C-E282184F95E4}" srcOrd="3" destOrd="0" presId="urn:microsoft.com/office/officeart/2008/layout/VerticalCurvedList"/>
    <dgm:cxn modelId="{89F720CD-9825-4926-A622-B280E73B5A52}" type="presParOf" srcId="{08962D22-7A52-4ECF-8BFB-021C74759A5D}" destId="{DF79860C-5663-4517-A048-FB3A85C26E29}" srcOrd="4" destOrd="0" presId="urn:microsoft.com/office/officeart/2008/layout/VerticalCurvedList"/>
    <dgm:cxn modelId="{24D89738-FC02-4515-B9E0-1165BDEA216A}" type="presParOf" srcId="{DF79860C-5663-4517-A048-FB3A85C26E29}" destId="{10439F7F-1E59-42E5-AEF7-4D80BA32779E}" srcOrd="0" destOrd="0" presId="urn:microsoft.com/office/officeart/2008/layout/VerticalCurvedList"/>
    <dgm:cxn modelId="{80515A58-ED5A-4DA3-94F8-22762E36080C}" type="presParOf" srcId="{08962D22-7A52-4ECF-8BFB-021C74759A5D}" destId="{081CDF6D-4867-4F63-B115-F35E457364D5}" srcOrd="5" destOrd="0" presId="urn:microsoft.com/office/officeart/2008/layout/VerticalCurvedList"/>
    <dgm:cxn modelId="{13C570D5-1DB4-4BE6-BC4D-C1613A4E3CEE}" type="presParOf" srcId="{08962D22-7A52-4ECF-8BFB-021C74759A5D}" destId="{48445167-C726-4BE5-9758-13226C594ACC}" srcOrd="6" destOrd="0" presId="urn:microsoft.com/office/officeart/2008/layout/VerticalCurvedList"/>
    <dgm:cxn modelId="{BA773C6F-8D29-4DAA-9C6F-036F0AF6447D}" type="presParOf" srcId="{48445167-C726-4BE5-9758-13226C594ACC}" destId="{D4CEF204-54E1-4E40-AC11-2EE96CD71FDF}"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4ADD16-9057-4764-B179-EA53BB0A1FDF}">
      <dsp:nvSpPr>
        <dsp:cNvPr id="0" name=""/>
        <dsp:cNvSpPr/>
      </dsp:nvSpPr>
      <dsp:spPr>
        <a:xfrm>
          <a:off x="-3063524" y="-471684"/>
          <a:ext cx="3654322" cy="3654322"/>
        </a:xfrm>
        <a:prstGeom prst="blockArc">
          <a:avLst>
            <a:gd name="adj1" fmla="val 18900000"/>
            <a:gd name="adj2" fmla="val 2700000"/>
            <a:gd name="adj3" fmla="val 591"/>
          </a:avLst>
        </a:pr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51CF95-E55C-409E-8212-14EE1029FF30}">
      <dsp:nvSpPr>
        <dsp:cNvPr id="0" name=""/>
        <dsp:cNvSpPr/>
      </dsp:nvSpPr>
      <dsp:spPr>
        <a:xfrm>
          <a:off x="379874" y="271095"/>
          <a:ext cx="5213385" cy="542190"/>
        </a:xfrm>
        <a:prstGeom prst="rect">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0364" tIns="71120" rIns="71120" bIns="71120" numCol="1" spcCol="1270" anchor="ctr" anchorCtr="0">
          <a:noAutofit/>
        </a:bodyPr>
        <a:lstStyle/>
        <a:p>
          <a:pPr marL="0" lvl="0" indent="0" algn="l" defTabSz="1244600">
            <a:lnSpc>
              <a:spcPct val="90000"/>
            </a:lnSpc>
            <a:spcBef>
              <a:spcPct val="0"/>
            </a:spcBef>
            <a:spcAft>
              <a:spcPct val="35000"/>
            </a:spcAft>
            <a:buFont typeface="Wingdings" panose="05000000000000000000" pitchFamily="2" charset="2"/>
            <a:buNone/>
          </a:pPr>
          <a:r>
            <a:rPr lang="en-US" sz="2800" kern="1200" dirty="0">
              <a:latin typeface="Lato" panose="020F0502020204030203" pitchFamily="34" charset="0"/>
              <a:ea typeface="Lato" panose="020F0502020204030203" pitchFamily="34" charset="0"/>
              <a:cs typeface="Lato" panose="020F0502020204030203" pitchFamily="34" charset="0"/>
            </a:rPr>
            <a:t>Declaring an Exception</a:t>
          </a:r>
          <a:endParaRPr lang="en-ID" sz="2800" kern="1200" dirty="0"/>
        </a:p>
      </dsp:txBody>
      <dsp:txXfrm>
        <a:off x="379874" y="271095"/>
        <a:ext cx="5213385" cy="542190"/>
      </dsp:txXfrm>
    </dsp:sp>
    <dsp:sp modelId="{34447CC0-F458-4253-B87F-84EF6F3717B7}">
      <dsp:nvSpPr>
        <dsp:cNvPr id="0" name=""/>
        <dsp:cNvSpPr/>
      </dsp:nvSpPr>
      <dsp:spPr>
        <a:xfrm>
          <a:off x="41005" y="203321"/>
          <a:ext cx="677738" cy="677738"/>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8FC16B-4832-4CE4-BE0C-E282184F95E4}">
      <dsp:nvSpPr>
        <dsp:cNvPr id="0" name=""/>
        <dsp:cNvSpPr/>
      </dsp:nvSpPr>
      <dsp:spPr>
        <a:xfrm>
          <a:off x="576961" y="1084381"/>
          <a:ext cx="5016299" cy="542190"/>
        </a:xfrm>
        <a:prstGeom prst="rect">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0364"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a:latin typeface="Lato" panose="020F0502020204030203" pitchFamily="34" charset="0"/>
              <a:ea typeface="Lato" panose="020F0502020204030203" pitchFamily="34" charset="0"/>
              <a:cs typeface="Lato" panose="020F0502020204030203" pitchFamily="34" charset="0"/>
            </a:rPr>
            <a:t>Throwing an Exception</a:t>
          </a:r>
          <a:endParaRPr lang="en-US" sz="2800" kern="1200" dirty="0">
            <a:latin typeface="Lato" panose="020F0502020204030203" pitchFamily="34" charset="0"/>
            <a:ea typeface="Lato" panose="020F0502020204030203" pitchFamily="34" charset="0"/>
            <a:cs typeface="Lato" panose="020F0502020204030203" pitchFamily="34" charset="0"/>
          </a:endParaRPr>
        </a:p>
      </dsp:txBody>
      <dsp:txXfrm>
        <a:off x="576961" y="1084381"/>
        <a:ext cx="5016299" cy="542190"/>
      </dsp:txXfrm>
    </dsp:sp>
    <dsp:sp modelId="{10439F7F-1E59-42E5-AEF7-4D80BA32779E}">
      <dsp:nvSpPr>
        <dsp:cNvPr id="0" name=""/>
        <dsp:cNvSpPr/>
      </dsp:nvSpPr>
      <dsp:spPr>
        <a:xfrm>
          <a:off x="238092" y="1016607"/>
          <a:ext cx="677738" cy="677738"/>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81CDF6D-4867-4F63-B115-F35E457364D5}">
      <dsp:nvSpPr>
        <dsp:cNvPr id="0" name=""/>
        <dsp:cNvSpPr/>
      </dsp:nvSpPr>
      <dsp:spPr>
        <a:xfrm>
          <a:off x="379874" y="1897667"/>
          <a:ext cx="5213385" cy="542190"/>
        </a:xfrm>
        <a:prstGeom prst="rect">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0364"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a:latin typeface="Lato" panose="020F0502020204030203" pitchFamily="34" charset="0"/>
              <a:ea typeface="Lato" panose="020F0502020204030203" pitchFamily="34" charset="0"/>
              <a:cs typeface="Lato" panose="020F0502020204030203" pitchFamily="34" charset="0"/>
            </a:rPr>
            <a:t>Catching an Exception</a:t>
          </a:r>
          <a:endParaRPr lang="en-ID" sz="2800" kern="1200"/>
        </a:p>
      </dsp:txBody>
      <dsp:txXfrm>
        <a:off x="379874" y="1897667"/>
        <a:ext cx="5213385" cy="542190"/>
      </dsp:txXfrm>
    </dsp:sp>
    <dsp:sp modelId="{D4CEF204-54E1-4E40-AC11-2EE96CD71FDF}">
      <dsp:nvSpPr>
        <dsp:cNvPr id="0" name=""/>
        <dsp:cNvSpPr/>
      </dsp:nvSpPr>
      <dsp:spPr>
        <a:xfrm>
          <a:off x="41005" y="1829893"/>
          <a:ext cx="677738" cy="677738"/>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6016" units="cm"/>
          <inkml:channel name="Y" type="integer" max="2160" units="cm"/>
          <inkml:channel name="T" type="integer" max="2.14748E9" units="dev"/>
        </inkml:traceFormat>
        <inkml:channelProperties>
          <inkml:channelProperty channel="X" name="resolution" value="194.69255" units="1/cm"/>
          <inkml:channelProperty channel="Y" name="resolution" value="124.85549" units="1/cm"/>
          <inkml:channelProperty channel="T" name="resolution" value="1" units="1/dev"/>
        </inkml:channelProperties>
      </inkml:inkSource>
      <inkml:timestamp xml:id="ts0" timeString="2025-03-04T01:11:41.485"/>
    </inkml:context>
    <inkml:brush xml:id="br0">
      <inkml:brushProperty name="width" value="0.05292" units="cm"/>
      <inkml:brushProperty name="height" value="0.05292" units="cm"/>
      <inkml:brushProperty name="color" value="#FF0000"/>
    </inkml:brush>
  </inkml:definitions>
  <inkml:trace contextRef="#ctx0" brushRef="#br0">7991 9701 0,'87'-66'125,"45"-88"-125,22 23 16,-66 21-16,21-22 0,1 23 16,-22 65-16,-22-22 15,-22 22-15,-22 22 16,22 0-16,-1-22 15,-21 22-15,22 0 16,-22 22-16,0 0 0,22-22 16,-44 0-16,66 0 15,-44 1 1,0-23-16,22 44 0,22-44 0,22 22 16,-45-22-16,23 44 15,0-66-15,-22 44 16,44 22-1,-22 0-15,-22-22 0,0 0 0,-1 0 16,1 22 0,0-22-1,-22 22-15,44 0 0,-22 0 16,0 0 0,-22 0-16,88 0 0,-23 0 0,45 0 31,-44 0-31,44 0 0,-45-22 0,1 0 15,-22 22 1,0 0-16,0 0 0,-22 0 0,22 0 16,0 0-16,21 0 31,1 0-31,-22 0 0,22 0 0,0-22 16,21 1-16,23 21 15,0-44 1,-22 22-16,21 22 15,-43 0-15,44-22 16,-66 22-16,0 0 0,65 22 0,-43-22 16,-22 0-1,0 0-15,22 0 16,-1 0-16,1 0 16,44 0-16,22 0 0,-67-22 0,45 22 15,22 0 1,-88 0-16,-22 0 15,21 0-15,23 0 16,-44 0-16,0 0 0,22 0 0,22 0 31,-22 0-31,0 0 0,-1 0 16,1 0-16,22 0 0,-22 0 0,0 0 16,0 22-16,-22-22 31,43 22-31,-43-22 0,0 22 0,-44 0 15,44-22 1,44 21-16,-44 1 16,-44 0-16,44-22 15,0 44-15,-22-44 16,-1 22-16,1-22 16,0 0-16,44 22 0,0 0 15,-22 0-15,22 0 16,22 22-16,-22-44 15,-23 22-15,23 22 16,22 0-16,-44-22 16,0 0-16,-22-1 0,0 1 15,22-22-15,22 44 16,-22 0 0,-1-22-16,23 22 15,-44-44-15,44 44 0,-22 0 16,0-44-16,0 22 15,0 0-15,0 0 16,-22 22-16,22 43 16,21-43-16,-21-22 0,44 22 15,-44 0 1,22 22-16,-44-22 0,22-22 16,-22 22-16,44-1 15,-66-21-15,21 22 16,1-44-16,0 0 15,0 22-15,0 22 0,-22-22 16,0 0-16,22 0 16,-22 0-16,0 22 15,0 0-15,0 0 16,0-1-16,0 1 0,0 22 16,0-22-16,0 0 15,0 0 1,-44 0-16,22 0 0,22 65 15,-44-65-15,23 22 0,-23 22 16,0-44-16,22 0 16,-44 0-16,0 0 15,22 21-15,0 1 16,0-44-16,-22 22 16,23 0-16,-45-22 15,44 0-15,-22 22 16,0 0-16,0-22 0,0 0 15,22-1-15,-87 23 16,65-22-16,-88 22 16,23 0-16,-23 0 0,22-22 15,-22 0 1,45 66-16,-45-66 0,66 22 16,-65-1-16,87-43 15,-22 0 1,22 0-16,0 0 0,0 0 0,0 0 15,-65 0 1,43-43-16,-44 43 0,44-22 16,-65-22-16,43 22 15,22 22 1,-22-22-16,44 22 16,-65-22-16,-1 22 0,22-22 0,44 22 15,1 0 1,21-22-16,-44-22 15,44 44-15,0-22 0,0 22 0,-44 0 16,-21 0-16,21 0 31,44-22-31,-22 22 0,-66 0 0,88 0 16,-65 0-16,43 0 0,-22 0 16,0 0-16,22 0 31,0 0-31,22 0 0,-21 0 15,21 0-15,0 0 0,-22 0 16,22 0-16,22 0 0,-22 0 31,-22 0-31,0 0 16,1 0-16,-45 0 16,88 0-16,-66 0 0,0 0 0,22-22 0,-21 22 31,21 0-31,22 0 15,-22 0-15,0 0 16,0 0-16,-44 0 16,23-22-16,-1 22 0,0-22 15,22 0-15,-22 22 16,22 0-16,1-22 16,-45 22-16,88-22 15,-22 1-15,-66-1 16,66 0-16,0 22 0,-65-66 15,65 44-15,-22 0 16,-22-22-16,44 22 16,-44 0-16,44 0 0,-43-22 15,43 22-15,0 0 16,-44 0 0,88 0-16,-66-21 15,22 21-15,-22-44 16,22 44-16,1 0 15,-1-22-15,-44 22 16,66-22-16,-22 22 16,-22-44-16,66 44 15,-44-43-15,22 21 16,-22 0-16,44 0 16,-22 0-16,0 0 15,0 0-15,1-44 16,21 66-16,0 1 15,-44-67-15,44 44 0,0-22 16,0 22-16,0 22 0,0-44 31,0 1-31,0 21 16,0 0-16,22-44 0,21 44 0,-21-22 31,0 22-31,-22-22 0,44 45 16,-44-23-16,22-22 15,0 44 1,0 22-16,-22-22 16</inkml:trace>
  <inkml:trace contextRef="#ctx0" brushRef="#br0" timeOffset="16124.91">11613 6102 0,'66'0'171,"44"0"-155,-23 0-16,-21 0 16,44 0-16,-22 0 0,-44 22 15,65-22-15,-21 0 16,22 0-16,-22 0 16,44 0-16,21 0 15,-65 0-15,22 0 16,-44 0-16,21-22 0,23 22 15,-44 0 1,22 0-16,-22 0 16,0 0-16,-22 0 0,21-22 15,1 0-15,44-22 16,-44 22-16,44 0 0,-44 0 16,43 0-1,-65 0-15,22 22 16,-22 0-16,22 0 0,-22 0 15,0 0 1,-22 0-16,43 0 0,-21-22 0,0 22 16,0 0-16,22-22 15,0 22-15,0 0 16,-22-22 0,43 22-16,-43-22 0,0 22 0,0 0 31,-22 0-16,0-22-15,22 0 16,0 22-16,0 0 16,22-22-16,0 1 0,-23-1 15,1 0-15,0 22 16,0-22 0,-22 22-16,0 0 0,22 0 0,0 0 15,0-22-15,-22 22 16,0 0-16,0 0 15,22-22-15,21-22 16,-21 22 0,0 0-16,22 22 15,-22-22-15,22 22 16,-22-22-16,-22 22 16,22 0-16,0-22 15,-23 0-15,1 22 0,0-22 0,0 22 0,22-22 16,-22 0-16,22 0 31,0 0-31,0 1 0,-22-1 0,44-22 31,-22 22-31,-22 0 16,22-22-16,-44 22 0,43 0 16,-21-44-16,44 22 15,-44 0-15,-22 22 16,22 22-16,0-22 15,0 1-15,-22-1 16,22 0-16,-22 0 16,22-22-16,-22 22 15,22-44-15,-22 44 16,0-22-16,0 22 0,0-22 16,0 22-16,0-22 15,0 1 1,0 21-16,-22 22 0,22-44 15,0 0 1,0 22 0,-22 0-16,22 0 0,0 0 15,0 0 17,0 0-1,0 0-31,0 0 0,22 22 31,-22-22-31,22 0 16,0 22 15,-22-22-15,0 0-16,44 22 0,-22-21 15,44-1-15,-1 0 0,23 0 31,-22 0-31,22 0 16,0 22-16,0-44 0,21 22 0,-21 22 31,22 0-31,-22 0 0,21 0 16,-43 0-16,44 0 16,-22 0-16,22 0 15,-44 0-15,21 44 16,1-44-16,-22 22 15,0-22-15,44 44 0,-44-44 16,-1 0-16,45 0 16,-44 0-16,0 0 15,44 0-15,-23 0 16,-21 0-16,22 0 0,-22-22 16,-22 22-16,44 0 15,21 0-15,-21 0 16,22 0-16,-44 0 15,66 22-15,-23 0 16,1 22-16,-22-23 0,22 1 16,-22 0-16,21-22 15,-65 0-15,44 22 16,0 0-16,-22-22 16,0 22-16,-23-22 0,1 22 15,44 0-15,-66-22 16,66 44-1,-44-44-15,0 22 0,22 0 16,-22 0-16,-1 0 16,1 0-16,0 0 15,0-22-15,0 22 16,0 0-16,0 0 0,0-1 16,-22 1-16,0 0 15,22-22-15,-22 0 16,0 22-16,-1 22 15,1-22-15,22 0 16,-22 0-16,0 22 16,0-22-16,22 0 15,-44 22-15,22 0 16,0-22-16,-22 21 16,0 1-16,0 0 0,44 0 15,-44 0-15,22 22 16,-22-22-16,22 44 15,-22-66-15,0 21 16,0 1-16,0 0 16,0 0-16,0 0 0,0 0 15,0 0 1,0-22-16,0 22 16,-22 21-16,22-21 0,0 0 0,-22 0 15,22 0-15,-44 22 16,44-22-1,-22 66-15,22-89 16,-22 45-16,22-44 16,-22 44-16,22-44 0,0 66 0,-22-44 15,22 22 1,0-23-16,0-21 16,0 44-16,0 0 15,0-22-15,0 0 0,0 22 0,-22-22 16,22-1-16,0 23 15,0-22 1,0 0-16,-22 0 16,22 0-16,0 0 0,0 0 0,0 0 15,0-22-15,0-1 32,0 23-32,-22 0 0,22 0 0,0 0 15,0 0-15,0 0 16,0 0-16,22 22 0,-22-23 31,0 1-31,0-22 0,0 22 0,0 0 16,0 0-16,0 22 15,0-44 1,0 44-16,0-1 16,0 1-16,0-22 0,0 22 0,0-22 15,0-22-15,0 22 16,0 0-16,-22 22 15,22-45 1,0 45-16,-22-22 16,22 22-16,-22-22 0,22 44 0,-22-44 31,22 0-31,0-1 16,-21 45-16,-1-22 15,22-22-15,-22 88 0,-22-67 16,22 23-16,0-22 15,0 0-15,0-22 16,22-22-16,-22 22 16,22-22-16,-22 0 15,0 21-15,22-21 16,-22 0-16,-22 44 16,0-22-16,-22 0 15,1 0-15,-23 22 16,22 0-16,-44-23 0,44 1 15,-44-22-15,-43 88 16,43-88-16,22 0 16,-22 0-16,-21 0 15,21-22-15,-22 0 0,1 0 16,-23-22 0,22 22-16,0-22 0,-21-22 15,65 44-15,-66-22 16,66 0-16,-65 0 0,65-22 15,-22 0-15,0 44 16,-21-65 0,65 43-16,-44 0 0,44-22 15,-109-22-15,87 44 16,22-22-16,-44 0 16,22 0-16,-43-22 0,43 23 15,44 21-15,-66-22 16,66 0-1,-22 0-15,1-22 0,-1 44 16,0-22-16,-22 0 16,22 22-16,0-21 0,-44-1 15,1 0-15,43 0 16,-22 22 0,44-44-16,0 22 0,0 22 0,-65-22 15,87 0-15,-66 22 16,-22-43-1,22 21-15,22 0 0,0 22 16,-21-44 0,21 44-16,0-22 0,44 44 0,-44-44 15,44 22-15,-22 0 16,-22-21-16,-43 21 16,43-22-16,0 22 0,-22-44 31,22 44-31,0 0 0,-21 0 0,43 0 15,-22 0 1,0 0-16,-22-22 16,44 44-16,-22-44 0,22 1 0,-21 43 15,21-22-15,-22 22 16,-22-44-16,44 44 31,0-22-31,-22 0 0,1 22 16,21-22-16,-44 22 0,22-22 0,22 22 31,-22-22-31,22 22 16,-22-22-16,22 0 0,1 22 0,-1 0 15,-22-44-15,22 44 16,-44-22 0,44 0-16,0 22 15,22 0-15,-22 0 16,1-22-16,-1 22 15,-44-22-15,66 22 0,-22 0 16,-44-22-16,22 0 16,0 22-16,1 0 15,21 0-15,-44-21 16,44 21-16,-22 0 16,44 0-16,-44-22 0,44 22 15,-66 0-15,23 0 16,-1-22-16,44 22 15,-66 0-15,44 0 0,-22 0 16,22 0-16,-22 0 16,23 0-16,-1 0 15,0 0-15,0 0 16,-22 0-16,22 0 16,0 0-16,-22 22 0,22-22 15,0 22-15,-21-22 16,21 0-1,-44 0-15,44 0 0,-22 21 16,22-21-16,-22 0 0,1 0 16,21 0-16,-66 22 15,88-22 1,-22 0 0,0 0-16,0 0 0,0 0 0,0 0 15,22 0 1,0-22-1,-21 1-15,21 21 16,0-44 0,0 22-16,0 0 0,22-22 0,-22 44 15,22-44 1,0 0-16,-22-22 16,22 22-16,0-65 15,22 21-15,-22 0 0,22 0 0,0 0 31,0 1-31,0 21 16,0-22-16,-1 22 0,-21 22 16,22 22-16,-22-22 15,22 22-15,0 22 16,-22-21-16,0-1 16,22 0-16,-22 0 0,0 0 15,22 0 1,0-22-1,0 22 1,0 0 0,-22 0-16,22 22 47,-22-22-47,22 22 15,0 0-15,-22-22 0,0 0 0,22 22 31,-22-22-15,22 0-16,0 22 16,-22-22-1,66 0-15,-44 22 16,0-43-16,22 21 16,21-22-16,1 22 15,22 22-15,-22-44 16,-22 22-16,0 0 0,0 0 15,0 22-15,-23 0 16,-21-22-16,22 22 16,0 0-16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1290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 name="Google Shape;90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4095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2753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77ACE51F-5D5C-BC72-B6E1-6EAB83AC8514}"/>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AECB36F8-4F93-E2B8-24C4-8B8459EBFF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BA458BDF-8113-6AD0-9BA4-98A1D7DDFF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2188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8DAA5706-118C-765D-DBD4-852924BB7BEC}"/>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45F2D829-0B0E-B877-0483-CF6ABC8B29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E4AB51C7-3925-2994-3217-D0239C9D8D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6507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515BEB72-4293-3787-9062-561B3A180839}"/>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A91DF72D-17EB-2738-EC67-2F3DC92AA4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D66C7673-15D7-C066-5F20-E200B43662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9679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3A61D5CE-516B-474C-3404-06E7D558F8F1}"/>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B46D1438-BF49-1C94-3B40-D1C9D732E0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7C2C8234-8020-32FA-5A21-332543206C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3460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9B4AA7B6-A157-D558-D59B-3F62D3B6ACC6}"/>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63141F5A-2FFF-8E78-C460-ADA5C2D3F3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FE940C2D-C7F2-07EC-B7EC-1C85705A1A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04025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38629A74-2D5A-DBC5-DABB-84F67DF9E472}"/>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6274E7C6-DD3E-60C7-CFB6-0226D2DB9D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D8708006-244B-C200-4738-F27D3714A4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8280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9B3EF78F-DEA0-657F-185A-DF0EE2EE6551}"/>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4D34EBE1-6965-1682-02FE-3336BCDE3E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427F4844-BE60-8743-BD2C-41C0DA4697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8384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a:extLst>
            <a:ext uri="{FF2B5EF4-FFF2-40B4-BE49-F238E27FC236}">
              <a16:creationId xmlns:a16="http://schemas.microsoft.com/office/drawing/2014/main" id="{2C330722-A62A-2531-0ABE-8666B0623645}"/>
            </a:ext>
          </a:extLst>
        </p:cNvPr>
        <p:cNvGrpSpPr/>
        <p:nvPr/>
      </p:nvGrpSpPr>
      <p:grpSpPr>
        <a:xfrm>
          <a:off x="0" y="0"/>
          <a:ext cx="0" cy="0"/>
          <a:chOff x="0" y="0"/>
          <a:chExt cx="0" cy="0"/>
        </a:xfrm>
      </p:grpSpPr>
      <p:sp>
        <p:nvSpPr>
          <p:cNvPr id="906" name="Google Shape;906;g54dda1946d_6_308:notes">
            <a:extLst>
              <a:ext uri="{FF2B5EF4-FFF2-40B4-BE49-F238E27FC236}">
                <a16:creationId xmlns:a16="http://schemas.microsoft.com/office/drawing/2014/main" id="{A4169497-F379-CDCF-598B-F9324CC413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 name="Google Shape;907;g54dda1946d_6_308:notes">
            <a:extLst>
              <a:ext uri="{FF2B5EF4-FFF2-40B4-BE49-F238E27FC236}">
                <a16:creationId xmlns:a16="http://schemas.microsoft.com/office/drawing/2014/main" id="{B0048DFD-497C-07EC-713F-4BB2C13E41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899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3300CC02-5EBF-200E-2DF7-8A2DFBFB6E84}"/>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E62EA921-A9C2-5E10-3497-8CA4995CBF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0D6D3982-1317-4A86-5289-6D5DE2AAD9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7566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8177EE11-5B39-2EA9-B88A-D1096C7B3E84}"/>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F0E2EAD4-2AC6-9CD4-CB34-987E3C69A8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005C3692-60A3-110E-3831-0A3BFE5CFE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0379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B38AC88C-8629-1418-9CFD-1FC348DBB1B1}"/>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3FEE2173-D8FC-4C16-FEC2-0192AE56B6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339C52A0-04C0-8508-086A-31D370C981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6281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02F4290E-24FF-E0AA-94C1-2A5DFB265654}"/>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4EE6402C-0402-18C8-B322-B3FD1DC8EB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2BCC0E17-FE9B-EEDF-2E47-849825BA38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Throwable class is the root of exception classes. </a:t>
            </a:r>
          </a:p>
          <a:p>
            <a:pPr marL="0" lvl="0" indent="0" algn="l" rtl="0">
              <a:spcBef>
                <a:spcPts val="0"/>
              </a:spcBef>
              <a:spcAft>
                <a:spcPts val="0"/>
              </a:spcAft>
              <a:buNone/>
            </a:pPr>
            <a:r>
              <a:rPr lang="en-US" dirty="0"/>
              <a:t>All Java exception classes inherit directly or indirectly from Throwable. </a:t>
            </a:r>
          </a:p>
          <a:p>
            <a:pPr marL="0" lvl="0" indent="0" algn="l" rtl="0">
              <a:spcBef>
                <a:spcPts val="0"/>
              </a:spcBef>
              <a:spcAft>
                <a:spcPts val="0"/>
              </a:spcAft>
              <a:buNone/>
            </a:pPr>
            <a:r>
              <a:rPr lang="en-US" dirty="0"/>
              <a:t>You can create your own exception classes by extending Exception or a subclass of Exception.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1382539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FDF56FA6-32F0-700C-46C7-55FD1E6F33D3}"/>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24A2472B-2187-DD53-99E5-6DA529395B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303720DD-40B9-5D75-69ED-C3E8AFDA72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97672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FDF70E95-04F8-01BA-98AB-F2C7990229AD}"/>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ED7304F6-7421-8BD0-046D-78CD62E945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2CB6BD37-60B3-4F02-E219-677A827198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69072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C32DD58B-D405-0D2B-2916-E625F09E8DDD}"/>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F15A2ECC-5431-75CF-C29F-DDD9743C6F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17F784D0-B7F2-5828-8138-42722C7D92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3058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BD9F7ABC-8A29-B202-B03A-6DF5814CAEF6}"/>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F6CA560E-D19C-6A6E-442D-46941028A3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943F210A-9F5C-B586-7998-AF90DA9DED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89415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7BAA30DD-23D6-55C7-5B1F-EA12590B11E6}"/>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9B9FC675-3E9C-3377-2A3C-D06B6B725C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9E9A758C-588A-EB5C-9349-8D84236835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01269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D91B6ECE-F162-D36C-F990-BD94CE311A5E}"/>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2F2E4A6F-D5A1-8CF7-B0D1-4F6FF6DD64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EFE15A05-1365-ABC5-3ED1-30C1C484B8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99413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9097C05D-B96E-75DF-4B47-84D90A5A8621}"/>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3690387F-9687-BF6B-3449-B7076447AD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AED3B9FA-646E-3E6A-F4A5-1D771B5E35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28833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E73615DF-B60E-785C-CD22-3FB288B79C0F}"/>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1125E8B0-B7F3-A920-C0F4-9614937443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8006E926-5153-5E73-F6FD-EE99263853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65522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B61E51C4-22C4-C0C8-1177-329E7D33FFDF}"/>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963B5762-0F28-24B4-9E6D-160F120D1F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4F263C7A-9ADC-69F5-2472-D91F4EF5CC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0553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F6D114AE-2725-ED5A-FDA1-C3837C6E707E}"/>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AF64BE39-3AB2-15D0-CF91-EC38D51E3F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BB471754-466E-E19B-F452-373F11BB3C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1306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E4951E01-F8CB-02EB-21C6-D4BFE15613C2}"/>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9E3AE209-81A1-3712-5E74-38465F5C48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29A2893D-DE2F-68AD-D21D-F15619CBB5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73209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AD93A5CA-3B9B-AC4C-60E5-6781CC0AF203}"/>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7CCA6501-5215-D08C-48F4-5F0F569216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62CA5F5A-5425-52C3-13FF-75FC14D9F3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46555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8DD1ABBD-4DD3-FE51-E1FF-C4E80B20FEF4}"/>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C55CD856-27FA-7087-9EBF-112E5139B3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24D6CEED-DF73-16A5-075C-456BAC105B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10891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D33226C0-8280-534C-0D82-478CA246880A}"/>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3E57FEC9-58A4-3460-0897-18100B7025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1304C3BC-C7EA-9C07-E34E-A2E690C4D4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58731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B78A2F45-F19C-68C1-6003-70D384FD8C25}"/>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8D1E6EC6-BC17-BCB2-C7B0-81BD8D43D0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3F4B7311-B6B1-5B0F-AB9E-36758D0A76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60921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43529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8494EA43-74CF-A4CF-B5DB-8DD5899C841B}"/>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7191A211-A014-0AD4-54AE-58C8821232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3DB19BA1-584F-5AF7-0D3E-F320C678FF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348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D6CAE6A7-2C5E-C844-E733-1F95D1B9DB7C}"/>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4FC74089-D2FC-4F7A-F11F-31B939CB4C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85D878FB-D2B2-82BB-775A-CF58373093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68693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18408F11-0A52-74E2-5B34-CB2AC7B84D43}"/>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C0C22E84-F050-4D2A-0B98-6100876BDA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F03238E8-6FD3-7766-664C-0763B3D2E9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73091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9D980F7A-CBFE-033D-28BB-981EB1470CE7}"/>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485C28D9-B7FF-35D3-6DB0-C5E5575B7D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1BABCA9F-CAFD-439B-9C6A-A26D190DC4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2083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DB3942C2-E65C-6089-C6FB-FE9BDF8B84C8}"/>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20A78670-E158-DF40-4431-A900FE691C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EA2F7F9B-D94C-9F28-20F0-927F2C3A32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17223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B5147DB3-4792-DCAF-13B4-F89650B89A0F}"/>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63E37CB0-2D08-D34A-6D7D-9500CF827E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11BBC1AD-D38F-5A68-E905-DC7868AA72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68592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F314C7A6-1E5C-0796-553A-21E2CA2BA6AC}"/>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BB644F44-540C-CEB6-DE01-AD2CF86DBB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FE88C269-DA9B-D592-F86A-2A5A44B14D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10372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4E13B527-F117-980F-765B-D1B576FACF04}"/>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27FC60C0-0F51-C58E-EB1B-A998B2A3B5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3878C8A0-08A0-10D7-3CE5-8888895373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97238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7C38EE57-EAE0-3505-5ECC-83EC740F28EE}"/>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4F1E18F7-1C77-3EFC-70F8-C7F9757CF9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54843F60-E11B-C12E-9F43-B737E1182D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91990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D3962A48-1AF0-590F-4AAE-045282DDA0FF}"/>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3A6C32BC-DA72-4000-1E5D-9CBBCE83A1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BE9B6F70-D549-E09F-9B63-3C147FBD95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39905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a:extLst>
            <a:ext uri="{FF2B5EF4-FFF2-40B4-BE49-F238E27FC236}">
              <a16:creationId xmlns:a16="http://schemas.microsoft.com/office/drawing/2014/main" id="{9BD0C148-7DB9-D6AA-BC99-93FDD1C0295C}"/>
            </a:ext>
          </a:extLst>
        </p:cNvPr>
        <p:cNvGrpSpPr/>
        <p:nvPr/>
      </p:nvGrpSpPr>
      <p:grpSpPr>
        <a:xfrm>
          <a:off x="0" y="0"/>
          <a:ext cx="0" cy="0"/>
          <a:chOff x="0" y="0"/>
          <a:chExt cx="0" cy="0"/>
        </a:xfrm>
      </p:grpSpPr>
      <p:sp>
        <p:nvSpPr>
          <p:cNvPr id="906" name="Google Shape;906;g54dda1946d_6_308:notes">
            <a:extLst>
              <a:ext uri="{FF2B5EF4-FFF2-40B4-BE49-F238E27FC236}">
                <a16:creationId xmlns:a16="http://schemas.microsoft.com/office/drawing/2014/main" id="{9D50299B-BBF6-CDC3-C0FB-4FEAAE5550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 name="Google Shape;907;g54dda1946d_6_308:notes">
            <a:extLst>
              <a:ext uri="{FF2B5EF4-FFF2-40B4-BE49-F238E27FC236}">
                <a16:creationId xmlns:a16="http://schemas.microsoft.com/office/drawing/2014/main" id="{94A223B6-FEAD-F17D-0094-9AAFA12AF5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2467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514C170A-1477-EA2A-631E-FA65B402F5C1}"/>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D5369648-28AF-D1A1-ADA9-AE12294492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55867FF6-BD0E-A10D-19EB-6C40D3D721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04528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439CC888-53C8-C15F-B33D-5FC4CB32FE03}"/>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FC118F1B-C5BA-D819-F87E-1FA787934C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C1485379-C3B4-CB93-4557-A4D6873D5A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28469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04261739-9961-0D40-45D5-57B4B2EBC9E0}"/>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7CABB12F-39F4-72DD-7424-278BC2CACA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95BC0D12-C87E-71C1-DD92-4E9147086E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96446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B48B0D1D-BCA4-B1D3-7DBC-C856AC953D5D}"/>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F084E5C4-C894-80D0-CD1B-6615369639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F5D07DEA-92C3-3D74-1939-715B2DFA3C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18365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E1BA5F24-B42E-14DB-6131-12D73EF29058}"/>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468372A3-BF9D-D4DB-B7BF-1AD39364EB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6CDAE673-7DD9-BE28-F7BB-42D7650187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61178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6D516959-A891-B07E-BC76-90108762D3E9}"/>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1CED73D1-0494-A3BF-567B-BECB37F666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E6C3958E-CADE-F014-2591-41FC0A4E5F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87288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5"/>
        <p:cNvGrpSpPr/>
        <p:nvPr/>
      </p:nvGrpSpPr>
      <p:grpSpPr>
        <a:xfrm>
          <a:off x="0" y="0"/>
          <a:ext cx="0" cy="0"/>
          <a:chOff x="0" y="0"/>
          <a:chExt cx="0" cy="0"/>
        </a:xfrm>
      </p:grpSpPr>
      <p:sp>
        <p:nvSpPr>
          <p:cNvPr id="2606" name="Google Shape;2606;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7" name="Google Shape;2607;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814EF8D2-E3FE-12D9-CE9C-688C2471B028}"/>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1736FA70-CEB7-3554-E760-D8362BB97D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CAE91F59-61C3-EB9A-D610-FC6D404FFD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9845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3225" y="1122674"/>
            <a:ext cx="4100400" cy="21876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9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424696"/>
            <a:ext cx="4100400" cy="3792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13225" y="2254513"/>
            <a:ext cx="4444500" cy="9159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713225" y="1322859"/>
            <a:ext cx="1652100" cy="915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txBox="1">
            <a:spLocks noGrp="1"/>
          </p:cNvSpPr>
          <p:nvPr>
            <p:ph type="subTitle" idx="1"/>
          </p:nvPr>
        </p:nvSpPr>
        <p:spPr>
          <a:xfrm>
            <a:off x="713225" y="3209796"/>
            <a:ext cx="44445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 name="Google Shape;16;p3"/>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3"/>
          <p:cNvGrpSpPr/>
          <p:nvPr/>
        </p:nvGrpSpPr>
        <p:grpSpPr>
          <a:xfrm>
            <a:off x="4923497" y="281246"/>
            <a:ext cx="234196" cy="188409"/>
            <a:chOff x="3889166" y="1636096"/>
            <a:chExt cx="98179" cy="78984"/>
          </a:xfrm>
        </p:grpSpPr>
        <p:sp>
          <p:nvSpPr>
            <p:cNvPr id="18" name="Google Shape;18;p3"/>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3"/>
          <p:cNvGrpSpPr/>
          <p:nvPr/>
        </p:nvGrpSpPr>
        <p:grpSpPr>
          <a:xfrm>
            <a:off x="8670104" y="3863122"/>
            <a:ext cx="234788" cy="188409"/>
            <a:chOff x="4424582" y="1819850"/>
            <a:chExt cx="98427" cy="78984"/>
          </a:xfrm>
        </p:grpSpPr>
        <p:sp>
          <p:nvSpPr>
            <p:cNvPr id="21" name="Google Shape;21;p3"/>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6"/>
          <p:cNvSpPr/>
          <p:nvPr/>
        </p:nvSpPr>
        <p:spPr>
          <a:xfrm>
            <a:off x="-2362825" y="3936750"/>
            <a:ext cx="3228251" cy="2660759"/>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 name="Google Shape;61;p6"/>
          <p:cNvGrpSpPr/>
          <p:nvPr/>
        </p:nvGrpSpPr>
        <p:grpSpPr>
          <a:xfrm>
            <a:off x="196040" y="4345703"/>
            <a:ext cx="360758" cy="258297"/>
            <a:chOff x="4992850" y="4345375"/>
            <a:chExt cx="607336" cy="638400"/>
          </a:xfrm>
        </p:grpSpPr>
        <p:sp>
          <p:nvSpPr>
            <p:cNvPr id="62" name="Google Shape;62;p6"/>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 name="Google Shape;64;p6"/>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
          <p:cNvSpPr/>
          <p:nvPr/>
        </p:nvSpPr>
        <p:spPr>
          <a:xfrm>
            <a:off x="8488179" y="523494"/>
            <a:ext cx="1017284" cy="955173"/>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8687425" y="8348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196050" y="2503050"/>
            <a:ext cx="215100" cy="258300"/>
          </a:xfrm>
          <a:prstGeom prst="bracket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401"/>
        <p:cNvGrpSpPr/>
        <p:nvPr/>
      </p:nvGrpSpPr>
      <p:grpSpPr>
        <a:xfrm>
          <a:off x="0" y="0"/>
          <a:ext cx="0" cy="0"/>
          <a:chOff x="0" y="0"/>
          <a:chExt cx="0" cy="0"/>
        </a:xfrm>
      </p:grpSpPr>
      <p:sp>
        <p:nvSpPr>
          <p:cNvPr id="402" name="Google Shape;402;p31"/>
          <p:cNvSpPr txBox="1">
            <a:spLocks noGrp="1"/>
          </p:cNvSpPr>
          <p:nvPr>
            <p:ph type="title"/>
          </p:nvPr>
        </p:nvSpPr>
        <p:spPr>
          <a:xfrm>
            <a:off x="713258" y="736593"/>
            <a:ext cx="38586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03" name="Google Shape;403;p31"/>
          <p:cNvSpPr txBox="1">
            <a:spLocks noGrp="1"/>
          </p:cNvSpPr>
          <p:nvPr>
            <p:ph type="subTitle" idx="1"/>
          </p:nvPr>
        </p:nvSpPr>
        <p:spPr>
          <a:xfrm>
            <a:off x="713225" y="1775309"/>
            <a:ext cx="3858600" cy="10587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04" name="Google Shape;404;p31"/>
          <p:cNvSpPr txBox="1"/>
          <p:nvPr/>
        </p:nvSpPr>
        <p:spPr>
          <a:xfrm>
            <a:off x="713225" y="3521150"/>
            <a:ext cx="3858600" cy="7419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Lato"/>
                <a:ea typeface="Lato"/>
                <a:cs typeface="Lato"/>
                <a:sym typeface="Lato"/>
              </a:rPr>
              <a:t>CREDITS:</a:t>
            </a:r>
            <a:r>
              <a:rPr lang="en" sz="1200">
                <a:solidFill>
                  <a:schemeClr val="dk1"/>
                </a:solidFill>
                <a:latin typeface="Lato"/>
                <a:ea typeface="Lato"/>
                <a:cs typeface="Lato"/>
                <a:sym typeface="Lato"/>
              </a:rPr>
              <a:t> This presentation template was created by </a:t>
            </a:r>
            <a:r>
              <a:rPr lang="en" sz="1200" b="1" u="sng">
                <a:solidFill>
                  <a:schemeClr val="hlink"/>
                </a:solidFill>
                <a:latin typeface="Lato"/>
                <a:ea typeface="Lato"/>
                <a:cs typeface="Lato"/>
                <a:sym typeface="Lato"/>
                <a:hlinkClick r:id="rId2"/>
              </a:rPr>
              <a:t>Slidesgo</a:t>
            </a:r>
            <a:r>
              <a:rPr lang="en" sz="1200">
                <a:solidFill>
                  <a:schemeClr val="dk1"/>
                </a:solidFill>
                <a:latin typeface="Lato"/>
                <a:ea typeface="Lato"/>
                <a:cs typeface="Lato"/>
                <a:sym typeface="Lato"/>
              </a:rPr>
              <a:t>, and includes icons by </a:t>
            </a:r>
            <a:r>
              <a:rPr lang="en" sz="1200" b="1" u="sng">
                <a:solidFill>
                  <a:schemeClr val="dk1"/>
                </a:solidFill>
                <a:latin typeface="Lato"/>
                <a:ea typeface="Lato"/>
                <a:cs typeface="Lato"/>
                <a:sym typeface="Lato"/>
                <a:hlinkClick r:id="rId3">
                  <a:extLst>
                    <a:ext uri="{A12FA001-AC4F-418D-AE19-62706E023703}">
                      <ahyp:hlinkClr xmlns:ahyp="http://schemas.microsoft.com/office/drawing/2018/hyperlinkcolor" val="tx"/>
                    </a:ext>
                  </a:extLst>
                </a:hlinkClick>
              </a:rPr>
              <a:t>Flaticon</a:t>
            </a:r>
            <a:r>
              <a:rPr lang="en" sz="1200">
                <a:solidFill>
                  <a:schemeClr val="dk1"/>
                </a:solidFill>
                <a:latin typeface="Lato"/>
                <a:ea typeface="Lato"/>
                <a:cs typeface="Lato"/>
                <a:sym typeface="Lato"/>
              </a:rPr>
              <a:t>, and infographics &amp; images by </a:t>
            </a:r>
            <a:r>
              <a:rPr lang="en" sz="1200" b="1" u="sng">
                <a:solidFill>
                  <a:schemeClr val="dk1"/>
                </a:solidFill>
                <a:latin typeface="Lato"/>
                <a:ea typeface="Lato"/>
                <a:cs typeface="Lato"/>
                <a:sym typeface="Lato"/>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Lato"/>
                <a:ea typeface="Lato"/>
                <a:cs typeface="Lato"/>
                <a:sym typeface="Lato"/>
              </a:rPr>
              <a:t> </a:t>
            </a:r>
            <a:endParaRPr sz="1200" b="1" u="sng">
              <a:solidFill>
                <a:schemeClr val="dk1"/>
              </a:solidFill>
              <a:latin typeface="Lato"/>
              <a:ea typeface="Lato"/>
              <a:cs typeface="Lato"/>
              <a:sym typeface="Lato"/>
            </a:endParaRPr>
          </a:p>
        </p:txBody>
      </p:sp>
      <p:sp>
        <p:nvSpPr>
          <p:cNvPr id="405" name="Google Shape;405;p31"/>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06"/>
        <p:cNvGrpSpPr/>
        <p:nvPr/>
      </p:nvGrpSpPr>
      <p:grpSpPr>
        <a:xfrm>
          <a:off x="0" y="0"/>
          <a:ext cx="0" cy="0"/>
          <a:chOff x="0" y="0"/>
          <a:chExt cx="0" cy="0"/>
        </a:xfrm>
      </p:grpSpPr>
      <p:sp>
        <p:nvSpPr>
          <p:cNvPr id="407" name="Google Shape;407;p32"/>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08"/>
        <p:cNvGrpSpPr/>
        <p:nvPr/>
      </p:nvGrpSpPr>
      <p:grpSpPr>
        <a:xfrm>
          <a:off x="0" y="0"/>
          <a:ext cx="0" cy="0"/>
          <a:chOff x="0" y="0"/>
          <a:chExt cx="0" cy="0"/>
        </a:xfrm>
      </p:grpSpPr>
      <p:sp>
        <p:nvSpPr>
          <p:cNvPr id="409" name="Google Shape;409;p33"/>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rot="3555162" flipH="1">
            <a:off x="-993615" y="620242"/>
            <a:ext cx="1625808" cy="1526544"/>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flipH="1">
            <a:off x="8511080" y="2803089"/>
            <a:ext cx="2259360" cy="2189809"/>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flipH="1">
            <a:off x="325220" y="2624500"/>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3" name="Google Shape;413;p33"/>
          <p:cNvGrpSpPr/>
          <p:nvPr/>
        </p:nvGrpSpPr>
        <p:grpSpPr>
          <a:xfrm>
            <a:off x="8511086" y="618472"/>
            <a:ext cx="367931" cy="258303"/>
            <a:chOff x="4935811" y="4414372"/>
            <a:chExt cx="367931" cy="258303"/>
          </a:xfrm>
        </p:grpSpPr>
        <p:sp>
          <p:nvSpPr>
            <p:cNvPr id="414" name="Google Shape;414;p33"/>
            <p:cNvSpPr/>
            <p:nvPr/>
          </p:nvSpPr>
          <p:spPr>
            <a:xfrm flipH="1">
              <a:off x="5169642" y="4414375"/>
              <a:ext cx="134100" cy="2583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p:cNvSpPr/>
            <p:nvPr/>
          </p:nvSpPr>
          <p:spPr>
            <a:xfrm rot="10800000" flipH="1">
              <a:off x="4935811" y="4414372"/>
              <a:ext cx="134100" cy="2583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6" name="Google Shape;416;p33"/>
          <p:cNvSpPr/>
          <p:nvPr/>
        </p:nvSpPr>
        <p:spPr>
          <a:xfrm flipH="1">
            <a:off x="239095" y="38109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33"/>
          <p:cNvGrpSpPr/>
          <p:nvPr/>
        </p:nvGrpSpPr>
        <p:grpSpPr>
          <a:xfrm>
            <a:off x="184447" y="1289308"/>
            <a:ext cx="234196" cy="188409"/>
            <a:chOff x="368022" y="616196"/>
            <a:chExt cx="234196" cy="188409"/>
          </a:xfrm>
        </p:grpSpPr>
        <p:sp>
          <p:nvSpPr>
            <p:cNvPr id="418" name="Google Shape;418;p33"/>
            <p:cNvSpPr/>
            <p:nvPr/>
          </p:nvSpPr>
          <p:spPr>
            <a:xfrm>
              <a:off x="368022" y="616196"/>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3"/>
            <p:cNvSpPr/>
            <p:nvPr/>
          </p:nvSpPr>
          <p:spPr>
            <a:xfrm>
              <a:off x="477627" y="616196"/>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33"/>
          <p:cNvGrpSpPr/>
          <p:nvPr/>
        </p:nvGrpSpPr>
        <p:grpSpPr>
          <a:xfrm>
            <a:off x="8763527" y="3267172"/>
            <a:ext cx="234788" cy="188409"/>
            <a:chOff x="8551627" y="4274197"/>
            <a:chExt cx="234788" cy="188409"/>
          </a:xfrm>
        </p:grpSpPr>
        <p:sp>
          <p:nvSpPr>
            <p:cNvPr id="421" name="Google Shape;421;p33"/>
            <p:cNvSpPr/>
            <p:nvPr/>
          </p:nvSpPr>
          <p:spPr>
            <a:xfrm>
              <a:off x="8661148" y="42741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8551627" y="42741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2pPr>
            <a:lvl3pPr lvl="2"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3pPr>
            <a:lvl4pPr lvl="3"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4pPr>
            <a:lvl5pPr lvl="4"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5pPr>
            <a:lvl6pPr lvl="5"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6pPr>
            <a:lvl7pPr lvl="6"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7pPr>
            <a:lvl8pPr lvl="7"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8pPr>
            <a:lvl9pPr lvl="8"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8" r:id="rId4"/>
    <p:sldLayoutId id="2147483677" r:id="rId5"/>
    <p:sldLayoutId id="2147483678" r:id="rId6"/>
    <p:sldLayoutId id="2147483679"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customXml" Target="../ink/ink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713225" y="1122674"/>
            <a:ext cx="4100400" cy="218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Exception &amp; Assertion</a:t>
            </a:r>
            <a:endParaRPr sz="2300" b="0" dirty="0"/>
          </a:p>
        </p:txBody>
      </p:sp>
      <p:sp>
        <p:nvSpPr>
          <p:cNvPr id="434" name="Google Shape;434;p37"/>
          <p:cNvSpPr txBox="1">
            <a:spLocks noGrp="1"/>
          </p:cNvSpPr>
          <p:nvPr>
            <p:ph type="subTitle" idx="1"/>
          </p:nvPr>
        </p:nvSpPr>
        <p:spPr>
          <a:xfrm>
            <a:off x="713225" y="3424696"/>
            <a:ext cx="4100400" cy="37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Tim Pengampu Pemrograman Berorientasi Objek</a:t>
            </a:r>
          </a:p>
          <a:p>
            <a:pPr marL="0" lvl="0" indent="0" algn="l" rtl="0">
              <a:spcBef>
                <a:spcPts val="0"/>
              </a:spcBef>
              <a:spcAft>
                <a:spcPts val="0"/>
              </a:spcAft>
              <a:buNone/>
            </a:pPr>
            <a:r>
              <a:rPr lang="en" dirty="0"/>
              <a:t>Departemen Informatika</a:t>
            </a:r>
          </a:p>
          <a:p>
            <a:pPr marL="0" lvl="0" indent="0" algn="l" rtl="0">
              <a:spcBef>
                <a:spcPts val="0"/>
              </a:spcBef>
              <a:spcAft>
                <a:spcPts val="0"/>
              </a:spcAft>
              <a:buNone/>
            </a:pPr>
            <a:r>
              <a:rPr lang="en" dirty="0"/>
              <a:t>Universitas Diponegoro </a:t>
            </a:r>
            <a:endParaRPr dirty="0"/>
          </a:p>
        </p:txBody>
      </p:sp>
      <p:grpSp>
        <p:nvGrpSpPr>
          <p:cNvPr id="435" name="Google Shape;435;p37"/>
          <p:cNvGrpSpPr/>
          <p:nvPr/>
        </p:nvGrpSpPr>
        <p:grpSpPr>
          <a:xfrm>
            <a:off x="4868886" y="894971"/>
            <a:ext cx="3798092" cy="3419445"/>
            <a:chOff x="4899397" y="821996"/>
            <a:chExt cx="4028951" cy="3627289"/>
          </a:xfrm>
        </p:grpSpPr>
        <p:grpSp>
          <p:nvGrpSpPr>
            <p:cNvPr id="437" name="Google Shape;437;p37"/>
            <p:cNvGrpSpPr/>
            <p:nvPr/>
          </p:nvGrpSpPr>
          <p:grpSpPr>
            <a:xfrm>
              <a:off x="5432052" y="821996"/>
              <a:ext cx="335890" cy="188410"/>
              <a:chOff x="5261402" y="479071"/>
              <a:chExt cx="335890" cy="188410"/>
            </a:xfrm>
          </p:grpSpPr>
          <p:sp>
            <p:nvSpPr>
              <p:cNvPr id="438" name="Google Shape;438;p37"/>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7"/>
              <p:cNvSpPr/>
              <p:nvPr/>
            </p:nvSpPr>
            <p:spPr>
              <a:xfrm>
                <a:off x="5472025" y="479072"/>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0" name="Google Shape;440;p37"/>
            <p:cNvSpPr/>
            <p:nvPr/>
          </p:nvSpPr>
          <p:spPr>
            <a:xfrm>
              <a:off x="6611050" y="8895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 name="Google Shape;441;p37"/>
            <p:cNvGrpSpPr/>
            <p:nvPr/>
          </p:nvGrpSpPr>
          <p:grpSpPr>
            <a:xfrm>
              <a:off x="4899397" y="1263526"/>
              <a:ext cx="3843891" cy="3185759"/>
              <a:chOff x="5893995" y="1281808"/>
              <a:chExt cx="3843891" cy="3185759"/>
            </a:xfrm>
          </p:grpSpPr>
          <p:grpSp>
            <p:nvGrpSpPr>
              <p:cNvPr id="442" name="Google Shape;442;p37"/>
              <p:cNvGrpSpPr/>
              <p:nvPr/>
            </p:nvGrpSpPr>
            <p:grpSpPr>
              <a:xfrm>
                <a:off x="6033386" y="1281808"/>
                <a:ext cx="3704499" cy="3168582"/>
                <a:chOff x="2836393" y="291825"/>
                <a:chExt cx="1571968" cy="1344557"/>
              </a:xfrm>
            </p:grpSpPr>
            <p:sp>
              <p:nvSpPr>
                <p:cNvPr id="443" name="Google Shape;443;p37"/>
                <p:cNvSpPr/>
                <p:nvPr/>
              </p:nvSpPr>
              <p:spPr>
                <a:xfrm>
                  <a:off x="2836393" y="291825"/>
                  <a:ext cx="1440288" cy="1187101"/>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7"/>
                <p:cNvSpPr/>
                <p:nvPr/>
              </p:nvSpPr>
              <p:spPr>
                <a:xfrm>
                  <a:off x="3954498" y="1210230"/>
                  <a:ext cx="453863" cy="426152"/>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 name="Google Shape;445;p37"/>
              <p:cNvGrpSpPr/>
              <p:nvPr/>
            </p:nvGrpSpPr>
            <p:grpSpPr>
              <a:xfrm>
                <a:off x="5893995" y="1464670"/>
                <a:ext cx="3643100" cy="2852211"/>
                <a:chOff x="2823538" y="2323833"/>
                <a:chExt cx="1545914" cy="1210307"/>
              </a:xfrm>
            </p:grpSpPr>
            <p:grpSp>
              <p:nvGrpSpPr>
                <p:cNvPr id="446" name="Google Shape;446;p37"/>
                <p:cNvGrpSpPr/>
                <p:nvPr/>
              </p:nvGrpSpPr>
              <p:grpSpPr>
                <a:xfrm>
                  <a:off x="3030874" y="3205941"/>
                  <a:ext cx="1190857" cy="328200"/>
                  <a:chOff x="2909174" y="3294041"/>
                  <a:chExt cx="1190857" cy="328200"/>
                </a:xfrm>
              </p:grpSpPr>
              <p:sp>
                <p:nvSpPr>
                  <p:cNvPr id="447" name="Google Shape;447;p37"/>
                  <p:cNvSpPr/>
                  <p:nvPr/>
                </p:nvSpPr>
                <p:spPr>
                  <a:xfrm>
                    <a:off x="2909174" y="3294041"/>
                    <a:ext cx="1190857" cy="29944"/>
                  </a:xfrm>
                  <a:custGeom>
                    <a:avLst/>
                    <a:gdLst/>
                    <a:ahLst/>
                    <a:cxnLst/>
                    <a:rect l="l" t="t" r="r" b="b"/>
                    <a:pathLst>
                      <a:path w="35196" h="885" extrusionOk="0">
                        <a:moveTo>
                          <a:pt x="1" y="0"/>
                        </a:moveTo>
                        <a:lnTo>
                          <a:pt x="1" y="885"/>
                        </a:lnTo>
                        <a:lnTo>
                          <a:pt x="35195" y="885"/>
                        </a:lnTo>
                        <a:lnTo>
                          <a:pt x="351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7"/>
                  <p:cNvSpPr/>
                  <p:nvPr/>
                </p:nvSpPr>
                <p:spPr>
                  <a:xfrm>
                    <a:off x="2909174" y="3379747"/>
                    <a:ext cx="1190857" cy="29944"/>
                  </a:xfrm>
                  <a:custGeom>
                    <a:avLst/>
                    <a:gdLst/>
                    <a:ahLst/>
                    <a:cxnLst/>
                    <a:rect l="l" t="t" r="r" b="b"/>
                    <a:pathLst>
                      <a:path w="35196" h="885" extrusionOk="0">
                        <a:moveTo>
                          <a:pt x="1" y="0"/>
                        </a:moveTo>
                        <a:lnTo>
                          <a:pt x="1" y="884"/>
                        </a:lnTo>
                        <a:lnTo>
                          <a:pt x="35195" y="884"/>
                        </a:lnTo>
                        <a:lnTo>
                          <a:pt x="351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7"/>
                  <p:cNvSpPr/>
                  <p:nvPr/>
                </p:nvSpPr>
                <p:spPr>
                  <a:xfrm>
                    <a:off x="2976913" y="3304090"/>
                    <a:ext cx="18000" cy="318151"/>
                  </a:xfrm>
                  <a:custGeom>
                    <a:avLst/>
                    <a:gdLst/>
                    <a:ahLst/>
                    <a:cxnLst/>
                    <a:rect l="l" t="t" r="r" b="b"/>
                    <a:pathLst>
                      <a:path w="532" h="9403" extrusionOk="0">
                        <a:moveTo>
                          <a:pt x="1" y="1"/>
                        </a:moveTo>
                        <a:lnTo>
                          <a:pt x="1" y="9402"/>
                        </a:lnTo>
                        <a:lnTo>
                          <a:pt x="531" y="9402"/>
                        </a:lnTo>
                        <a:lnTo>
                          <a:pt x="53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7"/>
                  <p:cNvSpPr/>
                  <p:nvPr/>
                </p:nvSpPr>
                <p:spPr>
                  <a:xfrm>
                    <a:off x="4013372" y="3304090"/>
                    <a:ext cx="16782" cy="318151"/>
                  </a:xfrm>
                  <a:custGeom>
                    <a:avLst/>
                    <a:gdLst/>
                    <a:ahLst/>
                    <a:cxnLst/>
                    <a:rect l="l" t="t" r="r" b="b"/>
                    <a:pathLst>
                      <a:path w="496" h="9403" extrusionOk="0">
                        <a:moveTo>
                          <a:pt x="1" y="1"/>
                        </a:moveTo>
                        <a:lnTo>
                          <a:pt x="1" y="9402"/>
                        </a:lnTo>
                        <a:lnTo>
                          <a:pt x="496" y="9402"/>
                        </a:lnTo>
                        <a:lnTo>
                          <a:pt x="49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37"/>
                <p:cNvGrpSpPr/>
                <p:nvPr/>
              </p:nvGrpSpPr>
              <p:grpSpPr>
                <a:xfrm>
                  <a:off x="2823538" y="2688399"/>
                  <a:ext cx="399059" cy="92676"/>
                  <a:chOff x="2532175" y="2448349"/>
                  <a:chExt cx="399059" cy="92676"/>
                </a:xfrm>
              </p:grpSpPr>
              <p:sp>
                <p:nvSpPr>
                  <p:cNvPr id="452" name="Google Shape;452;p37"/>
                  <p:cNvSpPr/>
                  <p:nvPr/>
                </p:nvSpPr>
                <p:spPr>
                  <a:xfrm>
                    <a:off x="2532175" y="2454338"/>
                    <a:ext cx="25884" cy="71832"/>
                  </a:xfrm>
                  <a:custGeom>
                    <a:avLst/>
                    <a:gdLst/>
                    <a:ahLst/>
                    <a:cxnLst/>
                    <a:rect l="l" t="t" r="r" b="b"/>
                    <a:pathLst>
                      <a:path w="765" h="2123" extrusionOk="0">
                        <a:moveTo>
                          <a:pt x="680" y="0"/>
                        </a:moveTo>
                        <a:cubicBezTo>
                          <a:pt x="446" y="0"/>
                          <a:pt x="234" y="206"/>
                          <a:pt x="234" y="439"/>
                        </a:cubicBezTo>
                        <a:lnTo>
                          <a:pt x="234" y="708"/>
                        </a:lnTo>
                        <a:cubicBezTo>
                          <a:pt x="234" y="793"/>
                          <a:pt x="206" y="885"/>
                          <a:pt x="149" y="941"/>
                        </a:cubicBezTo>
                        <a:lnTo>
                          <a:pt x="29" y="1062"/>
                        </a:lnTo>
                        <a:cubicBezTo>
                          <a:pt x="0" y="1062"/>
                          <a:pt x="0" y="1118"/>
                          <a:pt x="29" y="1118"/>
                        </a:cubicBezTo>
                        <a:lnTo>
                          <a:pt x="92" y="1203"/>
                        </a:lnTo>
                        <a:cubicBezTo>
                          <a:pt x="177" y="1267"/>
                          <a:pt x="206" y="1352"/>
                          <a:pt x="206" y="1444"/>
                        </a:cubicBezTo>
                        <a:lnTo>
                          <a:pt x="206" y="1677"/>
                        </a:lnTo>
                        <a:cubicBezTo>
                          <a:pt x="206" y="1911"/>
                          <a:pt x="382" y="2123"/>
                          <a:pt x="651" y="2123"/>
                        </a:cubicBezTo>
                        <a:lnTo>
                          <a:pt x="708" y="2123"/>
                        </a:lnTo>
                        <a:cubicBezTo>
                          <a:pt x="736" y="2123"/>
                          <a:pt x="764" y="2087"/>
                          <a:pt x="764" y="2059"/>
                        </a:cubicBezTo>
                        <a:cubicBezTo>
                          <a:pt x="764" y="2003"/>
                          <a:pt x="736" y="2003"/>
                          <a:pt x="708" y="2003"/>
                        </a:cubicBezTo>
                        <a:lnTo>
                          <a:pt x="651" y="2003"/>
                        </a:lnTo>
                        <a:cubicBezTo>
                          <a:pt x="474" y="2003"/>
                          <a:pt x="326" y="1854"/>
                          <a:pt x="326" y="1677"/>
                        </a:cubicBezTo>
                        <a:lnTo>
                          <a:pt x="326" y="1444"/>
                        </a:lnTo>
                        <a:cubicBezTo>
                          <a:pt x="326" y="1323"/>
                          <a:pt x="269" y="1203"/>
                          <a:pt x="177" y="1118"/>
                        </a:cubicBezTo>
                        <a:lnTo>
                          <a:pt x="149" y="1090"/>
                        </a:lnTo>
                        <a:lnTo>
                          <a:pt x="234" y="1026"/>
                        </a:lnTo>
                        <a:cubicBezTo>
                          <a:pt x="298" y="941"/>
                          <a:pt x="354" y="821"/>
                          <a:pt x="354" y="708"/>
                        </a:cubicBezTo>
                        <a:lnTo>
                          <a:pt x="354" y="439"/>
                        </a:lnTo>
                        <a:cubicBezTo>
                          <a:pt x="354" y="262"/>
                          <a:pt x="503" y="114"/>
                          <a:pt x="680" y="114"/>
                        </a:cubicBezTo>
                        <a:cubicBezTo>
                          <a:pt x="708" y="114"/>
                          <a:pt x="736" y="85"/>
                          <a:pt x="736" y="57"/>
                        </a:cubicBezTo>
                        <a:cubicBezTo>
                          <a:pt x="736" y="29"/>
                          <a:pt x="708" y="0"/>
                          <a:pt x="6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7"/>
                  <p:cNvSpPr/>
                  <p:nvPr/>
                </p:nvSpPr>
                <p:spPr>
                  <a:xfrm>
                    <a:off x="2642987" y="2454338"/>
                    <a:ext cx="25884" cy="71832"/>
                  </a:xfrm>
                  <a:custGeom>
                    <a:avLst/>
                    <a:gdLst/>
                    <a:ahLst/>
                    <a:cxnLst/>
                    <a:rect l="l" t="t" r="r" b="b"/>
                    <a:pathLst>
                      <a:path w="765" h="2123" extrusionOk="0">
                        <a:moveTo>
                          <a:pt x="86" y="0"/>
                        </a:moveTo>
                        <a:cubicBezTo>
                          <a:pt x="57" y="0"/>
                          <a:pt x="29" y="29"/>
                          <a:pt x="29" y="57"/>
                        </a:cubicBezTo>
                        <a:cubicBezTo>
                          <a:pt x="29" y="85"/>
                          <a:pt x="57" y="114"/>
                          <a:pt x="86" y="114"/>
                        </a:cubicBezTo>
                        <a:cubicBezTo>
                          <a:pt x="263" y="114"/>
                          <a:pt x="411" y="262"/>
                          <a:pt x="411" y="439"/>
                        </a:cubicBezTo>
                        <a:lnTo>
                          <a:pt x="411" y="708"/>
                        </a:lnTo>
                        <a:cubicBezTo>
                          <a:pt x="411" y="821"/>
                          <a:pt x="468" y="941"/>
                          <a:pt x="531" y="1026"/>
                        </a:cubicBezTo>
                        <a:lnTo>
                          <a:pt x="616" y="1090"/>
                        </a:lnTo>
                        <a:lnTo>
                          <a:pt x="588" y="1118"/>
                        </a:lnTo>
                        <a:cubicBezTo>
                          <a:pt x="496" y="1203"/>
                          <a:pt x="439" y="1323"/>
                          <a:pt x="439" y="1444"/>
                        </a:cubicBezTo>
                        <a:lnTo>
                          <a:pt x="439" y="1677"/>
                        </a:lnTo>
                        <a:cubicBezTo>
                          <a:pt x="439" y="1854"/>
                          <a:pt x="291" y="2003"/>
                          <a:pt x="114" y="2003"/>
                        </a:cubicBezTo>
                        <a:lnTo>
                          <a:pt x="57" y="2003"/>
                        </a:lnTo>
                        <a:cubicBezTo>
                          <a:pt x="29" y="2003"/>
                          <a:pt x="1" y="2003"/>
                          <a:pt x="1" y="2059"/>
                        </a:cubicBezTo>
                        <a:cubicBezTo>
                          <a:pt x="1" y="2087"/>
                          <a:pt x="29" y="2123"/>
                          <a:pt x="57" y="2123"/>
                        </a:cubicBezTo>
                        <a:lnTo>
                          <a:pt x="114" y="2123"/>
                        </a:lnTo>
                        <a:cubicBezTo>
                          <a:pt x="355" y="2123"/>
                          <a:pt x="560" y="1911"/>
                          <a:pt x="560" y="1677"/>
                        </a:cubicBezTo>
                        <a:lnTo>
                          <a:pt x="560" y="1444"/>
                        </a:lnTo>
                        <a:cubicBezTo>
                          <a:pt x="560" y="1352"/>
                          <a:pt x="588" y="1267"/>
                          <a:pt x="645" y="1203"/>
                        </a:cubicBezTo>
                        <a:lnTo>
                          <a:pt x="737" y="1118"/>
                        </a:lnTo>
                        <a:cubicBezTo>
                          <a:pt x="737" y="1118"/>
                          <a:pt x="765" y="1118"/>
                          <a:pt x="765" y="1090"/>
                        </a:cubicBezTo>
                        <a:cubicBezTo>
                          <a:pt x="765" y="1062"/>
                          <a:pt x="737" y="1062"/>
                          <a:pt x="737" y="1062"/>
                        </a:cubicBezTo>
                        <a:lnTo>
                          <a:pt x="616" y="941"/>
                        </a:lnTo>
                        <a:cubicBezTo>
                          <a:pt x="560" y="885"/>
                          <a:pt x="531" y="793"/>
                          <a:pt x="531" y="708"/>
                        </a:cubicBezTo>
                        <a:lnTo>
                          <a:pt x="531" y="439"/>
                        </a:lnTo>
                        <a:cubicBezTo>
                          <a:pt x="531" y="206"/>
                          <a:pt x="319" y="0"/>
                          <a:pt x="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7"/>
                  <p:cNvSpPr/>
                  <p:nvPr/>
                </p:nvSpPr>
                <p:spPr>
                  <a:xfrm>
                    <a:off x="2567127" y="2523025"/>
                    <a:ext cx="10083" cy="18000"/>
                  </a:xfrm>
                  <a:custGeom>
                    <a:avLst/>
                    <a:gdLst/>
                    <a:ahLst/>
                    <a:cxnLst/>
                    <a:rect l="l" t="t" r="r" b="b"/>
                    <a:pathLst>
                      <a:path w="298" h="532" extrusionOk="0">
                        <a:moveTo>
                          <a:pt x="234" y="1"/>
                        </a:moveTo>
                        <a:cubicBezTo>
                          <a:pt x="205" y="1"/>
                          <a:pt x="177" y="1"/>
                          <a:pt x="149" y="29"/>
                        </a:cubicBezTo>
                        <a:lnTo>
                          <a:pt x="0" y="447"/>
                        </a:lnTo>
                        <a:cubicBezTo>
                          <a:pt x="0" y="475"/>
                          <a:pt x="0" y="531"/>
                          <a:pt x="29" y="531"/>
                        </a:cubicBezTo>
                        <a:lnTo>
                          <a:pt x="57" y="531"/>
                        </a:lnTo>
                        <a:cubicBezTo>
                          <a:pt x="85" y="531"/>
                          <a:pt x="85" y="531"/>
                          <a:pt x="121" y="503"/>
                        </a:cubicBezTo>
                        <a:lnTo>
                          <a:pt x="262" y="93"/>
                        </a:lnTo>
                        <a:cubicBezTo>
                          <a:pt x="297" y="57"/>
                          <a:pt x="262" y="1"/>
                          <a:pt x="2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7"/>
                  <p:cNvSpPr/>
                  <p:nvPr/>
                </p:nvSpPr>
                <p:spPr>
                  <a:xfrm>
                    <a:off x="2829457" y="2523025"/>
                    <a:ext cx="9846" cy="18000"/>
                  </a:xfrm>
                  <a:custGeom>
                    <a:avLst/>
                    <a:gdLst/>
                    <a:ahLst/>
                    <a:cxnLst/>
                    <a:rect l="l" t="t" r="r" b="b"/>
                    <a:pathLst>
                      <a:path w="291" h="532" extrusionOk="0">
                        <a:moveTo>
                          <a:pt x="262" y="1"/>
                        </a:moveTo>
                        <a:cubicBezTo>
                          <a:pt x="234" y="1"/>
                          <a:pt x="206" y="1"/>
                          <a:pt x="178" y="29"/>
                        </a:cubicBezTo>
                        <a:lnTo>
                          <a:pt x="29" y="447"/>
                        </a:lnTo>
                        <a:cubicBezTo>
                          <a:pt x="1" y="475"/>
                          <a:pt x="29" y="531"/>
                          <a:pt x="57" y="531"/>
                        </a:cubicBezTo>
                        <a:lnTo>
                          <a:pt x="86" y="531"/>
                        </a:lnTo>
                        <a:cubicBezTo>
                          <a:pt x="86" y="531"/>
                          <a:pt x="114" y="531"/>
                          <a:pt x="149" y="503"/>
                        </a:cubicBezTo>
                        <a:lnTo>
                          <a:pt x="291" y="93"/>
                        </a:lnTo>
                        <a:cubicBezTo>
                          <a:pt x="291" y="57"/>
                          <a:pt x="291" y="1"/>
                          <a:pt x="2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7"/>
                  <p:cNvSpPr/>
                  <p:nvPr/>
                </p:nvSpPr>
                <p:spPr>
                  <a:xfrm>
                    <a:off x="2887147" y="2523025"/>
                    <a:ext cx="10083" cy="18000"/>
                  </a:xfrm>
                  <a:custGeom>
                    <a:avLst/>
                    <a:gdLst/>
                    <a:ahLst/>
                    <a:cxnLst/>
                    <a:rect l="l" t="t" r="r" b="b"/>
                    <a:pathLst>
                      <a:path w="298" h="532" extrusionOk="0">
                        <a:moveTo>
                          <a:pt x="269" y="1"/>
                        </a:moveTo>
                        <a:cubicBezTo>
                          <a:pt x="241" y="1"/>
                          <a:pt x="213" y="1"/>
                          <a:pt x="178" y="29"/>
                        </a:cubicBezTo>
                        <a:lnTo>
                          <a:pt x="36" y="447"/>
                        </a:lnTo>
                        <a:cubicBezTo>
                          <a:pt x="1" y="475"/>
                          <a:pt x="36" y="531"/>
                          <a:pt x="64" y="531"/>
                        </a:cubicBezTo>
                        <a:lnTo>
                          <a:pt x="93" y="531"/>
                        </a:lnTo>
                        <a:cubicBezTo>
                          <a:pt x="93" y="531"/>
                          <a:pt x="121" y="531"/>
                          <a:pt x="121" y="503"/>
                        </a:cubicBezTo>
                        <a:lnTo>
                          <a:pt x="298" y="93"/>
                        </a:lnTo>
                        <a:cubicBezTo>
                          <a:pt x="298" y="57"/>
                          <a:pt x="298" y="1"/>
                          <a:pt x="2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7"/>
                  <p:cNvSpPr/>
                  <p:nvPr/>
                </p:nvSpPr>
                <p:spPr>
                  <a:xfrm>
                    <a:off x="2897196" y="2523025"/>
                    <a:ext cx="10083" cy="18000"/>
                  </a:xfrm>
                  <a:custGeom>
                    <a:avLst/>
                    <a:gdLst/>
                    <a:ahLst/>
                    <a:cxnLst/>
                    <a:rect l="l" t="t" r="r" b="b"/>
                    <a:pathLst>
                      <a:path w="298" h="532" extrusionOk="0">
                        <a:moveTo>
                          <a:pt x="270" y="1"/>
                        </a:moveTo>
                        <a:cubicBezTo>
                          <a:pt x="234" y="1"/>
                          <a:pt x="178" y="1"/>
                          <a:pt x="178" y="29"/>
                        </a:cubicBezTo>
                        <a:lnTo>
                          <a:pt x="29" y="447"/>
                        </a:lnTo>
                        <a:cubicBezTo>
                          <a:pt x="1" y="475"/>
                          <a:pt x="29" y="531"/>
                          <a:pt x="57" y="531"/>
                        </a:cubicBezTo>
                        <a:cubicBezTo>
                          <a:pt x="93" y="531"/>
                          <a:pt x="121" y="531"/>
                          <a:pt x="121" y="503"/>
                        </a:cubicBezTo>
                        <a:lnTo>
                          <a:pt x="298" y="93"/>
                        </a:lnTo>
                        <a:cubicBezTo>
                          <a:pt x="298" y="57"/>
                          <a:pt x="298" y="1"/>
                          <a:pt x="2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p:cNvSpPr/>
                  <p:nvPr/>
                </p:nvSpPr>
                <p:spPr>
                  <a:xfrm>
                    <a:off x="2591049" y="2470139"/>
                    <a:ext cx="37861" cy="38098"/>
                  </a:xfrm>
                  <a:custGeom>
                    <a:avLst/>
                    <a:gdLst/>
                    <a:ahLst/>
                    <a:cxnLst/>
                    <a:rect l="l" t="t" r="r" b="b"/>
                    <a:pathLst>
                      <a:path w="1119" h="1126" extrusionOk="0">
                        <a:moveTo>
                          <a:pt x="1" y="0"/>
                        </a:moveTo>
                        <a:lnTo>
                          <a:pt x="1" y="1125"/>
                        </a:lnTo>
                        <a:lnTo>
                          <a:pt x="1118" y="1125"/>
                        </a:lnTo>
                        <a:lnTo>
                          <a:pt x="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7"/>
                  <p:cNvSpPr/>
                  <p:nvPr/>
                </p:nvSpPr>
                <p:spPr>
                  <a:xfrm>
                    <a:off x="2693741" y="2448349"/>
                    <a:ext cx="17019" cy="87633"/>
                  </a:xfrm>
                  <a:custGeom>
                    <a:avLst/>
                    <a:gdLst/>
                    <a:ahLst/>
                    <a:cxnLst/>
                    <a:rect l="l" t="t" r="r" b="b"/>
                    <a:pathLst>
                      <a:path w="503" h="2590" extrusionOk="0">
                        <a:moveTo>
                          <a:pt x="475" y="1"/>
                        </a:moveTo>
                        <a:cubicBezTo>
                          <a:pt x="446" y="1"/>
                          <a:pt x="411" y="1"/>
                          <a:pt x="383" y="29"/>
                        </a:cubicBezTo>
                        <a:cubicBezTo>
                          <a:pt x="1" y="793"/>
                          <a:pt x="1" y="1769"/>
                          <a:pt x="383" y="2562"/>
                        </a:cubicBezTo>
                        <a:cubicBezTo>
                          <a:pt x="383" y="2590"/>
                          <a:pt x="411" y="2590"/>
                          <a:pt x="446" y="2590"/>
                        </a:cubicBezTo>
                        <a:lnTo>
                          <a:pt x="475" y="2590"/>
                        </a:lnTo>
                        <a:cubicBezTo>
                          <a:pt x="503" y="2562"/>
                          <a:pt x="503" y="2533"/>
                          <a:pt x="503" y="2505"/>
                        </a:cubicBezTo>
                        <a:cubicBezTo>
                          <a:pt x="121" y="1769"/>
                          <a:pt x="121" y="821"/>
                          <a:pt x="503" y="86"/>
                        </a:cubicBezTo>
                        <a:cubicBezTo>
                          <a:pt x="503" y="57"/>
                          <a:pt x="503" y="29"/>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p:cNvSpPr/>
                  <p:nvPr/>
                </p:nvSpPr>
                <p:spPr>
                  <a:xfrm>
                    <a:off x="2913234" y="2448349"/>
                    <a:ext cx="18000" cy="87633"/>
                  </a:xfrm>
                  <a:custGeom>
                    <a:avLst/>
                    <a:gdLst/>
                    <a:ahLst/>
                    <a:cxnLst/>
                    <a:rect l="l" t="t" r="r" b="b"/>
                    <a:pathLst>
                      <a:path w="532" h="2590" extrusionOk="0">
                        <a:moveTo>
                          <a:pt x="29" y="1"/>
                        </a:moveTo>
                        <a:cubicBezTo>
                          <a:pt x="1" y="29"/>
                          <a:pt x="1" y="57"/>
                          <a:pt x="29" y="86"/>
                        </a:cubicBezTo>
                        <a:cubicBezTo>
                          <a:pt x="411" y="821"/>
                          <a:pt x="411" y="1769"/>
                          <a:pt x="29" y="2505"/>
                        </a:cubicBezTo>
                        <a:cubicBezTo>
                          <a:pt x="29" y="2533"/>
                          <a:pt x="29" y="2562"/>
                          <a:pt x="57" y="2590"/>
                        </a:cubicBezTo>
                        <a:lnTo>
                          <a:pt x="86" y="2590"/>
                        </a:lnTo>
                        <a:cubicBezTo>
                          <a:pt x="114" y="2590"/>
                          <a:pt x="114" y="2590"/>
                          <a:pt x="149" y="2562"/>
                        </a:cubicBezTo>
                        <a:cubicBezTo>
                          <a:pt x="531" y="1769"/>
                          <a:pt x="531" y="793"/>
                          <a:pt x="114" y="29"/>
                        </a:cubicBezTo>
                        <a:cubicBezTo>
                          <a:pt x="114" y="1"/>
                          <a:pt x="57" y="1"/>
                          <a:pt x="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7"/>
                  <p:cNvSpPr/>
                  <p:nvPr/>
                </p:nvSpPr>
                <p:spPr>
                  <a:xfrm>
                    <a:off x="2777519" y="2480188"/>
                    <a:ext cx="51023" cy="23955"/>
                  </a:xfrm>
                  <a:custGeom>
                    <a:avLst/>
                    <a:gdLst/>
                    <a:ahLst/>
                    <a:cxnLst/>
                    <a:rect l="l" t="t" r="r" b="b"/>
                    <a:pathLst>
                      <a:path w="1508" h="708" extrusionOk="0">
                        <a:moveTo>
                          <a:pt x="1" y="1"/>
                        </a:moveTo>
                        <a:lnTo>
                          <a:pt x="1" y="708"/>
                        </a:lnTo>
                        <a:lnTo>
                          <a:pt x="1507" y="708"/>
                        </a:lnTo>
                        <a:lnTo>
                          <a:pt x="15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7"/>
                  <p:cNvSpPr/>
                  <p:nvPr/>
                </p:nvSpPr>
                <p:spPr>
                  <a:xfrm>
                    <a:off x="2850300" y="2480188"/>
                    <a:ext cx="34985" cy="23955"/>
                  </a:xfrm>
                  <a:custGeom>
                    <a:avLst/>
                    <a:gdLst/>
                    <a:ahLst/>
                    <a:cxnLst/>
                    <a:rect l="l" t="t" r="r" b="b"/>
                    <a:pathLst>
                      <a:path w="1034" h="708" extrusionOk="0">
                        <a:moveTo>
                          <a:pt x="0" y="1"/>
                        </a:moveTo>
                        <a:lnTo>
                          <a:pt x="0" y="708"/>
                        </a:lnTo>
                        <a:lnTo>
                          <a:pt x="1033" y="70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p:cNvSpPr/>
                  <p:nvPr/>
                </p:nvSpPr>
                <p:spPr>
                  <a:xfrm>
                    <a:off x="2880210" y="2479241"/>
                    <a:ext cx="34985" cy="3857"/>
                  </a:xfrm>
                  <a:custGeom>
                    <a:avLst/>
                    <a:gdLst/>
                    <a:ahLst/>
                    <a:cxnLst/>
                    <a:rect l="l" t="t" r="r" b="b"/>
                    <a:pathLst>
                      <a:path w="1034" h="114" extrusionOk="0">
                        <a:moveTo>
                          <a:pt x="64" y="0"/>
                        </a:moveTo>
                        <a:cubicBezTo>
                          <a:pt x="29" y="0"/>
                          <a:pt x="1" y="29"/>
                          <a:pt x="1" y="57"/>
                        </a:cubicBezTo>
                        <a:cubicBezTo>
                          <a:pt x="1" y="85"/>
                          <a:pt x="29" y="113"/>
                          <a:pt x="64" y="113"/>
                        </a:cubicBezTo>
                        <a:lnTo>
                          <a:pt x="977" y="113"/>
                        </a:lnTo>
                        <a:cubicBezTo>
                          <a:pt x="1033" y="113"/>
                          <a:pt x="1033" y="85"/>
                          <a:pt x="1033" y="57"/>
                        </a:cubicBezTo>
                        <a:cubicBezTo>
                          <a:pt x="1033" y="29"/>
                          <a:pt x="1033" y="0"/>
                          <a:pt x="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7"/>
                  <p:cNvSpPr/>
                  <p:nvPr/>
                </p:nvSpPr>
                <p:spPr>
                  <a:xfrm>
                    <a:off x="2894320" y="2490238"/>
                    <a:ext cx="20876" cy="3857"/>
                  </a:xfrm>
                  <a:custGeom>
                    <a:avLst/>
                    <a:gdLst/>
                    <a:ahLst/>
                    <a:cxnLst/>
                    <a:rect l="l" t="t" r="r" b="b"/>
                    <a:pathLst>
                      <a:path w="617" h="114" extrusionOk="0">
                        <a:moveTo>
                          <a:pt x="57" y="1"/>
                        </a:moveTo>
                        <a:cubicBezTo>
                          <a:pt x="29" y="1"/>
                          <a:pt x="1" y="29"/>
                          <a:pt x="1" y="57"/>
                        </a:cubicBezTo>
                        <a:cubicBezTo>
                          <a:pt x="1" y="114"/>
                          <a:pt x="29" y="114"/>
                          <a:pt x="57" y="114"/>
                        </a:cubicBezTo>
                        <a:lnTo>
                          <a:pt x="560" y="114"/>
                        </a:lnTo>
                        <a:cubicBezTo>
                          <a:pt x="616" y="114"/>
                          <a:pt x="616" y="114"/>
                          <a:pt x="616" y="57"/>
                        </a:cubicBezTo>
                        <a:cubicBezTo>
                          <a:pt x="616" y="29"/>
                          <a:pt x="616"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p:cNvSpPr/>
                  <p:nvPr/>
                </p:nvSpPr>
                <p:spPr>
                  <a:xfrm>
                    <a:off x="2752615" y="2459109"/>
                    <a:ext cx="4128" cy="74978"/>
                  </a:xfrm>
                  <a:custGeom>
                    <a:avLst/>
                    <a:gdLst/>
                    <a:ahLst/>
                    <a:cxnLst/>
                    <a:rect l="l" t="t" r="r" b="b"/>
                    <a:pathLst>
                      <a:path w="122" h="2216" extrusionOk="0">
                        <a:moveTo>
                          <a:pt x="57" y="1"/>
                        </a:moveTo>
                        <a:cubicBezTo>
                          <a:pt x="29" y="1"/>
                          <a:pt x="1" y="36"/>
                          <a:pt x="1" y="65"/>
                        </a:cubicBezTo>
                        <a:lnTo>
                          <a:pt x="1" y="2159"/>
                        </a:lnTo>
                        <a:cubicBezTo>
                          <a:pt x="1" y="2187"/>
                          <a:pt x="29" y="2215"/>
                          <a:pt x="57" y="2215"/>
                        </a:cubicBezTo>
                        <a:cubicBezTo>
                          <a:pt x="86" y="2215"/>
                          <a:pt x="121" y="2187"/>
                          <a:pt x="121" y="2159"/>
                        </a:cubicBezTo>
                        <a:lnTo>
                          <a:pt x="121" y="65"/>
                        </a:lnTo>
                        <a:cubicBezTo>
                          <a:pt x="121" y="36"/>
                          <a:pt x="86" y="1"/>
                          <a:pt x="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37"/>
                <p:cNvGrpSpPr/>
                <p:nvPr/>
              </p:nvGrpSpPr>
              <p:grpSpPr>
                <a:xfrm>
                  <a:off x="3309241" y="2588583"/>
                  <a:ext cx="800705" cy="591511"/>
                  <a:chOff x="3187541" y="2348533"/>
                  <a:chExt cx="800705" cy="591511"/>
                </a:xfrm>
              </p:grpSpPr>
              <p:sp>
                <p:nvSpPr>
                  <p:cNvPr id="467" name="Google Shape;467;p37"/>
                  <p:cNvSpPr/>
                  <p:nvPr/>
                </p:nvSpPr>
                <p:spPr>
                  <a:xfrm>
                    <a:off x="3546607" y="2660533"/>
                    <a:ext cx="83809" cy="279511"/>
                  </a:xfrm>
                  <a:custGeom>
                    <a:avLst/>
                    <a:gdLst/>
                    <a:ahLst/>
                    <a:cxnLst/>
                    <a:rect l="l" t="t" r="r" b="b"/>
                    <a:pathLst>
                      <a:path w="2477" h="8261" extrusionOk="0">
                        <a:moveTo>
                          <a:pt x="797" y="0"/>
                        </a:moveTo>
                        <a:cubicBezTo>
                          <a:pt x="634" y="0"/>
                          <a:pt x="465" y="114"/>
                          <a:pt x="439" y="273"/>
                        </a:cubicBezTo>
                        <a:cubicBezTo>
                          <a:pt x="234" y="1094"/>
                          <a:pt x="1" y="2127"/>
                          <a:pt x="354" y="3103"/>
                        </a:cubicBezTo>
                        <a:cubicBezTo>
                          <a:pt x="467" y="3422"/>
                          <a:pt x="673" y="3719"/>
                          <a:pt x="849" y="3987"/>
                        </a:cubicBezTo>
                        <a:cubicBezTo>
                          <a:pt x="970" y="4221"/>
                          <a:pt x="1090" y="4398"/>
                          <a:pt x="1203" y="4603"/>
                        </a:cubicBezTo>
                        <a:cubicBezTo>
                          <a:pt x="1677" y="5664"/>
                          <a:pt x="1352" y="6930"/>
                          <a:pt x="411" y="7638"/>
                        </a:cubicBezTo>
                        <a:cubicBezTo>
                          <a:pt x="262" y="7758"/>
                          <a:pt x="234" y="7963"/>
                          <a:pt x="354" y="8112"/>
                        </a:cubicBezTo>
                        <a:cubicBezTo>
                          <a:pt x="411" y="8232"/>
                          <a:pt x="531" y="8260"/>
                          <a:pt x="644" y="8260"/>
                        </a:cubicBezTo>
                        <a:cubicBezTo>
                          <a:pt x="708" y="8260"/>
                          <a:pt x="793" y="8260"/>
                          <a:pt x="849" y="8197"/>
                        </a:cubicBezTo>
                        <a:cubicBezTo>
                          <a:pt x="2059" y="7312"/>
                          <a:pt x="2477" y="5664"/>
                          <a:pt x="1826" y="4306"/>
                        </a:cubicBezTo>
                        <a:cubicBezTo>
                          <a:pt x="1705" y="4072"/>
                          <a:pt x="1592" y="3839"/>
                          <a:pt x="1444" y="3634"/>
                        </a:cubicBezTo>
                        <a:cubicBezTo>
                          <a:pt x="1267" y="3365"/>
                          <a:pt x="1118" y="3103"/>
                          <a:pt x="998" y="2834"/>
                        </a:cubicBezTo>
                        <a:cubicBezTo>
                          <a:pt x="736" y="2099"/>
                          <a:pt x="941" y="1186"/>
                          <a:pt x="1118" y="450"/>
                        </a:cubicBezTo>
                        <a:cubicBezTo>
                          <a:pt x="1175" y="238"/>
                          <a:pt x="1062" y="61"/>
                          <a:pt x="849" y="5"/>
                        </a:cubicBezTo>
                        <a:cubicBezTo>
                          <a:pt x="832" y="2"/>
                          <a:pt x="814" y="0"/>
                          <a:pt x="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7"/>
                  <p:cNvSpPr/>
                  <p:nvPr/>
                </p:nvSpPr>
                <p:spPr>
                  <a:xfrm>
                    <a:off x="3454675" y="2918937"/>
                    <a:ext cx="251394" cy="20166"/>
                  </a:xfrm>
                  <a:custGeom>
                    <a:avLst/>
                    <a:gdLst/>
                    <a:ahLst/>
                    <a:cxnLst/>
                    <a:rect l="l" t="t" r="r" b="b"/>
                    <a:pathLst>
                      <a:path w="7430" h="596" extrusionOk="0">
                        <a:moveTo>
                          <a:pt x="270" y="1"/>
                        </a:moveTo>
                        <a:cubicBezTo>
                          <a:pt x="121" y="1"/>
                          <a:pt x="1" y="121"/>
                          <a:pt x="1" y="270"/>
                        </a:cubicBezTo>
                        <a:lnTo>
                          <a:pt x="1" y="326"/>
                        </a:lnTo>
                        <a:cubicBezTo>
                          <a:pt x="1" y="475"/>
                          <a:pt x="121" y="595"/>
                          <a:pt x="270" y="595"/>
                        </a:cubicBezTo>
                        <a:lnTo>
                          <a:pt x="7167" y="595"/>
                        </a:lnTo>
                        <a:cubicBezTo>
                          <a:pt x="7316" y="595"/>
                          <a:pt x="7429" y="475"/>
                          <a:pt x="7429" y="326"/>
                        </a:cubicBezTo>
                        <a:lnTo>
                          <a:pt x="7429" y="270"/>
                        </a:lnTo>
                        <a:cubicBezTo>
                          <a:pt x="7429" y="121"/>
                          <a:pt x="7316" y="1"/>
                          <a:pt x="7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7"/>
                  <p:cNvSpPr/>
                  <p:nvPr/>
                </p:nvSpPr>
                <p:spPr>
                  <a:xfrm>
                    <a:off x="3187541" y="2348533"/>
                    <a:ext cx="800705" cy="480660"/>
                  </a:xfrm>
                  <a:custGeom>
                    <a:avLst/>
                    <a:gdLst/>
                    <a:ahLst/>
                    <a:cxnLst/>
                    <a:rect l="l" t="t" r="r" b="b"/>
                    <a:pathLst>
                      <a:path w="23665" h="14206" extrusionOk="0">
                        <a:moveTo>
                          <a:pt x="468" y="1"/>
                        </a:moveTo>
                        <a:cubicBezTo>
                          <a:pt x="234" y="1"/>
                          <a:pt x="1" y="206"/>
                          <a:pt x="1" y="475"/>
                        </a:cubicBezTo>
                        <a:lnTo>
                          <a:pt x="1" y="13739"/>
                        </a:lnTo>
                        <a:cubicBezTo>
                          <a:pt x="1" y="14001"/>
                          <a:pt x="234" y="14206"/>
                          <a:pt x="468" y="14206"/>
                        </a:cubicBezTo>
                        <a:lnTo>
                          <a:pt x="23198" y="14206"/>
                        </a:lnTo>
                        <a:cubicBezTo>
                          <a:pt x="23431" y="14206"/>
                          <a:pt x="23665" y="14001"/>
                          <a:pt x="23665" y="13739"/>
                        </a:cubicBezTo>
                        <a:lnTo>
                          <a:pt x="23665" y="475"/>
                        </a:lnTo>
                        <a:cubicBezTo>
                          <a:pt x="23665" y="206"/>
                          <a:pt x="23431" y="1"/>
                          <a:pt x="231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7"/>
                  <p:cNvSpPr/>
                  <p:nvPr/>
                </p:nvSpPr>
                <p:spPr>
                  <a:xfrm>
                    <a:off x="3191399" y="2386362"/>
                    <a:ext cx="793025" cy="405986"/>
                  </a:xfrm>
                  <a:custGeom>
                    <a:avLst/>
                    <a:gdLst/>
                    <a:ahLst/>
                    <a:cxnLst/>
                    <a:rect l="l" t="t" r="r" b="b"/>
                    <a:pathLst>
                      <a:path w="23438" h="11999" extrusionOk="0">
                        <a:moveTo>
                          <a:pt x="0" y="0"/>
                        </a:moveTo>
                        <a:lnTo>
                          <a:pt x="0" y="11999"/>
                        </a:lnTo>
                        <a:lnTo>
                          <a:pt x="23438" y="11999"/>
                        </a:lnTo>
                        <a:lnTo>
                          <a:pt x="234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7"/>
                  <p:cNvSpPr/>
                  <p:nvPr/>
                </p:nvSpPr>
                <p:spPr>
                  <a:xfrm>
                    <a:off x="3264146" y="2426322"/>
                    <a:ext cx="87903" cy="12959"/>
                  </a:xfrm>
                  <a:custGeom>
                    <a:avLst/>
                    <a:gdLst/>
                    <a:ahLst/>
                    <a:cxnLst/>
                    <a:rect l="l" t="t" r="r" b="b"/>
                    <a:pathLst>
                      <a:path w="2598" h="383" extrusionOk="0">
                        <a:moveTo>
                          <a:pt x="1" y="1"/>
                        </a:moveTo>
                        <a:lnTo>
                          <a:pt x="1" y="383"/>
                        </a:lnTo>
                        <a:lnTo>
                          <a:pt x="2597" y="383"/>
                        </a:lnTo>
                        <a:lnTo>
                          <a:pt x="25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7"/>
                  <p:cNvSpPr/>
                  <p:nvPr/>
                </p:nvSpPr>
                <p:spPr>
                  <a:xfrm>
                    <a:off x="3368055" y="2426322"/>
                    <a:ext cx="147453" cy="12959"/>
                  </a:xfrm>
                  <a:custGeom>
                    <a:avLst/>
                    <a:gdLst/>
                    <a:ahLst/>
                    <a:cxnLst/>
                    <a:rect l="l" t="t" r="r" b="b"/>
                    <a:pathLst>
                      <a:path w="4358" h="383" extrusionOk="0">
                        <a:moveTo>
                          <a:pt x="0" y="1"/>
                        </a:moveTo>
                        <a:lnTo>
                          <a:pt x="0" y="383"/>
                        </a:lnTo>
                        <a:lnTo>
                          <a:pt x="4358" y="383"/>
                        </a:lnTo>
                        <a:lnTo>
                          <a:pt x="43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7"/>
                  <p:cNvSpPr/>
                  <p:nvPr/>
                </p:nvSpPr>
                <p:spPr>
                  <a:xfrm>
                    <a:off x="3532498" y="2426322"/>
                    <a:ext cx="172592" cy="12959"/>
                  </a:xfrm>
                  <a:custGeom>
                    <a:avLst/>
                    <a:gdLst/>
                    <a:ahLst/>
                    <a:cxnLst/>
                    <a:rect l="l" t="t" r="r" b="b"/>
                    <a:pathLst>
                      <a:path w="5101" h="383" extrusionOk="0">
                        <a:moveTo>
                          <a:pt x="0" y="1"/>
                        </a:moveTo>
                        <a:lnTo>
                          <a:pt x="0" y="383"/>
                        </a:lnTo>
                        <a:lnTo>
                          <a:pt x="5101" y="383"/>
                        </a:lnTo>
                        <a:lnTo>
                          <a:pt x="51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7"/>
                  <p:cNvSpPr/>
                  <p:nvPr/>
                </p:nvSpPr>
                <p:spPr>
                  <a:xfrm>
                    <a:off x="3723027" y="2426322"/>
                    <a:ext cx="65843" cy="12959"/>
                  </a:xfrm>
                  <a:custGeom>
                    <a:avLst/>
                    <a:gdLst/>
                    <a:ahLst/>
                    <a:cxnLst/>
                    <a:rect l="l" t="t" r="r" b="b"/>
                    <a:pathLst>
                      <a:path w="1946" h="383" extrusionOk="0">
                        <a:moveTo>
                          <a:pt x="0" y="1"/>
                        </a:moveTo>
                        <a:lnTo>
                          <a:pt x="0" y="383"/>
                        </a:lnTo>
                        <a:lnTo>
                          <a:pt x="1946" y="383"/>
                        </a:lnTo>
                        <a:lnTo>
                          <a:pt x="19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7"/>
                  <p:cNvSpPr/>
                  <p:nvPr/>
                </p:nvSpPr>
                <p:spPr>
                  <a:xfrm>
                    <a:off x="3503534" y="2458161"/>
                    <a:ext cx="20132" cy="12011"/>
                  </a:xfrm>
                  <a:custGeom>
                    <a:avLst/>
                    <a:gdLst/>
                    <a:ahLst/>
                    <a:cxnLst/>
                    <a:rect l="l" t="t" r="r" b="b"/>
                    <a:pathLst>
                      <a:path w="595" h="355" extrusionOk="0">
                        <a:moveTo>
                          <a:pt x="0" y="1"/>
                        </a:moveTo>
                        <a:lnTo>
                          <a:pt x="0" y="354"/>
                        </a:lnTo>
                        <a:lnTo>
                          <a:pt x="594" y="354"/>
                        </a:lnTo>
                        <a:lnTo>
                          <a:pt x="5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7"/>
                  <p:cNvSpPr/>
                  <p:nvPr/>
                </p:nvSpPr>
                <p:spPr>
                  <a:xfrm>
                    <a:off x="3563356" y="2458161"/>
                    <a:ext cx="9135" cy="12011"/>
                  </a:xfrm>
                  <a:custGeom>
                    <a:avLst/>
                    <a:gdLst/>
                    <a:ahLst/>
                    <a:cxnLst/>
                    <a:rect l="l" t="t" r="r" b="b"/>
                    <a:pathLst>
                      <a:path w="270" h="355" extrusionOk="0">
                        <a:moveTo>
                          <a:pt x="1" y="1"/>
                        </a:moveTo>
                        <a:lnTo>
                          <a:pt x="1" y="354"/>
                        </a:lnTo>
                        <a:lnTo>
                          <a:pt x="270" y="354"/>
                        </a:lnTo>
                        <a:lnTo>
                          <a:pt x="2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7"/>
                  <p:cNvSpPr/>
                  <p:nvPr/>
                </p:nvSpPr>
                <p:spPr>
                  <a:xfrm>
                    <a:off x="3581323" y="2458161"/>
                    <a:ext cx="157773" cy="12011"/>
                  </a:xfrm>
                  <a:custGeom>
                    <a:avLst/>
                    <a:gdLst/>
                    <a:ahLst/>
                    <a:cxnLst/>
                    <a:rect l="l" t="t" r="r" b="b"/>
                    <a:pathLst>
                      <a:path w="4663" h="355" extrusionOk="0">
                        <a:moveTo>
                          <a:pt x="0" y="1"/>
                        </a:moveTo>
                        <a:lnTo>
                          <a:pt x="0" y="354"/>
                        </a:lnTo>
                        <a:lnTo>
                          <a:pt x="4662" y="354"/>
                        </a:lnTo>
                        <a:lnTo>
                          <a:pt x="46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7"/>
                  <p:cNvSpPr/>
                  <p:nvPr/>
                </p:nvSpPr>
                <p:spPr>
                  <a:xfrm>
                    <a:off x="3758927" y="2458161"/>
                    <a:ext cx="45982" cy="12011"/>
                  </a:xfrm>
                  <a:custGeom>
                    <a:avLst/>
                    <a:gdLst/>
                    <a:ahLst/>
                    <a:cxnLst/>
                    <a:rect l="l" t="t" r="r" b="b"/>
                    <a:pathLst>
                      <a:path w="1359" h="355" extrusionOk="0">
                        <a:moveTo>
                          <a:pt x="0" y="1"/>
                        </a:moveTo>
                        <a:lnTo>
                          <a:pt x="0" y="354"/>
                        </a:lnTo>
                        <a:lnTo>
                          <a:pt x="1359" y="354"/>
                        </a:lnTo>
                        <a:lnTo>
                          <a:pt x="13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7"/>
                  <p:cNvSpPr/>
                  <p:nvPr/>
                </p:nvSpPr>
                <p:spPr>
                  <a:xfrm>
                    <a:off x="3532498" y="2458161"/>
                    <a:ext cx="18914" cy="12011"/>
                  </a:xfrm>
                  <a:custGeom>
                    <a:avLst/>
                    <a:gdLst/>
                    <a:ahLst/>
                    <a:cxnLst/>
                    <a:rect l="l" t="t" r="r" b="b"/>
                    <a:pathLst>
                      <a:path w="559" h="355" extrusionOk="0">
                        <a:moveTo>
                          <a:pt x="0" y="1"/>
                        </a:moveTo>
                        <a:lnTo>
                          <a:pt x="0" y="354"/>
                        </a:lnTo>
                        <a:lnTo>
                          <a:pt x="559" y="354"/>
                        </a:lnTo>
                        <a:lnTo>
                          <a:pt x="5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7"/>
                  <p:cNvSpPr/>
                  <p:nvPr/>
                </p:nvSpPr>
                <p:spPr>
                  <a:xfrm>
                    <a:off x="3412786" y="2458161"/>
                    <a:ext cx="83809" cy="12011"/>
                  </a:xfrm>
                  <a:custGeom>
                    <a:avLst/>
                    <a:gdLst/>
                    <a:ahLst/>
                    <a:cxnLst/>
                    <a:rect l="l" t="t" r="r" b="b"/>
                    <a:pathLst>
                      <a:path w="2477" h="355" extrusionOk="0">
                        <a:moveTo>
                          <a:pt x="1" y="1"/>
                        </a:moveTo>
                        <a:lnTo>
                          <a:pt x="1" y="354"/>
                        </a:lnTo>
                        <a:lnTo>
                          <a:pt x="2477" y="354"/>
                        </a:lnTo>
                        <a:lnTo>
                          <a:pt x="24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7"/>
                  <p:cNvSpPr/>
                  <p:nvPr/>
                </p:nvSpPr>
                <p:spPr>
                  <a:xfrm>
                    <a:off x="3292162" y="2458161"/>
                    <a:ext cx="110843" cy="12011"/>
                  </a:xfrm>
                  <a:custGeom>
                    <a:avLst/>
                    <a:gdLst/>
                    <a:ahLst/>
                    <a:cxnLst/>
                    <a:rect l="l" t="t" r="r" b="b"/>
                    <a:pathLst>
                      <a:path w="3276" h="355" extrusionOk="0">
                        <a:moveTo>
                          <a:pt x="0" y="1"/>
                        </a:moveTo>
                        <a:lnTo>
                          <a:pt x="0" y="354"/>
                        </a:lnTo>
                        <a:lnTo>
                          <a:pt x="3276" y="354"/>
                        </a:lnTo>
                        <a:lnTo>
                          <a:pt x="32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7"/>
                  <p:cNvSpPr/>
                  <p:nvPr/>
                </p:nvSpPr>
                <p:spPr>
                  <a:xfrm>
                    <a:off x="3264146" y="2458161"/>
                    <a:ext cx="19184" cy="12011"/>
                  </a:xfrm>
                  <a:custGeom>
                    <a:avLst/>
                    <a:gdLst/>
                    <a:ahLst/>
                    <a:cxnLst/>
                    <a:rect l="l" t="t" r="r" b="b"/>
                    <a:pathLst>
                      <a:path w="567" h="355" extrusionOk="0">
                        <a:moveTo>
                          <a:pt x="1" y="1"/>
                        </a:moveTo>
                        <a:lnTo>
                          <a:pt x="1" y="354"/>
                        </a:lnTo>
                        <a:lnTo>
                          <a:pt x="567" y="354"/>
                        </a:lnTo>
                        <a:lnTo>
                          <a:pt x="5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7"/>
                  <p:cNvSpPr/>
                  <p:nvPr/>
                </p:nvSpPr>
                <p:spPr>
                  <a:xfrm>
                    <a:off x="3264146" y="2489053"/>
                    <a:ext cx="16072" cy="13196"/>
                  </a:xfrm>
                  <a:custGeom>
                    <a:avLst/>
                    <a:gdLst/>
                    <a:ahLst/>
                    <a:cxnLst/>
                    <a:rect l="l" t="t" r="r" b="b"/>
                    <a:pathLst>
                      <a:path w="475" h="390" extrusionOk="0">
                        <a:moveTo>
                          <a:pt x="1" y="0"/>
                        </a:moveTo>
                        <a:lnTo>
                          <a:pt x="1" y="389"/>
                        </a:lnTo>
                        <a:lnTo>
                          <a:pt x="475" y="389"/>
                        </a:lnTo>
                        <a:lnTo>
                          <a:pt x="4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7"/>
                  <p:cNvSpPr/>
                  <p:nvPr/>
                </p:nvSpPr>
                <p:spPr>
                  <a:xfrm>
                    <a:off x="3295275" y="2489053"/>
                    <a:ext cx="158483" cy="13196"/>
                  </a:xfrm>
                  <a:custGeom>
                    <a:avLst/>
                    <a:gdLst/>
                    <a:ahLst/>
                    <a:cxnLst/>
                    <a:rect l="l" t="t" r="r" b="b"/>
                    <a:pathLst>
                      <a:path w="4684" h="390" extrusionOk="0">
                        <a:moveTo>
                          <a:pt x="0" y="0"/>
                        </a:moveTo>
                        <a:lnTo>
                          <a:pt x="0" y="389"/>
                        </a:lnTo>
                        <a:lnTo>
                          <a:pt x="4684" y="389"/>
                        </a:lnTo>
                        <a:lnTo>
                          <a:pt x="4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7"/>
                  <p:cNvSpPr/>
                  <p:nvPr/>
                </p:nvSpPr>
                <p:spPr>
                  <a:xfrm>
                    <a:off x="3470713" y="2489053"/>
                    <a:ext cx="251394" cy="13196"/>
                  </a:xfrm>
                  <a:custGeom>
                    <a:avLst/>
                    <a:gdLst/>
                    <a:ahLst/>
                    <a:cxnLst/>
                    <a:rect l="l" t="t" r="r" b="b"/>
                    <a:pathLst>
                      <a:path w="7430" h="390" extrusionOk="0">
                        <a:moveTo>
                          <a:pt x="1" y="0"/>
                        </a:moveTo>
                        <a:lnTo>
                          <a:pt x="1" y="389"/>
                        </a:lnTo>
                        <a:lnTo>
                          <a:pt x="7429" y="389"/>
                        </a:lnTo>
                        <a:lnTo>
                          <a:pt x="742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3730911" y="2489053"/>
                    <a:ext cx="73997" cy="13196"/>
                  </a:xfrm>
                  <a:custGeom>
                    <a:avLst/>
                    <a:gdLst/>
                    <a:ahLst/>
                    <a:cxnLst/>
                    <a:rect l="l" t="t" r="r" b="b"/>
                    <a:pathLst>
                      <a:path w="2187" h="390" extrusionOk="0">
                        <a:moveTo>
                          <a:pt x="1" y="0"/>
                        </a:moveTo>
                        <a:lnTo>
                          <a:pt x="1" y="389"/>
                        </a:lnTo>
                        <a:lnTo>
                          <a:pt x="2187" y="389"/>
                        </a:lnTo>
                        <a:lnTo>
                          <a:pt x="218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3594485" y="2521130"/>
                    <a:ext cx="192487" cy="12959"/>
                  </a:xfrm>
                  <a:custGeom>
                    <a:avLst/>
                    <a:gdLst/>
                    <a:ahLst/>
                    <a:cxnLst/>
                    <a:rect l="l" t="t" r="r" b="b"/>
                    <a:pathLst>
                      <a:path w="5689" h="383" extrusionOk="0">
                        <a:moveTo>
                          <a:pt x="0" y="0"/>
                        </a:moveTo>
                        <a:lnTo>
                          <a:pt x="0" y="382"/>
                        </a:lnTo>
                        <a:lnTo>
                          <a:pt x="5688" y="382"/>
                        </a:lnTo>
                        <a:lnTo>
                          <a:pt x="56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3264146" y="2521130"/>
                    <a:ext cx="31162" cy="12959"/>
                  </a:xfrm>
                  <a:custGeom>
                    <a:avLst/>
                    <a:gdLst/>
                    <a:ahLst/>
                    <a:cxnLst/>
                    <a:rect l="l" t="t" r="r" b="b"/>
                    <a:pathLst>
                      <a:path w="921" h="383" extrusionOk="0">
                        <a:moveTo>
                          <a:pt x="1" y="0"/>
                        </a:moveTo>
                        <a:lnTo>
                          <a:pt x="1" y="382"/>
                        </a:lnTo>
                        <a:lnTo>
                          <a:pt x="920" y="382"/>
                        </a:lnTo>
                        <a:lnTo>
                          <a:pt x="9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3308200" y="2521130"/>
                    <a:ext cx="150600" cy="12959"/>
                  </a:xfrm>
                  <a:custGeom>
                    <a:avLst/>
                    <a:gdLst/>
                    <a:ahLst/>
                    <a:cxnLst/>
                    <a:rect l="l" t="t" r="r" b="b"/>
                    <a:pathLst>
                      <a:path w="4451" h="383" extrusionOk="0">
                        <a:moveTo>
                          <a:pt x="0" y="0"/>
                        </a:moveTo>
                        <a:lnTo>
                          <a:pt x="0" y="382"/>
                        </a:lnTo>
                        <a:lnTo>
                          <a:pt x="4450" y="382"/>
                        </a:lnTo>
                        <a:lnTo>
                          <a:pt x="445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3468819" y="2521130"/>
                    <a:ext cx="98629" cy="12959"/>
                  </a:xfrm>
                  <a:custGeom>
                    <a:avLst/>
                    <a:gdLst/>
                    <a:ahLst/>
                    <a:cxnLst/>
                    <a:rect l="l" t="t" r="r" b="b"/>
                    <a:pathLst>
                      <a:path w="2915" h="383" extrusionOk="0">
                        <a:moveTo>
                          <a:pt x="0" y="0"/>
                        </a:moveTo>
                        <a:lnTo>
                          <a:pt x="0" y="382"/>
                        </a:lnTo>
                        <a:lnTo>
                          <a:pt x="2915" y="382"/>
                        </a:lnTo>
                        <a:lnTo>
                          <a:pt x="29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3368055" y="2552969"/>
                    <a:ext cx="29944" cy="12959"/>
                  </a:xfrm>
                  <a:custGeom>
                    <a:avLst/>
                    <a:gdLst/>
                    <a:ahLst/>
                    <a:cxnLst/>
                    <a:rect l="l" t="t" r="r" b="b"/>
                    <a:pathLst>
                      <a:path w="885" h="383" extrusionOk="0">
                        <a:moveTo>
                          <a:pt x="0" y="0"/>
                        </a:moveTo>
                        <a:lnTo>
                          <a:pt x="0" y="382"/>
                        </a:lnTo>
                        <a:lnTo>
                          <a:pt x="884" y="382"/>
                        </a:lnTo>
                        <a:lnTo>
                          <a:pt x="8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7"/>
                  <p:cNvSpPr/>
                  <p:nvPr/>
                </p:nvSpPr>
                <p:spPr>
                  <a:xfrm>
                    <a:off x="3264146" y="2552969"/>
                    <a:ext cx="91016" cy="12959"/>
                  </a:xfrm>
                  <a:custGeom>
                    <a:avLst/>
                    <a:gdLst/>
                    <a:ahLst/>
                    <a:cxnLst/>
                    <a:rect l="l" t="t" r="r" b="b"/>
                    <a:pathLst>
                      <a:path w="2690" h="383" extrusionOk="0">
                        <a:moveTo>
                          <a:pt x="1" y="0"/>
                        </a:moveTo>
                        <a:lnTo>
                          <a:pt x="1" y="382"/>
                        </a:lnTo>
                        <a:lnTo>
                          <a:pt x="2689" y="382"/>
                        </a:lnTo>
                        <a:lnTo>
                          <a:pt x="268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a:off x="3407779" y="2552969"/>
                    <a:ext cx="28049" cy="12959"/>
                  </a:xfrm>
                  <a:custGeom>
                    <a:avLst/>
                    <a:gdLst/>
                    <a:ahLst/>
                    <a:cxnLst/>
                    <a:rect l="l" t="t" r="r" b="b"/>
                    <a:pathLst>
                      <a:path w="829" h="383" extrusionOk="0">
                        <a:moveTo>
                          <a:pt x="0" y="0"/>
                        </a:moveTo>
                        <a:lnTo>
                          <a:pt x="0" y="382"/>
                        </a:lnTo>
                        <a:lnTo>
                          <a:pt x="828" y="382"/>
                        </a:lnTo>
                        <a:lnTo>
                          <a:pt x="8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p:nvPr/>
                </p:nvSpPr>
                <p:spPr>
                  <a:xfrm>
                    <a:off x="3445844" y="2552969"/>
                    <a:ext cx="122584" cy="12959"/>
                  </a:xfrm>
                  <a:custGeom>
                    <a:avLst/>
                    <a:gdLst/>
                    <a:ahLst/>
                    <a:cxnLst/>
                    <a:rect l="l" t="t" r="r" b="b"/>
                    <a:pathLst>
                      <a:path w="3623" h="383" extrusionOk="0">
                        <a:moveTo>
                          <a:pt x="0" y="0"/>
                        </a:moveTo>
                        <a:lnTo>
                          <a:pt x="0" y="382"/>
                        </a:lnTo>
                        <a:lnTo>
                          <a:pt x="3622" y="382"/>
                        </a:lnTo>
                        <a:lnTo>
                          <a:pt x="36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p:cNvSpPr/>
                  <p:nvPr/>
                </p:nvSpPr>
                <p:spPr>
                  <a:xfrm>
                    <a:off x="3585383" y="2552969"/>
                    <a:ext cx="55794" cy="12959"/>
                  </a:xfrm>
                  <a:custGeom>
                    <a:avLst/>
                    <a:gdLst/>
                    <a:ahLst/>
                    <a:cxnLst/>
                    <a:rect l="l" t="t" r="r" b="b"/>
                    <a:pathLst>
                      <a:path w="1649" h="383" extrusionOk="0">
                        <a:moveTo>
                          <a:pt x="1" y="0"/>
                        </a:moveTo>
                        <a:lnTo>
                          <a:pt x="1" y="382"/>
                        </a:lnTo>
                        <a:lnTo>
                          <a:pt x="1649" y="382"/>
                        </a:lnTo>
                        <a:lnTo>
                          <a:pt x="16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a:off x="3664153" y="2552969"/>
                    <a:ext cx="56978" cy="12959"/>
                  </a:xfrm>
                  <a:custGeom>
                    <a:avLst/>
                    <a:gdLst/>
                    <a:ahLst/>
                    <a:cxnLst/>
                    <a:rect l="l" t="t" r="r" b="b"/>
                    <a:pathLst>
                      <a:path w="1684" h="383" extrusionOk="0">
                        <a:moveTo>
                          <a:pt x="0" y="0"/>
                        </a:moveTo>
                        <a:lnTo>
                          <a:pt x="0" y="382"/>
                        </a:lnTo>
                        <a:lnTo>
                          <a:pt x="1684" y="382"/>
                        </a:lnTo>
                        <a:lnTo>
                          <a:pt x="1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a:off x="3748878" y="2552969"/>
                    <a:ext cx="38098" cy="12959"/>
                  </a:xfrm>
                  <a:custGeom>
                    <a:avLst/>
                    <a:gdLst/>
                    <a:ahLst/>
                    <a:cxnLst/>
                    <a:rect l="l" t="t" r="r" b="b"/>
                    <a:pathLst>
                      <a:path w="1126" h="383" extrusionOk="0">
                        <a:moveTo>
                          <a:pt x="0" y="0"/>
                        </a:moveTo>
                        <a:lnTo>
                          <a:pt x="0" y="382"/>
                        </a:lnTo>
                        <a:lnTo>
                          <a:pt x="1125" y="382"/>
                        </a:lnTo>
                        <a:lnTo>
                          <a:pt x="1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a:off x="3623211" y="2584809"/>
                    <a:ext cx="61072" cy="11978"/>
                  </a:xfrm>
                  <a:custGeom>
                    <a:avLst/>
                    <a:gdLst/>
                    <a:ahLst/>
                    <a:cxnLst/>
                    <a:rect l="l" t="t" r="r" b="b"/>
                    <a:pathLst>
                      <a:path w="1805" h="354" extrusionOk="0">
                        <a:moveTo>
                          <a:pt x="0" y="0"/>
                        </a:moveTo>
                        <a:lnTo>
                          <a:pt x="0" y="354"/>
                        </a:lnTo>
                        <a:lnTo>
                          <a:pt x="1804" y="354"/>
                        </a:lnTo>
                        <a:lnTo>
                          <a:pt x="18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p:cNvSpPr/>
                  <p:nvPr/>
                </p:nvSpPr>
                <p:spPr>
                  <a:xfrm>
                    <a:off x="3264146" y="2584809"/>
                    <a:ext cx="33091" cy="11978"/>
                  </a:xfrm>
                  <a:custGeom>
                    <a:avLst/>
                    <a:gdLst/>
                    <a:ahLst/>
                    <a:cxnLst/>
                    <a:rect l="l" t="t" r="r" b="b"/>
                    <a:pathLst>
                      <a:path w="978" h="354" extrusionOk="0">
                        <a:moveTo>
                          <a:pt x="1" y="0"/>
                        </a:moveTo>
                        <a:lnTo>
                          <a:pt x="1" y="354"/>
                        </a:lnTo>
                        <a:lnTo>
                          <a:pt x="977" y="354"/>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p:cNvSpPr/>
                  <p:nvPr/>
                </p:nvSpPr>
                <p:spPr>
                  <a:xfrm>
                    <a:off x="3320178" y="2584809"/>
                    <a:ext cx="154660" cy="11978"/>
                  </a:xfrm>
                  <a:custGeom>
                    <a:avLst/>
                    <a:gdLst/>
                    <a:ahLst/>
                    <a:cxnLst/>
                    <a:rect l="l" t="t" r="r" b="b"/>
                    <a:pathLst>
                      <a:path w="4571" h="354" extrusionOk="0">
                        <a:moveTo>
                          <a:pt x="0" y="0"/>
                        </a:moveTo>
                        <a:lnTo>
                          <a:pt x="0" y="354"/>
                        </a:lnTo>
                        <a:lnTo>
                          <a:pt x="4570" y="354"/>
                        </a:lnTo>
                        <a:lnTo>
                          <a:pt x="45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a:off x="3497545" y="2584809"/>
                    <a:ext cx="32109" cy="11978"/>
                  </a:xfrm>
                  <a:custGeom>
                    <a:avLst/>
                    <a:gdLst/>
                    <a:ahLst/>
                    <a:cxnLst/>
                    <a:rect l="l" t="t" r="r" b="b"/>
                    <a:pathLst>
                      <a:path w="949" h="354" extrusionOk="0">
                        <a:moveTo>
                          <a:pt x="0" y="0"/>
                        </a:moveTo>
                        <a:lnTo>
                          <a:pt x="0" y="354"/>
                        </a:lnTo>
                        <a:lnTo>
                          <a:pt x="948" y="354"/>
                        </a:lnTo>
                        <a:lnTo>
                          <a:pt x="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p:cNvSpPr/>
                  <p:nvPr/>
                </p:nvSpPr>
                <p:spPr>
                  <a:xfrm>
                    <a:off x="3544442" y="2584809"/>
                    <a:ext cx="50076" cy="11978"/>
                  </a:xfrm>
                  <a:custGeom>
                    <a:avLst/>
                    <a:gdLst/>
                    <a:ahLst/>
                    <a:cxnLst/>
                    <a:rect l="l" t="t" r="r" b="b"/>
                    <a:pathLst>
                      <a:path w="1480" h="354" extrusionOk="0">
                        <a:moveTo>
                          <a:pt x="1" y="0"/>
                        </a:moveTo>
                        <a:lnTo>
                          <a:pt x="1" y="354"/>
                        </a:lnTo>
                        <a:lnTo>
                          <a:pt x="1479" y="354"/>
                        </a:lnTo>
                        <a:lnTo>
                          <a:pt x="14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p:cNvSpPr/>
                  <p:nvPr/>
                </p:nvSpPr>
                <p:spPr>
                  <a:xfrm>
                    <a:off x="3714162" y="2584809"/>
                    <a:ext cx="75689" cy="11978"/>
                  </a:xfrm>
                  <a:custGeom>
                    <a:avLst/>
                    <a:gdLst/>
                    <a:ahLst/>
                    <a:cxnLst/>
                    <a:rect l="l" t="t" r="r" b="b"/>
                    <a:pathLst>
                      <a:path w="2237" h="354" extrusionOk="0">
                        <a:moveTo>
                          <a:pt x="1" y="0"/>
                        </a:moveTo>
                        <a:lnTo>
                          <a:pt x="1" y="354"/>
                        </a:lnTo>
                        <a:lnTo>
                          <a:pt x="2236" y="354"/>
                        </a:lnTo>
                        <a:lnTo>
                          <a:pt x="2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p:cNvSpPr/>
                  <p:nvPr/>
                </p:nvSpPr>
                <p:spPr>
                  <a:xfrm>
                    <a:off x="3264146" y="2612791"/>
                    <a:ext cx="87903" cy="12959"/>
                  </a:xfrm>
                  <a:custGeom>
                    <a:avLst/>
                    <a:gdLst/>
                    <a:ahLst/>
                    <a:cxnLst/>
                    <a:rect l="l" t="t" r="r" b="b"/>
                    <a:pathLst>
                      <a:path w="2598" h="383" extrusionOk="0">
                        <a:moveTo>
                          <a:pt x="1" y="1"/>
                        </a:moveTo>
                        <a:lnTo>
                          <a:pt x="1" y="383"/>
                        </a:lnTo>
                        <a:lnTo>
                          <a:pt x="2597" y="383"/>
                        </a:lnTo>
                        <a:lnTo>
                          <a:pt x="25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p:cNvSpPr/>
                  <p:nvPr/>
                </p:nvSpPr>
                <p:spPr>
                  <a:xfrm>
                    <a:off x="3368055" y="2612791"/>
                    <a:ext cx="147453" cy="12959"/>
                  </a:xfrm>
                  <a:custGeom>
                    <a:avLst/>
                    <a:gdLst/>
                    <a:ahLst/>
                    <a:cxnLst/>
                    <a:rect l="l" t="t" r="r" b="b"/>
                    <a:pathLst>
                      <a:path w="4358" h="383" extrusionOk="0">
                        <a:moveTo>
                          <a:pt x="0" y="1"/>
                        </a:moveTo>
                        <a:lnTo>
                          <a:pt x="0" y="383"/>
                        </a:lnTo>
                        <a:lnTo>
                          <a:pt x="4358" y="383"/>
                        </a:lnTo>
                        <a:lnTo>
                          <a:pt x="43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3532498" y="2612791"/>
                    <a:ext cx="172592" cy="12959"/>
                  </a:xfrm>
                  <a:custGeom>
                    <a:avLst/>
                    <a:gdLst/>
                    <a:ahLst/>
                    <a:cxnLst/>
                    <a:rect l="l" t="t" r="r" b="b"/>
                    <a:pathLst>
                      <a:path w="5101" h="383" extrusionOk="0">
                        <a:moveTo>
                          <a:pt x="0" y="1"/>
                        </a:moveTo>
                        <a:lnTo>
                          <a:pt x="0" y="383"/>
                        </a:lnTo>
                        <a:lnTo>
                          <a:pt x="5101" y="383"/>
                        </a:lnTo>
                        <a:lnTo>
                          <a:pt x="51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7"/>
                  <p:cNvSpPr/>
                  <p:nvPr/>
                </p:nvSpPr>
                <p:spPr>
                  <a:xfrm>
                    <a:off x="3723027" y="2612791"/>
                    <a:ext cx="65843" cy="12959"/>
                  </a:xfrm>
                  <a:custGeom>
                    <a:avLst/>
                    <a:gdLst/>
                    <a:ahLst/>
                    <a:cxnLst/>
                    <a:rect l="l" t="t" r="r" b="b"/>
                    <a:pathLst>
                      <a:path w="1946" h="383" extrusionOk="0">
                        <a:moveTo>
                          <a:pt x="0" y="1"/>
                        </a:moveTo>
                        <a:lnTo>
                          <a:pt x="0" y="383"/>
                        </a:lnTo>
                        <a:lnTo>
                          <a:pt x="1946" y="383"/>
                        </a:lnTo>
                        <a:lnTo>
                          <a:pt x="19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7"/>
                  <p:cNvSpPr/>
                  <p:nvPr/>
                </p:nvSpPr>
                <p:spPr>
                  <a:xfrm>
                    <a:off x="3503534" y="2644630"/>
                    <a:ext cx="20132" cy="13196"/>
                  </a:xfrm>
                  <a:custGeom>
                    <a:avLst/>
                    <a:gdLst/>
                    <a:ahLst/>
                    <a:cxnLst/>
                    <a:rect l="l" t="t" r="r" b="b"/>
                    <a:pathLst>
                      <a:path w="595" h="390" extrusionOk="0">
                        <a:moveTo>
                          <a:pt x="0" y="1"/>
                        </a:moveTo>
                        <a:lnTo>
                          <a:pt x="0" y="390"/>
                        </a:lnTo>
                        <a:lnTo>
                          <a:pt x="594" y="390"/>
                        </a:lnTo>
                        <a:lnTo>
                          <a:pt x="5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7"/>
                  <p:cNvSpPr/>
                  <p:nvPr/>
                </p:nvSpPr>
                <p:spPr>
                  <a:xfrm>
                    <a:off x="3563356" y="2644630"/>
                    <a:ext cx="9135" cy="13196"/>
                  </a:xfrm>
                  <a:custGeom>
                    <a:avLst/>
                    <a:gdLst/>
                    <a:ahLst/>
                    <a:cxnLst/>
                    <a:rect l="l" t="t" r="r" b="b"/>
                    <a:pathLst>
                      <a:path w="270" h="390" extrusionOk="0">
                        <a:moveTo>
                          <a:pt x="1" y="1"/>
                        </a:moveTo>
                        <a:lnTo>
                          <a:pt x="1" y="390"/>
                        </a:lnTo>
                        <a:lnTo>
                          <a:pt x="270" y="390"/>
                        </a:lnTo>
                        <a:lnTo>
                          <a:pt x="2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7"/>
                  <p:cNvSpPr/>
                  <p:nvPr/>
                </p:nvSpPr>
                <p:spPr>
                  <a:xfrm>
                    <a:off x="3581323" y="2644630"/>
                    <a:ext cx="157773" cy="13196"/>
                  </a:xfrm>
                  <a:custGeom>
                    <a:avLst/>
                    <a:gdLst/>
                    <a:ahLst/>
                    <a:cxnLst/>
                    <a:rect l="l" t="t" r="r" b="b"/>
                    <a:pathLst>
                      <a:path w="4663" h="390" extrusionOk="0">
                        <a:moveTo>
                          <a:pt x="0" y="1"/>
                        </a:moveTo>
                        <a:lnTo>
                          <a:pt x="0" y="390"/>
                        </a:lnTo>
                        <a:lnTo>
                          <a:pt x="4662" y="390"/>
                        </a:lnTo>
                        <a:lnTo>
                          <a:pt x="46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7"/>
                  <p:cNvSpPr/>
                  <p:nvPr/>
                </p:nvSpPr>
                <p:spPr>
                  <a:xfrm>
                    <a:off x="3758927" y="2644630"/>
                    <a:ext cx="45982" cy="13196"/>
                  </a:xfrm>
                  <a:custGeom>
                    <a:avLst/>
                    <a:gdLst/>
                    <a:ahLst/>
                    <a:cxnLst/>
                    <a:rect l="l" t="t" r="r" b="b"/>
                    <a:pathLst>
                      <a:path w="1359" h="390" extrusionOk="0">
                        <a:moveTo>
                          <a:pt x="0" y="1"/>
                        </a:moveTo>
                        <a:lnTo>
                          <a:pt x="0" y="390"/>
                        </a:lnTo>
                        <a:lnTo>
                          <a:pt x="1359" y="390"/>
                        </a:lnTo>
                        <a:lnTo>
                          <a:pt x="13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7"/>
                  <p:cNvSpPr/>
                  <p:nvPr/>
                </p:nvSpPr>
                <p:spPr>
                  <a:xfrm>
                    <a:off x="3532498" y="2644630"/>
                    <a:ext cx="18914" cy="13196"/>
                  </a:xfrm>
                  <a:custGeom>
                    <a:avLst/>
                    <a:gdLst/>
                    <a:ahLst/>
                    <a:cxnLst/>
                    <a:rect l="l" t="t" r="r" b="b"/>
                    <a:pathLst>
                      <a:path w="559" h="390" extrusionOk="0">
                        <a:moveTo>
                          <a:pt x="0" y="1"/>
                        </a:moveTo>
                        <a:lnTo>
                          <a:pt x="0" y="390"/>
                        </a:lnTo>
                        <a:lnTo>
                          <a:pt x="559" y="390"/>
                        </a:lnTo>
                        <a:lnTo>
                          <a:pt x="5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7"/>
                  <p:cNvSpPr/>
                  <p:nvPr/>
                </p:nvSpPr>
                <p:spPr>
                  <a:xfrm>
                    <a:off x="3412786" y="2644630"/>
                    <a:ext cx="83809" cy="13196"/>
                  </a:xfrm>
                  <a:custGeom>
                    <a:avLst/>
                    <a:gdLst/>
                    <a:ahLst/>
                    <a:cxnLst/>
                    <a:rect l="l" t="t" r="r" b="b"/>
                    <a:pathLst>
                      <a:path w="2477" h="390" extrusionOk="0">
                        <a:moveTo>
                          <a:pt x="1" y="1"/>
                        </a:moveTo>
                        <a:lnTo>
                          <a:pt x="1" y="390"/>
                        </a:lnTo>
                        <a:lnTo>
                          <a:pt x="2477" y="390"/>
                        </a:lnTo>
                        <a:lnTo>
                          <a:pt x="24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7"/>
                  <p:cNvSpPr/>
                  <p:nvPr/>
                </p:nvSpPr>
                <p:spPr>
                  <a:xfrm>
                    <a:off x="3292162" y="2644630"/>
                    <a:ext cx="110843" cy="13196"/>
                  </a:xfrm>
                  <a:custGeom>
                    <a:avLst/>
                    <a:gdLst/>
                    <a:ahLst/>
                    <a:cxnLst/>
                    <a:rect l="l" t="t" r="r" b="b"/>
                    <a:pathLst>
                      <a:path w="3276" h="390" extrusionOk="0">
                        <a:moveTo>
                          <a:pt x="0" y="1"/>
                        </a:moveTo>
                        <a:lnTo>
                          <a:pt x="0" y="390"/>
                        </a:lnTo>
                        <a:lnTo>
                          <a:pt x="3276" y="390"/>
                        </a:lnTo>
                        <a:lnTo>
                          <a:pt x="32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3264146" y="2644630"/>
                    <a:ext cx="19184" cy="13196"/>
                  </a:xfrm>
                  <a:custGeom>
                    <a:avLst/>
                    <a:gdLst/>
                    <a:ahLst/>
                    <a:cxnLst/>
                    <a:rect l="l" t="t" r="r" b="b"/>
                    <a:pathLst>
                      <a:path w="567" h="390" extrusionOk="0">
                        <a:moveTo>
                          <a:pt x="1" y="1"/>
                        </a:moveTo>
                        <a:lnTo>
                          <a:pt x="1" y="390"/>
                        </a:lnTo>
                        <a:lnTo>
                          <a:pt x="567" y="390"/>
                        </a:lnTo>
                        <a:lnTo>
                          <a:pt x="5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7"/>
                  <p:cNvSpPr/>
                  <p:nvPr/>
                </p:nvSpPr>
                <p:spPr>
                  <a:xfrm>
                    <a:off x="3264146" y="2676707"/>
                    <a:ext cx="16072" cy="12011"/>
                  </a:xfrm>
                  <a:custGeom>
                    <a:avLst/>
                    <a:gdLst/>
                    <a:ahLst/>
                    <a:cxnLst/>
                    <a:rect l="l" t="t" r="r" b="b"/>
                    <a:pathLst>
                      <a:path w="475" h="355" extrusionOk="0">
                        <a:moveTo>
                          <a:pt x="1" y="1"/>
                        </a:moveTo>
                        <a:lnTo>
                          <a:pt x="1" y="354"/>
                        </a:lnTo>
                        <a:lnTo>
                          <a:pt x="475" y="354"/>
                        </a:lnTo>
                        <a:lnTo>
                          <a:pt x="4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7"/>
                  <p:cNvSpPr/>
                  <p:nvPr/>
                </p:nvSpPr>
                <p:spPr>
                  <a:xfrm>
                    <a:off x="3295275" y="2676707"/>
                    <a:ext cx="158483" cy="12011"/>
                  </a:xfrm>
                  <a:custGeom>
                    <a:avLst/>
                    <a:gdLst/>
                    <a:ahLst/>
                    <a:cxnLst/>
                    <a:rect l="l" t="t" r="r" b="b"/>
                    <a:pathLst>
                      <a:path w="4684" h="355" extrusionOk="0">
                        <a:moveTo>
                          <a:pt x="0" y="1"/>
                        </a:moveTo>
                        <a:lnTo>
                          <a:pt x="0" y="354"/>
                        </a:lnTo>
                        <a:lnTo>
                          <a:pt x="4684" y="354"/>
                        </a:lnTo>
                        <a:lnTo>
                          <a:pt x="46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7"/>
                  <p:cNvSpPr/>
                  <p:nvPr/>
                </p:nvSpPr>
                <p:spPr>
                  <a:xfrm>
                    <a:off x="3470713" y="2676707"/>
                    <a:ext cx="251394" cy="12011"/>
                  </a:xfrm>
                  <a:custGeom>
                    <a:avLst/>
                    <a:gdLst/>
                    <a:ahLst/>
                    <a:cxnLst/>
                    <a:rect l="l" t="t" r="r" b="b"/>
                    <a:pathLst>
                      <a:path w="7430" h="355" extrusionOk="0">
                        <a:moveTo>
                          <a:pt x="1" y="1"/>
                        </a:moveTo>
                        <a:lnTo>
                          <a:pt x="1" y="354"/>
                        </a:lnTo>
                        <a:lnTo>
                          <a:pt x="7429" y="354"/>
                        </a:lnTo>
                        <a:lnTo>
                          <a:pt x="74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7"/>
                  <p:cNvSpPr/>
                  <p:nvPr/>
                </p:nvSpPr>
                <p:spPr>
                  <a:xfrm>
                    <a:off x="3730911" y="2676707"/>
                    <a:ext cx="73997" cy="12011"/>
                  </a:xfrm>
                  <a:custGeom>
                    <a:avLst/>
                    <a:gdLst/>
                    <a:ahLst/>
                    <a:cxnLst/>
                    <a:rect l="l" t="t" r="r" b="b"/>
                    <a:pathLst>
                      <a:path w="2187" h="355" extrusionOk="0">
                        <a:moveTo>
                          <a:pt x="1" y="1"/>
                        </a:moveTo>
                        <a:lnTo>
                          <a:pt x="1" y="354"/>
                        </a:lnTo>
                        <a:lnTo>
                          <a:pt x="2187" y="354"/>
                        </a:lnTo>
                        <a:lnTo>
                          <a:pt x="218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7"/>
                  <p:cNvSpPr/>
                  <p:nvPr/>
                </p:nvSpPr>
                <p:spPr>
                  <a:xfrm>
                    <a:off x="3594485" y="2707599"/>
                    <a:ext cx="192487" cy="12959"/>
                  </a:xfrm>
                  <a:custGeom>
                    <a:avLst/>
                    <a:gdLst/>
                    <a:ahLst/>
                    <a:cxnLst/>
                    <a:rect l="l" t="t" r="r" b="b"/>
                    <a:pathLst>
                      <a:path w="5689" h="383" extrusionOk="0">
                        <a:moveTo>
                          <a:pt x="0" y="0"/>
                        </a:moveTo>
                        <a:lnTo>
                          <a:pt x="0" y="382"/>
                        </a:lnTo>
                        <a:lnTo>
                          <a:pt x="5688" y="382"/>
                        </a:lnTo>
                        <a:lnTo>
                          <a:pt x="56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7"/>
                  <p:cNvSpPr/>
                  <p:nvPr/>
                </p:nvSpPr>
                <p:spPr>
                  <a:xfrm>
                    <a:off x="3264146" y="2707599"/>
                    <a:ext cx="31162" cy="12959"/>
                  </a:xfrm>
                  <a:custGeom>
                    <a:avLst/>
                    <a:gdLst/>
                    <a:ahLst/>
                    <a:cxnLst/>
                    <a:rect l="l" t="t" r="r" b="b"/>
                    <a:pathLst>
                      <a:path w="921" h="383" extrusionOk="0">
                        <a:moveTo>
                          <a:pt x="1" y="0"/>
                        </a:moveTo>
                        <a:lnTo>
                          <a:pt x="1" y="382"/>
                        </a:lnTo>
                        <a:lnTo>
                          <a:pt x="920" y="382"/>
                        </a:lnTo>
                        <a:lnTo>
                          <a:pt x="9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7"/>
                  <p:cNvSpPr/>
                  <p:nvPr/>
                </p:nvSpPr>
                <p:spPr>
                  <a:xfrm>
                    <a:off x="3308200" y="2707599"/>
                    <a:ext cx="150600" cy="12959"/>
                  </a:xfrm>
                  <a:custGeom>
                    <a:avLst/>
                    <a:gdLst/>
                    <a:ahLst/>
                    <a:cxnLst/>
                    <a:rect l="l" t="t" r="r" b="b"/>
                    <a:pathLst>
                      <a:path w="4451" h="383" extrusionOk="0">
                        <a:moveTo>
                          <a:pt x="0" y="0"/>
                        </a:moveTo>
                        <a:lnTo>
                          <a:pt x="0" y="382"/>
                        </a:lnTo>
                        <a:lnTo>
                          <a:pt x="4450" y="382"/>
                        </a:lnTo>
                        <a:lnTo>
                          <a:pt x="445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7"/>
                  <p:cNvSpPr/>
                  <p:nvPr/>
                </p:nvSpPr>
                <p:spPr>
                  <a:xfrm>
                    <a:off x="3468819" y="2707599"/>
                    <a:ext cx="98629" cy="12959"/>
                  </a:xfrm>
                  <a:custGeom>
                    <a:avLst/>
                    <a:gdLst/>
                    <a:ahLst/>
                    <a:cxnLst/>
                    <a:rect l="l" t="t" r="r" b="b"/>
                    <a:pathLst>
                      <a:path w="2915" h="383" extrusionOk="0">
                        <a:moveTo>
                          <a:pt x="0" y="0"/>
                        </a:moveTo>
                        <a:lnTo>
                          <a:pt x="0" y="382"/>
                        </a:lnTo>
                        <a:lnTo>
                          <a:pt x="2915" y="382"/>
                        </a:lnTo>
                        <a:lnTo>
                          <a:pt x="29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7"/>
                  <p:cNvSpPr/>
                  <p:nvPr/>
                </p:nvSpPr>
                <p:spPr>
                  <a:xfrm>
                    <a:off x="3368055" y="2739438"/>
                    <a:ext cx="29944" cy="12959"/>
                  </a:xfrm>
                  <a:custGeom>
                    <a:avLst/>
                    <a:gdLst/>
                    <a:ahLst/>
                    <a:cxnLst/>
                    <a:rect l="l" t="t" r="r" b="b"/>
                    <a:pathLst>
                      <a:path w="885" h="383" extrusionOk="0">
                        <a:moveTo>
                          <a:pt x="0" y="0"/>
                        </a:moveTo>
                        <a:lnTo>
                          <a:pt x="0" y="382"/>
                        </a:lnTo>
                        <a:lnTo>
                          <a:pt x="884" y="382"/>
                        </a:lnTo>
                        <a:lnTo>
                          <a:pt x="8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7"/>
                  <p:cNvSpPr/>
                  <p:nvPr/>
                </p:nvSpPr>
                <p:spPr>
                  <a:xfrm>
                    <a:off x="3264146" y="2739438"/>
                    <a:ext cx="91016" cy="12959"/>
                  </a:xfrm>
                  <a:custGeom>
                    <a:avLst/>
                    <a:gdLst/>
                    <a:ahLst/>
                    <a:cxnLst/>
                    <a:rect l="l" t="t" r="r" b="b"/>
                    <a:pathLst>
                      <a:path w="2690" h="383" extrusionOk="0">
                        <a:moveTo>
                          <a:pt x="1" y="0"/>
                        </a:moveTo>
                        <a:lnTo>
                          <a:pt x="1" y="382"/>
                        </a:lnTo>
                        <a:lnTo>
                          <a:pt x="2689" y="382"/>
                        </a:lnTo>
                        <a:lnTo>
                          <a:pt x="268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7"/>
                  <p:cNvSpPr/>
                  <p:nvPr/>
                </p:nvSpPr>
                <p:spPr>
                  <a:xfrm>
                    <a:off x="3407779" y="2739438"/>
                    <a:ext cx="28049" cy="12959"/>
                  </a:xfrm>
                  <a:custGeom>
                    <a:avLst/>
                    <a:gdLst/>
                    <a:ahLst/>
                    <a:cxnLst/>
                    <a:rect l="l" t="t" r="r" b="b"/>
                    <a:pathLst>
                      <a:path w="829" h="383" extrusionOk="0">
                        <a:moveTo>
                          <a:pt x="0" y="0"/>
                        </a:moveTo>
                        <a:lnTo>
                          <a:pt x="0" y="382"/>
                        </a:lnTo>
                        <a:lnTo>
                          <a:pt x="828" y="382"/>
                        </a:lnTo>
                        <a:lnTo>
                          <a:pt x="8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7"/>
                  <p:cNvSpPr/>
                  <p:nvPr/>
                </p:nvSpPr>
                <p:spPr>
                  <a:xfrm>
                    <a:off x="3445844" y="2739438"/>
                    <a:ext cx="122584" cy="12959"/>
                  </a:xfrm>
                  <a:custGeom>
                    <a:avLst/>
                    <a:gdLst/>
                    <a:ahLst/>
                    <a:cxnLst/>
                    <a:rect l="l" t="t" r="r" b="b"/>
                    <a:pathLst>
                      <a:path w="3623" h="383" extrusionOk="0">
                        <a:moveTo>
                          <a:pt x="0" y="0"/>
                        </a:moveTo>
                        <a:lnTo>
                          <a:pt x="0" y="382"/>
                        </a:lnTo>
                        <a:lnTo>
                          <a:pt x="3622" y="382"/>
                        </a:lnTo>
                        <a:lnTo>
                          <a:pt x="36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7"/>
                  <p:cNvSpPr/>
                  <p:nvPr/>
                </p:nvSpPr>
                <p:spPr>
                  <a:xfrm>
                    <a:off x="3585383" y="2739438"/>
                    <a:ext cx="55794" cy="12959"/>
                  </a:xfrm>
                  <a:custGeom>
                    <a:avLst/>
                    <a:gdLst/>
                    <a:ahLst/>
                    <a:cxnLst/>
                    <a:rect l="l" t="t" r="r" b="b"/>
                    <a:pathLst>
                      <a:path w="1649" h="383" extrusionOk="0">
                        <a:moveTo>
                          <a:pt x="1" y="0"/>
                        </a:moveTo>
                        <a:lnTo>
                          <a:pt x="1" y="382"/>
                        </a:lnTo>
                        <a:lnTo>
                          <a:pt x="1649" y="382"/>
                        </a:lnTo>
                        <a:lnTo>
                          <a:pt x="16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7"/>
                  <p:cNvSpPr/>
                  <p:nvPr/>
                </p:nvSpPr>
                <p:spPr>
                  <a:xfrm>
                    <a:off x="3664153" y="2739438"/>
                    <a:ext cx="56978" cy="12959"/>
                  </a:xfrm>
                  <a:custGeom>
                    <a:avLst/>
                    <a:gdLst/>
                    <a:ahLst/>
                    <a:cxnLst/>
                    <a:rect l="l" t="t" r="r" b="b"/>
                    <a:pathLst>
                      <a:path w="1684" h="383" extrusionOk="0">
                        <a:moveTo>
                          <a:pt x="0" y="0"/>
                        </a:moveTo>
                        <a:lnTo>
                          <a:pt x="0" y="382"/>
                        </a:lnTo>
                        <a:lnTo>
                          <a:pt x="1684" y="382"/>
                        </a:lnTo>
                        <a:lnTo>
                          <a:pt x="1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7"/>
                  <p:cNvSpPr/>
                  <p:nvPr/>
                </p:nvSpPr>
                <p:spPr>
                  <a:xfrm>
                    <a:off x="3748878" y="2739438"/>
                    <a:ext cx="38098" cy="12959"/>
                  </a:xfrm>
                  <a:custGeom>
                    <a:avLst/>
                    <a:gdLst/>
                    <a:ahLst/>
                    <a:cxnLst/>
                    <a:rect l="l" t="t" r="r" b="b"/>
                    <a:pathLst>
                      <a:path w="1126" h="383" extrusionOk="0">
                        <a:moveTo>
                          <a:pt x="0" y="0"/>
                        </a:moveTo>
                        <a:lnTo>
                          <a:pt x="0" y="382"/>
                        </a:lnTo>
                        <a:lnTo>
                          <a:pt x="1125" y="382"/>
                        </a:lnTo>
                        <a:lnTo>
                          <a:pt x="1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7"/>
                  <p:cNvSpPr/>
                  <p:nvPr/>
                </p:nvSpPr>
                <p:spPr>
                  <a:xfrm>
                    <a:off x="3623211" y="2771515"/>
                    <a:ext cx="61072" cy="12959"/>
                  </a:xfrm>
                  <a:custGeom>
                    <a:avLst/>
                    <a:gdLst/>
                    <a:ahLst/>
                    <a:cxnLst/>
                    <a:rect l="l" t="t" r="r" b="b"/>
                    <a:pathLst>
                      <a:path w="1805" h="383" extrusionOk="0">
                        <a:moveTo>
                          <a:pt x="0" y="0"/>
                        </a:moveTo>
                        <a:lnTo>
                          <a:pt x="0" y="382"/>
                        </a:lnTo>
                        <a:lnTo>
                          <a:pt x="1804" y="382"/>
                        </a:lnTo>
                        <a:lnTo>
                          <a:pt x="18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7"/>
                  <p:cNvSpPr/>
                  <p:nvPr/>
                </p:nvSpPr>
                <p:spPr>
                  <a:xfrm>
                    <a:off x="3264146" y="2771515"/>
                    <a:ext cx="33091" cy="12959"/>
                  </a:xfrm>
                  <a:custGeom>
                    <a:avLst/>
                    <a:gdLst/>
                    <a:ahLst/>
                    <a:cxnLst/>
                    <a:rect l="l" t="t" r="r" b="b"/>
                    <a:pathLst>
                      <a:path w="978" h="383" extrusionOk="0">
                        <a:moveTo>
                          <a:pt x="1" y="0"/>
                        </a:moveTo>
                        <a:lnTo>
                          <a:pt x="1" y="382"/>
                        </a:lnTo>
                        <a:lnTo>
                          <a:pt x="977" y="382"/>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7"/>
                  <p:cNvSpPr/>
                  <p:nvPr/>
                </p:nvSpPr>
                <p:spPr>
                  <a:xfrm>
                    <a:off x="3320178" y="2771515"/>
                    <a:ext cx="154660" cy="12959"/>
                  </a:xfrm>
                  <a:custGeom>
                    <a:avLst/>
                    <a:gdLst/>
                    <a:ahLst/>
                    <a:cxnLst/>
                    <a:rect l="l" t="t" r="r" b="b"/>
                    <a:pathLst>
                      <a:path w="4571" h="383" extrusionOk="0">
                        <a:moveTo>
                          <a:pt x="0" y="0"/>
                        </a:moveTo>
                        <a:lnTo>
                          <a:pt x="0" y="382"/>
                        </a:lnTo>
                        <a:lnTo>
                          <a:pt x="4570" y="382"/>
                        </a:lnTo>
                        <a:lnTo>
                          <a:pt x="45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7"/>
                  <p:cNvSpPr/>
                  <p:nvPr/>
                </p:nvSpPr>
                <p:spPr>
                  <a:xfrm>
                    <a:off x="3497545" y="2771515"/>
                    <a:ext cx="32109" cy="12959"/>
                  </a:xfrm>
                  <a:custGeom>
                    <a:avLst/>
                    <a:gdLst/>
                    <a:ahLst/>
                    <a:cxnLst/>
                    <a:rect l="l" t="t" r="r" b="b"/>
                    <a:pathLst>
                      <a:path w="949" h="383" extrusionOk="0">
                        <a:moveTo>
                          <a:pt x="0" y="0"/>
                        </a:moveTo>
                        <a:lnTo>
                          <a:pt x="0" y="382"/>
                        </a:lnTo>
                        <a:lnTo>
                          <a:pt x="948" y="382"/>
                        </a:lnTo>
                        <a:lnTo>
                          <a:pt x="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7"/>
                  <p:cNvSpPr/>
                  <p:nvPr/>
                </p:nvSpPr>
                <p:spPr>
                  <a:xfrm>
                    <a:off x="3544442" y="2771515"/>
                    <a:ext cx="50076" cy="12959"/>
                  </a:xfrm>
                  <a:custGeom>
                    <a:avLst/>
                    <a:gdLst/>
                    <a:ahLst/>
                    <a:cxnLst/>
                    <a:rect l="l" t="t" r="r" b="b"/>
                    <a:pathLst>
                      <a:path w="1480" h="383" extrusionOk="0">
                        <a:moveTo>
                          <a:pt x="1" y="0"/>
                        </a:moveTo>
                        <a:lnTo>
                          <a:pt x="1" y="382"/>
                        </a:lnTo>
                        <a:lnTo>
                          <a:pt x="1479" y="382"/>
                        </a:lnTo>
                        <a:lnTo>
                          <a:pt x="14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7"/>
                  <p:cNvSpPr/>
                  <p:nvPr/>
                </p:nvSpPr>
                <p:spPr>
                  <a:xfrm>
                    <a:off x="3714162" y="2771515"/>
                    <a:ext cx="75689" cy="12959"/>
                  </a:xfrm>
                  <a:custGeom>
                    <a:avLst/>
                    <a:gdLst/>
                    <a:ahLst/>
                    <a:cxnLst/>
                    <a:rect l="l" t="t" r="r" b="b"/>
                    <a:pathLst>
                      <a:path w="2237" h="383" extrusionOk="0">
                        <a:moveTo>
                          <a:pt x="1" y="0"/>
                        </a:moveTo>
                        <a:lnTo>
                          <a:pt x="1" y="382"/>
                        </a:lnTo>
                        <a:lnTo>
                          <a:pt x="2236" y="382"/>
                        </a:lnTo>
                        <a:lnTo>
                          <a:pt x="2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 name="Google Shape;537;p37"/>
                <p:cNvGrpSpPr/>
                <p:nvPr/>
              </p:nvGrpSpPr>
              <p:grpSpPr>
                <a:xfrm>
                  <a:off x="3023938" y="2911749"/>
                  <a:ext cx="215463" cy="293253"/>
                  <a:chOff x="2902238" y="2671699"/>
                  <a:chExt cx="215463" cy="293253"/>
                </a:xfrm>
              </p:grpSpPr>
              <p:sp>
                <p:nvSpPr>
                  <p:cNvPr id="538" name="Google Shape;538;p37"/>
                  <p:cNvSpPr/>
                  <p:nvPr/>
                </p:nvSpPr>
                <p:spPr>
                  <a:xfrm>
                    <a:off x="2935024" y="2671699"/>
                    <a:ext cx="84994" cy="134799"/>
                  </a:xfrm>
                  <a:custGeom>
                    <a:avLst/>
                    <a:gdLst/>
                    <a:ahLst/>
                    <a:cxnLst/>
                    <a:rect l="l" t="t" r="r" b="b"/>
                    <a:pathLst>
                      <a:path w="2512" h="3984" extrusionOk="0">
                        <a:moveTo>
                          <a:pt x="1" y="0"/>
                        </a:moveTo>
                        <a:cubicBezTo>
                          <a:pt x="36" y="57"/>
                          <a:pt x="1" y="382"/>
                          <a:pt x="1" y="474"/>
                        </a:cubicBezTo>
                        <a:cubicBezTo>
                          <a:pt x="36" y="651"/>
                          <a:pt x="36" y="828"/>
                          <a:pt x="93" y="969"/>
                        </a:cubicBezTo>
                        <a:cubicBezTo>
                          <a:pt x="149" y="1323"/>
                          <a:pt x="269" y="1648"/>
                          <a:pt x="418" y="1945"/>
                        </a:cubicBezTo>
                        <a:cubicBezTo>
                          <a:pt x="743" y="2561"/>
                          <a:pt x="1210" y="3127"/>
                          <a:pt x="1713" y="3566"/>
                        </a:cubicBezTo>
                        <a:cubicBezTo>
                          <a:pt x="1861" y="3714"/>
                          <a:pt x="2010" y="3834"/>
                          <a:pt x="2187" y="3919"/>
                        </a:cubicBezTo>
                        <a:cubicBezTo>
                          <a:pt x="2210" y="3919"/>
                          <a:pt x="2299" y="3984"/>
                          <a:pt x="2360" y="3984"/>
                        </a:cubicBezTo>
                        <a:cubicBezTo>
                          <a:pt x="2372" y="3984"/>
                          <a:pt x="2383" y="3982"/>
                          <a:pt x="2392" y="3976"/>
                        </a:cubicBezTo>
                        <a:cubicBezTo>
                          <a:pt x="2512" y="3863"/>
                          <a:pt x="2420" y="3332"/>
                          <a:pt x="2420" y="3212"/>
                        </a:cubicBezTo>
                        <a:cubicBezTo>
                          <a:pt x="2363" y="2886"/>
                          <a:pt x="2271" y="2596"/>
                          <a:pt x="2123" y="2327"/>
                        </a:cubicBezTo>
                        <a:cubicBezTo>
                          <a:pt x="1889" y="1854"/>
                          <a:pt x="1564" y="1358"/>
                          <a:pt x="1210" y="969"/>
                        </a:cubicBezTo>
                        <a:cubicBezTo>
                          <a:pt x="828" y="615"/>
                          <a:pt x="326" y="410"/>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7"/>
                  <p:cNvSpPr/>
                  <p:nvPr/>
                </p:nvSpPr>
                <p:spPr>
                  <a:xfrm>
                    <a:off x="2961112" y="2712606"/>
                    <a:ext cx="77821" cy="203484"/>
                  </a:xfrm>
                  <a:custGeom>
                    <a:avLst/>
                    <a:gdLst/>
                    <a:ahLst/>
                    <a:cxnLst/>
                    <a:rect l="l" t="t" r="r" b="b"/>
                    <a:pathLst>
                      <a:path w="2300" h="6014" extrusionOk="0">
                        <a:moveTo>
                          <a:pt x="29" y="1"/>
                        </a:moveTo>
                        <a:cubicBezTo>
                          <a:pt x="1" y="29"/>
                          <a:pt x="1" y="29"/>
                          <a:pt x="29" y="57"/>
                        </a:cubicBezTo>
                        <a:cubicBezTo>
                          <a:pt x="1387" y="1706"/>
                          <a:pt x="2180" y="3828"/>
                          <a:pt x="2236" y="5986"/>
                        </a:cubicBezTo>
                        <a:lnTo>
                          <a:pt x="2272" y="6014"/>
                        </a:lnTo>
                        <a:cubicBezTo>
                          <a:pt x="2300" y="6014"/>
                          <a:pt x="2300" y="5986"/>
                          <a:pt x="2300" y="5986"/>
                        </a:cubicBezTo>
                        <a:cubicBezTo>
                          <a:pt x="2236" y="3800"/>
                          <a:pt x="1444" y="1677"/>
                          <a:pt x="57" y="29"/>
                        </a:cubicBezTo>
                        <a:cubicBezTo>
                          <a:pt x="57" y="1"/>
                          <a:pt x="29"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7"/>
                  <p:cNvSpPr/>
                  <p:nvPr/>
                </p:nvSpPr>
                <p:spPr>
                  <a:xfrm>
                    <a:off x="2902238" y="2798786"/>
                    <a:ext cx="124750" cy="41448"/>
                  </a:xfrm>
                  <a:custGeom>
                    <a:avLst/>
                    <a:gdLst/>
                    <a:ahLst/>
                    <a:cxnLst/>
                    <a:rect l="l" t="t" r="r" b="b"/>
                    <a:pathLst>
                      <a:path w="3687" h="1225" extrusionOk="0">
                        <a:moveTo>
                          <a:pt x="1741" y="1"/>
                        </a:moveTo>
                        <a:cubicBezTo>
                          <a:pt x="1564" y="1"/>
                          <a:pt x="1387" y="15"/>
                          <a:pt x="1210" y="43"/>
                        </a:cubicBezTo>
                        <a:cubicBezTo>
                          <a:pt x="793" y="107"/>
                          <a:pt x="411" y="192"/>
                          <a:pt x="0" y="312"/>
                        </a:cubicBezTo>
                        <a:cubicBezTo>
                          <a:pt x="206" y="666"/>
                          <a:pt x="559" y="899"/>
                          <a:pt x="941" y="1048"/>
                        </a:cubicBezTo>
                        <a:cubicBezTo>
                          <a:pt x="1267" y="1168"/>
                          <a:pt x="1620" y="1224"/>
                          <a:pt x="1946" y="1224"/>
                        </a:cubicBezTo>
                        <a:cubicBezTo>
                          <a:pt x="2384" y="1224"/>
                          <a:pt x="2822" y="1133"/>
                          <a:pt x="3255" y="1133"/>
                        </a:cubicBezTo>
                        <a:cubicBezTo>
                          <a:pt x="3318" y="1133"/>
                          <a:pt x="3382" y="1135"/>
                          <a:pt x="3446" y="1139"/>
                        </a:cubicBezTo>
                        <a:cubicBezTo>
                          <a:pt x="3538" y="1139"/>
                          <a:pt x="3622" y="1139"/>
                          <a:pt x="3686" y="1196"/>
                        </a:cubicBezTo>
                        <a:cubicBezTo>
                          <a:pt x="3594" y="927"/>
                          <a:pt x="3417" y="666"/>
                          <a:pt x="3212" y="460"/>
                        </a:cubicBezTo>
                        <a:cubicBezTo>
                          <a:pt x="2950" y="220"/>
                          <a:pt x="2625" y="107"/>
                          <a:pt x="2271" y="43"/>
                        </a:cubicBezTo>
                        <a:cubicBezTo>
                          <a:pt x="2094" y="15"/>
                          <a:pt x="1917" y="1"/>
                          <a:pt x="1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7"/>
                  <p:cNvSpPr/>
                  <p:nvPr/>
                </p:nvSpPr>
                <p:spPr>
                  <a:xfrm>
                    <a:off x="2943179" y="2817362"/>
                    <a:ext cx="83809" cy="21925"/>
                  </a:xfrm>
                  <a:custGeom>
                    <a:avLst/>
                    <a:gdLst/>
                    <a:ahLst/>
                    <a:cxnLst/>
                    <a:rect l="l" t="t" r="r" b="b"/>
                    <a:pathLst>
                      <a:path w="2477" h="648" extrusionOk="0">
                        <a:moveTo>
                          <a:pt x="938" y="1"/>
                        </a:moveTo>
                        <a:cubicBezTo>
                          <a:pt x="641" y="1"/>
                          <a:pt x="333" y="35"/>
                          <a:pt x="28" y="60"/>
                        </a:cubicBezTo>
                        <a:cubicBezTo>
                          <a:pt x="28" y="60"/>
                          <a:pt x="0" y="60"/>
                          <a:pt x="0" y="88"/>
                        </a:cubicBezTo>
                        <a:lnTo>
                          <a:pt x="28" y="117"/>
                        </a:lnTo>
                        <a:cubicBezTo>
                          <a:pt x="330" y="97"/>
                          <a:pt x="635" y="61"/>
                          <a:pt x="929" y="61"/>
                        </a:cubicBezTo>
                        <a:cubicBezTo>
                          <a:pt x="1063" y="61"/>
                          <a:pt x="1195" y="68"/>
                          <a:pt x="1323" y="88"/>
                        </a:cubicBezTo>
                        <a:cubicBezTo>
                          <a:pt x="1769" y="145"/>
                          <a:pt x="2151" y="322"/>
                          <a:pt x="2412" y="619"/>
                        </a:cubicBezTo>
                        <a:lnTo>
                          <a:pt x="2448" y="647"/>
                        </a:lnTo>
                        <a:cubicBezTo>
                          <a:pt x="2448" y="647"/>
                          <a:pt x="2476" y="647"/>
                          <a:pt x="2476" y="619"/>
                        </a:cubicBezTo>
                        <a:lnTo>
                          <a:pt x="2476" y="590"/>
                        </a:lnTo>
                        <a:cubicBezTo>
                          <a:pt x="2179" y="293"/>
                          <a:pt x="1797" y="88"/>
                          <a:pt x="1323" y="25"/>
                        </a:cubicBezTo>
                        <a:cubicBezTo>
                          <a:pt x="1198" y="7"/>
                          <a:pt x="1069" y="1"/>
                          <a:pt x="9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7"/>
                  <p:cNvSpPr/>
                  <p:nvPr/>
                </p:nvSpPr>
                <p:spPr>
                  <a:xfrm>
                    <a:off x="3041777" y="2741570"/>
                    <a:ext cx="60835" cy="126678"/>
                  </a:xfrm>
                  <a:custGeom>
                    <a:avLst/>
                    <a:gdLst/>
                    <a:ahLst/>
                    <a:cxnLst/>
                    <a:rect l="l" t="t" r="r" b="b"/>
                    <a:pathLst>
                      <a:path w="1798" h="3744" extrusionOk="0">
                        <a:moveTo>
                          <a:pt x="1387" y="1"/>
                        </a:moveTo>
                        <a:cubicBezTo>
                          <a:pt x="1267" y="319"/>
                          <a:pt x="1062" y="616"/>
                          <a:pt x="828" y="885"/>
                        </a:cubicBezTo>
                        <a:cubicBezTo>
                          <a:pt x="652" y="1062"/>
                          <a:pt x="531" y="1203"/>
                          <a:pt x="383" y="1416"/>
                        </a:cubicBezTo>
                        <a:cubicBezTo>
                          <a:pt x="270" y="1621"/>
                          <a:pt x="206" y="1883"/>
                          <a:pt x="149" y="2151"/>
                        </a:cubicBezTo>
                        <a:cubicBezTo>
                          <a:pt x="93" y="2413"/>
                          <a:pt x="64" y="2710"/>
                          <a:pt x="64" y="2972"/>
                        </a:cubicBezTo>
                        <a:cubicBezTo>
                          <a:pt x="29" y="3213"/>
                          <a:pt x="1" y="3474"/>
                          <a:pt x="149" y="3679"/>
                        </a:cubicBezTo>
                        <a:cubicBezTo>
                          <a:pt x="178" y="3715"/>
                          <a:pt x="206" y="3743"/>
                          <a:pt x="241" y="3743"/>
                        </a:cubicBezTo>
                        <a:cubicBezTo>
                          <a:pt x="270" y="3743"/>
                          <a:pt x="298" y="3715"/>
                          <a:pt x="326" y="3679"/>
                        </a:cubicBezTo>
                        <a:cubicBezTo>
                          <a:pt x="503" y="3503"/>
                          <a:pt x="623" y="3297"/>
                          <a:pt x="736" y="3064"/>
                        </a:cubicBezTo>
                        <a:cubicBezTo>
                          <a:pt x="857" y="2887"/>
                          <a:pt x="913" y="2710"/>
                          <a:pt x="1005" y="2533"/>
                        </a:cubicBezTo>
                        <a:cubicBezTo>
                          <a:pt x="1182" y="2300"/>
                          <a:pt x="1416" y="2059"/>
                          <a:pt x="1592" y="1826"/>
                        </a:cubicBezTo>
                        <a:cubicBezTo>
                          <a:pt x="1656" y="1734"/>
                          <a:pt x="1684" y="1649"/>
                          <a:pt x="1713" y="1557"/>
                        </a:cubicBezTo>
                        <a:cubicBezTo>
                          <a:pt x="1798" y="1295"/>
                          <a:pt x="1798" y="1027"/>
                          <a:pt x="1713" y="765"/>
                        </a:cubicBezTo>
                        <a:cubicBezTo>
                          <a:pt x="1656" y="496"/>
                          <a:pt x="1536" y="234"/>
                          <a:pt x="13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7"/>
                  <p:cNvSpPr/>
                  <p:nvPr/>
                </p:nvSpPr>
                <p:spPr>
                  <a:xfrm>
                    <a:off x="3041777" y="2793508"/>
                    <a:ext cx="28049" cy="111588"/>
                  </a:xfrm>
                  <a:custGeom>
                    <a:avLst/>
                    <a:gdLst/>
                    <a:ahLst/>
                    <a:cxnLst/>
                    <a:rect l="l" t="t" r="r" b="b"/>
                    <a:pathLst>
                      <a:path w="829" h="3298" extrusionOk="0">
                        <a:moveTo>
                          <a:pt x="800" y="1"/>
                        </a:moveTo>
                        <a:cubicBezTo>
                          <a:pt x="793" y="1"/>
                          <a:pt x="786" y="8"/>
                          <a:pt x="772" y="22"/>
                        </a:cubicBezTo>
                        <a:cubicBezTo>
                          <a:pt x="475" y="496"/>
                          <a:pt x="298" y="1083"/>
                          <a:pt x="241" y="1649"/>
                        </a:cubicBezTo>
                        <a:cubicBezTo>
                          <a:pt x="206" y="1826"/>
                          <a:pt x="178" y="2003"/>
                          <a:pt x="149" y="2180"/>
                        </a:cubicBezTo>
                        <a:cubicBezTo>
                          <a:pt x="93" y="2534"/>
                          <a:pt x="1" y="2887"/>
                          <a:pt x="64" y="3269"/>
                        </a:cubicBezTo>
                        <a:cubicBezTo>
                          <a:pt x="64" y="3269"/>
                          <a:pt x="64" y="3298"/>
                          <a:pt x="93" y="3298"/>
                        </a:cubicBezTo>
                        <a:cubicBezTo>
                          <a:pt x="121" y="3298"/>
                          <a:pt x="121" y="3269"/>
                          <a:pt x="121" y="3269"/>
                        </a:cubicBezTo>
                        <a:cubicBezTo>
                          <a:pt x="64" y="2887"/>
                          <a:pt x="149" y="2534"/>
                          <a:pt x="206" y="2180"/>
                        </a:cubicBezTo>
                        <a:cubicBezTo>
                          <a:pt x="241" y="2003"/>
                          <a:pt x="270" y="1826"/>
                          <a:pt x="298" y="1649"/>
                        </a:cubicBezTo>
                        <a:cubicBezTo>
                          <a:pt x="354" y="1083"/>
                          <a:pt x="531" y="524"/>
                          <a:pt x="828" y="57"/>
                        </a:cubicBezTo>
                        <a:lnTo>
                          <a:pt x="828" y="22"/>
                        </a:lnTo>
                        <a:cubicBezTo>
                          <a:pt x="814" y="8"/>
                          <a:pt x="807" y="1"/>
                          <a:pt x="8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7"/>
                  <p:cNvSpPr/>
                  <p:nvPr/>
                </p:nvSpPr>
                <p:spPr>
                  <a:xfrm>
                    <a:off x="2957052" y="2889974"/>
                    <a:ext cx="160649" cy="74978"/>
                  </a:xfrm>
                  <a:custGeom>
                    <a:avLst/>
                    <a:gdLst/>
                    <a:ahLst/>
                    <a:cxnLst/>
                    <a:rect l="l" t="t" r="r" b="b"/>
                    <a:pathLst>
                      <a:path w="4748" h="2216" extrusionOk="0">
                        <a:moveTo>
                          <a:pt x="0" y="1"/>
                        </a:moveTo>
                        <a:cubicBezTo>
                          <a:pt x="149" y="857"/>
                          <a:pt x="680" y="1741"/>
                          <a:pt x="1387" y="2187"/>
                        </a:cubicBezTo>
                        <a:cubicBezTo>
                          <a:pt x="1444" y="2215"/>
                          <a:pt x="1507" y="2215"/>
                          <a:pt x="1564" y="2215"/>
                        </a:cubicBezTo>
                        <a:lnTo>
                          <a:pt x="3184" y="2215"/>
                        </a:lnTo>
                        <a:cubicBezTo>
                          <a:pt x="3240" y="2215"/>
                          <a:pt x="3304" y="2215"/>
                          <a:pt x="3361" y="2187"/>
                        </a:cubicBezTo>
                        <a:cubicBezTo>
                          <a:pt x="4068" y="1741"/>
                          <a:pt x="4599" y="857"/>
                          <a:pt x="4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37"/>
                <p:cNvGrpSpPr/>
                <p:nvPr/>
              </p:nvGrpSpPr>
              <p:grpSpPr>
                <a:xfrm>
                  <a:off x="4137001" y="3078323"/>
                  <a:ext cx="232450" cy="127628"/>
                  <a:chOff x="4015301" y="2838273"/>
                  <a:chExt cx="232450" cy="127628"/>
                </a:xfrm>
              </p:grpSpPr>
              <p:sp>
                <p:nvSpPr>
                  <p:cNvPr id="546" name="Google Shape;546;p37"/>
                  <p:cNvSpPr/>
                  <p:nvPr/>
                </p:nvSpPr>
                <p:spPr>
                  <a:xfrm>
                    <a:off x="4015301" y="2948882"/>
                    <a:ext cx="213533" cy="17019"/>
                  </a:xfrm>
                  <a:custGeom>
                    <a:avLst/>
                    <a:gdLst/>
                    <a:ahLst/>
                    <a:cxnLst/>
                    <a:rect l="l" t="t" r="r" b="b"/>
                    <a:pathLst>
                      <a:path w="6311" h="503" extrusionOk="0">
                        <a:moveTo>
                          <a:pt x="0" y="0"/>
                        </a:moveTo>
                        <a:lnTo>
                          <a:pt x="0" y="502"/>
                        </a:lnTo>
                        <a:lnTo>
                          <a:pt x="6310" y="502"/>
                        </a:lnTo>
                        <a:lnTo>
                          <a:pt x="6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7"/>
                  <p:cNvSpPr/>
                  <p:nvPr/>
                </p:nvSpPr>
                <p:spPr>
                  <a:xfrm>
                    <a:off x="4130918" y="2838273"/>
                    <a:ext cx="101742" cy="111588"/>
                  </a:xfrm>
                  <a:custGeom>
                    <a:avLst/>
                    <a:gdLst/>
                    <a:ahLst/>
                    <a:cxnLst/>
                    <a:rect l="l" t="t" r="r" b="b"/>
                    <a:pathLst>
                      <a:path w="3007" h="3298" extrusionOk="0">
                        <a:moveTo>
                          <a:pt x="0" y="1"/>
                        </a:moveTo>
                        <a:lnTo>
                          <a:pt x="594" y="3297"/>
                        </a:lnTo>
                        <a:lnTo>
                          <a:pt x="2363" y="3297"/>
                        </a:lnTo>
                        <a:lnTo>
                          <a:pt x="30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7"/>
                  <p:cNvSpPr/>
                  <p:nvPr/>
                </p:nvSpPr>
                <p:spPr>
                  <a:xfrm>
                    <a:off x="4166818" y="2861856"/>
                    <a:ext cx="80933" cy="62155"/>
                  </a:xfrm>
                  <a:custGeom>
                    <a:avLst/>
                    <a:gdLst/>
                    <a:ahLst/>
                    <a:cxnLst/>
                    <a:rect l="l" t="t" r="r" b="b"/>
                    <a:pathLst>
                      <a:path w="2392" h="1837" extrusionOk="0">
                        <a:moveTo>
                          <a:pt x="1978" y="0"/>
                        </a:moveTo>
                        <a:cubicBezTo>
                          <a:pt x="1951" y="0"/>
                          <a:pt x="1921" y="4"/>
                          <a:pt x="1889" y="11"/>
                        </a:cubicBezTo>
                        <a:cubicBezTo>
                          <a:pt x="1564" y="40"/>
                          <a:pt x="1238" y="124"/>
                          <a:pt x="948" y="273"/>
                        </a:cubicBezTo>
                        <a:cubicBezTo>
                          <a:pt x="913" y="273"/>
                          <a:pt x="884" y="337"/>
                          <a:pt x="913" y="365"/>
                        </a:cubicBezTo>
                        <a:cubicBezTo>
                          <a:pt x="913" y="393"/>
                          <a:pt x="948" y="393"/>
                          <a:pt x="976" y="393"/>
                        </a:cubicBezTo>
                        <a:cubicBezTo>
                          <a:pt x="1266" y="245"/>
                          <a:pt x="1592" y="160"/>
                          <a:pt x="1917" y="124"/>
                        </a:cubicBezTo>
                        <a:cubicBezTo>
                          <a:pt x="1933" y="116"/>
                          <a:pt x="1950" y="113"/>
                          <a:pt x="1967" y="113"/>
                        </a:cubicBezTo>
                        <a:cubicBezTo>
                          <a:pt x="2010" y="113"/>
                          <a:pt x="2054" y="135"/>
                          <a:pt x="2094" y="160"/>
                        </a:cubicBezTo>
                        <a:cubicBezTo>
                          <a:pt x="2214" y="245"/>
                          <a:pt x="2214" y="365"/>
                          <a:pt x="2151" y="542"/>
                        </a:cubicBezTo>
                        <a:lnTo>
                          <a:pt x="1832" y="1511"/>
                        </a:lnTo>
                        <a:cubicBezTo>
                          <a:pt x="1797" y="1603"/>
                          <a:pt x="1712" y="1660"/>
                          <a:pt x="1620" y="1660"/>
                        </a:cubicBezTo>
                        <a:cubicBezTo>
                          <a:pt x="1426" y="1649"/>
                          <a:pt x="1237" y="1643"/>
                          <a:pt x="1048" y="1643"/>
                        </a:cubicBezTo>
                        <a:cubicBezTo>
                          <a:pt x="722" y="1643"/>
                          <a:pt x="400" y="1662"/>
                          <a:pt x="64" y="1716"/>
                        </a:cubicBezTo>
                        <a:cubicBezTo>
                          <a:pt x="28" y="1716"/>
                          <a:pt x="0" y="1752"/>
                          <a:pt x="0" y="1780"/>
                        </a:cubicBezTo>
                        <a:cubicBezTo>
                          <a:pt x="28" y="1808"/>
                          <a:pt x="28" y="1836"/>
                          <a:pt x="64" y="1836"/>
                        </a:cubicBezTo>
                        <a:lnTo>
                          <a:pt x="92" y="1836"/>
                        </a:lnTo>
                        <a:cubicBezTo>
                          <a:pt x="411" y="1783"/>
                          <a:pt x="726" y="1763"/>
                          <a:pt x="1050" y="1763"/>
                        </a:cubicBezTo>
                        <a:cubicBezTo>
                          <a:pt x="1237" y="1763"/>
                          <a:pt x="1426" y="1769"/>
                          <a:pt x="1620" y="1780"/>
                        </a:cubicBezTo>
                        <a:cubicBezTo>
                          <a:pt x="1769" y="1780"/>
                          <a:pt x="1889" y="1688"/>
                          <a:pt x="1946" y="1539"/>
                        </a:cubicBezTo>
                        <a:lnTo>
                          <a:pt x="2271" y="570"/>
                        </a:lnTo>
                        <a:cubicBezTo>
                          <a:pt x="2299" y="450"/>
                          <a:pt x="2391" y="188"/>
                          <a:pt x="2151" y="68"/>
                        </a:cubicBezTo>
                        <a:cubicBezTo>
                          <a:pt x="2109" y="26"/>
                          <a:pt x="2053" y="0"/>
                          <a:pt x="19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9" name="Google Shape;549;p37"/>
                <p:cNvGrpSpPr/>
                <p:nvPr/>
              </p:nvGrpSpPr>
              <p:grpSpPr>
                <a:xfrm>
                  <a:off x="3705154" y="2353574"/>
                  <a:ext cx="430899" cy="135173"/>
                  <a:chOff x="3583454" y="2026924"/>
                  <a:chExt cx="430899" cy="135173"/>
                </a:xfrm>
              </p:grpSpPr>
              <p:sp>
                <p:nvSpPr>
                  <p:cNvPr id="550" name="Google Shape;550;p37"/>
                  <p:cNvSpPr/>
                  <p:nvPr/>
                </p:nvSpPr>
                <p:spPr>
                  <a:xfrm>
                    <a:off x="3754867" y="2128093"/>
                    <a:ext cx="32109" cy="30891"/>
                  </a:xfrm>
                  <a:custGeom>
                    <a:avLst/>
                    <a:gdLst/>
                    <a:ahLst/>
                    <a:cxnLst/>
                    <a:rect l="l" t="t" r="r" b="b"/>
                    <a:pathLst>
                      <a:path w="949"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7"/>
                  <p:cNvSpPr/>
                  <p:nvPr/>
                </p:nvSpPr>
                <p:spPr>
                  <a:xfrm>
                    <a:off x="3801763" y="2125217"/>
                    <a:ext cx="58941" cy="33767"/>
                  </a:xfrm>
                  <a:custGeom>
                    <a:avLst/>
                    <a:gdLst/>
                    <a:ahLst/>
                    <a:cxnLst/>
                    <a:rect l="l" t="t" r="r" b="b"/>
                    <a:pathLst>
                      <a:path w="1742" h="998" extrusionOk="0">
                        <a:moveTo>
                          <a:pt x="913" y="205"/>
                        </a:moveTo>
                        <a:lnTo>
                          <a:pt x="1444" y="885"/>
                        </a:lnTo>
                        <a:lnTo>
                          <a:pt x="326" y="885"/>
                        </a:lnTo>
                        <a:lnTo>
                          <a:pt x="913" y="205"/>
                        </a:lnTo>
                        <a:close/>
                        <a:moveTo>
                          <a:pt x="913" y="0"/>
                        </a:moveTo>
                        <a:lnTo>
                          <a:pt x="1" y="998"/>
                        </a:lnTo>
                        <a:lnTo>
                          <a:pt x="1741" y="998"/>
                        </a:lnTo>
                        <a:lnTo>
                          <a:pt x="9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7"/>
                  <p:cNvSpPr/>
                  <p:nvPr/>
                </p:nvSpPr>
                <p:spPr>
                  <a:xfrm>
                    <a:off x="3871668" y="2125217"/>
                    <a:ext cx="34985" cy="35933"/>
                  </a:xfrm>
                  <a:custGeom>
                    <a:avLst/>
                    <a:gdLst/>
                    <a:ahLst/>
                    <a:cxnLst/>
                    <a:rect l="l" t="t" r="r" b="b"/>
                    <a:pathLst>
                      <a:path w="1034" h="1062" extrusionOk="0">
                        <a:moveTo>
                          <a:pt x="941" y="0"/>
                        </a:moveTo>
                        <a:lnTo>
                          <a:pt x="0" y="969"/>
                        </a:lnTo>
                        <a:lnTo>
                          <a:pt x="85" y="1061"/>
                        </a:lnTo>
                        <a:lnTo>
                          <a:pt x="1033"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7"/>
                  <p:cNvSpPr/>
                  <p:nvPr/>
                </p:nvSpPr>
                <p:spPr>
                  <a:xfrm>
                    <a:off x="3889635" y="2125217"/>
                    <a:ext cx="35933" cy="35933"/>
                  </a:xfrm>
                  <a:custGeom>
                    <a:avLst/>
                    <a:gdLst/>
                    <a:ahLst/>
                    <a:cxnLst/>
                    <a:rect l="l" t="t" r="r" b="b"/>
                    <a:pathLst>
                      <a:path w="1062" h="1062" extrusionOk="0">
                        <a:moveTo>
                          <a:pt x="941" y="0"/>
                        </a:moveTo>
                        <a:lnTo>
                          <a:pt x="0" y="969"/>
                        </a:lnTo>
                        <a:lnTo>
                          <a:pt x="120" y="1061"/>
                        </a:lnTo>
                        <a:lnTo>
                          <a:pt x="1061"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7"/>
                  <p:cNvSpPr/>
                  <p:nvPr/>
                </p:nvSpPr>
                <p:spPr>
                  <a:xfrm>
                    <a:off x="3937479" y="2123052"/>
                    <a:ext cx="10117" cy="34985"/>
                  </a:xfrm>
                  <a:custGeom>
                    <a:avLst/>
                    <a:gdLst/>
                    <a:ahLst/>
                    <a:cxnLst/>
                    <a:rect l="l" t="t" r="r" b="b"/>
                    <a:pathLst>
                      <a:path w="299" h="1034" extrusionOk="0">
                        <a:moveTo>
                          <a:pt x="1" y="1"/>
                        </a:moveTo>
                        <a:lnTo>
                          <a:pt x="1" y="93"/>
                        </a:lnTo>
                        <a:lnTo>
                          <a:pt x="29" y="93"/>
                        </a:lnTo>
                        <a:cubicBezTo>
                          <a:pt x="86" y="93"/>
                          <a:pt x="121" y="121"/>
                          <a:pt x="121" y="177"/>
                        </a:cubicBezTo>
                        <a:lnTo>
                          <a:pt x="121" y="418"/>
                        </a:lnTo>
                        <a:cubicBezTo>
                          <a:pt x="121" y="503"/>
                          <a:pt x="149" y="503"/>
                          <a:pt x="178" y="531"/>
                        </a:cubicBezTo>
                        <a:cubicBezTo>
                          <a:pt x="149" y="531"/>
                          <a:pt x="121" y="559"/>
                          <a:pt x="121" y="623"/>
                        </a:cubicBezTo>
                        <a:lnTo>
                          <a:pt x="121" y="857"/>
                        </a:lnTo>
                        <a:cubicBezTo>
                          <a:pt x="121" y="913"/>
                          <a:pt x="86" y="949"/>
                          <a:pt x="29" y="949"/>
                        </a:cubicBezTo>
                        <a:lnTo>
                          <a:pt x="1" y="949"/>
                        </a:lnTo>
                        <a:lnTo>
                          <a:pt x="1" y="1033"/>
                        </a:lnTo>
                        <a:lnTo>
                          <a:pt x="58" y="1033"/>
                        </a:lnTo>
                        <a:cubicBezTo>
                          <a:pt x="178" y="1033"/>
                          <a:pt x="234" y="977"/>
                          <a:pt x="234" y="885"/>
                        </a:cubicBezTo>
                        <a:lnTo>
                          <a:pt x="234" y="623"/>
                        </a:lnTo>
                        <a:cubicBezTo>
                          <a:pt x="234" y="595"/>
                          <a:pt x="234" y="559"/>
                          <a:pt x="263" y="559"/>
                        </a:cubicBezTo>
                        <a:lnTo>
                          <a:pt x="298" y="559"/>
                        </a:lnTo>
                        <a:lnTo>
                          <a:pt x="298" y="475"/>
                        </a:lnTo>
                        <a:lnTo>
                          <a:pt x="263" y="475"/>
                        </a:lnTo>
                        <a:cubicBezTo>
                          <a:pt x="234" y="475"/>
                          <a:pt x="234" y="475"/>
                          <a:pt x="234" y="418"/>
                        </a:cubicBezTo>
                        <a:lnTo>
                          <a:pt x="234" y="177"/>
                        </a:lnTo>
                        <a:cubicBezTo>
                          <a:pt x="234" y="64"/>
                          <a:pt x="178" y="1"/>
                          <a:pt x="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7"/>
                  <p:cNvSpPr/>
                  <p:nvPr/>
                </p:nvSpPr>
                <p:spPr>
                  <a:xfrm>
                    <a:off x="3959506" y="2123052"/>
                    <a:ext cx="24936" cy="39046"/>
                  </a:xfrm>
                  <a:custGeom>
                    <a:avLst/>
                    <a:gdLst/>
                    <a:ahLst/>
                    <a:cxnLst/>
                    <a:rect l="l" t="t" r="r" b="b"/>
                    <a:pathLst>
                      <a:path w="737" h="1154" extrusionOk="0">
                        <a:moveTo>
                          <a:pt x="354" y="149"/>
                        </a:moveTo>
                        <a:cubicBezTo>
                          <a:pt x="468" y="149"/>
                          <a:pt x="588" y="326"/>
                          <a:pt x="588" y="559"/>
                        </a:cubicBezTo>
                        <a:cubicBezTo>
                          <a:pt x="588" y="828"/>
                          <a:pt x="468" y="1005"/>
                          <a:pt x="354" y="1005"/>
                        </a:cubicBezTo>
                        <a:cubicBezTo>
                          <a:pt x="263" y="1005"/>
                          <a:pt x="142" y="828"/>
                          <a:pt x="142" y="559"/>
                        </a:cubicBezTo>
                        <a:cubicBezTo>
                          <a:pt x="142" y="326"/>
                          <a:pt x="263" y="149"/>
                          <a:pt x="354" y="149"/>
                        </a:cubicBezTo>
                        <a:close/>
                        <a:moveTo>
                          <a:pt x="354" y="1"/>
                        </a:moveTo>
                        <a:cubicBezTo>
                          <a:pt x="142" y="1"/>
                          <a:pt x="1" y="269"/>
                          <a:pt x="1" y="559"/>
                        </a:cubicBezTo>
                        <a:cubicBezTo>
                          <a:pt x="1" y="885"/>
                          <a:pt x="142" y="1154"/>
                          <a:pt x="354" y="1154"/>
                        </a:cubicBezTo>
                        <a:cubicBezTo>
                          <a:pt x="560" y="1154"/>
                          <a:pt x="737" y="885"/>
                          <a:pt x="737" y="559"/>
                        </a:cubicBezTo>
                        <a:cubicBezTo>
                          <a:pt x="737" y="269"/>
                          <a:pt x="560" y="1"/>
                          <a:pt x="3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7"/>
                  <p:cNvSpPr/>
                  <p:nvPr/>
                </p:nvSpPr>
                <p:spPr>
                  <a:xfrm>
                    <a:off x="3989451" y="2123052"/>
                    <a:ext cx="24903" cy="39046"/>
                  </a:xfrm>
                  <a:custGeom>
                    <a:avLst/>
                    <a:gdLst/>
                    <a:ahLst/>
                    <a:cxnLst/>
                    <a:rect l="l" t="t" r="r" b="b"/>
                    <a:pathLst>
                      <a:path w="736" h="1154" extrusionOk="0">
                        <a:moveTo>
                          <a:pt x="354" y="149"/>
                        </a:moveTo>
                        <a:cubicBezTo>
                          <a:pt x="467" y="149"/>
                          <a:pt x="587" y="326"/>
                          <a:pt x="587" y="559"/>
                        </a:cubicBezTo>
                        <a:cubicBezTo>
                          <a:pt x="587" y="828"/>
                          <a:pt x="467" y="1005"/>
                          <a:pt x="354" y="1005"/>
                        </a:cubicBezTo>
                        <a:cubicBezTo>
                          <a:pt x="262" y="1005"/>
                          <a:pt x="142" y="828"/>
                          <a:pt x="142" y="559"/>
                        </a:cubicBezTo>
                        <a:cubicBezTo>
                          <a:pt x="142" y="326"/>
                          <a:pt x="262" y="149"/>
                          <a:pt x="354" y="149"/>
                        </a:cubicBezTo>
                        <a:close/>
                        <a:moveTo>
                          <a:pt x="354" y="1"/>
                        </a:moveTo>
                        <a:cubicBezTo>
                          <a:pt x="142" y="1"/>
                          <a:pt x="0" y="269"/>
                          <a:pt x="0" y="559"/>
                        </a:cubicBezTo>
                        <a:cubicBezTo>
                          <a:pt x="0" y="885"/>
                          <a:pt x="142" y="1154"/>
                          <a:pt x="354" y="1154"/>
                        </a:cubicBezTo>
                        <a:cubicBezTo>
                          <a:pt x="559" y="1154"/>
                          <a:pt x="736" y="885"/>
                          <a:pt x="736" y="559"/>
                        </a:cubicBezTo>
                        <a:cubicBezTo>
                          <a:pt x="736" y="269"/>
                          <a:pt x="559" y="1"/>
                          <a:pt x="3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7"/>
                  <p:cNvSpPr/>
                  <p:nvPr/>
                </p:nvSpPr>
                <p:spPr>
                  <a:xfrm>
                    <a:off x="3656235"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5" y="1202"/>
                          <a:pt x="85" y="1202"/>
                          <a:pt x="85" y="1173"/>
                        </a:cubicBezTo>
                        <a:lnTo>
                          <a:pt x="708" y="763"/>
                        </a:lnTo>
                        <a:cubicBezTo>
                          <a:pt x="708" y="735"/>
                          <a:pt x="736" y="735"/>
                          <a:pt x="736" y="699"/>
                        </a:cubicBezTo>
                        <a:cubicBezTo>
                          <a:pt x="736" y="699"/>
                          <a:pt x="736" y="671"/>
                          <a:pt x="708" y="671"/>
                        </a:cubicBezTo>
                        <a:lnTo>
                          <a:pt x="121" y="27"/>
                        </a:lnTo>
                        <a:cubicBezTo>
                          <a:pt x="103" y="10"/>
                          <a:pt x="87"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7"/>
                  <p:cNvSpPr/>
                  <p:nvPr/>
                </p:nvSpPr>
                <p:spPr>
                  <a:xfrm>
                    <a:off x="3673221"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6" y="1202"/>
                          <a:pt x="86" y="1202"/>
                          <a:pt x="86" y="1173"/>
                        </a:cubicBezTo>
                        <a:lnTo>
                          <a:pt x="708" y="763"/>
                        </a:lnTo>
                        <a:cubicBezTo>
                          <a:pt x="708" y="735"/>
                          <a:pt x="737" y="735"/>
                          <a:pt x="737" y="699"/>
                        </a:cubicBezTo>
                        <a:cubicBezTo>
                          <a:pt x="737" y="699"/>
                          <a:pt x="737" y="671"/>
                          <a:pt x="708" y="671"/>
                        </a:cubicBezTo>
                        <a:lnTo>
                          <a:pt x="114" y="27"/>
                        </a:lnTo>
                        <a:cubicBezTo>
                          <a:pt x="100" y="10"/>
                          <a:pt x="86"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7"/>
                  <p:cNvSpPr/>
                  <p:nvPr/>
                </p:nvSpPr>
                <p:spPr>
                  <a:xfrm>
                    <a:off x="3706989" y="2034233"/>
                    <a:ext cx="26121" cy="38098"/>
                  </a:xfrm>
                  <a:custGeom>
                    <a:avLst/>
                    <a:gdLst/>
                    <a:ahLst/>
                    <a:cxnLst/>
                    <a:rect l="l" t="t" r="r" b="b"/>
                    <a:pathLst>
                      <a:path w="772" h="1126" extrusionOk="0">
                        <a:moveTo>
                          <a:pt x="389" y="121"/>
                        </a:moveTo>
                        <a:cubicBezTo>
                          <a:pt x="531" y="121"/>
                          <a:pt x="651" y="326"/>
                          <a:pt x="651" y="567"/>
                        </a:cubicBezTo>
                        <a:cubicBezTo>
                          <a:pt x="651" y="800"/>
                          <a:pt x="531" y="1006"/>
                          <a:pt x="389" y="1006"/>
                        </a:cubicBezTo>
                        <a:cubicBezTo>
                          <a:pt x="241" y="1006"/>
                          <a:pt x="121" y="800"/>
                          <a:pt x="121" y="567"/>
                        </a:cubicBezTo>
                        <a:cubicBezTo>
                          <a:pt x="121" y="326"/>
                          <a:pt x="241" y="121"/>
                          <a:pt x="389" y="121"/>
                        </a:cubicBezTo>
                        <a:close/>
                        <a:moveTo>
                          <a:pt x="389" y="1"/>
                        </a:moveTo>
                        <a:cubicBezTo>
                          <a:pt x="177" y="1"/>
                          <a:pt x="0" y="270"/>
                          <a:pt x="0" y="567"/>
                        </a:cubicBezTo>
                        <a:cubicBezTo>
                          <a:pt x="0" y="885"/>
                          <a:pt x="177" y="1126"/>
                          <a:pt x="389" y="1126"/>
                        </a:cubicBezTo>
                        <a:cubicBezTo>
                          <a:pt x="595" y="1126"/>
                          <a:pt x="771" y="885"/>
                          <a:pt x="771" y="567"/>
                        </a:cubicBezTo>
                        <a:cubicBezTo>
                          <a:pt x="771" y="270"/>
                          <a:pt x="595" y="1"/>
                          <a:pt x="3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7"/>
                  <p:cNvSpPr/>
                  <p:nvPr/>
                </p:nvSpPr>
                <p:spPr>
                  <a:xfrm>
                    <a:off x="3753885" y="2037346"/>
                    <a:ext cx="4128" cy="37861"/>
                  </a:xfrm>
                  <a:custGeom>
                    <a:avLst/>
                    <a:gdLst/>
                    <a:ahLst/>
                    <a:cxnLst/>
                    <a:rect l="l" t="t" r="r" b="b"/>
                    <a:pathLst>
                      <a:path w="122" h="1119" extrusionOk="0">
                        <a:moveTo>
                          <a:pt x="65" y="1"/>
                        </a:moveTo>
                        <a:cubicBezTo>
                          <a:pt x="29" y="1"/>
                          <a:pt x="1" y="29"/>
                          <a:pt x="1" y="58"/>
                        </a:cubicBezTo>
                        <a:lnTo>
                          <a:pt x="1" y="1062"/>
                        </a:lnTo>
                        <a:cubicBezTo>
                          <a:pt x="1" y="1090"/>
                          <a:pt x="29" y="1119"/>
                          <a:pt x="65" y="1119"/>
                        </a:cubicBezTo>
                        <a:cubicBezTo>
                          <a:pt x="93" y="1119"/>
                          <a:pt x="121" y="1090"/>
                          <a:pt x="121" y="1062"/>
                        </a:cubicBezTo>
                        <a:lnTo>
                          <a:pt x="121" y="58"/>
                        </a:lnTo>
                        <a:cubicBezTo>
                          <a:pt x="121" y="29"/>
                          <a:pt x="93" y="1"/>
                          <a:pt x="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7"/>
                  <p:cNvSpPr/>
                  <p:nvPr/>
                </p:nvSpPr>
                <p:spPr>
                  <a:xfrm>
                    <a:off x="3771852" y="2041440"/>
                    <a:ext cx="20132" cy="31873"/>
                  </a:xfrm>
                  <a:custGeom>
                    <a:avLst/>
                    <a:gdLst/>
                    <a:ahLst/>
                    <a:cxnLst/>
                    <a:rect l="l" t="t" r="r" b="b"/>
                    <a:pathLst>
                      <a:path w="595" h="942" extrusionOk="0">
                        <a:moveTo>
                          <a:pt x="0" y="0"/>
                        </a:moveTo>
                        <a:lnTo>
                          <a:pt x="0" y="941"/>
                        </a:lnTo>
                        <a:lnTo>
                          <a:pt x="595" y="941"/>
                        </a:lnTo>
                        <a:lnTo>
                          <a:pt x="5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7"/>
                  <p:cNvSpPr/>
                  <p:nvPr/>
                </p:nvSpPr>
                <p:spPr>
                  <a:xfrm>
                    <a:off x="3803929" y="2039274"/>
                    <a:ext cx="32820" cy="35933"/>
                  </a:xfrm>
                  <a:custGeom>
                    <a:avLst/>
                    <a:gdLst/>
                    <a:ahLst/>
                    <a:cxnLst/>
                    <a:rect l="l" t="t" r="r" b="b"/>
                    <a:pathLst>
                      <a:path w="970" h="1062" extrusionOk="0">
                        <a:moveTo>
                          <a:pt x="849" y="121"/>
                        </a:moveTo>
                        <a:lnTo>
                          <a:pt x="849" y="948"/>
                        </a:lnTo>
                        <a:lnTo>
                          <a:pt x="114" y="948"/>
                        </a:lnTo>
                        <a:lnTo>
                          <a:pt x="114" y="121"/>
                        </a:lnTo>
                        <a:close/>
                        <a:moveTo>
                          <a:pt x="57" y="1"/>
                        </a:moveTo>
                        <a:cubicBezTo>
                          <a:pt x="29" y="1"/>
                          <a:pt x="0" y="29"/>
                          <a:pt x="0" y="64"/>
                        </a:cubicBezTo>
                        <a:lnTo>
                          <a:pt x="0" y="1005"/>
                        </a:lnTo>
                        <a:cubicBezTo>
                          <a:pt x="0" y="1033"/>
                          <a:pt x="29" y="1062"/>
                          <a:pt x="57" y="1062"/>
                        </a:cubicBezTo>
                        <a:lnTo>
                          <a:pt x="913" y="1062"/>
                        </a:lnTo>
                        <a:cubicBezTo>
                          <a:pt x="941" y="1062"/>
                          <a:pt x="970" y="1033"/>
                          <a:pt x="970" y="1005"/>
                        </a:cubicBezTo>
                        <a:lnTo>
                          <a:pt x="970" y="64"/>
                        </a:lnTo>
                        <a:cubicBezTo>
                          <a:pt x="970" y="29"/>
                          <a:pt x="941" y="1"/>
                          <a:pt x="9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7"/>
                  <p:cNvSpPr/>
                  <p:nvPr/>
                </p:nvSpPr>
                <p:spPr>
                  <a:xfrm>
                    <a:off x="3847746" y="2041440"/>
                    <a:ext cx="32820" cy="31873"/>
                  </a:xfrm>
                  <a:custGeom>
                    <a:avLst/>
                    <a:gdLst/>
                    <a:ahLst/>
                    <a:cxnLst/>
                    <a:rect l="l" t="t" r="r" b="b"/>
                    <a:pathLst>
                      <a:path w="970" h="942" extrusionOk="0">
                        <a:moveTo>
                          <a:pt x="0" y="0"/>
                        </a:moveTo>
                        <a:lnTo>
                          <a:pt x="0" y="941"/>
                        </a:lnTo>
                        <a:lnTo>
                          <a:pt x="969" y="941"/>
                        </a:lnTo>
                        <a:lnTo>
                          <a:pt x="9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7"/>
                  <p:cNvSpPr/>
                  <p:nvPr/>
                </p:nvSpPr>
                <p:spPr>
                  <a:xfrm>
                    <a:off x="3892477" y="2026924"/>
                    <a:ext cx="25173" cy="64320"/>
                  </a:xfrm>
                  <a:custGeom>
                    <a:avLst/>
                    <a:gdLst/>
                    <a:ahLst/>
                    <a:cxnLst/>
                    <a:rect l="l" t="t" r="r" b="b"/>
                    <a:pathLst>
                      <a:path w="744" h="1901" extrusionOk="0">
                        <a:moveTo>
                          <a:pt x="349" y="0"/>
                        </a:moveTo>
                        <a:cubicBezTo>
                          <a:pt x="332" y="0"/>
                          <a:pt x="315" y="4"/>
                          <a:pt x="298" y="12"/>
                        </a:cubicBezTo>
                        <a:cubicBezTo>
                          <a:pt x="270" y="12"/>
                          <a:pt x="241" y="40"/>
                          <a:pt x="241" y="75"/>
                        </a:cubicBezTo>
                        <a:cubicBezTo>
                          <a:pt x="270" y="104"/>
                          <a:pt x="298" y="132"/>
                          <a:pt x="326" y="132"/>
                        </a:cubicBezTo>
                        <a:cubicBezTo>
                          <a:pt x="336" y="123"/>
                          <a:pt x="346" y="120"/>
                          <a:pt x="357" y="120"/>
                        </a:cubicBezTo>
                        <a:cubicBezTo>
                          <a:pt x="377" y="120"/>
                          <a:pt x="399" y="132"/>
                          <a:pt x="418" y="132"/>
                        </a:cubicBezTo>
                        <a:cubicBezTo>
                          <a:pt x="447" y="160"/>
                          <a:pt x="475" y="252"/>
                          <a:pt x="503" y="309"/>
                        </a:cubicBezTo>
                        <a:cubicBezTo>
                          <a:pt x="503" y="366"/>
                          <a:pt x="475" y="429"/>
                          <a:pt x="475" y="514"/>
                        </a:cubicBezTo>
                        <a:cubicBezTo>
                          <a:pt x="475" y="542"/>
                          <a:pt x="447" y="606"/>
                          <a:pt x="447" y="663"/>
                        </a:cubicBezTo>
                        <a:cubicBezTo>
                          <a:pt x="447" y="783"/>
                          <a:pt x="475" y="868"/>
                          <a:pt x="532" y="960"/>
                        </a:cubicBezTo>
                        <a:cubicBezTo>
                          <a:pt x="503" y="988"/>
                          <a:pt x="475" y="1016"/>
                          <a:pt x="447" y="1045"/>
                        </a:cubicBezTo>
                        <a:lnTo>
                          <a:pt x="447" y="1278"/>
                        </a:lnTo>
                        <a:lnTo>
                          <a:pt x="447" y="1313"/>
                        </a:lnTo>
                        <a:cubicBezTo>
                          <a:pt x="475" y="1455"/>
                          <a:pt x="447" y="1575"/>
                          <a:pt x="390" y="1667"/>
                        </a:cubicBezTo>
                        <a:cubicBezTo>
                          <a:pt x="344" y="1728"/>
                          <a:pt x="273" y="1775"/>
                          <a:pt x="202" y="1775"/>
                        </a:cubicBezTo>
                        <a:cubicBezTo>
                          <a:pt x="174" y="1775"/>
                          <a:pt x="147" y="1768"/>
                          <a:pt x="121" y="1752"/>
                        </a:cubicBezTo>
                        <a:cubicBezTo>
                          <a:pt x="107" y="1738"/>
                          <a:pt x="93" y="1731"/>
                          <a:pt x="79" y="1731"/>
                        </a:cubicBezTo>
                        <a:cubicBezTo>
                          <a:pt x="65" y="1731"/>
                          <a:pt x="50" y="1738"/>
                          <a:pt x="36" y="1752"/>
                        </a:cubicBezTo>
                        <a:cubicBezTo>
                          <a:pt x="1" y="1780"/>
                          <a:pt x="36" y="1809"/>
                          <a:pt x="65" y="1844"/>
                        </a:cubicBezTo>
                        <a:cubicBezTo>
                          <a:pt x="93" y="1872"/>
                          <a:pt x="150" y="1901"/>
                          <a:pt x="213" y="1901"/>
                        </a:cubicBezTo>
                        <a:cubicBezTo>
                          <a:pt x="326" y="1901"/>
                          <a:pt x="447" y="1809"/>
                          <a:pt x="503" y="1724"/>
                        </a:cubicBezTo>
                        <a:cubicBezTo>
                          <a:pt x="567" y="1604"/>
                          <a:pt x="595" y="1455"/>
                          <a:pt x="567" y="1278"/>
                        </a:cubicBezTo>
                        <a:lnTo>
                          <a:pt x="567" y="1250"/>
                        </a:lnTo>
                        <a:lnTo>
                          <a:pt x="567" y="1101"/>
                        </a:lnTo>
                        <a:cubicBezTo>
                          <a:pt x="567" y="1073"/>
                          <a:pt x="595" y="1045"/>
                          <a:pt x="623" y="1045"/>
                        </a:cubicBezTo>
                        <a:cubicBezTo>
                          <a:pt x="623" y="1016"/>
                          <a:pt x="652" y="1016"/>
                          <a:pt x="652" y="1016"/>
                        </a:cubicBezTo>
                        <a:cubicBezTo>
                          <a:pt x="660" y="1025"/>
                          <a:pt x="668" y="1028"/>
                          <a:pt x="677" y="1028"/>
                        </a:cubicBezTo>
                        <a:cubicBezTo>
                          <a:pt x="697" y="1028"/>
                          <a:pt x="719" y="1008"/>
                          <a:pt x="744" y="988"/>
                        </a:cubicBezTo>
                        <a:cubicBezTo>
                          <a:pt x="744" y="960"/>
                          <a:pt x="744" y="924"/>
                          <a:pt x="708" y="924"/>
                        </a:cubicBezTo>
                        <a:cubicBezTo>
                          <a:pt x="680" y="924"/>
                          <a:pt x="680" y="896"/>
                          <a:pt x="680" y="896"/>
                        </a:cubicBezTo>
                        <a:cubicBezTo>
                          <a:pt x="595" y="896"/>
                          <a:pt x="567" y="783"/>
                          <a:pt x="567" y="663"/>
                        </a:cubicBezTo>
                        <a:cubicBezTo>
                          <a:pt x="567" y="634"/>
                          <a:pt x="567" y="571"/>
                          <a:pt x="595" y="514"/>
                        </a:cubicBezTo>
                        <a:cubicBezTo>
                          <a:pt x="595" y="458"/>
                          <a:pt x="623" y="366"/>
                          <a:pt x="623" y="281"/>
                        </a:cubicBezTo>
                        <a:cubicBezTo>
                          <a:pt x="595" y="189"/>
                          <a:pt x="532" y="104"/>
                          <a:pt x="475" y="40"/>
                        </a:cubicBezTo>
                        <a:cubicBezTo>
                          <a:pt x="435" y="20"/>
                          <a:pt x="391" y="0"/>
                          <a:pt x="3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7"/>
                  <p:cNvSpPr/>
                  <p:nvPr/>
                </p:nvSpPr>
                <p:spPr>
                  <a:xfrm>
                    <a:off x="3928411" y="2028278"/>
                    <a:ext cx="11030" cy="59854"/>
                  </a:xfrm>
                  <a:custGeom>
                    <a:avLst/>
                    <a:gdLst/>
                    <a:ahLst/>
                    <a:cxnLst/>
                    <a:rect l="l" t="t" r="r" b="b"/>
                    <a:pathLst>
                      <a:path w="326" h="1769" extrusionOk="0">
                        <a:moveTo>
                          <a:pt x="35" y="0"/>
                        </a:moveTo>
                        <a:cubicBezTo>
                          <a:pt x="0" y="35"/>
                          <a:pt x="0" y="64"/>
                          <a:pt x="0" y="92"/>
                        </a:cubicBezTo>
                        <a:cubicBezTo>
                          <a:pt x="212" y="594"/>
                          <a:pt x="212" y="1182"/>
                          <a:pt x="0" y="1684"/>
                        </a:cubicBezTo>
                        <a:cubicBezTo>
                          <a:pt x="0" y="1712"/>
                          <a:pt x="0" y="1769"/>
                          <a:pt x="35" y="1769"/>
                        </a:cubicBezTo>
                        <a:lnTo>
                          <a:pt x="64" y="1769"/>
                        </a:lnTo>
                        <a:cubicBezTo>
                          <a:pt x="92" y="1769"/>
                          <a:pt x="120" y="1769"/>
                          <a:pt x="120" y="1740"/>
                        </a:cubicBezTo>
                        <a:cubicBezTo>
                          <a:pt x="326" y="1210"/>
                          <a:pt x="326" y="594"/>
                          <a:pt x="120" y="64"/>
                        </a:cubicBezTo>
                        <a:cubicBezTo>
                          <a:pt x="92" y="35"/>
                          <a:pt x="64" y="0"/>
                          <a:pt x="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7"/>
                  <p:cNvSpPr/>
                  <p:nvPr/>
                </p:nvSpPr>
                <p:spPr>
                  <a:xfrm>
                    <a:off x="3941573" y="2027296"/>
                    <a:ext cx="14854" cy="68990"/>
                  </a:xfrm>
                  <a:custGeom>
                    <a:avLst/>
                    <a:gdLst/>
                    <a:ahLst/>
                    <a:cxnLst/>
                    <a:rect l="l" t="t" r="r" b="b"/>
                    <a:pathLst>
                      <a:path w="439" h="2039" extrusionOk="0">
                        <a:moveTo>
                          <a:pt x="85" y="1"/>
                        </a:moveTo>
                        <a:cubicBezTo>
                          <a:pt x="57" y="29"/>
                          <a:pt x="28" y="64"/>
                          <a:pt x="57" y="93"/>
                        </a:cubicBezTo>
                        <a:cubicBezTo>
                          <a:pt x="319" y="680"/>
                          <a:pt x="290" y="1387"/>
                          <a:pt x="0" y="1946"/>
                        </a:cubicBezTo>
                        <a:cubicBezTo>
                          <a:pt x="0" y="1975"/>
                          <a:pt x="0" y="2038"/>
                          <a:pt x="28" y="2038"/>
                        </a:cubicBezTo>
                        <a:lnTo>
                          <a:pt x="57" y="2038"/>
                        </a:lnTo>
                        <a:cubicBezTo>
                          <a:pt x="85" y="2038"/>
                          <a:pt x="85" y="2038"/>
                          <a:pt x="113" y="2010"/>
                        </a:cubicBezTo>
                        <a:cubicBezTo>
                          <a:pt x="439" y="1416"/>
                          <a:pt x="439" y="652"/>
                          <a:pt x="142" y="29"/>
                        </a:cubicBezTo>
                        <a:cubicBezTo>
                          <a:pt x="142" y="1"/>
                          <a:pt x="113" y="1"/>
                          <a:pt x="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7"/>
                  <p:cNvSpPr/>
                  <p:nvPr/>
                </p:nvSpPr>
                <p:spPr>
                  <a:xfrm>
                    <a:off x="3622264" y="2026924"/>
                    <a:ext cx="24903" cy="64320"/>
                  </a:xfrm>
                  <a:custGeom>
                    <a:avLst/>
                    <a:gdLst/>
                    <a:ahLst/>
                    <a:cxnLst/>
                    <a:rect l="l" t="t" r="r" b="b"/>
                    <a:pathLst>
                      <a:path w="736" h="1901" extrusionOk="0">
                        <a:moveTo>
                          <a:pt x="417" y="0"/>
                        </a:moveTo>
                        <a:cubicBezTo>
                          <a:pt x="367" y="0"/>
                          <a:pt x="309" y="20"/>
                          <a:pt x="269" y="40"/>
                        </a:cubicBezTo>
                        <a:cubicBezTo>
                          <a:pt x="205" y="104"/>
                          <a:pt x="149" y="189"/>
                          <a:pt x="149" y="281"/>
                        </a:cubicBezTo>
                        <a:cubicBezTo>
                          <a:pt x="120" y="366"/>
                          <a:pt x="149" y="458"/>
                          <a:pt x="149" y="514"/>
                        </a:cubicBezTo>
                        <a:cubicBezTo>
                          <a:pt x="177" y="571"/>
                          <a:pt x="177" y="634"/>
                          <a:pt x="177" y="663"/>
                        </a:cubicBezTo>
                        <a:cubicBezTo>
                          <a:pt x="177" y="783"/>
                          <a:pt x="149" y="896"/>
                          <a:pt x="64" y="896"/>
                        </a:cubicBezTo>
                        <a:lnTo>
                          <a:pt x="64" y="924"/>
                        </a:lnTo>
                        <a:cubicBezTo>
                          <a:pt x="28" y="924"/>
                          <a:pt x="0" y="960"/>
                          <a:pt x="0" y="988"/>
                        </a:cubicBezTo>
                        <a:cubicBezTo>
                          <a:pt x="20" y="1008"/>
                          <a:pt x="44" y="1028"/>
                          <a:pt x="66" y="1028"/>
                        </a:cubicBezTo>
                        <a:cubicBezTo>
                          <a:pt x="75" y="1028"/>
                          <a:pt x="84" y="1025"/>
                          <a:pt x="92" y="1016"/>
                        </a:cubicBezTo>
                        <a:cubicBezTo>
                          <a:pt x="120" y="1016"/>
                          <a:pt x="120" y="1016"/>
                          <a:pt x="120" y="1045"/>
                        </a:cubicBezTo>
                        <a:cubicBezTo>
                          <a:pt x="149" y="1045"/>
                          <a:pt x="177" y="1073"/>
                          <a:pt x="177" y="1101"/>
                        </a:cubicBezTo>
                        <a:cubicBezTo>
                          <a:pt x="205" y="1137"/>
                          <a:pt x="177" y="1193"/>
                          <a:pt x="177" y="1250"/>
                        </a:cubicBezTo>
                        <a:lnTo>
                          <a:pt x="177" y="1278"/>
                        </a:lnTo>
                        <a:cubicBezTo>
                          <a:pt x="149" y="1455"/>
                          <a:pt x="177" y="1604"/>
                          <a:pt x="269" y="1724"/>
                        </a:cubicBezTo>
                        <a:cubicBezTo>
                          <a:pt x="325" y="1809"/>
                          <a:pt x="446" y="1901"/>
                          <a:pt x="559" y="1901"/>
                        </a:cubicBezTo>
                        <a:cubicBezTo>
                          <a:pt x="594" y="1901"/>
                          <a:pt x="651" y="1872"/>
                          <a:pt x="707" y="1844"/>
                        </a:cubicBezTo>
                        <a:cubicBezTo>
                          <a:pt x="736" y="1809"/>
                          <a:pt x="736" y="1780"/>
                          <a:pt x="707" y="1752"/>
                        </a:cubicBezTo>
                        <a:cubicBezTo>
                          <a:pt x="707" y="1738"/>
                          <a:pt x="693" y="1731"/>
                          <a:pt x="676" y="1731"/>
                        </a:cubicBezTo>
                        <a:cubicBezTo>
                          <a:pt x="658" y="1731"/>
                          <a:pt x="637" y="1738"/>
                          <a:pt x="623" y="1752"/>
                        </a:cubicBezTo>
                        <a:cubicBezTo>
                          <a:pt x="597" y="1768"/>
                          <a:pt x="570" y="1775"/>
                          <a:pt x="542" y="1775"/>
                        </a:cubicBezTo>
                        <a:cubicBezTo>
                          <a:pt x="471" y="1775"/>
                          <a:pt x="400" y="1728"/>
                          <a:pt x="354" y="1667"/>
                        </a:cubicBezTo>
                        <a:cubicBezTo>
                          <a:pt x="297" y="1575"/>
                          <a:pt x="269" y="1455"/>
                          <a:pt x="297" y="1313"/>
                        </a:cubicBezTo>
                        <a:lnTo>
                          <a:pt x="297" y="1278"/>
                        </a:lnTo>
                        <a:cubicBezTo>
                          <a:pt x="297" y="1193"/>
                          <a:pt x="325" y="1137"/>
                          <a:pt x="297" y="1045"/>
                        </a:cubicBezTo>
                        <a:cubicBezTo>
                          <a:pt x="269" y="1016"/>
                          <a:pt x="241" y="988"/>
                          <a:pt x="205" y="960"/>
                        </a:cubicBezTo>
                        <a:cubicBezTo>
                          <a:pt x="269" y="868"/>
                          <a:pt x="297" y="783"/>
                          <a:pt x="297" y="663"/>
                        </a:cubicBezTo>
                        <a:cubicBezTo>
                          <a:pt x="297" y="606"/>
                          <a:pt x="297" y="542"/>
                          <a:pt x="269" y="514"/>
                        </a:cubicBezTo>
                        <a:cubicBezTo>
                          <a:pt x="269" y="429"/>
                          <a:pt x="241" y="366"/>
                          <a:pt x="269" y="309"/>
                        </a:cubicBezTo>
                        <a:cubicBezTo>
                          <a:pt x="269" y="252"/>
                          <a:pt x="297" y="160"/>
                          <a:pt x="354" y="132"/>
                        </a:cubicBezTo>
                        <a:cubicBezTo>
                          <a:pt x="373" y="132"/>
                          <a:pt x="395" y="120"/>
                          <a:pt x="416" y="120"/>
                        </a:cubicBezTo>
                        <a:cubicBezTo>
                          <a:pt x="426" y="120"/>
                          <a:pt x="436" y="123"/>
                          <a:pt x="446" y="132"/>
                        </a:cubicBezTo>
                        <a:cubicBezTo>
                          <a:pt x="474" y="132"/>
                          <a:pt x="502" y="104"/>
                          <a:pt x="502" y="75"/>
                        </a:cubicBezTo>
                        <a:cubicBezTo>
                          <a:pt x="502" y="40"/>
                          <a:pt x="502" y="12"/>
                          <a:pt x="474" y="12"/>
                        </a:cubicBezTo>
                        <a:cubicBezTo>
                          <a:pt x="457" y="4"/>
                          <a:pt x="438" y="0"/>
                          <a:pt x="4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7"/>
                  <p:cNvSpPr/>
                  <p:nvPr/>
                </p:nvSpPr>
                <p:spPr>
                  <a:xfrm>
                    <a:off x="3600474" y="2028278"/>
                    <a:ext cx="11978" cy="59854"/>
                  </a:xfrm>
                  <a:custGeom>
                    <a:avLst/>
                    <a:gdLst/>
                    <a:ahLst/>
                    <a:cxnLst/>
                    <a:rect l="l" t="t" r="r" b="b"/>
                    <a:pathLst>
                      <a:path w="354" h="1769" extrusionOk="0">
                        <a:moveTo>
                          <a:pt x="290" y="0"/>
                        </a:moveTo>
                        <a:cubicBezTo>
                          <a:pt x="262" y="0"/>
                          <a:pt x="234" y="35"/>
                          <a:pt x="234" y="64"/>
                        </a:cubicBezTo>
                        <a:cubicBezTo>
                          <a:pt x="0" y="594"/>
                          <a:pt x="0" y="1210"/>
                          <a:pt x="205" y="1740"/>
                        </a:cubicBezTo>
                        <a:cubicBezTo>
                          <a:pt x="234" y="1769"/>
                          <a:pt x="234" y="1769"/>
                          <a:pt x="262" y="1769"/>
                        </a:cubicBezTo>
                        <a:lnTo>
                          <a:pt x="290" y="1769"/>
                        </a:lnTo>
                        <a:cubicBezTo>
                          <a:pt x="319" y="1769"/>
                          <a:pt x="319" y="1712"/>
                          <a:pt x="319" y="1684"/>
                        </a:cubicBezTo>
                        <a:cubicBezTo>
                          <a:pt x="113" y="1182"/>
                          <a:pt x="113" y="594"/>
                          <a:pt x="319" y="92"/>
                        </a:cubicBezTo>
                        <a:cubicBezTo>
                          <a:pt x="354" y="64"/>
                          <a:pt x="319" y="35"/>
                          <a:pt x="2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7"/>
                  <p:cNvSpPr/>
                  <p:nvPr/>
                </p:nvSpPr>
                <p:spPr>
                  <a:xfrm>
                    <a:off x="3583454" y="2027296"/>
                    <a:ext cx="14887" cy="68990"/>
                  </a:xfrm>
                  <a:custGeom>
                    <a:avLst/>
                    <a:gdLst/>
                    <a:ahLst/>
                    <a:cxnLst/>
                    <a:rect l="l" t="t" r="r" b="b"/>
                    <a:pathLst>
                      <a:path w="440" h="2039" extrusionOk="0">
                        <a:moveTo>
                          <a:pt x="355" y="1"/>
                        </a:moveTo>
                        <a:cubicBezTo>
                          <a:pt x="326" y="1"/>
                          <a:pt x="291" y="1"/>
                          <a:pt x="291" y="29"/>
                        </a:cubicBezTo>
                        <a:cubicBezTo>
                          <a:pt x="1" y="652"/>
                          <a:pt x="29" y="1416"/>
                          <a:pt x="326" y="2010"/>
                        </a:cubicBezTo>
                        <a:cubicBezTo>
                          <a:pt x="355" y="2038"/>
                          <a:pt x="355" y="2038"/>
                          <a:pt x="383" y="2038"/>
                        </a:cubicBezTo>
                        <a:lnTo>
                          <a:pt x="411" y="2038"/>
                        </a:lnTo>
                        <a:cubicBezTo>
                          <a:pt x="440" y="2038"/>
                          <a:pt x="440" y="1975"/>
                          <a:pt x="440" y="1946"/>
                        </a:cubicBezTo>
                        <a:cubicBezTo>
                          <a:pt x="150" y="1387"/>
                          <a:pt x="114" y="680"/>
                          <a:pt x="383" y="93"/>
                        </a:cubicBezTo>
                        <a:cubicBezTo>
                          <a:pt x="411" y="64"/>
                          <a:pt x="383" y="29"/>
                          <a:pt x="3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 name="Google Shape;570;p37"/>
                <p:cNvGrpSpPr/>
                <p:nvPr/>
              </p:nvGrpSpPr>
              <p:grpSpPr>
                <a:xfrm>
                  <a:off x="4013356" y="2847427"/>
                  <a:ext cx="312169" cy="63373"/>
                  <a:chOff x="4157006" y="2607377"/>
                  <a:chExt cx="312169" cy="63373"/>
                </a:xfrm>
              </p:grpSpPr>
              <p:sp>
                <p:nvSpPr>
                  <p:cNvPr id="571" name="Google Shape;571;p37"/>
                  <p:cNvSpPr/>
                  <p:nvPr/>
                </p:nvSpPr>
                <p:spPr>
                  <a:xfrm>
                    <a:off x="4411214" y="2619017"/>
                    <a:ext cx="24903" cy="39790"/>
                  </a:xfrm>
                  <a:custGeom>
                    <a:avLst/>
                    <a:gdLst/>
                    <a:ahLst/>
                    <a:cxnLst/>
                    <a:rect l="l" t="t" r="r" b="b"/>
                    <a:pathLst>
                      <a:path w="736" h="1176" extrusionOk="0">
                        <a:moveTo>
                          <a:pt x="665" y="1"/>
                        </a:moveTo>
                        <a:cubicBezTo>
                          <a:pt x="651" y="1"/>
                          <a:pt x="637" y="8"/>
                          <a:pt x="623" y="22"/>
                        </a:cubicBezTo>
                        <a:lnTo>
                          <a:pt x="28" y="673"/>
                        </a:lnTo>
                        <a:cubicBezTo>
                          <a:pt x="28" y="673"/>
                          <a:pt x="0" y="673"/>
                          <a:pt x="28" y="701"/>
                        </a:cubicBezTo>
                        <a:lnTo>
                          <a:pt x="28" y="758"/>
                        </a:lnTo>
                        <a:lnTo>
                          <a:pt x="651" y="1175"/>
                        </a:lnTo>
                        <a:lnTo>
                          <a:pt x="679" y="1175"/>
                        </a:lnTo>
                        <a:cubicBezTo>
                          <a:pt x="679" y="1175"/>
                          <a:pt x="708" y="1175"/>
                          <a:pt x="708" y="1147"/>
                        </a:cubicBezTo>
                        <a:cubicBezTo>
                          <a:pt x="736" y="1111"/>
                          <a:pt x="736" y="1083"/>
                          <a:pt x="708" y="1083"/>
                        </a:cubicBezTo>
                        <a:lnTo>
                          <a:pt x="177" y="701"/>
                        </a:lnTo>
                        <a:lnTo>
                          <a:pt x="708" y="114"/>
                        </a:lnTo>
                        <a:cubicBezTo>
                          <a:pt x="736" y="86"/>
                          <a:pt x="736" y="50"/>
                          <a:pt x="708" y="22"/>
                        </a:cubicBezTo>
                        <a:cubicBezTo>
                          <a:pt x="693" y="8"/>
                          <a:pt x="679" y="1"/>
                          <a:pt x="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7"/>
                  <p:cNvSpPr/>
                  <p:nvPr/>
                </p:nvSpPr>
                <p:spPr>
                  <a:xfrm>
                    <a:off x="4395176" y="2619017"/>
                    <a:ext cx="23955" cy="39790"/>
                  </a:xfrm>
                  <a:custGeom>
                    <a:avLst/>
                    <a:gdLst/>
                    <a:ahLst/>
                    <a:cxnLst/>
                    <a:rect l="l" t="t" r="r" b="b"/>
                    <a:pathLst>
                      <a:path w="708" h="1176" extrusionOk="0">
                        <a:moveTo>
                          <a:pt x="651" y="1"/>
                        </a:moveTo>
                        <a:cubicBezTo>
                          <a:pt x="637" y="1"/>
                          <a:pt x="623" y="8"/>
                          <a:pt x="623" y="22"/>
                        </a:cubicBezTo>
                        <a:lnTo>
                          <a:pt x="0" y="673"/>
                        </a:lnTo>
                        <a:lnTo>
                          <a:pt x="0" y="701"/>
                        </a:lnTo>
                        <a:cubicBezTo>
                          <a:pt x="0" y="729"/>
                          <a:pt x="0" y="729"/>
                          <a:pt x="35" y="758"/>
                        </a:cubicBezTo>
                        <a:lnTo>
                          <a:pt x="623" y="1175"/>
                        </a:lnTo>
                        <a:lnTo>
                          <a:pt x="651" y="1175"/>
                        </a:lnTo>
                        <a:cubicBezTo>
                          <a:pt x="679" y="1175"/>
                          <a:pt x="679" y="1175"/>
                          <a:pt x="708" y="1147"/>
                        </a:cubicBezTo>
                        <a:cubicBezTo>
                          <a:pt x="708" y="1111"/>
                          <a:pt x="708" y="1083"/>
                          <a:pt x="679" y="1083"/>
                        </a:cubicBezTo>
                        <a:lnTo>
                          <a:pt x="149" y="701"/>
                        </a:lnTo>
                        <a:lnTo>
                          <a:pt x="708" y="114"/>
                        </a:lnTo>
                        <a:cubicBezTo>
                          <a:pt x="708" y="86"/>
                          <a:pt x="708" y="50"/>
                          <a:pt x="679" y="22"/>
                        </a:cubicBezTo>
                        <a:cubicBezTo>
                          <a:pt x="679" y="8"/>
                          <a:pt x="665" y="1"/>
                          <a:pt x="6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7"/>
                  <p:cNvSpPr/>
                  <p:nvPr/>
                </p:nvSpPr>
                <p:spPr>
                  <a:xfrm>
                    <a:off x="4360460" y="2620708"/>
                    <a:ext cx="25884" cy="37117"/>
                  </a:xfrm>
                  <a:custGeom>
                    <a:avLst/>
                    <a:gdLst/>
                    <a:ahLst/>
                    <a:cxnLst/>
                    <a:rect l="l" t="t" r="r" b="b"/>
                    <a:pathLst>
                      <a:path w="765" h="1097" extrusionOk="0">
                        <a:moveTo>
                          <a:pt x="382" y="120"/>
                        </a:moveTo>
                        <a:cubicBezTo>
                          <a:pt x="531" y="120"/>
                          <a:pt x="644" y="297"/>
                          <a:pt x="644" y="531"/>
                        </a:cubicBezTo>
                        <a:cubicBezTo>
                          <a:pt x="644" y="771"/>
                          <a:pt x="531" y="976"/>
                          <a:pt x="382" y="976"/>
                        </a:cubicBezTo>
                        <a:cubicBezTo>
                          <a:pt x="234" y="976"/>
                          <a:pt x="114" y="771"/>
                          <a:pt x="114" y="531"/>
                        </a:cubicBezTo>
                        <a:cubicBezTo>
                          <a:pt x="114" y="297"/>
                          <a:pt x="234" y="120"/>
                          <a:pt x="382" y="120"/>
                        </a:cubicBezTo>
                        <a:close/>
                        <a:moveTo>
                          <a:pt x="382" y="0"/>
                        </a:moveTo>
                        <a:cubicBezTo>
                          <a:pt x="177" y="0"/>
                          <a:pt x="0" y="241"/>
                          <a:pt x="0" y="531"/>
                        </a:cubicBezTo>
                        <a:cubicBezTo>
                          <a:pt x="0" y="856"/>
                          <a:pt x="177" y="1097"/>
                          <a:pt x="382" y="1097"/>
                        </a:cubicBezTo>
                        <a:cubicBezTo>
                          <a:pt x="587" y="1097"/>
                          <a:pt x="764" y="856"/>
                          <a:pt x="764" y="531"/>
                        </a:cubicBezTo>
                        <a:cubicBezTo>
                          <a:pt x="764" y="241"/>
                          <a:pt x="587" y="0"/>
                          <a:pt x="3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7"/>
                  <p:cNvSpPr/>
                  <p:nvPr/>
                </p:nvSpPr>
                <p:spPr>
                  <a:xfrm>
                    <a:off x="4335320" y="2620708"/>
                    <a:ext cx="4094" cy="37117"/>
                  </a:xfrm>
                  <a:custGeom>
                    <a:avLst/>
                    <a:gdLst/>
                    <a:ahLst/>
                    <a:cxnLst/>
                    <a:rect l="l" t="t" r="r" b="b"/>
                    <a:pathLst>
                      <a:path w="121" h="1097" extrusionOk="0">
                        <a:moveTo>
                          <a:pt x="64" y="0"/>
                        </a:moveTo>
                        <a:cubicBezTo>
                          <a:pt x="36" y="0"/>
                          <a:pt x="1" y="0"/>
                          <a:pt x="1" y="64"/>
                        </a:cubicBezTo>
                        <a:lnTo>
                          <a:pt x="1" y="1033"/>
                        </a:lnTo>
                        <a:cubicBezTo>
                          <a:pt x="1" y="1061"/>
                          <a:pt x="36" y="1097"/>
                          <a:pt x="64" y="1097"/>
                        </a:cubicBezTo>
                        <a:cubicBezTo>
                          <a:pt x="92" y="1097"/>
                          <a:pt x="121" y="1061"/>
                          <a:pt x="121" y="1033"/>
                        </a:cubicBezTo>
                        <a:lnTo>
                          <a:pt x="121" y="64"/>
                        </a:lnTo>
                        <a:cubicBezTo>
                          <a:pt x="121" y="0"/>
                          <a:pt x="92" y="0"/>
                          <a:pt x="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7"/>
                  <p:cNvSpPr/>
                  <p:nvPr/>
                </p:nvSpPr>
                <p:spPr>
                  <a:xfrm>
                    <a:off x="4302534" y="2623821"/>
                    <a:ext cx="19895" cy="30891"/>
                  </a:xfrm>
                  <a:custGeom>
                    <a:avLst/>
                    <a:gdLst/>
                    <a:ahLst/>
                    <a:cxnLst/>
                    <a:rect l="l" t="t" r="r" b="b"/>
                    <a:pathLst>
                      <a:path w="588" h="913" extrusionOk="0">
                        <a:moveTo>
                          <a:pt x="0" y="0"/>
                        </a:moveTo>
                        <a:lnTo>
                          <a:pt x="0" y="913"/>
                        </a:lnTo>
                        <a:lnTo>
                          <a:pt x="587" y="913"/>
                        </a:lnTo>
                        <a:lnTo>
                          <a:pt x="5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7"/>
                  <p:cNvSpPr/>
                  <p:nvPr/>
                </p:nvSpPr>
                <p:spPr>
                  <a:xfrm>
                    <a:off x="4257532" y="2621893"/>
                    <a:ext cx="33057" cy="34749"/>
                  </a:xfrm>
                  <a:custGeom>
                    <a:avLst/>
                    <a:gdLst/>
                    <a:ahLst/>
                    <a:cxnLst/>
                    <a:rect l="l" t="t" r="r" b="b"/>
                    <a:pathLst>
                      <a:path w="977" h="1027" extrusionOk="0">
                        <a:moveTo>
                          <a:pt x="856" y="114"/>
                        </a:moveTo>
                        <a:lnTo>
                          <a:pt x="856" y="913"/>
                        </a:lnTo>
                        <a:lnTo>
                          <a:pt x="121" y="913"/>
                        </a:lnTo>
                        <a:lnTo>
                          <a:pt x="121" y="114"/>
                        </a:lnTo>
                        <a:close/>
                        <a:moveTo>
                          <a:pt x="64" y="1"/>
                        </a:moveTo>
                        <a:cubicBezTo>
                          <a:pt x="36" y="1"/>
                          <a:pt x="0" y="29"/>
                          <a:pt x="0" y="57"/>
                        </a:cubicBezTo>
                        <a:lnTo>
                          <a:pt x="0" y="970"/>
                        </a:lnTo>
                        <a:cubicBezTo>
                          <a:pt x="0" y="998"/>
                          <a:pt x="36" y="1026"/>
                          <a:pt x="64" y="1026"/>
                        </a:cubicBezTo>
                        <a:lnTo>
                          <a:pt x="920" y="1026"/>
                        </a:lnTo>
                        <a:cubicBezTo>
                          <a:pt x="948" y="1026"/>
                          <a:pt x="977" y="998"/>
                          <a:pt x="977" y="970"/>
                        </a:cubicBezTo>
                        <a:lnTo>
                          <a:pt x="977" y="57"/>
                        </a:lnTo>
                        <a:cubicBezTo>
                          <a:pt x="977" y="29"/>
                          <a:pt x="948" y="1"/>
                          <a:pt x="9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7"/>
                  <p:cNvSpPr/>
                  <p:nvPr/>
                </p:nvSpPr>
                <p:spPr>
                  <a:xfrm>
                    <a:off x="4214696" y="2623821"/>
                    <a:ext cx="32076" cy="30891"/>
                  </a:xfrm>
                  <a:custGeom>
                    <a:avLst/>
                    <a:gdLst/>
                    <a:ahLst/>
                    <a:cxnLst/>
                    <a:rect l="l" t="t" r="r" b="b"/>
                    <a:pathLst>
                      <a:path w="948"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7"/>
                  <p:cNvSpPr/>
                  <p:nvPr/>
                </p:nvSpPr>
                <p:spPr>
                  <a:xfrm>
                    <a:off x="4178762" y="2607377"/>
                    <a:ext cx="23989" cy="63373"/>
                  </a:xfrm>
                  <a:custGeom>
                    <a:avLst/>
                    <a:gdLst/>
                    <a:ahLst/>
                    <a:cxnLst/>
                    <a:rect l="l" t="t" r="r" b="b"/>
                    <a:pathLst>
                      <a:path w="709" h="1873" extrusionOk="0">
                        <a:moveTo>
                          <a:pt x="392" y="0"/>
                        </a:moveTo>
                        <a:cubicBezTo>
                          <a:pt x="350" y="0"/>
                          <a:pt x="310" y="20"/>
                          <a:pt x="270" y="40"/>
                        </a:cubicBezTo>
                        <a:cubicBezTo>
                          <a:pt x="178" y="104"/>
                          <a:pt x="149" y="189"/>
                          <a:pt x="121" y="281"/>
                        </a:cubicBezTo>
                        <a:cubicBezTo>
                          <a:pt x="121" y="366"/>
                          <a:pt x="121" y="458"/>
                          <a:pt x="149" y="514"/>
                        </a:cubicBezTo>
                        <a:cubicBezTo>
                          <a:pt x="149" y="571"/>
                          <a:pt x="178" y="635"/>
                          <a:pt x="178" y="663"/>
                        </a:cubicBezTo>
                        <a:cubicBezTo>
                          <a:pt x="178" y="748"/>
                          <a:pt x="149" y="868"/>
                          <a:pt x="65" y="896"/>
                        </a:cubicBezTo>
                        <a:lnTo>
                          <a:pt x="29" y="896"/>
                        </a:lnTo>
                        <a:cubicBezTo>
                          <a:pt x="1" y="925"/>
                          <a:pt x="1" y="960"/>
                          <a:pt x="1" y="988"/>
                        </a:cubicBezTo>
                        <a:cubicBezTo>
                          <a:pt x="1" y="1017"/>
                          <a:pt x="29" y="1017"/>
                          <a:pt x="65" y="1017"/>
                        </a:cubicBezTo>
                        <a:lnTo>
                          <a:pt x="121" y="1017"/>
                        </a:lnTo>
                        <a:lnTo>
                          <a:pt x="178" y="1073"/>
                        </a:lnTo>
                        <a:lnTo>
                          <a:pt x="178" y="1250"/>
                        </a:lnTo>
                        <a:lnTo>
                          <a:pt x="149" y="1278"/>
                        </a:lnTo>
                        <a:cubicBezTo>
                          <a:pt x="149" y="1455"/>
                          <a:pt x="178" y="1604"/>
                          <a:pt x="241" y="1696"/>
                        </a:cubicBezTo>
                        <a:cubicBezTo>
                          <a:pt x="298" y="1809"/>
                          <a:pt x="418" y="1873"/>
                          <a:pt x="531" y="1873"/>
                        </a:cubicBezTo>
                        <a:cubicBezTo>
                          <a:pt x="595" y="1873"/>
                          <a:pt x="623" y="1844"/>
                          <a:pt x="680" y="1809"/>
                        </a:cubicBezTo>
                        <a:cubicBezTo>
                          <a:pt x="708" y="1809"/>
                          <a:pt x="708" y="1752"/>
                          <a:pt x="708" y="1752"/>
                        </a:cubicBezTo>
                        <a:cubicBezTo>
                          <a:pt x="688" y="1732"/>
                          <a:pt x="668" y="1712"/>
                          <a:pt x="648" y="1712"/>
                        </a:cubicBezTo>
                        <a:cubicBezTo>
                          <a:pt x="640" y="1712"/>
                          <a:pt x="632" y="1716"/>
                          <a:pt x="623" y="1724"/>
                        </a:cubicBezTo>
                        <a:cubicBezTo>
                          <a:pt x="598" y="1740"/>
                          <a:pt x="568" y="1747"/>
                          <a:pt x="537" y="1747"/>
                        </a:cubicBezTo>
                        <a:cubicBezTo>
                          <a:pt x="456" y="1747"/>
                          <a:pt x="367" y="1699"/>
                          <a:pt x="326" y="1632"/>
                        </a:cubicBezTo>
                        <a:cubicBezTo>
                          <a:pt x="270" y="1547"/>
                          <a:pt x="270" y="1427"/>
                          <a:pt x="270" y="1278"/>
                        </a:cubicBezTo>
                        <a:lnTo>
                          <a:pt x="298" y="1250"/>
                        </a:lnTo>
                        <a:cubicBezTo>
                          <a:pt x="298" y="1194"/>
                          <a:pt x="298" y="1102"/>
                          <a:pt x="270" y="1045"/>
                        </a:cubicBezTo>
                        <a:cubicBezTo>
                          <a:pt x="270" y="1017"/>
                          <a:pt x="241" y="960"/>
                          <a:pt x="206" y="925"/>
                        </a:cubicBezTo>
                        <a:cubicBezTo>
                          <a:pt x="270" y="868"/>
                          <a:pt x="298" y="748"/>
                          <a:pt x="298" y="663"/>
                        </a:cubicBezTo>
                        <a:cubicBezTo>
                          <a:pt x="298" y="606"/>
                          <a:pt x="270" y="543"/>
                          <a:pt x="270" y="514"/>
                        </a:cubicBezTo>
                        <a:cubicBezTo>
                          <a:pt x="241" y="430"/>
                          <a:pt x="241" y="366"/>
                          <a:pt x="241" y="309"/>
                        </a:cubicBezTo>
                        <a:cubicBezTo>
                          <a:pt x="241" y="253"/>
                          <a:pt x="298" y="161"/>
                          <a:pt x="326" y="132"/>
                        </a:cubicBezTo>
                        <a:lnTo>
                          <a:pt x="418" y="132"/>
                        </a:lnTo>
                        <a:cubicBezTo>
                          <a:pt x="447" y="132"/>
                          <a:pt x="475" y="132"/>
                          <a:pt x="475" y="104"/>
                        </a:cubicBezTo>
                        <a:cubicBezTo>
                          <a:pt x="503" y="40"/>
                          <a:pt x="475" y="12"/>
                          <a:pt x="447" y="12"/>
                        </a:cubicBezTo>
                        <a:cubicBezTo>
                          <a:pt x="428" y="4"/>
                          <a:pt x="410"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7"/>
                  <p:cNvSpPr/>
                  <p:nvPr/>
                </p:nvSpPr>
                <p:spPr>
                  <a:xfrm>
                    <a:off x="4157006" y="2609915"/>
                    <a:ext cx="10793" cy="58704"/>
                  </a:xfrm>
                  <a:custGeom>
                    <a:avLst/>
                    <a:gdLst/>
                    <a:ahLst/>
                    <a:cxnLst/>
                    <a:rect l="l" t="t" r="r" b="b"/>
                    <a:pathLst>
                      <a:path w="319" h="1735" extrusionOk="0">
                        <a:moveTo>
                          <a:pt x="290" y="1"/>
                        </a:moveTo>
                        <a:cubicBezTo>
                          <a:pt x="262" y="1"/>
                          <a:pt x="234" y="1"/>
                          <a:pt x="205" y="29"/>
                        </a:cubicBezTo>
                        <a:cubicBezTo>
                          <a:pt x="0" y="560"/>
                          <a:pt x="0" y="1175"/>
                          <a:pt x="205" y="1706"/>
                        </a:cubicBezTo>
                        <a:cubicBezTo>
                          <a:pt x="205" y="1706"/>
                          <a:pt x="234" y="1734"/>
                          <a:pt x="262" y="1734"/>
                        </a:cubicBezTo>
                        <a:lnTo>
                          <a:pt x="290" y="1734"/>
                        </a:lnTo>
                        <a:cubicBezTo>
                          <a:pt x="318" y="1706"/>
                          <a:pt x="318" y="1677"/>
                          <a:pt x="318" y="1649"/>
                        </a:cubicBezTo>
                        <a:cubicBezTo>
                          <a:pt x="113" y="1147"/>
                          <a:pt x="113" y="588"/>
                          <a:pt x="318" y="86"/>
                        </a:cubicBezTo>
                        <a:cubicBezTo>
                          <a:pt x="318" y="57"/>
                          <a:pt x="318" y="1"/>
                          <a:pt x="2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7"/>
                  <p:cNvSpPr/>
                  <p:nvPr/>
                </p:nvSpPr>
                <p:spPr>
                  <a:xfrm>
                    <a:off x="4445185" y="2607377"/>
                    <a:ext cx="23989" cy="63373"/>
                  </a:xfrm>
                  <a:custGeom>
                    <a:avLst/>
                    <a:gdLst/>
                    <a:ahLst/>
                    <a:cxnLst/>
                    <a:rect l="l" t="t" r="r" b="b"/>
                    <a:pathLst>
                      <a:path w="709" h="1873" extrusionOk="0">
                        <a:moveTo>
                          <a:pt x="317" y="0"/>
                        </a:moveTo>
                        <a:cubicBezTo>
                          <a:pt x="299" y="0"/>
                          <a:pt x="281" y="4"/>
                          <a:pt x="262" y="12"/>
                        </a:cubicBezTo>
                        <a:cubicBezTo>
                          <a:pt x="234" y="12"/>
                          <a:pt x="206" y="40"/>
                          <a:pt x="234" y="104"/>
                        </a:cubicBezTo>
                        <a:cubicBezTo>
                          <a:pt x="234" y="132"/>
                          <a:pt x="262" y="132"/>
                          <a:pt x="291" y="132"/>
                        </a:cubicBezTo>
                        <a:lnTo>
                          <a:pt x="383" y="132"/>
                        </a:lnTo>
                        <a:cubicBezTo>
                          <a:pt x="411" y="161"/>
                          <a:pt x="468" y="253"/>
                          <a:pt x="468" y="309"/>
                        </a:cubicBezTo>
                        <a:cubicBezTo>
                          <a:pt x="468" y="366"/>
                          <a:pt x="468" y="430"/>
                          <a:pt x="439" y="514"/>
                        </a:cubicBezTo>
                        <a:cubicBezTo>
                          <a:pt x="439" y="543"/>
                          <a:pt x="439" y="606"/>
                          <a:pt x="411" y="663"/>
                        </a:cubicBezTo>
                        <a:cubicBezTo>
                          <a:pt x="411" y="748"/>
                          <a:pt x="439" y="868"/>
                          <a:pt x="503" y="925"/>
                        </a:cubicBezTo>
                        <a:cubicBezTo>
                          <a:pt x="468" y="960"/>
                          <a:pt x="439" y="1017"/>
                          <a:pt x="439" y="1045"/>
                        </a:cubicBezTo>
                        <a:cubicBezTo>
                          <a:pt x="411" y="1102"/>
                          <a:pt x="411" y="1194"/>
                          <a:pt x="439" y="1250"/>
                        </a:cubicBezTo>
                        <a:lnTo>
                          <a:pt x="439" y="1278"/>
                        </a:lnTo>
                        <a:cubicBezTo>
                          <a:pt x="439" y="1427"/>
                          <a:pt x="439" y="1547"/>
                          <a:pt x="383" y="1632"/>
                        </a:cubicBezTo>
                        <a:cubicBezTo>
                          <a:pt x="342" y="1699"/>
                          <a:pt x="253" y="1747"/>
                          <a:pt x="172" y="1747"/>
                        </a:cubicBezTo>
                        <a:cubicBezTo>
                          <a:pt x="141" y="1747"/>
                          <a:pt x="111" y="1740"/>
                          <a:pt x="86" y="1724"/>
                        </a:cubicBezTo>
                        <a:cubicBezTo>
                          <a:pt x="77" y="1716"/>
                          <a:pt x="69" y="1712"/>
                          <a:pt x="61" y="1712"/>
                        </a:cubicBezTo>
                        <a:cubicBezTo>
                          <a:pt x="43" y="1712"/>
                          <a:pt x="29" y="1732"/>
                          <a:pt x="29" y="1752"/>
                        </a:cubicBezTo>
                        <a:cubicBezTo>
                          <a:pt x="1" y="1752"/>
                          <a:pt x="1" y="1809"/>
                          <a:pt x="29" y="1809"/>
                        </a:cubicBezTo>
                        <a:cubicBezTo>
                          <a:pt x="86" y="1844"/>
                          <a:pt x="114" y="1873"/>
                          <a:pt x="178" y="1873"/>
                        </a:cubicBezTo>
                        <a:cubicBezTo>
                          <a:pt x="291" y="1873"/>
                          <a:pt x="411" y="1809"/>
                          <a:pt x="468" y="1696"/>
                        </a:cubicBezTo>
                        <a:cubicBezTo>
                          <a:pt x="560" y="1604"/>
                          <a:pt x="560" y="1455"/>
                          <a:pt x="560" y="1278"/>
                        </a:cubicBezTo>
                        <a:lnTo>
                          <a:pt x="560" y="1250"/>
                        </a:lnTo>
                        <a:cubicBezTo>
                          <a:pt x="531" y="1194"/>
                          <a:pt x="531" y="1137"/>
                          <a:pt x="560" y="1073"/>
                        </a:cubicBezTo>
                        <a:cubicBezTo>
                          <a:pt x="560" y="1045"/>
                          <a:pt x="588" y="1045"/>
                          <a:pt x="588" y="1017"/>
                        </a:cubicBezTo>
                        <a:lnTo>
                          <a:pt x="644" y="1017"/>
                        </a:lnTo>
                        <a:cubicBezTo>
                          <a:pt x="680" y="1017"/>
                          <a:pt x="708" y="1017"/>
                          <a:pt x="708" y="988"/>
                        </a:cubicBezTo>
                        <a:cubicBezTo>
                          <a:pt x="708" y="960"/>
                          <a:pt x="708" y="925"/>
                          <a:pt x="680" y="896"/>
                        </a:cubicBezTo>
                        <a:lnTo>
                          <a:pt x="644" y="896"/>
                        </a:lnTo>
                        <a:cubicBezTo>
                          <a:pt x="588" y="868"/>
                          <a:pt x="531" y="748"/>
                          <a:pt x="531" y="663"/>
                        </a:cubicBezTo>
                        <a:cubicBezTo>
                          <a:pt x="560" y="635"/>
                          <a:pt x="560" y="571"/>
                          <a:pt x="560" y="514"/>
                        </a:cubicBezTo>
                        <a:cubicBezTo>
                          <a:pt x="588" y="458"/>
                          <a:pt x="588" y="366"/>
                          <a:pt x="588" y="281"/>
                        </a:cubicBezTo>
                        <a:cubicBezTo>
                          <a:pt x="588" y="189"/>
                          <a:pt x="531" y="104"/>
                          <a:pt x="439" y="40"/>
                        </a:cubicBezTo>
                        <a:cubicBezTo>
                          <a:pt x="399" y="20"/>
                          <a:pt x="359" y="0"/>
                          <a:pt x="3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 name="Google Shape;581;p37"/>
                <p:cNvGrpSpPr/>
                <p:nvPr/>
              </p:nvGrpSpPr>
              <p:grpSpPr>
                <a:xfrm>
                  <a:off x="3007131" y="2353586"/>
                  <a:ext cx="269330" cy="224564"/>
                  <a:chOff x="2715768" y="1997386"/>
                  <a:chExt cx="269330" cy="224564"/>
                </a:xfrm>
              </p:grpSpPr>
              <p:sp>
                <p:nvSpPr>
                  <p:cNvPr id="582" name="Google Shape;582;p37"/>
                  <p:cNvSpPr/>
                  <p:nvPr/>
                </p:nvSpPr>
                <p:spPr>
                  <a:xfrm>
                    <a:off x="2868233" y="1997386"/>
                    <a:ext cx="116866" cy="116832"/>
                  </a:xfrm>
                  <a:custGeom>
                    <a:avLst/>
                    <a:gdLst/>
                    <a:ahLst/>
                    <a:cxnLst/>
                    <a:rect l="l" t="t" r="r" b="b"/>
                    <a:pathLst>
                      <a:path w="3454" h="3453" extrusionOk="0">
                        <a:moveTo>
                          <a:pt x="1729" y="947"/>
                        </a:moveTo>
                        <a:cubicBezTo>
                          <a:pt x="1938" y="947"/>
                          <a:pt x="2145" y="1036"/>
                          <a:pt x="2300" y="1210"/>
                        </a:cubicBezTo>
                        <a:cubicBezTo>
                          <a:pt x="2597" y="1536"/>
                          <a:pt x="2597" y="2038"/>
                          <a:pt x="2272" y="2328"/>
                        </a:cubicBezTo>
                        <a:cubicBezTo>
                          <a:pt x="2120" y="2466"/>
                          <a:pt x="1930" y="2534"/>
                          <a:pt x="1741" y="2534"/>
                        </a:cubicBezTo>
                        <a:cubicBezTo>
                          <a:pt x="1524" y="2534"/>
                          <a:pt x="1309" y="2445"/>
                          <a:pt x="1154" y="2271"/>
                        </a:cubicBezTo>
                        <a:cubicBezTo>
                          <a:pt x="857" y="1946"/>
                          <a:pt x="885" y="1444"/>
                          <a:pt x="1211" y="1154"/>
                        </a:cubicBezTo>
                        <a:cubicBezTo>
                          <a:pt x="1362" y="1015"/>
                          <a:pt x="1546" y="947"/>
                          <a:pt x="1729" y="947"/>
                        </a:cubicBezTo>
                        <a:close/>
                        <a:moveTo>
                          <a:pt x="1621" y="1"/>
                        </a:moveTo>
                        <a:cubicBezTo>
                          <a:pt x="1656" y="1"/>
                          <a:pt x="1656" y="29"/>
                          <a:pt x="1656" y="29"/>
                        </a:cubicBezTo>
                        <a:cubicBezTo>
                          <a:pt x="1684" y="177"/>
                          <a:pt x="1593" y="354"/>
                          <a:pt x="1444" y="383"/>
                        </a:cubicBezTo>
                        <a:cubicBezTo>
                          <a:pt x="1423" y="387"/>
                          <a:pt x="1402" y="389"/>
                          <a:pt x="1382" y="389"/>
                        </a:cubicBezTo>
                        <a:cubicBezTo>
                          <a:pt x="1235" y="389"/>
                          <a:pt x="1121" y="280"/>
                          <a:pt x="1090" y="149"/>
                        </a:cubicBezTo>
                        <a:lnTo>
                          <a:pt x="1090" y="121"/>
                        </a:lnTo>
                        <a:cubicBezTo>
                          <a:pt x="977" y="149"/>
                          <a:pt x="885" y="206"/>
                          <a:pt x="800" y="269"/>
                        </a:cubicBezTo>
                        <a:cubicBezTo>
                          <a:pt x="800" y="269"/>
                          <a:pt x="800" y="298"/>
                          <a:pt x="828" y="298"/>
                        </a:cubicBezTo>
                        <a:cubicBezTo>
                          <a:pt x="913" y="418"/>
                          <a:pt x="913" y="595"/>
                          <a:pt x="800" y="708"/>
                        </a:cubicBezTo>
                        <a:cubicBezTo>
                          <a:pt x="744" y="751"/>
                          <a:pt x="676" y="774"/>
                          <a:pt x="610" y="774"/>
                        </a:cubicBezTo>
                        <a:cubicBezTo>
                          <a:pt x="535" y="774"/>
                          <a:pt x="463" y="744"/>
                          <a:pt x="418" y="680"/>
                        </a:cubicBezTo>
                        <a:cubicBezTo>
                          <a:pt x="383" y="680"/>
                          <a:pt x="383" y="651"/>
                          <a:pt x="383" y="651"/>
                        </a:cubicBezTo>
                        <a:cubicBezTo>
                          <a:pt x="326" y="736"/>
                          <a:pt x="270" y="828"/>
                          <a:pt x="206" y="913"/>
                        </a:cubicBezTo>
                        <a:cubicBezTo>
                          <a:pt x="206" y="913"/>
                          <a:pt x="241" y="913"/>
                          <a:pt x="241" y="948"/>
                        </a:cubicBezTo>
                        <a:cubicBezTo>
                          <a:pt x="383" y="977"/>
                          <a:pt x="475" y="1154"/>
                          <a:pt x="418" y="1302"/>
                        </a:cubicBezTo>
                        <a:cubicBezTo>
                          <a:pt x="390" y="1415"/>
                          <a:pt x="272" y="1496"/>
                          <a:pt x="154" y="1496"/>
                        </a:cubicBezTo>
                        <a:cubicBezTo>
                          <a:pt x="124" y="1496"/>
                          <a:pt x="93" y="1491"/>
                          <a:pt x="64" y="1479"/>
                        </a:cubicBezTo>
                        <a:lnTo>
                          <a:pt x="29" y="1479"/>
                        </a:lnTo>
                        <a:cubicBezTo>
                          <a:pt x="29" y="1564"/>
                          <a:pt x="1" y="1684"/>
                          <a:pt x="29" y="1797"/>
                        </a:cubicBezTo>
                        <a:lnTo>
                          <a:pt x="64" y="1797"/>
                        </a:lnTo>
                        <a:cubicBezTo>
                          <a:pt x="89" y="1788"/>
                          <a:pt x="113" y="1783"/>
                          <a:pt x="138" y="1783"/>
                        </a:cubicBezTo>
                        <a:cubicBezTo>
                          <a:pt x="254" y="1783"/>
                          <a:pt x="359" y="1887"/>
                          <a:pt x="383" y="2010"/>
                        </a:cubicBezTo>
                        <a:cubicBezTo>
                          <a:pt x="418" y="2151"/>
                          <a:pt x="326" y="2300"/>
                          <a:pt x="178" y="2328"/>
                        </a:cubicBezTo>
                        <a:lnTo>
                          <a:pt x="149" y="2363"/>
                        </a:lnTo>
                        <a:cubicBezTo>
                          <a:pt x="178" y="2448"/>
                          <a:pt x="241" y="2569"/>
                          <a:pt x="298" y="2653"/>
                        </a:cubicBezTo>
                        <a:cubicBezTo>
                          <a:pt x="298" y="2653"/>
                          <a:pt x="298" y="2625"/>
                          <a:pt x="326" y="2625"/>
                        </a:cubicBezTo>
                        <a:cubicBezTo>
                          <a:pt x="378" y="2573"/>
                          <a:pt x="441" y="2550"/>
                          <a:pt x="502" y="2550"/>
                        </a:cubicBezTo>
                        <a:cubicBezTo>
                          <a:pt x="582" y="2550"/>
                          <a:pt x="660" y="2589"/>
                          <a:pt x="708" y="2653"/>
                        </a:cubicBezTo>
                        <a:cubicBezTo>
                          <a:pt x="828" y="2774"/>
                          <a:pt x="828" y="2951"/>
                          <a:pt x="708" y="3035"/>
                        </a:cubicBezTo>
                        <a:lnTo>
                          <a:pt x="680" y="3071"/>
                        </a:lnTo>
                        <a:cubicBezTo>
                          <a:pt x="772" y="3156"/>
                          <a:pt x="857" y="3212"/>
                          <a:pt x="949" y="3276"/>
                        </a:cubicBezTo>
                        <a:cubicBezTo>
                          <a:pt x="949" y="3248"/>
                          <a:pt x="949" y="3248"/>
                          <a:pt x="977" y="3212"/>
                        </a:cubicBezTo>
                        <a:cubicBezTo>
                          <a:pt x="1000" y="3100"/>
                          <a:pt x="1116" y="3018"/>
                          <a:pt x="1238" y="3018"/>
                        </a:cubicBezTo>
                        <a:cubicBezTo>
                          <a:pt x="1269" y="3018"/>
                          <a:pt x="1300" y="3024"/>
                          <a:pt x="1331" y="3035"/>
                        </a:cubicBezTo>
                        <a:cubicBezTo>
                          <a:pt x="1479" y="3099"/>
                          <a:pt x="1536" y="3248"/>
                          <a:pt x="1508" y="3389"/>
                        </a:cubicBezTo>
                        <a:cubicBezTo>
                          <a:pt x="1508" y="3425"/>
                          <a:pt x="1508" y="3425"/>
                          <a:pt x="1479" y="3453"/>
                        </a:cubicBezTo>
                        <a:lnTo>
                          <a:pt x="1833" y="3453"/>
                        </a:lnTo>
                        <a:cubicBezTo>
                          <a:pt x="1833" y="3453"/>
                          <a:pt x="1833" y="3425"/>
                          <a:pt x="1798" y="3425"/>
                        </a:cubicBezTo>
                        <a:cubicBezTo>
                          <a:pt x="1769" y="3276"/>
                          <a:pt x="1890" y="3127"/>
                          <a:pt x="2038" y="3071"/>
                        </a:cubicBezTo>
                        <a:cubicBezTo>
                          <a:pt x="2056" y="3067"/>
                          <a:pt x="2074" y="3065"/>
                          <a:pt x="2091" y="3065"/>
                        </a:cubicBezTo>
                        <a:cubicBezTo>
                          <a:pt x="2219" y="3065"/>
                          <a:pt x="2332" y="3173"/>
                          <a:pt x="2364" y="3304"/>
                        </a:cubicBezTo>
                        <a:lnTo>
                          <a:pt x="2364" y="3333"/>
                        </a:lnTo>
                        <a:cubicBezTo>
                          <a:pt x="2477" y="3304"/>
                          <a:pt x="2569" y="3248"/>
                          <a:pt x="2682" y="3184"/>
                        </a:cubicBezTo>
                        <a:cubicBezTo>
                          <a:pt x="2654" y="3184"/>
                          <a:pt x="2654" y="3184"/>
                          <a:pt x="2654" y="3156"/>
                        </a:cubicBezTo>
                        <a:cubicBezTo>
                          <a:pt x="2540" y="3035"/>
                          <a:pt x="2540" y="2859"/>
                          <a:pt x="2654" y="2774"/>
                        </a:cubicBezTo>
                        <a:cubicBezTo>
                          <a:pt x="2714" y="2714"/>
                          <a:pt x="2788" y="2683"/>
                          <a:pt x="2862" y="2683"/>
                        </a:cubicBezTo>
                        <a:cubicBezTo>
                          <a:pt x="2937" y="2683"/>
                          <a:pt x="3011" y="2714"/>
                          <a:pt x="3071" y="2774"/>
                        </a:cubicBezTo>
                        <a:cubicBezTo>
                          <a:pt x="3071" y="2802"/>
                          <a:pt x="3071" y="2802"/>
                          <a:pt x="3099" y="2830"/>
                        </a:cubicBezTo>
                        <a:cubicBezTo>
                          <a:pt x="3156" y="2717"/>
                          <a:pt x="3213" y="2625"/>
                          <a:pt x="3276" y="2540"/>
                        </a:cubicBezTo>
                        <a:cubicBezTo>
                          <a:pt x="3248" y="2540"/>
                          <a:pt x="3248" y="2540"/>
                          <a:pt x="3213" y="2505"/>
                        </a:cubicBezTo>
                        <a:cubicBezTo>
                          <a:pt x="3071" y="2477"/>
                          <a:pt x="2979" y="2300"/>
                          <a:pt x="3036" y="2151"/>
                        </a:cubicBezTo>
                        <a:cubicBezTo>
                          <a:pt x="3086" y="2039"/>
                          <a:pt x="3191" y="1957"/>
                          <a:pt x="3303" y="1957"/>
                        </a:cubicBezTo>
                        <a:cubicBezTo>
                          <a:pt x="3331" y="1957"/>
                          <a:pt x="3360" y="1963"/>
                          <a:pt x="3389" y="1974"/>
                        </a:cubicBezTo>
                        <a:cubicBezTo>
                          <a:pt x="3425" y="1974"/>
                          <a:pt x="3425" y="1974"/>
                          <a:pt x="3453" y="2010"/>
                        </a:cubicBezTo>
                        <a:lnTo>
                          <a:pt x="3453" y="1656"/>
                        </a:lnTo>
                        <a:cubicBezTo>
                          <a:pt x="3453" y="1656"/>
                          <a:pt x="3425" y="1656"/>
                          <a:pt x="3425" y="1684"/>
                        </a:cubicBezTo>
                        <a:cubicBezTo>
                          <a:pt x="3407" y="1687"/>
                          <a:pt x="3390" y="1688"/>
                          <a:pt x="3373" y="1688"/>
                        </a:cubicBezTo>
                        <a:cubicBezTo>
                          <a:pt x="3220" y="1688"/>
                          <a:pt x="3097" y="1578"/>
                          <a:pt x="3071" y="1444"/>
                        </a:cubicBezTo>
                        <a:cubicBezTo>
                          <a:pt x="3036" y="1302"/>
                          <a:pt x="3128" y="1154"/>
                          <a:pt x="3276" y="1125"/>
                        </a:cubicBezTo>
                        <a:cubicBezTo>
                          <a:pt x="3305" y="1090"/>
                          <a:pt x="3305" y="1090"/>
                          <a:pt x="3333" y="1090"/>
                        </a:cubicBezTo>
                        <a:cubicBezTo>
                          <a:pt x="3276" y="1005"/>
                          <a:pt x="3248" y="885"/>
                          <a:pt x="3156" y="800"/>
                        </a:cubicBezTo>
                        <a:lnTo>
                          <a:pt x="3156" y="828"/>
                        </a:lnTo>
                        <a:cubicBezTo>
                          <a:pt x="3104" y="880"/>
                          <a:pt x="3041" y="903"/>
                          <a:pt x="2978" y="903"/>
                        </a:cubicBezTo>
                        <a:cubicBezTo>
                          <a:pt x="2894" y="903"/>
                          <a:pt x="2810" y="864"/>
                          <a:pt x="2746" y="800"/>
                        </a:cubicBezTo>
                        <a:cubicBezTo>
                          <a:pt x="2625" y="680"/>
                          <a:pt x="2654" y="503"/>
                          <a:pt x="2774" y="418"/>
                        </a:cubicBezTo>
                        <a:cubicBezTo>
                          <a:pt x="2774" y="383"/>
                          <a:pt x="2774" y="383"/>
                          <a:pt x="2802" y="383"/>
                        </a:cubicBezTo>
                        <a:cubicBezTo>
                          <a:pt x="2717" y="326"/>
                          <a:pt x="2597" y="241"/>
                          <a:pt x="2505" y="206"/>
                        </a:cubicBezTo>
                        <a:lnTo>
                          <a:pt x="2505" y="241"/>
                        </a:lnTo>
                        <a:cubicBezTo>
                          <a:pt x="2460" y="354"/>
                          <a:pt x="2357" y="435"/>
                          <a:pt x="2242" y="435"/>
                        </a:cubicBezTo>
                        <a:cubicBezTo>
                          <a:pt x="2212" y="435"/>
                          <a:pt x="2182" y="429"/>
                          <a:pt x="2151" y="418"/>
                        </a:cubicBezTo>
                        <a:cubicBezTo>
                          <a:pt x="2010" y="354"/>
                          <a:pt x="1918" y="206"/>
                          <a:pt x="1946" y="64"/>
                        </a:cubicBezTo>
                        <a:cubicBezTo>
                          <a:pt x="1946" y="29"/>
                          <a:pt x="1975" y="29"/>
                          <a:pt x="1975" y="29"/>
                        </a:cubicBezTo>
                        <a:cubicBezTo>
                          <a:pt x="1861" y="1"/>
                          <a:pt x="1741" y="1"/>
                          <a:pt x="16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7"/>
                  <p:cNvSpPr/>
                  <p:nvPr/>
                </p:nvSpPr>
                <p:spPr>
                  <a:xfrm>
                    <a:off x="2888365" y="2020360"/>
                    <a:ext cx="77821" cy="70884"/>
                  </a:xfrm>
                  <a:custGeom>
                    <a:avLst/>
                    <a:gdLst/>
                    <a:ahLst/>
                    <a:cxnLst/>
                    <a:rect l="l" t="t" r="r" b="b"/>
                    <a:pathLst>
                      <a:path w="2300" h="2095" extrusionOk="0">
                        <a:moveTo>
                          <a:pt x="1118" y="57"/>
                        </a:moveTo>
                        <a:cubicBezTo>
                          <a:pt x="1415" y="57"/>
                          <a:pt x="1677" y="178"/>
                          <a:pt x="1854" y="383"/>
                        </a:cubicBezTo>
                        <a:cubicBezTo>
                          <a:pt x="2236" y="800"/>
                          <a:pt x="2207" y="1416"/>
                          <a:pt x="1797" y="1798"/>
                        </a:cubicBezTo>
                        <a:cubicBezTo>
                          <a:pt x="1620" y="1946"/>
                          <a:pt x="1380" y="2038"/>
                          <a:pt x="1146" y="2038"/>
                        </a:cubicBezTo>
                        <a:cubicBezTo>
                          <a:pt x="884" y="2038"/>
                          <a:pt x="616" y="1918"/>
                          <a:pt x="410" y="1713"/>
                        </a:cubicBezTo>
                        <a:cubicBezTo>
                          <a:pt x="57" y="1295"/>
                          <a:pt x="85" y="680"/>
                          <a:pt x="467" y="326"/>
                        </a:cubicBezTo>
                        <a:cubicBezTo>
                          <a:pt x="644" y="149"/>
                          <a:pt x="884" y="57"/>
                          <a:pt x="1118" y="57"/>
                        </a:cubicBezTo>
                        <a:close/>
                        <a:moveTo>
                          <a:pt x="1118" y="1"/>
                        </a:moveTo>
                        <a:cubicBezTo>
                          <a:pt x="884" y="1"/>
                          <a:pt x="616" y="93"/>
                          <a:pt x="439" y="269"/>
                        </a:cubicBezTo>
                        <a:cubicBezTo>
                          <a:pt x="0" y="652"/>
                          <a:pt x="0" y="1331"/>
                          <a:pt x="382" y="1741"/>
                        </a:cubicBezTo>
                        <a:cubicBezTo>
                          <a:pt x="587" y="1974"/>
                          <a:pt x="849" y="2095"/>
                          <a:pt x="1146" y="2095"/>
                        </a:cubicBezTo>
                        <a:cubicBezTo>
                          <a:pt x="1415" y="2095"/>
                          <a:pt x="1648" y="2003"/>
                          <a:pt x="1854" y="1826"/>
                        </a:cubicBezTo>
                        <a:cubicBezTo>
                          <a:pt x="2264" y="1444"/>
                          <a:pt x="2299" y="800"/>
                          <a:pt x="1910" y="354"/>
                        </a:cubicBezTo>
                        <a:cubicBezTo>
                          <a:pt x="1705" y="149"/>
                          <a:pt x="1415"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7"/>
                  <p:cNvSpPr/>
                  <p:nvPr/>
                </p:nvSpPr>
                <p:spPr>
                  <a:xfrm>
                    <a:off x="2715768" y="2042387"/>
                    <a:ext cx="179562" cy="179562"/>
                  </a:xfrm>
                  <a:custGeom>
                    <a:avLst/>
                    <a:gdLst/>
                    <a:ahLst/>
                    <a:cxnLst/>
                    <a:rect l="l" t="t" r="r" b="b"/>
                    <a:pathLst>
                      <a:path w="5307" h="5307" extrusionOk="0">
                        <a:moveTo>
                          <a:pt x="2625" y="861"/>
                        </a:moveTo>
                        <a:cubicBezTo>
                          <a:pt x="3132" y="861"/>
                          <a:pt x="3636" y="1078"/>
                          <a:pt x="3976" y="1500"/>
                        </a:cubicBezTo>
                        <a:cubicBezTo>
                          <a:pt x="4627" y="2271"/>
                          <a:pt x="4535" y="3389"/>
                          <a:pt x="3799" y="4040"/>
                        </a:cubicBezTo>
                        <a:cubicBezTo>
                          <a:pt x="3475" y="4312"/>
                          <a:pt x="3075" y="4447"/>
                          <a:pt x="2675" y="4447"/>
                        </a:cubicBezTo>
                        <a:cubicBezTo>
                          <a:pt x="2168" y="4447"/>
                          <a:pt x="1659" y="4230"/>
                          <a:pt x="1295" y="3799"/>
                        </a:cubicBezTo>
                        <a:cubicBezTo>
                          <a:pt x="644" y="3064"/>
                          <a:pt x="736" y="1918"/>
                          <a:pt x="1472" y="1295"/>
                        </a:cubicBezTo>
                        <a:cubicBezTo>
                          <a:pt x="1801" y="1004"/>
                          <a:pt x="2214" y="861"/>
                          <a:pt x="2625" y="861"/>
                        </a:cubicBezTo>
                        <a:close/>
                        <a:moveTo>
                          <a:pt x="2590" y="1"/>
                        </a:moveTo>
                        <a:lnTo>
                          <a:pt x="2590" y="29"/>
                        </a:lnTo>
                        <a:cubicBezTo>
                          <a:pt x="2653" y="262"/>
                          <a:pt x="2476" y="503"/>
                          <a:pt x="2236" y="559"/>
                        </a:cubicBezTo>
                        <a:cubicBezTo>
                          <a:pt x="2217" y="562"/>
                          <a:pt x="2198" y="563"/>
                          <a:pt x="2179" y="563"/>
                        </a:cubicBezTo>
                        <a:cubicBezTo>
                          <a:pt x="1966" y="563"/>
                          <a:pt x="1767" y="420"/>
                          <a:pt x="1741" y="206"/>
                        </a:cubicBezTo>
                        <a:lnTo>
                          <a:pt x="1741" y="149"/>
                        </a:lnTo>
                        <a:cubicBezTo>
                          <a:pt x="1564" y="206"/>
                          <a:pt x="1415" y="262"/>
                          <a:pt x="1267" y="354"/>
                        </a:cubicBezTo>
                        <a:cubicBezTo>
                          <a:pt x="1267" y="383"/>
                          <a:pt x="1295" y="383"/>
                          <a:pt x="1295" y="383"/>
                        </a:cubicBezTo>
                        <a:cubicBezTo>
                          <a:pt x="1472" y="588"/>
                          <a:pt x="1444" y="856"/>
                          <a:pt x="1267" y="998"/>
                        </a:cubicBezTo>
                        <a:cubicBezTo>
                          <a:pt x="1188" y="1077"/>
                          <a:pt x="1086" y="1115"/>
                          <a:pt x="983" y="1115"/>
                        </a:cubicBezTo>
                        <a:cubicBezTo>
                          <a:pt x="855" y="1115"/>
                          <a:pt x="727" y="1055"/>
                          <a:pt x="644" y="941"/>
                        </a:cubicBezTo>
                        <a:cubicBezTo>
                          <a:pt x="616" y="941"/>
                          <a:pt x="616" y="941"/>
                          <a:pt x="616" y="913"/>
                        </a:cubicBezTo>
                        <a:cubicBezTo>
                          <a:pt x="503" y="1062"/>
                          <a:pt x="411" y="1175"/>
                          <a:pt x="326" y="1323"/>
                        </a:cubicBezTo>
                        <a:cubicBezTo>
                          <a:pt x="354" y="1323"/>
                          <a:pt x="354" y="1352"/>
                          <a:pt x="382" y="1352"/>
                        </a:cubicBezTo>
                        <a:cubicBezTo>
                          <a:pt x="588" y="1444"/>
                          <a:pt x="708" y="1677"/>
                          <a:pt x="644" y="1918"/>
                        </a:cubicBezTo>
                        <a:cubicBezTo>
                          <a:pt x="579" y="2098"/>
                          <a:pt x="425" y="2210"/>
                          <a:pt x="248" y="2210"/>
                        </a:cubicBezTo>
                        <a:cubicBezTo>
                          <a:pt x="195" y="2210"/>
                          <a:pt x="140" y="2200"/>
                          <a:pt x="85" y="2179"/>
                        </a:cubicBezTo>
                        <a:cubicBezTo>
                          <a:pt x="57" y="2179"/>
                          <a:pt x="57" y="2151"/>
                          <a:pt x="29" y="2151"/>
                        </a:cubicBezTo>
                        <a:cubicBezTo>
                          <a:pt x="0" y="2328"/>
                          <a:pt x="0" y="2505"/>
                          <a:pt x="0" y="2653"/>
                        </a:cubicBezTo>
                        <a:lnTo>
                          <a:pt x="57" y="2653"/>
                        </a:lnTo>
                        <a:cubicBezTo>
                          <a:pt x="77" y="2651"/>
                          <a:pt x="96" y="2650"/>
                          <a:pt x="116" y="2650"/>
                        </a:cubicBezTo>
                        <a:cubicBezTo>
                          <a:pt x="325" y="2650"/>
                          <a:pt x="508" y="2787"/>
                          <a:pt x="559" y="3007"/>
                        </a:cubicBezTo>
                        <a:cubicBezTo>
                          <a:pt x="588" y="3241"/>
                          <a:pt x="439" y="3474"/>
                          <a:pt x="206" y="3509"/>
                        </a:cubicBezTo>
                        <a:lnTo>
                          <a:pt x="149" y="3509"/>
                        </a:lnTo>
                        <a:cubicBezTo>
                          <a:pt x="206" y="3686"/>
                          <a:pt x="290" y="3828"/>
                          <a:pt x="382" y="4005"/>
                        </a:cubicBezTo>
                        <a:cubicBezTo>
                          <a:pt x="382" y="3976"/>
                          <a:pt x="411" y="3976"/>
                          <a:pt x="411" y="3948"/>
                        </a:cubicBezTo>
                        <a:cubicBezTo>
                          <a:pt x="488" y="3883"/>
                          <a:pt x="587" y="3852"/>
                          <a:pt x="688" y="3852"/>
                        </a:cubicBezTo>
                        <a:cubicBezTo>
                          <a:pt x="818" y="3852"/>
                          <a:pt x="949" y="3905"/>
                          <a:pt x="1033" y="4005"/>
                        </a:cubicBezTo>
                        <a:cubicBezTo>
                          <a:pt x="1175" y="4181"/>
                          <a:pt x="1175" y="4479"/>
                          <a:pt x="970" y="4627"/>
                        </a:cubicBezTo>
                        <a:lnTo>
                          <a:pt x="941" y="4655"/>
                        </a:lnTo>
                        <a:cubicBezTo>
                          <a:pt x="1062" y="4776"/>
                          <a:pt x="1210" y="4889"/>
                          <a:pt x="1352" y="4981"/>
                        </a:cubicBezTo>
                        <a:cubicBezTo>
                          <a:pt x="1352" y="4953"/>
                          <a:pt x="1387" y="4924"/>
                          <a:pt x="1387" y="4889"/>
                        </a:cubicBezTo>
                        <a:cubicBezTo>
                          <a:pt x="1431" y="4731"/>
                          <a:pt x="1597" y="4627"/>
                          <a:pt x="1781" y="4627"/>
                        </a:cubicBezTo>
                        <a:cubicBezTo>
                          <a:pt x="1835" y="4627"/>
                          <a:pt x="1891" y="4636"/>
                          <a:pt x="1946" y="4655"/>
                        </a:cubicBezTo>
                        <a:cubicBezTo>
                          <a:pt x="2151" y="4712"/>
                          <a:pt x="2271" y="4981"/>
                          <a:pt x="2208" y="5214"/>
                        </a:cubicBezTo>
                        <a:cubicBezTo>
                          <a:pt x="2208" y="5214"/>
                          <a:pt x="2179" y="5243"/>
                          <a:pt x="2179" y="5278"/>
                        </a:cubicBezTo>
                        <a:cubicBezTo>
                          <a:pt x="2356" y="5306"/>
                          <a:pt x="2533" y="5306"/>
                          <a:pt x="2710" y="5306"/>
                        </a:cubicBezTo>
                        <a:cubicBezTo>
                          <a:pt x="2682" y="5306"/>
                          <a:pt x="2682" y="5278"/>
                          <a:pt x="2682" y="5243"/>
                        </a:cubicBezTo>
                        <a:cubicBezTo>
                          <a:pt x="2625" y="5009"/>
                          <a:pt x="2802" y="4776"/>
                          <a:pt x="3035" y="4747"/>
                        </a:cubicBezTo>
                        <a:cubicBezTo>
                          <a:pt x="3058" y="4744"/>
                          <a:pt x="3081" y="4742"/>
                          <a:pt x="3104" y="4742"/>
                        </a:cubicBezTo>
                        <a:cubicBezTo>
                          <a:pt x="3314" y="4742"/>
                          <a:pt x="3512" y="4884"/>
                          <a:pt x="3538" y="5101"/>
                        </a:cubicBezTo>
                        <a:lnTo>
                          <a:pt x="3538" y="5158"/>
                        </a:lnTo>
                        <a:cubicBezTo>
                          <a:pt x="3714" y="5129"/>
                          <a:pt x="3863" y="5037"/>
                          <a:pt x="4005" y="4953"/>
                        </a:cubicBezTo>
                        <a:cubicBezTo>
                          <a:pt x="4005" y="4924"/>
                          <a:pt x="3976" y="4924"/>
                          <a:pt x="3976" y="4889"/>
                        </a:cubicBezTo>
                        <a:cubicBezTo>
                          <a:pt x="3799" y="4712"/>
                          <a:pt x="3828" y="4450"/>
                          <a:pt x="4005" y="4273"/>
                        </a:cubicBezTo>
                        <a:cubicBezTo>
                          <a:pt x="4081" y="4209"/>
                          <a:pt x="4181" y="4178"/>
                          <a:pt x="4282" y="4178"/>
                        </a:cubicBezTo>
                        <a:cubicBezTo>
                          <a:pt x="4412" y="4178"/>
                          <a:pt x="4543" y="4230"/>
                          <a:pt x="4627" y="4330"/>
                        </a:cubicBezTo>
                        <a:cubicBezTo>
                          <a:pt x="4655" y="4358"/>
                          <a:pt x="4655" y="4358"/>
                          <a:pt x="4684" y="4394"/>
                        </a:cubicBezTo>
                        <a:cubicBezTo>
                          <a:pt x="4776" y="4273"/>
                          <a:pt x="4889" y="4125"/>
                          <a:pt x="4981" y="3948"/>
                        </a:cubicBezTo>
                        <a:lnTo>
                          <a:pt x="4889" y="3948"/>
                        </a:lnTo>
                        <a:cubicBezTo>
                          <a:pt x="4684" y="3863"/>
                          <a:pt x="4570" y="3594"/>
                          <a:pt x="4627" y="3389"/>
                        </a:cubicBezTo>
                        <a:cubicBezTo>
                          <a:pt x="4693" y="3206"/>
                          <a:pt x="4855" y="3093"/>
                          <a:pt x="5034" y="3093"/>
                        </a:cubicBezTo>
                        <a:cubicBezTo>
                          <a:pt x="5084" y="3093"/>
                          <a:pt x="5135" y="3102"/>
                          <a:pt x="5186" y="3120"/>
                        </a:cubicBezTo>
                        <a:cubicBezTo>
                          <a:pt x="5214" y="3120"/>
                          <a:pt x="5243" y="3120"/>
                          <a:pt x="5243" y="3156"/>
                        </a:cubicBezTo>
                        <a:cubicBezTo>
                          <a:pt x="5278" y="2979"/>
                          <a:pt x="5306" y="2802"/>
                          <a:pt x="5306" y="2625"/>
                        </a:cubicBezTo>
                        <a:cubicBezTo>
                          <a:pt x="5278" y="2625"/>
                          <a:pt x="5243" y="2625"/>
                          <a:pt x="5214" y="2653"/>
                        </a:cubicBezTo>
                        <a:cubicBezTo>
                          <a:pt x="5195" y="2656"/>
                          <a:pt x="5177" y="2657"/>
                          <a:pt x="5158" y="2657"/>
                        </a:cubicBezTo>
                        <a:cubicBezTo>
                          <a:pt x="4948" y="2657"/>
                          <a:pt x="4770" y="2512"/>
                          <a:pt x="4712" y="2271"/>
                        </a:cubicBezTo>
                        <a:cubicBezTo>
                          <a:pt x="4684" y="2031"/>
                          <a:pt x="4832" y="1826"/>
                          <a:pt x="5066" y="1769"/>
                        </a:cubicBezTo>
                        <a:lnTo>
                          <a:pt x="5129" y="1769"/>
                        </a:lnTo>
                        <a:cubicBezTo>
                          <a:pt x="5066" y="1592"/>
                          <a:pt x="4981" y="1444"/>
                          <a:pt x="4889" y="1295"/>
                        </a:cubicBezTo>
                        <a:lnTo>
                          <a:pt x="4861" y="1323"/>
                        </a:lnTo>
                        <a:cubicBezTo>
                          <a:pt x="4779" y="1405"/>
                          <a:pt x="4674" y="1443"/>
                          <a:pt x="4569" y="1443"/>
                        </a:cubicBezTo>
                        <a:cubicBezTo>
                          <a:pt x="4447" y="1443"/>
                          <a:pt x="4325" y="1391"/>
                          <a:pt x="4245" y="1295"/>
                        </a:cubicBezTo>
                        <a:cubicBezTo>
                          <a:pt x="4096" y="1090"/>
                          <a:pt x="4096" y="821"/>
                          <a:pt x="4302" y="680"/>
                        </a:cubicBezTo>
                        <a:cubicBezTo>
                          <a:pt x="4302" y="644"/>
                          <a:pt x="4330" y="644"/>
                          <a:pt x="4330" y="616"/>
                        </a:cubicBezTo>
                        <a:cubicBezTo>
                          <a:pt x="4217" y="531"/>
                          <a:pt x="4068" y="411"/>
                          <a:pt x="3920" y="326"/>
                        </a:cubicBezTo>
                        <a:cubicBezTo>
                          <a:pt x="3891" y="354"/>
                          <a:pt x="3891" y="354"/>
                          <a:pt x="3891" y="383"/>
                        </a:cubicBezTo>
                        <a:cubicBezTo>
                          <a:pt x="3842" y="563"/>
                          <a:pt x="3675" y="675"/>
                          <a:pt x="3494" y="675"/>
                        </a:cubicBezTo>
                        <a:cubicBezTo>
                          <a:pt x="3441" y="675"/>
                          <a:pt x="3386" y="665"/>
                          <a:pt x="3332" y="644"/>
                        </a:cubicBezTo>
                        <a:cubicBezTo>
                          <a:pt x="3120" y="559"/>
                          <a:pt x="2979" y="326"/>
                          <a:pt x="3064" y="85"/>
                        </a:cubicBezTo>
                        <a:cubicBezTo>
                          <a:pt x="3064" y="57"/>
                          <a:pt x="3092" y="57"/>
                          <a:pt x="3092" y="29"/>
                        </a:cubicBezTo>
                        <a:cubicBezTo>
                          <a:pt x="2915" y="1"/>
                          <a:pt x="2738" y="1"/>
                          <a:pt x="2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7"/>
                  <p:cNvSpPr/>
                  <p:nvPr/>
                </p:nvSpPr>
                <p:spPr>
                  <a:xfrm>
                    <a:off x="2726765" y="2063061"/>
                    <a:ext cx="156588" cy="138148"/>
                  </a:xfrm>
                  <a:custGeom>
                    <a:avLst/>
                    <a:gdLst/>
                    <a:ahLst/>
                    <a:cxnLst/>
                    <a:rect l="l" t="t" r="r" b="b"/>
                    <a:pathLst>
                      <a:path w="4628" h="4083" extrusionOk="0">
                        <a:moveTo>
                          <a:pt x="2326" y="675"/>
                        </a:moveTo>
                        <a:cubicBezTo>
                          <a:pt x="2813" y="675"/>
                          <a:pt x="3291" y="946"/>
                          <a:pt x="3538" y="1420"/>
                        </a:cubicBezTo>
                        <a:cubicBezTo>
                          <a:pt x="3856" y="2099"/>
                          <a:pt x="3623" y="2927"/>
                          <a:pt x="2944" y="3280"/>
                        </a:cubicBezTo>
                        <a:cubicBezTo>
                          <a:pt x="2749" y="3374"/>
                          <a:pt x="2545" y="3418"/>
                          <a:pt x="2345" y="3418"/>
                        </a:cubicBezTo>
                        <a:cubicBezTo>
                          <a:pt x="1847" y="3418"/>
                          <a:pt x="1371" y="3142"/>
                          <a:pt x="1119" y="2658"/>
                        </a:cubicBezTo>
                        <a:cubicBezTo>
                          <a:pt x="765" y="1979"/>
                          <a:pt x="1027" y="1158"/>
                          <a:pt x="1706" y="833"/>
                        </a:cubicBezTo>
                        <a:cubicBezTo>
                          <a:pt x="1902" y="726"/>
                          <a:pt x="2115" y="675"/>
                          <a:pt x="2326" y="675"/>
                        </a:cubicBezTo>
                        <a:close/>
                        <a:moveTo>
                          <a:pt x="2277" y="0"/>
                        </a:moveTo>
                        <a:cubicBezTo>
                          <a:pt x="1975" y="0"/>
                          <a:pt x="1669" y="68"/>
                          <a:pt x="1380" y="210"/>
                        </a:cubicBezTo>
                        <a:cubicBezTo>
                          <a:pt x="411" y="712"/>
                          <a:pt x="1" y="1950"/>
                          <a:pt x="531" y="2955"/>
                        </a:cubicBezTo>
                        <a:cubicBezTo>
                          <a:pt x="883" y="3668"/>
                          <a:pt x="1609" y="4082"/>
                          <a:pt x="2350" y="4082"/>
                        </a:cubicBezTo>
                        <a:cubicBezTo>
                          <a:pt x="2653" y="4082"/>
                          <a:pt x="2958" y="4013"/>
                          <a:pt x="3241" y="3868"/>
                        </a:cubicBezTo>
                        <a:cubicBezTo>
                          <a:pt x="4245" y="3365"/>
                          <a:pt x="4627" y="2127"/>
                          <a:pt x="4125" y="1130"/>
                        </a:cubicBezTo>
                        <a:cubicBezTo>
                          <a:pt x="3747" y="414"/>
                          <a:pt x="3025" y="0"/>
                          <a:pt x="22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7"/>
                  <p:cNvSpPr/>
                  <p:nvPr/>
                </p:nvSpPr>
                <p:spPr>
                  <a:xfrm>
                    <a:off x="2748555" y="2076121"/>
                    <a:ext cx="113719" cy="111825"/>
                  </a:xfrm>
                  <a:custGeom>
                    <a:avLst/>
                    <a:gdLst/>
                    <a:ahLst/>
                    <a:cxnLst/>
                    <a:rect l="l" t="t" r="r" b="b"/>
                    <a:pathLst>
                      <a:path w="3361" h="3305" extrusionOk="0">
                        <a:moveTo>
                          <a:pt x="1656" y="65"/>
                        </a:moveTo>
                        <a:cubicBezTo>
                          <a:pt x="2243" y="65"/>
                          <a:pt x="2802" y="418"/>
                          <a:pt x="3071" y="949"/>
                        </a:cubicBezTo>
                        <a:cubicBezTo>
                          <a:pt x="3276" y="1331"/>
                          <a:pt x="3304" y="1770"/>
                          <a:pt x="3156" y="2159"/>
                        </a:cubicBezTo>
                        <a:cubicBezTo>
                          <a:pt x="3036" y="2569"/>
                          <a:pt x="2774" y="2894"/>
                          <a:pt x="2392" y="3071"/>
                        </a:cubicBezTo>
                        <a:cubicBezTo>
                          <a:pt x="2187" y="3184"/>
                          <a:pt x="1946" y="3248"/>
                          <a:pt x="1713" y="3248"/>
                        </a:cubicBezTo>
                        <a:cubicBezTo>
                          <a:pt x="1090" y="3248"/>
                          <a:pt x="559" y="2894"/>
                          <a:pt x="269" y="2364"/>
                        </a:cubicBezTo>
                        <a:cubicBezTo>
                          <a:pt x="93" y="1982"/>
                          <a:pt x="64" y="1536"/>
                          <a:pt x="177" y="1154"/>
                        </a:cubicBezTo>
                        <a:cubicBezTo>
                          <a:pt x="298" y="744"/>
                          <a:pt x="595" y="418"/>
                          <a:pt x="949" y="242"/>
                        </a:cubicBezTo>
                        <a:cubicBezTo>
                          <a:pt x="1182" y="121"/>
                          <a:pt x="1415" y="65"/>
                          <a:pt x="1656" y="65"/>
                        </a:cubicBezTo>
                        <a:close/>
                        <a:moveTo>
                          <a:pt x="1656" y="1"/>
                        </a:moveTo>
                        <a:cubicBezTo>
                          <a:pt x="1387" y="1"/>
                          <a:pt x="1154" y="65"/>
                          <a:pt x="913" y="178"/>
                        </a:cubicBezTo>
                        <a:cubicBezTo>
                          <a:pt x="531" y="390"/>
                          <a:pt x="269" y="708"/>
                          <a:pt x="121" y="1126"/>
                        </a:cubicBezTo>
                        <a:cubicBezTo>
                          <a:pt x="1" y="1536"/>
                          <a:pt x="29" y="2010"/>
                          <a:pt x="241" y="2392"/>
                        </a:cubicBezTo>
                        <a:cubicBezTo>
                          <a:pt x="503" y="2951"/>
                          <a:pt x="1062" y="3305"/>
                          <a:pt x="1713" y="3305"/>
                        </a:cubicBezTo>
                        <a:cubicBezTo>
                          <a:pt x="1946" y="3305"/>
                          <a:pt x="2187" y="3248"/>
                          <a:pt x="2420" y="3128"/>
                        </a:cubicBezTo>
                        <a:cubicBezTo>
                          <a:pt x="2802" y="2923"/>
                          <a:pt x="3099" y="2597"/>
                          <a:pt x="3212" y="2187"/>
                        </a:cubicBezTo>
                        <a:cubicBezTo>
                          <a:pt x="3361" y="1770"/>
                          <a:pt x="3333" y="1331"/>
                          <a:pt x="3127" y="921"/>
                        </a:cubicBezTo>
                        <a:cubicBezTo>
                          <a:pt x="2830" y="355"/>
                          <a:pt x="2271" y="1"/>
                          <a:pt x="1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7" name="Google Shape;587;p37"/>
                <p:cNvSpPr/>
                <p:nvPr/>
              </p:nvSpPr>
              <p:spPr>
                <a:xfrm>
                  <a:off x="4145832" y="2621269"/>
                  <a:ext cx="174792" cy="149923"/>
                </a:xfrm>
                <a:custGeom>
                  <a:avLst/>
                  <a:gdLst/>
                  <a:ahLst/>
                  <a:cxnLst/>
                  <a:rect l="l" t="t" r="r" b="b"/>
                  <a:pathLst>
                    <a:path w="5166" h="4431" extrusionOk="0">
                      <a:moveTo>
                        <a:pt x="3247" y="0"/>
                      </a:moveTo>
                      <a:cubicBezTo>
                        <a:pt x="2927" y="0"/>
                        <a:pt x="2637" y="146"/>
                        <a:pt x="2449" y="393"/>
                      </a:cubicBezTo>
                      <a:cubicBezTo>
                        <a:pt x="2300" y="301"/>
                        <a:pt x="2123" y="244"/>
                        <a:pt x="1946" y="216"/>
                      </a:cubicBezTo>
                      <a:cubicBezTo>
                        <a:pt x="1926" y="215"/>
                        <a:pt x="1907" y="214"/>
                        <a:pt x="1887" y="214"/>
                      </a:cubicBezTo>
                      <a:cubicBezTo>
                        <a:pt x="1382" y="214"/>
                        <a:pt x="950" y="646"/>
                        <a:pt x="977" y="1157"/>
                      </a:cubicBezTo>
                      <a:cubicBezTo>
                        <a:pt x="447" y="1157"/>
                        <a:pt x="1" y="1688"/>
                        <a:pt x="241" y="2246"/>
                      </a:cubicBezTo>
                      <a:cubicBezTo>
                        <a:pt x="298" y="2423"/>
                        <a:pt x="418" y="2572"/>
                        <a:pt x="567" y="2628"/>
                      </a:cubicBezTo>
                      <a:cubicBezTo>
                        <a:pt x="704" y="2699"/>
                        <a:pt x="837" y="2729"/>
                        <a:pt x="963" y="2729"/>
                      </a:cubicBezTo>
                      <a:cubicBezTo>
                        <a:pt x="1104" y="2729"/>
                        <a:pt x="1236" y="2692"/>
                        <a:pt x="1359" y="2628"/>
                      </a:cubicBezTo>
                      <a:cubicBezTo>
                        <a:pt x="1387" y="3010"/>
                        <a:pt x="1685" y="3308"/>
                        <a:pt x="2095" y="3336"/>
                      </a:cubicBezTo>
                      <a:cubicBezTo>
                        <a:pt x="2243" y="3336"/>
                        <a:pt x="2364" y="3308"/>
                        <a:pt x="2477" y="3251"/>
                      </a:cubicBezTo>
                      <a:cubicBezTo>
                        <a:pt x="2505" y="3573"/>
                        <a:pt x="2747" y="3809"/>
                        <a:pt x="3062" y="3809"/>
                      </a:cubicBezTo>
                      <a:cubicBezTo>
                        <a:pt x="3148" y="3809"/>
                        <a:pt x="3239" y="3791"/>
                        <a:pt x="3333" y="3753"/>
                      </a:cubicBezTo>
                      <a:lnTo>
                        <a:pt x="3807" y="4397"/>
                      </a:lnTo>
                      <a:cubicBezTo>
                        <a:pt x="3818" y="4421"/>
                        <a:pt x="3832" y="4431"/>
                        <a:pt x="3846" y="4431"/>
                      </a:cubicBezTo>
                      <a:cubicBezTo>
                        <a:pt x="3870" y="4431"/>
                        <a:pt x="3892" y="4404"/>
                        <a:pt x="3892" y="4369"/>
                      </a:cubicBezTo>
                      <a:lnTo>
                        <a:pt x="3892" y="3484"/>
                      </a:lnTo>
                      <a:cubicBezTo>
                        <a:pt x="3971" y="3510"/>
                        <a:pt x="4051" y="3524"/>
                        <a:pt x="4130" y="3524"/>
                      </a:cubicBezTo>
                      <a:cubicBezTo>
                        <a:pt x="4228" y="3524"/>
                        <a:pt x="4325" y="3503"/>
                        <a:pt x="4422" y="3456"/>
                      </a:cubicBezTo>
                      <a:cubicBezTo>
                        <a:pt x="4543" y="3428"/>
                        <a:pt x="4635" y="3336"/>
                        <a:pt x="4691" y="3223"/>
                      </a:cubicBezTo>
                      <a:cubicBezTo>
                        <a:pt x="4776" y="3046"/>
                        <a:pt x="4811" y="2834"/>
                        <a:pt x="4748" y="2692"/>
                      </a:cubicBezTo>
                      <a:cubicBezTo>
                        <a:pt x="4953" y="2480"/>
                        <a:pt x="5101" y="2218"/>
                        <a:pt x="5130" y="1893"/>
                      </a:cubicBezTo>
                      <a:cubicBezTo>
                        <a:pt x="5165" y="1390"/>
                        <a:pt x="4811" y="952"/>
                        <a:pt x="4337" y="803"/>
                      </a:cubicBezTo>
                      <a:cubicBezTo>
                        <a:pt x="4281" y="358"/>
                        <a:pt x="3807" y="39"/>
                        <a:pt x="3333" y="4"/>
                      </a:cubicBezTo>
                      <a:cubicBezTo>
                        <a:pt x="3304" y="2"/>
                        <a:pt x="3276" y="0"/>
                        <a:pt x="32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7"/>
                <p:cNvSpPr/>
                <p:nvPr/>
              </p:nvSpPr>
              <p:spPr>
                <a:xfrm>
                  <a:off x="4285642" y="2696317"/>
                  <a:ext cx="20842" cy="16072"/>
                </a:xfrm>
                <a:custGeom>
                  <a:avLst/>
                  <a:gdLst/>
                  <a:ahLst/>
                  <a:cxnLst/>
                  <a:rect l="l" t="t" r="r" b="b"/>
                  <a:pathLst>
                    <a:path w="616" h="475" extrusionOk="0">
                      <a:moveTo>
                        <a:pt x="29" y="0"/>
                      </a:moveTo>
                      <a:lnTo>
                        <a:pt x="0" y="28"/>
                      </a:lnTo>
                      <a:cubicBezTo>
                        <a:pt x="0" y="57"/>
                        <a:pt x="29" y="57"/>
                        <a:pt x="29" y="57"/>
                      </a:cubicBezTo>
                      <a:cubicBezTo>
                        <a:pt x="262" y="85"/>
                        <a:pt x="467" y="234"/>
                        <a:pt x="559" y="439"/>
                      </a:cubicBezTo>
                      <a:lnTo>
                        <a:pt x="587" y="474"/>
                      </a:lnTo>
                      <a:lnTo>
                        <a:pt x="616" y="474"/>
                      </a:lnTo>
                      <a:lnTo>
                        <a:pt x="616" y="410"/>
                      </a:lnTo>
                      <a:cubicBezTo>
                        <a:pt x="531" y="177"/>
                        <a:pt x="290" y="28"/>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7"/>
                <p:cNvSpPr/>
                <p:nvPr/>
              </p:nvSpPr>
              <p:spPr>
                <a:xfrm>
                  <a:off x="4190834" y="2681226"/>
                  <a:ext cx="29978" cy="27068"/>
                </a:xfrm>
                <a:custGeom>
                  <a:avLst/>
                  <a:gdLst/>
                  <a:ahLst/>
                  <a:cxnLst/>
                  <a:rect l="l" t="t" r="r" b="b"/>
                  <a:pathLst>
                    <a:path w="886" h="800" extrusionOk="0">
                      <a:moveTo>
                        <a:pt x="857" y="0"/>
                      </a:moveTo>
                      <a:cubicBezTo>
                        <a:pt x="411" y="0"/>
                        <a:pt x="29" y="326"/>
                        <a:pt x="1" y="772"/>
                      </a:cubicBezTo>
                      <a:cubicBezTo>
                        <a:pt x="1" y="800"/>
                        <a:pt x="1" y="800"/>
                        <a:pt x="29" y="800"/>
                      </a:cubicBezTo>
                      <a:lnTo>
                        <a:pt x="57" y="800"/>
                      </a:lnTo>
                      <a:cubicBezTo>
                        <a:pt x="86" y="354"/>
                        <a:pt x="439" y="64"/>
                        <a:pt x="857" y="64"/>
                      </a:cubicBezTo>
                      <a:cubicBezTo>
                        <a:pt x="857" y="64"/>
                        <a:pt x="885" y="64"/>
                        <a:pt x="885" y="36"/>
                      </a:cubicBezTo>
                      <a:lnTo>
                        <a:pt x="8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7"/>
                <p:cNvSpPr/>
                <p:nvPr/>
              </p:nvSpPr>
              <p:spPr>
                <a:xfrm>
                  <a:off x="4174796" y="2659436"/>
                  <a:ext cx="18000" cy="6023"/>
                </a:xfrm>
                <a:custGeom>
                  <a:avLst/>
                  <a:gdLst/>
                  <a:ahLst/>
                  <a:cxnLst/>
                  <a:rect l="l" t="t" r="r" b="b"/>
                  <a:pathLst>
                    <a:path w="532" h="178" extrusionOk="0">
                      <a:moveTo>
                        <a:pt x="29" y="1"/>
                      </a:moveTo>
                      <a:cubicBezTo>
                        <a:pt x="29" y="29"/>
                        <a:pt x="1" y="29"/>
                        <a:pt x="1" y="57"/>
                      </a:cubicBezTo>
                      <a:lnTo>
                        <a:pt x="65" y="57"/>
                      </a:lnTo>
                      <a:cubicBezTo>
                        <a:pt x="206" y="57"/>
                        <a:pt x="355" y="86"/>
                        <a:pt x="475" y="177"/>
                      </a:cubicBezTo>
                      <a:lnTo>
                        <a:pt x="503" y="177"/>
                      </a:lnTo>
                      <a:cubicBezTo>
                        <a:pt x="531" y="149"/>
                        <a:pt x="531" y="114"/>
                        <a:pt x="503" y="114"/>
                      </a:cubicBezTo>
                      <a:cubicBezTo>
                        <a:pt x="355" y="29"/>
                        <a:pt x="206"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7"/>
                <p:cNvSpPr/>
                <p:nvPr/>
              </p:nvSpPr>
              <p:spPr>
                <a:xfrm>
                  <a:off x="4205688" y="2639337"/>
                  <a:ext cx="22060" cy="23955"/>
                </a:xfrm>
                <a:custGeom>
                  <a:avLst/>
                  <a:gdLst/>
                  <a:ahLst/>
                  <a:cxnLst/>
                  <a:rect l="l" t="t" r="r" b="b"/>
                  <a:pathLst>
                    <a:path w="652" h="708" extrusionOk="0">
                      <a:moveTo>
                        <a:pt x="36" y="0"/>
                      </a:moveTo>
                      <a:cubicBezTo>
                        <a:pt x="0" y="0"/>
                        <a:pt x="0" y="36"/>
                        <a:pt x="0" y="36"/>
                      </a:cubicBezTo>
                      <a:lnTo>
                        <a:pt x="0" y="64"/>
                      </a:lnTo>
                      <a:cubicBezTo>
                        <a:pt x="354" y="92"/>
                        <a:pt x="595" y="354"/>
                        <a:pt x="595" y="680"/>
                      </a:cubicBezTo>
                      <a:cubicBezTo>
                        <a:pt x="595" y="708"/>
                        <a:pt x="595" y="708"/>
                        <a:pt x="623" y="708"/>
                      </a:cubicBezTo>
                      <a:cubicBezTo>
                        <a:pt x="623" y="708"/>
                        <a:pt x="651" y="708"/>
                        <a:pt x="651" y="680"/>
                      </a:cubicBezTo>
                      <a:cubicBezTo>
                        <a:pt x="651" y="326"/>
                        <a:pt x="390" y="36"/>
                        <a:pt x="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7"/>
                <p:cNvSpPr/>
                <p:nvPr/>
              </p:nvSpPr>
              <p:spPr>
                <a:xfrm>
                  <a:off x="4203759" y="2703253"/>
                  <a:ext cx="22060" cy="18948"/>
                </a:xfrm>
                <a:custGeom>
                  <a:avLst/>
                  <a:gdLst/>
                  <a:ahLst/>
                  <a:cxnLst/>
                  <a:rect l="l" t="t" r="r" b="b"/>
                  <a:pathLst>
                    <a:path w="652" h="560" extrusionOk="0">
                      <a:moveTo>
                        <a:pt x="29" y="0"/>
                      </a:moveTo>
                      <a:cubicBezTo>
                        <a:pt x="1" y="0"/>
                        <a:pt x="1" y="29"/>
                        <a:pt x="1" y="29"/>
                      </a:cubicBezTo>
                      <a:cubicBezTo>
                        <a:pt x="1" y="177"/>
                        <a:pt x="93" y="326"/>
                        <a:pt x="206" y="446"/>
                      </a:cubicBezTo>
                      <a:cubicBezTo>
                        <a:pt x="298" y="531"/>
                        <a:pt x="447" y="559"/>
                        <a:pt x="560" y="559"/>
                      </a:cubicBezTo>
                      <a:lnTo>
                        <a:pt x="623" y="559"/>
                      </a:lnTo>
                      <a:cubicBezTo>
                        <a:pt x="652" y="559"/>
                        <a:pt x="652" y="559"/>
                        <a:pt x="652" y="531"/>
                      </a:cubicBezTo>
                      <a:cubicBezTo>
                        <a:pt x="652" y="503"/>
                        <a:pt x="652" y="503"/>
                        <a:pt x="623" y="503"/>
                      </a:cubicBezTo>
                      <a:cubicBezTo>
                        <a:pt x="597" y="508"/>
                        <a:pt x="572" y="510"/>
                        <a:pt x="548" y="510"/>
                      </a:cubicBezTo>
                      <a:cubicBezTo>
                        <a:pt x="433" y="510"/>
                        <a:pt x="333" y="458"/>
                        <a:pt x="234" y="382"/>
                      </a:cubicBezTo>
                      <a:cubicBezTo>
                        <a:pt x="121" y="297"/>
                        <a:pt x="57" y="177"/>
                        <a:pt x="57" y="29"/>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7"/>
                <p:cNvSpPr/>
                <p:nvPr/>
              </p:nvSpPr>
              <p:spPr>
                <a:xfrm>
                  <a:off x="4161870" y="2671413"/>
                  <a:ext cx="15124" cy="23955"/>
                </a:xfrm>
                <a:custGeom>
                  <a:avLst/>
                  <a:gdLst/>
                  <a:ahLst/>
                  <a:cxnLst/>
                  <a:rect l="l" t="t" r="r" b="b"/>
                  <a:pathLst>
                    <a:path w="447" h="708" extrusionOk="0">
                      <a:moveTo>
                        <a:pt x="411" y="0"/>
                      </a:moveTo>
                      <a:cubicBezTo>
                        <a:pt x="149" y="85"/>
                        <a:pt x="1" y="382"/>
                        <a:pt x="93" y="679"/>
                      </a:cubicBezTo>
                      <a:cubicBezTo>
                        <a:pt x="93" y="679"/>
                        <a:pt x="93" y="708"/>
                        <a:pt x="121" y="708"/>
                      </a:cubicBezTo>
                      <a:lnTo>
                        <a:pt x="121" y="679"/>
                      </a:lnTo>
                      <a:cubicBezTo>
                        <a:pt x="149" y="679"/>
                        <a:pt x="149" y="679"/>
                        <a:pt x="149" y="644"/>
                      </a:cubicBezTo>
                      <a:cubicBezTo>
                        <a:pt x="57" y="411"/>
                        <a:pt x="178" y="149"/>
                        <a:pt x="447" y="57"/>
                      </a:cubicBezTo>
                      <a:lnTo>
                        <a:pt x="447" y="29"/>
                      </a:lnTo>
                      <a:cubicBezTo>
                        <a:pt x="447" y="0"/>
                        <a:pt x="447"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7"/>
                <p:cNvSpPr/>
                <p:nvPr/>
              </p:nvSpPr>
              <p:spPr>
                <a:xfrm>
                  <a:off x="4277488" y="2717126"/>
                  <a:ext cx="18000" cy="11030"/>
                </a:xfrm>
                <a:custGeom>
                  <a:avLst/>
                  <a:gdLst/>
                  <a:ahLst/>
                  <a:cxnLst/>
                  <a:rect l="l" t="t" r="r" b="b"/>
                  <a:pathLst>
                    <a:path w="532" h="326" extrusionOk="0">
                      <a:moveTo>
                        <a:pt x="531" y="1"/>
                      </a:moveTo>
                      <a:cubicBezTo>
                        <a:pt x="503" y="1"/>
                        <a:pt x="503" y="36"/>
                        <a:pt x="475" y="36"/>
                      </a:cubicBezTo>
                      <a:cubicBezTo>
                        <a:pt x="428" y="182"/>
                        <a:pt x="300" y="284"/>
                        <a:pt x="142" y="284"/>
                      </a:cubicBezTo>
                      <a:cubicBezTo>
                        <a:pt x="108" y="284"/>
                        <a:pt x="72" y="279"/>
                        <a:pt x="36" y="269"/>
                      </a:cubicBezTo>
                      <a:lnTo>
                        <a:pt x="1" y="269"/>
                      </a:lnTo>
                      <a:cubicBezTo>
                        <a:pt x="1" y="298"/>
                        <a:pt x="1" y="298"/>
                        <a:pt x="36" y="326"/>
                      </a:cubicBezTo>
                      <a:lnTo>
                        <a:pt x="149" y="326"/>
                      </a:lnTo>
                      <a:cubicBezTo>
                        <a:pt x="326" y="326"/>
                        <a:pt x="475" y="241"/>
                        <a:pt x="531" y="64"/>
                      </a:cubicBezTo>
                      <a:lnTo>
                        <a:pt x="5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7"/>
                <p:cNvSpPr/>
                <p:nvPr/>
              </p:nvSpPr>
              <p:spPr>
                <a:xfrm>
                  <a:off x="4262667" y="2646646"/>
                  <a:ext cx="29944" cy="7816"/>
                </a:xfrm>
                <a:custGeom>
                  <a:avLst/>
                  <a:gdLst/>
                  <a:ahLst/>
                  <a:cxnLst/>
                  <a:rect l="l" t="t" r="r" b="b"/>
                  <a:pathLst>
                    <a:path w="885" h="231" extrusionOk="0">
                      <a:moveTo>
                        <a:pt x="631" y="1"/>
                      </a:moveTo>
                      <a:cubicBezTo>
                        <a:pt x="412" y="1"/>
                        <a:pt x="203" y="70"/>
                        <a:pt x="28" y="202"/>
                      </a:cubicBezTo>
                      <a:cubicBezTo>
                        <a:pt x="0" y="202"/>
                        <a:pt x="0" y="202"/>
                        <a:pt x="28" y="230"/>
                      </a:cubicBezTo>
                      <a:lnTo>
                        <a:pt x="57" y="230"/>
                      </a:lnTo>
                      <a:cubicBezTo>
                        <a:pt x="236" y="120"/>
                        <a:pt x="426" y="60"/>
                        <a:pt x="635" y="60"/>
                      </a:cubicBezTo>
                      <a:cubicBezTo>
                        <a:pt x="706" y="60"/>
                        <a:pt x="780" y="67"/>
                        <a:pt x="856" y="82"/>
                      </a:cubicBezTo>
                      <a:cubicBezTo>
                        <a:pt x="856" y="82"/>
                        <a:pt x="884" y="82"/>
                        <a:pt x="884" y="53"/>
                      </a:cubicBezTo>
                      <a:cubicBezTo>
                        <a:pt x="884" y="53"/>
                        <a:pt x="884" y="25"/>
                        <a:pt x="856" y="25"/>
                      </a:cubicBezTo>
                      <a:cubicBezTo>
                        <a:pt x="781" y="9"/>
                        <a:pt x="705" y="1"/>
                        <a:pt x="6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7"/>
                <p:cNvSpPr/>
                <p:nvPr/>
              </p:nvSpPr>
              <p:spPr>
                <a:xfrm>
                  <a:off x="4296639" y="2663563"/>
                  <a:ext cx="10827" cy="18880"/>
                </a:xfrm>
                <a:custGeom>
                  <a:avLst/>
                  <a:gdLst/>
                  <a:ahLst/>
                  <a:cxnLst/>
                  <a:rect l="l" t="t" r="r" b="b"/>
                  <a:pathLst>
                    <a:path w="320" h="558" extrusionOk="0">
                      <a:moveTo>
                        <a:pt x="29" y="1"/>
                      </a:moveTo>
                      <a:cubicBezTo>
                        <a:pt x="22" y="1"/>
                        <a:pt x="15" y="10"/>
                        <a:pt x="1" y="27"/>
                      </a:cubicBezTo>
                      <a:cubicBezTo>
                        <a:pt x="1" y="27"/>
                        <a:pt x="1" y="55"/>
                        <a:pt x="29" y="55"/>
                      </a:cubicBezTo>
                      <a:cubicBezTo>
                        <a:pt x="178" y="169"/>
                        <a:pt x="262" y="346"/>
                        <a:pt x="262" y="558"/>
                      </a:cubicBezTo>
                      <a:lnTo>
                        <a:pt x="291" y="558"/>
                      </a:lnTo>
                      <a:cubicBezTo>
                        <a:pt x="291" y="558"/>
                        <a:pt x="319" y="558"/>
                        <a:pt x="319" y="522"/>
                      </a:cubicBezTo>
                      <a:cubicBezTo>
                        <a:pt x="319" y="317"/>
                        <a:pt x="206" y="140"/>
                        <a:pt x="57" y="27"/>
                      </a:cubicBezTo>
                      <a:cubicBezTo>
                        <a:pt x="43" y="10"/>
                        <a:pt x="36"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7"/>
                <p:cNvSpPr/>
                <p:nvPr/>
              </p:nvSpPr>
              <p:spPr>
                <a:xfrm>
                  <a:off x="4239659" y="2671853"/>
                  <a:ext cx="23042" cy="28557"/>
                </a:xfrm>
                <a:custGeom>
                  <a:avLst/>
                  <a:gdLst/>
                  <a:ahLst/>
                  <a:cxnLst/>
                  <a:rect l="l" t="t" r="r" b="b"/>
                  <a:pathLst>
                    <a:path w="681" h="844" extrusionOk="0">
                      <a:moveTo>
                        <a:pt x="142" y="1"/>
                      </a:moveTo>
                      <a:cubicBezTo>
                        <a:pt x="104" y="1"/>
                        <a:pt x="66" y="6"/>
                        <a:pt x="29" y="16"/>
                      </a:cubicBezTo>
                      <a:cubicBezTo>
                        <a:pt x="1" y="16"/>
                        <a:pt x="1" y="16"/>
                        <a:pt x="1" y="44"/>
                      </a:cubicBezTo>
                      <a:lnTo>
                        <a:pt x="29" y="72"/>
                      </a:lnTo>
                      <a:cubicBezTo>
                        <a:pt x="72" y="61"/>
                        <a:pt x="113" y="55"/>
                        <a:pt x="153" y="55"/>
                      </a:cubicBezTo>
                      <a:cubicBezTo>
                        <a:pt x="305" y="55"/>
                        <a:pt x="436" y="137"/>
                        <a:pt x="532" y="277"/>
                      </a:cubicBezTo>
                      <a:cubicBezTo>
                        <a:pt x="624" y="426"/>
                        <a:pt x="624" y="631"/>
                        <a:pt x="503" y="780"/>
                      </a:cubicBezTo>
                      <a:cubicBezTo>
                        <a:pt x="475" y="808"/>
                        <a:pt x="475" y="808"/>
                        <a:pt x="503" y="843"/>
                      </a:cubicBezTo>
                      <a:lnTo>
                        <a:pt x="532" y="843"/>
                      </a:lnTo>
                      <a:lnTo>
                        <a:pt x="532" y="808"/>
                      </a:lnTo>
                      <a:cubicBezTo>
                        <a:pt x="680" y="666"/>
                        <a:pt x="680" y="398"/>
                        <a:pt x="560" y="221"/>
                      </a:cubicBezTo>
                      <a:cubicBezTo>
                        <a:pt x="490" y="99"/>
                        <a:pt x="316" y="1"/>
                        <a:pt x="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7"/>
                <p:cNvSpPr/>
                <p:nvPr/>
              </p:nvSpPr>
              <p:spPr>
                <a:xfrm>
                  <a:off x="4234651" y="2704200"/>
                  <a:ext cx="6970" cy="17019"/>
                </a:xfrm>
                <a:custGeom>
                  <a:avLst/>
                  <a:gdLst/>
                  <a:ahLst/>
                  <a:cxnLst/>
                  <a:rect l="l" t="t" r="r" b="b"/>
                  <a:pathLst>
                    <a:path w="206" h="503" extrusionOk="0">
                      <a:moveTo>
                        <a:pt x="92" y="1"/>
                      </a:moveTo>
                      <a:cubicBezTo>
                        <a:pt x="29" y="64"/>
                        <a:pt x="0" y="177"/>
                        <a:pt x="0" y="269"/>
                      </a:cubicBezTo>
                      <a:cubicBezTo>
                        <a:pt x="29" y="383"/>
                        <a:pt x="92" y="475"/>
                        <a:pt x="177" y="503"/>
                      </a:cubicBezTo>
                      <a:lnTo>
                        <a:pt x="206" y="503"/>
                      </a:lnTo>
                      <a:lnTo>
                        <a:pt x="206" y="446"/>
                      </a:lnTo>
                      <a:cubicBezTo>
                        <a:pt x="121" y="418"/>
                        <a:pt x="64" y="354"/>
                        <a:pt x="64" y="269"/>
                      </a:cubicBezTo>
                      <a:cubicBezTo>
                        <a:pt x="64" y="177"/>
                        <a:pt x="92" y="93"/>
                        <a:pt x="149" y="29"/>
                      </a:cubicBezTo>
                      <a:lnTo>
                        <a:pt x="1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9" name="Google Shape;599;p37"/>
                <p:cNvGrpSpPr/>
                <p:nvPr/>
              </p:nvGrpSpPr>
              <p:grpSpPr>
                <a:xfrm>
                  <a:off x="3427734" y="2323833"/>
                  <a:ext cx="175743" cy="194657"/>
                  <a:chOff x="3306034" y="1949508"/>
                  <a:chExt cx="175743" cy="194657"/>
                </a:xfrm>
              </p:grpSpPr>
              <p:sp>
                <p:nvSpPr>
                  <p:cNvPr id="600" name="Google Shape;600;p37"/>
                  <p:cNvSpPr/>
                  <p:nvPr/>
                </p:nvSpPr>
                <p:spPr>
                  <a:xfrm>
                    <a:off x="3335979" y="1979047"/>
                    <a:ext cx="113719" cy="156961"/>
                  </a:xfrm>
                  <a:custGeom>
                    <a:avLst/>
                    <a:gdLst/>
                    <a:ahLst/>
                    <a:cxnLst/>
                    <a:rect l="l" t="t" r="r" b="b"/>
                    <a:pathLst>
                      <a:path w="3361" h="4639" extrusionOk="0">
                        <a:moveTo>
                          <a:pt x="1704" y="1"/>
                        </a:moveTo>
                        <a:cubicBezTo>
                          <a:pt x="1639" y="1"/>
                          <a:pt x="1573" y="4"/>
                          <a:pt x="1507" y="12"/>
                        </a:cubicBezTo>
                        <a:cubicBezTo>
                          <a:pt x="708" y="104"/>
                          <a:pt x="92" y="748"/>
                          <a:pt x="35" y="1575"/>
                        </a:cubicBezTo>
                        <a:cubicBezTo>
                          <a:pt x="0" y="2134"/>
                          <a:pt x="269" y="2608"/>
                          <a:pt x="651" y="2934"/>
                        </a:cubicBezTo>
                        <a:cubicBezTo>
                          <a:pt x="884" y="3139"/>
                          <a:pt x="1061" y="3436"/>
                          <a:pt x="1097" y="3754"/>
                        </a:cubicBezTo>
                        <a:lnTo>
                          <a:pt x="1181" y="4405"/>
                        </a:lnTo>
                        <a:cubicBezTo>
                          <a:pt x="1181" y="4525"/>
                          <a:pt x="1302" y="4639"/>
                          <a:pt x="1450" y="4639"/>
                        </a:cubicBezTo>
                        <a:lnTo>
                          <a:pt x="1981" y="4639"/>
                        </a:lnTo>
                        <a:cubicBezTo>
                          <a:pt x="2122" y="4639"/>
                          <a:pt x="2243" y="4525"/>
                          <a:pt x="2243" y="4377"/>
                        </a:cubicBezTo>
                        <a:lnTo>
                          <a:pt x="2335" y="3754"/>
                        </a:lnTo>
                        <a:cubicBezTo>
                          <a:pt x="2363" y="3436"/>
                          <a:pt x="2511" y="3139"/>
                          <a:pt x="2745" y="2934"/>
                        </a:cubicBezTo>
                        <a:cubicBezTo>
                          <a:pt x="3127" y="2637"/>
                          <a:pt x="3360" y="2163"/>
                          <a:pt x="3360" y="1667"/>
                        </a:cubicBezTo>
                        <a:cubicBezTo>
                          <a:pt x="3334" y="729"/>
                          <a:pt x="2617" y="1"/>
                          <a:pt x="1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7"/>
                  <p:cNvSpPr/>
                  <p:nvPr/>
                </p:nvSpPr>
                <p:spPr>
                  <a:xfrm>
                    <a:off x="3371879" y="2112055"/>
                    <a:ext cx="44053" cy="32109"/>
                  </a:xfrm>
                  <a:custGeom>
                    <a:avLst/>
                    <a:gdLst/>
                    <a:ahLst/>
                    <a:cxnLst/>
                    <a:rect l="l" t="t" r="r" b="b"/>
                    <a:pathLst>
                      <a:path w="1302" h="949" extrusionOk="0">
                        <a:moveTo>
                          <a:pt x="0" y="0"/>
                        </a:moveTo>
                        <a:lnTo>
                          <a:pt x="0" y="297"/>
                        </a:lnTo>
                        <a:cubicBezTo>
                          <a:pt x="0" y="651"/>
                          <a:pt x="297" y="948"/>
                          <a:pt x="651" y="948"/>
                        </a:cubicBezTo>
                        <a:cubicBezTo>
                          <a:pt x="1005" y="920"/>
                          <a:pt x="1302" y="651"/>
                          <a:pt x="1302" y="269"/>
                        </a:cubicBezTo>
                        <a:lnTo>
                          <a:pt x="1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7"/>
                  <p:cNvSpPr/>
                  <p:nvPr/>
                </p:nvSpPr>
                <p:spPr>
                  <a:xfrm>
                    <a:off x="3363014" y="2022762"/>
                    <a:ext cx="58907" cy="95279"/>
                  </a:xfrm>
                  <a:custGeom>
                    <a:avLst/>
                    <a:gdLst/>
                    <a:ahLst/>
                    <a:cxnLst/>
                    <a:rect l="l" t="t" r="r" b="b"/>
                    <a:pathLst>
                      <a:path w="1741" h="2816" extrusionOk="0">
                        <a:moveTo>
                          <a:pt x="1210" y="163"/>
                        </a:moveTo>
                        <a:cubicBezTo>
                          <a:pt x="1238" y="198"/>
                          <a:pt x="1267" y="255"/>
                          <a:pt x="1267" y="283"/>
                        </a:cubicBezTo>
                        <a:cubicBezTo>
                          <a:pt x="1295" y="375"/>
                          <a:pt x="1295" y="432"/>
                          <a:pt x="1295" y="489"/>
                        </a:cubicBezTo>
                        <a:cubicBezTo>
                          <a:pt x="1267" y="552"/>
                          <a:pt x="1238" y="581"/>
                          <a:pt x="1182" y="581"/>
                        </a:cubicBezTo>
                        <a:cubicBezTo>
                          <a:pt x="1118" y="581"/>
                          <a:pt x="1090" y="552"/>
                          <a:pt x="1090" y="489"/>
                        </a:cubicBezTo>
                        <a:cubicBezTo>
                          <a:pt x="1062" y="460"/>
                          <a:pt x="1062" y="404"/>
                          <a:pt x="1090" y="340"/>
                        </a:cubicBezTo>
                        <a:cubicBezTo>
                          <a:pt x="1118" y="283"/>
                          <a:pt x="1147" y="227"/>
                          <a:pt x="1210" y="163"/>
                        </a:cubicBezTo>
                        <a:close/>
                        <a:moveTo>
                          <a:pt x="616" y="227"/>
                        </a:moveTo>
                        <a:cubicBezTo>
                          <a:pt x="680" y="255"/>
                          <a:pt x="708" y="340"/>
                          <a:pt x="736" y="404"/>
                        </a:cubicBezTo>
                        <a:cubicBezTo>
                          <a:pt x="736" y="489"/>
                          <a:pt x="736" y="552"/>
                          <a:pt x="680" y="609"/>
                        </a:cubicBezTo>
                        <a:cubicBezTo>
                          <a:pt x="663" y="642"/>
                          <a:pt x="625" y="656"/>
                          <a:pt x="584" y="656"/>
                        </a:cubicBezTo>
                        <a:cubicBezTo>
                          <a:pt x="556" y="656"/>
                          <a:pt x="526" y="649"/>
                          <a:pt x="503" y="637"/>
                        </a:cubicBezTo>
                        <a:cubicBezTo>
                          <a:pt x="474" y="609"/>
                          <a:pt x="474" y="581"/>
                          <a:pt x="439" y="517"/>
                        </a:cubicBezTo>
                        <a:cubicBezTo>
                          <a:pt x="439" y="432"/>
                          <a:pt x="503" y="283"/>
                          <a:pt x="616" y="227"/>
                        </a:cubicBezTo>
                        <a:close/>
                        <a:moveTo>
                          <a:pt x="995" y="0"/>
                        </a:moveTo>
                        <a:cubicBezTo>
                          <a:pt x="861" y="0"/>
                          <a:pt x="730" y="70"/>
                          <a:pt x="616" y="135"/>
                        </a:cubicBezTo>
                        <a:cubicBezTo>
                          <a:pt x="559" y="107"/>
                          <a:pt x="531" y="107"/>
                          <a:pt x="474" y="78"/>
                        </a:cubicBezTo>
                        <a:cubicBezTo>
                          <a:pt x="326" y="78"/>
                          <a:pt x="206" y="107"/>
                          <a:pt x="149" y="163"/>
                        </a:cubicBezTo>
                        <a:cubicBezTo>
                          <a:pt x="0" y="340"/>
                          <a:pt x="121" y="729"/>
                          <a:pt x="206" y="991"/>
                        </a:cubicBezTo>
                        <a:cubicBezTo>
                          <a:pt x="234" y="1047"/>
                          <a:pt x="262" y="1111"/>
                          <a:pt x="262" y="1168"/>
                        </a:cubicBezTo>
                        <a:cubicBezTo>
                          <a:pt x="382" y="1642"/>
                          <a:pt x="503" y="2109"/>
                          <a:pt x="588" y="2583"/>
                        </a:cubicBezTo>
                        <a:lnTo>
                          <a:pt x="616" y="2788"/>
                        </a:lnTo>
                        <a:cubicBezTo>
                          <a:pt x="651" y="2788"/>
                          <a:pt x="651" y="2816"/>
                          <a:pt x="651" y="2816"/>
                        </a:cubicBezTo>
                        <a:lnTo>
                          <a:pt x="680" y="2816"/>
                        </a:lnTo>
                        <a:cubicBezTo>
                          <a:pt x="680" y="2788"/>
                          <a:pt x="708" y="2788"/>
                          <a:pt x="680" y="2759"/>
                        </a:cubicBezTo>
                        <a:lnTo>
                          <a:pt x="651" y="2583"/>
                        </a:lnTo>
                        <a:cubicBezTo>
                          <a:pt x="559" y="2109"/>
                          <a:pt x="439" y="1613"/>
                          <a:pt x="326" y="1139"/>
                        </a:cubicBezTo>
                        <a:cubicBezTo>
                          <a:pt x="326" y="1111"/>
                          <a:pt x="298" y="1047"/>
                          <a:pt x="262" y="963"/>
                        </a:cubicBezTo>
                        <a:cubicBezTo>
                          <a:pt x="177" y="729"/>
                          <a:pt x="57" y="340"/>
                          <a:pt x="177" y="198"/>
                        </a:cubicBezTo>
                        <a:cubicBezTo>
                          <a:pt x="234" y="135"/>
                          <a:pt x="326" y="135"/>
                          <a:pt x="474" y="135"/>
                        </a:cubicBezTo>
                        <a:cubicBezTo>
                          <a:pt x="503" y="163"/>
                          <a:pt x="531" y="163"/>
                          <a:pt x="559" y="198"/>
                        </a:cubicBezTo>
                        <a:cubicBezTo>
                          <a:pt x="439" y="283"/>
                          <a:pt x="382" y="404"/>
                          <a:pt x="382" y="552"/>
                        </a:cubicBezTo>
                        <a:cubicBezTo>
                          <a:pt x="411" y="609"/>
                          <a:pt x="439" y="665"/>
                          <a:pt x="474" y="694"/>
                        </a:cubicBezTo>
                        <a:cubicBezTo>
                          <a:pt x="507" y="707"/>
                          <a:pt x="545" y="716"/>
                          <a:pt x="582" y="716"/>
                        </a:cubicBezTo>
                        <a:cubicBezTo>
                          <a:pt x="642" y="716"/>
                          <a:pt x="701" y="694"/>
                          <a:pt x="736" y="637"/>
                        </a:cubicBezTo>
                        <a:cubicBezTo>
                          <a:pt x="793" y="581"/>
                          <a:pt x="793" y="489"/>
                          <a:pt x="793" y="404"/>
                        </a:cubicBezTo>
                        <a:cubicBezTo>
                          <a:pt x="765" y="312"/>
                          <a:pt x="736" y="255"/>
                          <a:pt x="651" y="198"/>
                        </a:cubicBezTo>
                        <a:cubicBezTo>
                          <a:pt x="761" y="127"/>
                          <a:pt x="875" y="60"/>
                          <a:pt x="990" y="60"/>
                        </a:cubicBezTo>
                        <a:cubicBezTo>
                          <a:pt x="1023" y="60"/>
                          <a:pt x="1057" y="66"/>
                          <a:pt x="1090" y="78"/>
                        </a:cubicBezTo>
                        <a:cubicBezTo>
                          <a:pt x="1118" y="78"/>
                          <a:pt x="1147" y="107"/>
                          <a:pt x="1147" y="135"/>
                        </a:cubicBezTo>
                        <a:cubicBezTo>
                          <a:pt x="1090" y="163"/>
                          <a:pt x="1062" y="255"/>
                          <a:pt x="1033" y="312"/>
                        </a:cubicBezTo>
                        <a:cubicBezTo>
                          <a:pt x="1005" y="404"/>
                          <a:pt x="1005" y="460"/>
                          <a:pt x="1033" y="517"/>
                        </a:cubicBezTo>
                        <a:cubicBezTo>
                          <a:pt x="1033" y="581"/>
                          <a:pt x="1090" y="637"/>
                          <a:pt x="1147" y="637"/>
                        </a:cubicBezTo>
                        <a:cubicBezTo>
                          <a:pt x="1159" y="641"/>
                          <a:pt x="1171" y="643"/>
                          <a:pt x="1183" y="643"/>
                        </a:cubicBezTo>
                        <a:cubicBezTo>
                          <a:pt x="1260" y="643"/>
                          <a:pt x="1328" y="568"/>
                          <a:pt x="1359" y="489"/>
                        </a:cubicBezTo>
                        <a:cubicBezTo>
                          <a:pt x="1387" y="432"/>
                          <a:pt x="1359" y="375"/>
                          <a:pt x="1323" y="283"/>
                        </a:cubicBezTo>
                        <a:cubicBezTo>
                          <a:pt x="1295" y="227"/>
                          <a:pt x="1267" y="163"/>
                          <a:pt x="1238" y="135"/>
                        </a:cubicBezTo>
                        <a:cubicBezTo>
                          <a:pt x="1267" y="107"/>
                          <a:pt x="1295" y="78"/>
                          <a:pt x="1323" y="78"/>
                        </a:cubicBezTo>
                        <a:cubicBezTo>
                          <a:pt x="1351" y="72"/>
                          <a:pt x="1381" y="68"/>
                          <a:pt x="1410" y="68"/>
                        </a:cubicBezTo>
                        <a:cubicBezTo>
                          <a:pt x="1506" y="68"/>
                          <a:pt x="1599" y="106"/>
                          <a:pt x="1621" y="198"/>
                        </a:cubicBezTo>
                        <a:cubicBezTo>
                          <a:pt x="1677" y="255"/>
                          <a:pt x="1649" y="340"/>
                          <a:pt x="1649" y="432"/>
                        </a:cubicBezTo>
                        <a:cubicBezTo>
                          <a:pt x="1621" y="665"/>
                          <a:pt x="1564" y="906"/>
                          <a:pt x="1500" y="1111"/>
                        </a:cubicBezTo>
                        <a:cubicBezTo>
                          <a:pt x="1472" y="1288"/>
                          <a:pt x="1415" y="1465"/>
                          <a:pt x="1387" y="1613"/>
                        </a:cubicBezTo>
                        <a:lnTo>
                          <a:pt x="1182" y="2731"/>
                        </a:lnTo>
                        <a:cubicBezTo>
                          <a:pt x="1182" y="2759"/>
                          <a:pt x="1210" y="2759"/>
                          <a:pt x="1210" y="2759"/>
                        </a:cubicBezTo>
                        <a:lnTo>
                          <a:pt x="1238" y="2759"/>
                        </a:lnTo>
                        <a:lnTo>
                          <a:pt x="1444" y="1642"/>
                        </a:lnTo>
                        <a:cubicBezTo>
                          <a:pt x="1472" y="1465"/>
                          <a:pt x="1536" y="1288"/>
                          <a:pt x="1564" y="1139"/>
                        </a:cubicBezTo>
                        <a:cubicBezTo>
                          <a:pt x="1621" y="906"/>
                          <a:pt x="1677" y="665"/>
                          <a:pt x="1712" y="432"/>
                        </a:cubicBezTo>
                        <a:cubicBezTo>
                          <a:pt x="1712" y="340"/>
                          <a:pt x="1741" y="255"/>
                          <a:pt x="1677" y="163"/>
                        </a:cubicBezTo>
                        <a:cubicBezTo>
                          <a:pt x="1631" y="71"/>
                          <a:pt x="1506" y="12"/>
                          <a:pt x="1396" y="12"/>
                        </a:cubicBezTo>
                        <a:cubicBezTo>
                          <a:pt x="1370" y="12"/>
                          <a:pt x="1346" y="15"/>
                          <a:pt x="1323" y="22"/>
                        </a:cubicBezTo>
                        <a:cubicBezTo>
                          <a:pt x="1267" y="50"/>
                          <a:pt x="1238" y="50"/>
                          <a:pt x="1210" y="78"/>
                        </a:cubicBezTo>
                        <a:cubicBezTo>
                          <a:pt x="1182" y="50"/>
                          <a:pt x="1147" y="50"/>
                          <a:pt x="1118" y="22"/>
                        </a:cubicBezTo>
                        <a:cubicBezTo>
                          <a:pt x="1077" y="7"/>
                          <a:pt x="1036"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7"/>
                  <p:cNvSpPr/>
                  <p:nvPr/>
                </p:nvSpPr>
                <p:spPr>
                  <a:xfrm>
                    <a:off x="3306034" y="2019413"/>
                    <a:ext cx="19184" cy="5041"/>
                  </a:xfrm>
                  <a:custGeom>
                    <a:avLst/>
                    <a:gdLst/>
                    <a:ahLst/>
                    <a:cxnLst/>
                    <a:rect l="l" t="t" r="r" b="b"/>
                    <a:pathLst>
                      <a:path w="567" h="149" extrusionOk="0">
                        <a:moveTo>
                          <a:pt x="36" y="0"/>
                        </a:moveTo>
                        <a:lnTo>
                          <a:pt x="1" y="29"/>
                        </a:lnTo>
                        <a:cubicBezTo>
                          <a:pt x="1" y="57"/>
                          <a:pt x="1" y="57"/>
                          <a:pt x="36" y="57"/>
                        </a:cubicBezTo>
                        <a:lnTo>
                          <a:pt x="531" y="149"/>
                        </a:lnTo>
                        <a:cubicBezTo>
                          <a:pt x="567" y="149"/>
                          <a:pt x="567" y="121"/>
                          <a:pt x="567" y="121"/>
                        </a:cubicBezTo>
                        <a:cubicBezTo>
                          <a:pt x="567" y="85"/>
                          <a:pt x="567" y="85"/>
                          <a:pt x="531" y="85"/>
                        </a:cubicBezTo>
                        <a:lnTo>
                          <a:pt x="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7"/>
                  <p:cNvSpPr/>
                  <p:nvPr/>
                </p:nvSpPr>
                <p:spPr>
                  <a:xfrm>
                    <a:off x="3321125" y="1977761"/>
                    <a:ext cx="14887" cy="14617"/>
                  </a:xfrm>
                  <a:custGeom>
                    <a:avLst/>
                    <a:gdLst/>
                    <a:ahLst/>
                    <a:cxnLst/>
                    <a:rect l="l" t="t" r="r" b="b"/>
                    <a:pathLst>
                      <a:path w="440" h="432" extrusionOk="0">
                        <a:moveTo>
                          <a:pt x="29" y="0"/>
                        </a:moveTo>
                        <a:cubicBezTo>
                          <a:pt x="22" y="0"/>
                          <a:pt x="15" y="7"/>
                          <a:pt x="0" y="22"/>
                        </a:cubicBezTo>
                        <a:lnTo>
                          <a:pt x="0" y="50"/>
                        </a:lnTo>
                        <a:lnTo>
                          <a:pt x="411" y="404"/>
                        </a:lnTo>
                        <a:lnTo>
                          <a:pt x="411" y="432"/>
                        </a:lnTo>
                        <a:cubicBezTo>
                          <a:pt x="439" y="432"/>
                          <a:pt x="439" y="404"/>
                          <a:pt x="439" y="404"/>
                        </a:cubicBezTo>
                        <a:lnTo>
                          <a:pt x="439" y="375"/>
                        </a:lnTo>
                        <a:lnTo>
                          <a:pt x="57" y="22"/>
                        </a:lnTo>
                        <a:cubicBezTo>
                          <a:pt x="43" y="7"/>
                          <a:pt x="36"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7"/>
                  <p:cNvSpPr/>
                  <p:nvPr/>
                </p:nvSpPr>
                <p:spPr>
                  <a:xfrm>
                    <a:off x="3374992" y="1950455"/>
                    <a:ext cx="5041" cy="19184"/>
                  </a:xfrm>
                  <a:custGeom>
                    <a:avLst/>
                    <a:gdLst/>
                    <a:ahLst/>
                    <a:cxnLst/>
                    <a:rect l="l" t="t" r="r" b="b"/>
                    <a:pathLst>
                      <a:path w="149" h="567" extrusionOk="0">
                        <a:moveTo>
                          <a:pt x="28" y="1"/>
                        </a:moveTo>
                        <a:cubicBezTo>
                          <a:pt x="28" y="36"/>
                          <a:pt x="0" y="36"/>
                          <a:pt x="0" y="65"/>
                        </a:cubicBezTo>
                        <a:cubicBezTo>
                          <a:pt x="28" y="121"/>
                          <a:pt x="28" y="213"/>
                          <a:pt x="57" y="298"/>
                        </a:cubicBezTo>
                        <a:cubicBezTo>
                          <a:pt x="57" y="390"/>
                          <a:pt x="85" y="447"/>
                          <a:pt x="85" y="532"/>
                        </a:cubicBezTo>
                        <a:lnTo>
                          <a:pt x="120" y="567"/>
                        </a:lnTo>
                        <a:cubicBezTo>
                          <a:pt x="149" y="532"/>
                          <a:pt x="149" y="532"/>
                          <a:pt x="149" y="503"/>
                        </a:cubicBezTo>
                        <a:cubicBezTo>
                          <a:pt x="149" y="447"/>
                          <a:pt x="120" y="355"/>
                          <a:pt x="120" y="270"/>
                        </a:cubicBezTo>
                        <a:cubicBezTo>
                          <a:pt x="85" y="178"/>
                          <a:pt x="85" y="93"/>
                          <a:pt x="57" y="36"/>
                        </a:cubicBezTo>
                        <a:cubicBezTo>
                          <a:pt x="57" y="36"/>
                          <a:pt x="57"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7"/>
                  <p:cNvSpPr/>
                  <p:nvPr/>
                </p:nvSpPr>
                <p:spPr>
                  <a:xfrm>
                    <a:off x="3409944" y="1949508"/>
                    <a:ext cx="3857" cy="22060"/>
                  </a:xfrm>
                  <a:custGeom>
                    <a:avLst/>
                    <a:gdLst/>
                    <a:ahLst/>
                    <a:cxnLst/>
                    <a:rect l="l" t="t" r="r" b="b"/>
                    <a:pathLst>
                      <a:path w="114" h="652" extrusionOk="0">
                        <a:moveTo>
                          <a:pt x="85" y="1"/>
                        </a:moveTo>
                        <a:cubicBezTo>
                          <a:pt x="85" y="1"/>
                          <a:pt x="57" y="1"/>
                          <a:pt x="57" y="29"/>
                        </a:cubicBezTo>
                        <a:lnTo>
                          <a:pt x="0" y="623"/>
                        </a:lnTo>
                        <a:cubicBezTo>
                          <a:pt x="0" y="623"/>
                          <a:pt x="0" y="651"/>
                          <a:pt x="28" y="651"/>
                        </a:cubicBezTo>
                        <a:lnTo>
                          <a:pt x="57" y="623"/>
                        </a:lnTo>
                        <a:lnTo>
                          <a:pt x="113" y="29"/>
                        </a:lnTo>
                        <a:cubicBezTo>
                          <a:pt x="113" y="1"/>
                          <a:pt x="113" y="1"/>
                          <a:pt x="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7"/>
                  <p:cNvSpPr/>
                  <p:nvPr/>
                </p:nvSpPr>
                <p:spPr>
                  <a:xfrm>
                    <a:off x="3447739" y="1987573"/>
                    <a:ext cx="19895" cy="13906"/>
                  </a:xfrm>
                  <a:custGeom>
                    <a:avLst/>
                    <a:gdLst/>
                    <a:ahLst/>
                    <a:cxnLst/>
                    <a:rect l="l" t="t" r="r" b="b"/>
                    <a:pathLst>
                      <a:path w="588" h="411" extrusionOk="0">
                        <a:moveTo>
                          <a:pt x="531" y="0"/>
                        </a:moveTo>
                        <a:lnTo>
                          <a:pt x="29" y="354"/>
                        </a:lnTo>
                        <a:cubicBezTo>
                          <a:pt x="1" y="354"/>
                          <a:pt x="1" y="382"/>
                          <a:pt x="29" y="382"/>
                        </a:cubicBezTo>
                        <a:lnTo>
                          <a:pt x="29" y="411"/>
                        </a:lnTo>
                        <a:lnTo>
                          <a:pt x="57" y="411"/>
                        </a:lnTo>
                        <a:lnTo>
                          <a:pt x="560" y="57"/>
                        </a:lnTo>
                        <a:cubicBezTo>
                          <a:pt x="560" y="29"/>
                          <a:pt x="588" y="29"/>
                          <a:pt x="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7"/>
                  <p:cNvSpPr/>
                  <p:nvPr/>
                </p:nvSpPr>
                <p:spPr>
                  <a:xfrm>
                    <a:off x="3461645" y="2026349"/>
                    <a:ext cx="20132" cy="3147"/>
                  </a:xfrm>
                  <a:custGeom>
                    <a:avLst/>
                    <a:gdLst/>
                    <a:ahLst/>
                    <a:cxnLst/>
                    <a:rect l="l" t="t" r="r" b="b"/>
                    <a:pathLst>
                      <a:path w="595" h="93" extrusionOk="0">
                        <a:moveTo>
                          <a:pt x="35" y="1"/>
                        </a:moveTo>
                        <a:cubicBezTo>
                          <a:pt x="0" y="1"/>
                          <a:pt x="0" y="1"/>
                          <a:pt x="0" y="29"/>
                        </a:cubicBezTo>
                        <a:cubicBezTo>
                          <a:pt x="0" y="29"/>
                          <a:pt x="0" y="57"/>
                          <a:pt x="35" y="57"/>
                        </a:cubicBezTo>
                        <a:lnTo>
                          <a:pt x="566" y="92"/>
                        </a:lnTo>
                        <a:cubicBezTo>
                          <a:pt x="594" y="92"/>
                          <a:pt x="594" y="57"/>
                          <a:pt x="594" y="57"/>
                        </a:cubicBezTo>
                        <a:cubicBezTo>
                          <a:pt x="594" y="29"/>
                          <a:pt x="594" y="29"/>
                          <a:pt x="566" y="29"/>
                        </a:cubicBezTo>
                        <a:lnTo>
                          <a:pt x="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7"/>
                  <p:cNvSpPr/>
                  <p:nvPr/>
                </p:nvSpPr>
                <p:spPr>
                  <a:xfrm>
                    <a:off x="3346028" y="1991397"/>
                    <a:ext cx="36880" cy="56065"/>
                  </a:xfrm>
                  <a:custGeom>
                    <a:avLst/>
                    <a:gdLst/>
                    <a:ahLst/>
                    <a:cxnLst/>
                    <a:rect l="l" t="t" r="r" b="b"/>
                    <a:pathLst>
                      <a:path w="1090" h="1657" extrusionOk="0">
                        <a:moveTo>
                          <a:pt x="1033" y="1"/>
                        </a:moveTo>
                        <a:cubicBezTo>
                          <a:pt x="708" y="64"/>
                          <a:pt x="411" y="298"/>
                          <a:pt x="234" y="623"/>
                        </a:cubicBezTo>
                        <a:cubicBezTo>
                          <a:pt x="57" y="913"/>
                          <a:pt x="0" y="1302"/>
                          <a:pt x="120" y="1621"/>
                        </a:cubicBezTo>
                        <a:cubicBezTo>
                          <a:pt x="120" y="1621"/>
                          <a:pt x="120" y="1656"/>
                          <a:pt x="149" y="1656"/>
                        </a:cubicBezTo>
                        <a:cubicBezTo>
                          <a:pt x="149" y="1656"/>
                          <a:pt x="177" y="1621"/>
                          <a:pt x="149" y="1592"/>
                        </a:cubicBezTo>
                        <a:cubicBezTo>
                          <a:pt x="57" y="1302"/>
                          <a:pt x="120" y="913"/>
                          <a:pt x="269" y="652"/>
                        </a:cubicBezTo>
                        <a:cubicBezTo>
                          <a:pt x="446" y="354"/>
                          <a:pt x="736" y="121"/>
                          <a:pt x="1061" y="64"/>
                        </a:cubicBezTo>
                        <a:cubicBezTo>
                          <a:pt x="1061" y="29"/>
                          <a:pt x="1090" y="29"/>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0" name="Google Shape;610;p37"/>
              <p:cNvGrpSpPr/>
              <p:nvPr/>
            </p:nvGrpSpPr>
            <p:grpSpPr>
              <a:xfrm>
                <a:off x="6350423" y="1987207"/>
                <a:ext cx="2348409" cy="2480360"/>
                <a:chOff x="2970924" y="3808142"/>
                <a:chExt cx="996524" cy="1052516"/>
              </a:xfrm>
            </p:grpSpPr>
            <p:sp>
              <p:nvSpPr>
                <p:cNvPr id="611" name="Google Shape;611;p37"/>
                <p:cNvSpPr/>
                <p:nvPr/>
              </p:nvSpPr>
              <p:spPr>
                <a:xfrm>
                  <a:off x="3598308" y="4002867"/>
                  <a:ext cx="137675" cy="167957"/>
                </a:xfrm>
                <a:custGeom>
                  <a:avLst/>
                  <a:gdLst/>
                  <a:ahLst/>
                  <a:cxnLst/>
                  <a:rect l="l" t="t" r="r" b="b"/>
                  <a:pathLst>
                    <a:path w="4069" h="4964" extrusionOk="0">
                      <a:moveTo>
                        <a:pt x="3189" y="1"/>
                      </a:moveTo>
                      <a:cubicBezTo>
                        <a:pt x="2810" y="1"/>
                        <a:pt x="2319" y="494"/>
                        <a:pt x="2095" y="713"/>
                      </a:cubicBezTo>
                      <a:cubicBezTo>
                        <a:pt x="1918" y="925"/>
                        <a:pt x="1713" y="1159"/>
                        <a:pt x="1479" y="1364"/>
                      </a:cubicBezTo>
                      <a:cubicBezTo>
                        <a:pt x="1239" y="1569"/>
                        <a:pt x="977" y="1689"/>
                        <a:pt x="708" y="1866"/>
                      </a:cubicBezTo>
                      <a:cubicBezTo>
                        <a:pt x="503" y="2043"/>
                        <a:pt x="298" y="2220"/>
                        <a:pt x="177" y="2453"/>
                      </a:cubicBezTo>
                      <a:cubicBezTo>
                        <a:pt x="64" y="2659"/>
                        <a:pt x="29" y="2871"/>
                        <a:pt x="29" y="3104"/>
                      </a:cubicBezTo>
                      <a:cubicBezTo>
                        <a:pt x="1" y="3635"/>
                        <a:pt x="149" y="4222"/>
                        <a:pt x="595" y="4547"/>
                      </a:cubicBezTo>
                      <a:cubicBezTo>
                        <a:pt x="736" y="4668"/>
                        <a:pt x="913" y="4753"/>
                        <a:pt x="1090" y="4816"/>
                      </a:cubicBezTo>
                      <a:cubicBezTo>
                        <a:pt x="1361" y="4912"/>
                        <a:pt x="1659" y="4964"/>
                        <a:pt x="1949" y="4964"/>
                      </a:cubicBezTo>
                      <a:cubicBezTo>
                        <a:pt x="2197" y="4964"/>
                        <a:pt x="2439" y="4926"/>
                        <a:pt x="2653" y="4845"/>
                      </a:cubicBezTo>
                      <a:cubicBezTo>
                        <a:pt x="2894" y="4781"/>
                        <a:pt x="3099" y="4547"/>
                        <a:pt x="3276" y="4371"/>
                      </a:cubicBezTo>
                      <a:cubicBezTo>
                        <a:pt x="3453" y="4194"/>
                        <a:pt x="3630" y="3989"/>
                        <a:pt x="3743" y="3755"/>
                      </a:cubicBezTo>
                      <a:cubicBezTo>
                        <a:pt x="3891" y="3515"/>
                        <a:pt x="3983" y="3225"/>
                        <a:pt x="4040" y="2927"/>
                      </a:cubicBezTo>
                      <a:cubicBezTo>
                        <a:pt x="4068" y="2574"/>
                        <a:pt x="4068" y="2220"/>
                        <a:pt x="4068" y="1866"/>
                      </a:cubicBezTo>
                      <a:cubicBezTo>
                        <a:pt x="4040" y="1244"/>
                        <a:pt x="3835" y="685"/>
                        <a:pt x="3509" y="183"/>
                      </a:cubicBezTo>
                      <a:cubicBezTo>
                        <a:pt x="3423" y="53"/>
                        <a:pt x="3312" y="1"/>
                        <a:pt x="31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7"/>
                <p:cNvSpPr/>
                <p:nvPr/>
              </p:nvSpPr>
              <p:spPr>
                <a:xfrm>
                  <a:off x="2972142" y="4023405"/>
                  <a:ext cx="272169" cy="460562"/>
                </a:xfrm>
                <a:custGeom>
                  <a:avLst/>
                  <a:gdLst/>
                  <a:ahLst/>
                  <a:cxnLst/>
                  <a:rect l="l" t="t" r="r" b="b"/>
                  <a:pathLst>
                    <a:path w="8044" h="13612" extrusionOk="0">
                      <a:moveTo>
                        <a:pt x="532" y="1"/>
                      </a:moveTo>
                      <a:cubicBezTo>
                        <a:pt x="504" y="1"/>
                        <a:pt x="473" y="15"/>
                        <a:pt x="439" y="50"/>
                      </a:cubicBezTo>
                      <a:cubicBezTo>
                        <a:pt x="382" y="78"/>
                        <a:pt x="382" y="142"/>
                        <a:pt x="382" y="198"/>
                      </a:cubicBezTo>
                      <a:cubicBezTo>
                        <a:pt x="354" y="347"/>
                        <a:pt x="354" y="495"/>
                        <a:pt x="382" y="672"/>
                      </a:cubicBezTo>
                      <a:cubicBezTo>
                        <a:pt x="363" y="653"/>
                        <a:pt x="345" y="646"/>
                        <a:pt x="328" y="646"/>
                      </a:cubicBezTo>
                      <a:cubicBezTo>
                        <a:pt x="287" y="646"/>
                        <a:pt x="253" y="689"/>
                        <a:pt x="234" y="729"/>
                      </a:cubicBezTo>
                      <a:cubicBezTo>
                        <a:pt x="177" y="877"/>
                        <a:pt x="205" y="990"/>
                        <a:pt x="113" y="1111"/>
                      </a:cubicBezTo>
                      <a:cubicBezTo>
                        <a:pt x="28" y="1259"/>
                        <a:pt x="0" y="1408"/>
                        <a:pt x="28" y="1556"/>
                      </a:cubicBezTo>
                      <a:cubicBezTo>
                        <a:pt x="28" y="1670"/>
                        <a:pt x="85" y="1790"/>
                        <a:pt x="142" y="1910"/>
                      </a:cubicBezTo>
                      <a:cubicBezTo>
                        <a:pt x="318" y="2292"/>
                        <a:pt x="587" y="2794"/>
                        <a:pt x="941" y="3028"/>
                      </a:cubicBezTo>
                      <a:cubicBezTo>
                        <a:pt x="1323" y="3233"/>
                        <a:pt x="1769" y="3410"/>
                        <a:pt x="2087" y="3735"/>
                      </a:cubicBezTo>
                      <a:cubicBezTo>
                        <a:pt x="2179" y="3820"/>
                        <a:pt x="2207" y="3969"/>
                        <a:pt x="2264" y="4089"/>
                      </a:cubicBezTo>
                      <a:cubicBezTo>
                        <a:pt x="2858" y="5829"/>
                        <a:pt x="3148" y="7654"/>
                        <a:pt x="3594" y="9451"/>
                      </a:cubicBezTo>
                      <a:cubicBezTo>
                        <a:pt x="3827" y="10364"/>
                        <a:pt x="4096" y="11340"/>
                        <a:pt x="4478" y="12225"/>
                      </a:cubicBezTo>
                      <a:cubicBezTo>
                        <a:pt x="4627" y="12578"/>
                        <a:pt x="5037" y="13314"/>
                        <a:pt x="5391" y="13519"/>
                      </a:cubicBezTo>
                      <a:cubicBezTo>
                        <a:pt x="5481" y="13586"/>
                        <a:pt x="5552" y="13611"/>
                        <a:pt x="5618" y="13611"/>
                      </a:cubicBezTo>
                      <a:cubicBezTo>
                        <a:pt x="5789" y="13611"/>
                        <a:pt x="5916" y="13437"/>
                        <a:pt x="6218" y="13371"/>
                      </a:cubicBezTo>
                      <a:cubicBezTo>
                        <a:pt x="6600" y="13314"/>
                        <a:pt x="6862" y="13052"/>
                        <a:pt x="7131" y="12783"/>
                      </a:cubicBezTo>
                      <a:cubicBezTo>
                        <a:pt x="7513" y="12373"/>
                        <a:pt x="8015" y="11814"/>
                        <a:pt x="8015" y="11192"/>
                      </a:cubicBezTo>
                      <a:cubicBezTo>
                        <a:pt x="8044" y="10718"/>
                        <a:pt x="7867" y="10102"/>
                        <a:pt x="7633" y="9692"/>
                      </a:cubicBezTo>
                      <a:cubicBezTo>
                        <a:pt x="7605" y="9572"/>
                        <a:pt x="7541" y="9480"/>
                        <a:pt x="7485" y="9366"/>
                      </a:cubicBezTo>
                      <a:cubicBezTo>
                        <a:pt x="6898" y="8334"/>
                        <a:pt x="6042" y="7421"/>
                        <a:pt x="5511" y="6360"/>
                      </a:cubicBezTo>
                      <a:cubicBezTo>
                        <a:pt x="5391" y="6119"/>
                        <a:pt x="5270" y="5858"/>
                        <a:pt x="5157" y="5624"/>
                      </a:cubicBezTo>
                      <a:cubicBezTo>
                        <a:pt x="4832" y="4881"/>
                        <a:pt x="4506" y="4174"/>
                        <a:pt x="4153" y="3466"/>
                      </a:cubicBezTo>
                      <a:cubicBezTo>
                        <a:pt x="4068" y="3290"/>
                        <a:pt x="4004" y="3113"/>
                        <a:pt x="3919" y="2936"/>
                      </a:cubicBezTo>
                      <a:cubicBezTo>
                        <a:pt x="3856" y="2851"/>
                        <a:pt x="3827" y="2759"/>
                        <a:pt x="3799" y="2674"/>
                      </a:cubicBezTo>
                      <a:cubicBezTo>
                        <a:pt x="3771" y="2618"/>
                        <a:pt x="3771" y="2554"/>
                        <a:pt x="3742" y="2497"/>
                      </a:cubicBezTo>
                      <a:cubicBezTo>
                        <a:pt x="3622" y="2200"/>
                        <a:pt x="3389" y="1910"/>
                        <a:pt x="3148" y="1733"/>
                      </a:cubicBezTo>
                      <a:cubicBezTo>
                        <a:pt x="2971" y="1585"/>
                        <a:pt x="2766" y="1464"/>
                        <a:pt x="2589" y="1344"/>
                      </a:cubicBezTo>
                      <a:cubicBezTo>
                        <a:pt x="2384" y="1167"/>
                        <a:pt x="2151" y="1054"/>
                        <a:pt x="1946" y="877"/>
                      </a:cubicBezTo>
                      <a:cubicBezTo>
                        <a:pt x="1677" y="672"/>
                        <a:pt x="1443" y="495"/>
                        <a:pt x="1203" y="283"/>
                      </a:cubicBezTo>
                      <a:cubicBezTo>
                        <a:pt x="1157" y="260"/>
                        <a:pt x="1093" y="219"/>
                        <a:pt x="1036" y="219"/>
                      </a:cubicBezTo>
                      <a:cubicBezTo>
                        <a:pt x="1023" y="219"/>
                        <a:pt x="1010" y="221"/>
                        <a:pt x="998" y="226"/>
                      </a:cubicBezTo>
                      <a:cubicBezTo>
                        <a:pt x="941" y="255"/>
                        <a:pt x="913" y="318"/>
                        <a:pt x="913" y="375"/>
                      </a:cubicBezTo>
                      <a:cubicBezTo>
                        <a:pt x="849" y="608"/>
                        <a:pt x="998" y="785"/>
                        <a:pt x="1174" y="934"/>
                      </a:cubicBezTo>
                      <a:cubicBezTo>
                        <a:pt x="1380" y="1139"/>
                        <a:pt x="1620" y="1288"/>
                        <a:pt x="1769" y="1521"/>
                      </a:cubicBezTo>
                      <a:cubicBezTo>
                        <a:pt x="1928" y="1758"/>
                        <a:pt x="1846" y="1846"/>
                        <a:pt x="1695" y="1846"/>
                      </a:cubicBezTo>
                      <a:cubicBezTo>
                        <a:pt x="1544" y="1846"/>
                        <a:pt x="1323" y="1758"/>
                        <a:pt x="1203" y="1641"/>
                      </a:cubicBezTo>
                      <a:cubicBezTo>
                        <a:pt x="1090" y="1521"/>
                        <a:pt x="1026" y="1344"/>
                        <a:pt x="969" y="1203"/>
                      </a:cubicBezTo>
                      <a:cubicBezTo>
                        <a:pt x="849" y="962"/>
                        <a:pt x="821" y="700"/>
                        <a:pt x="764" y="432"/>
                      </a:cubicBezTo>
                      <a:cubicBezTo>
                        <a:pt x="741" y="361"/>
                        <a:pt x="673" y="1"/>
                        <a:pt x="532"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7"/>
                <p:cNvSpPr/>
                <p:nvPr/>
              </p:nvSpPr>
              <p:spPr>
                <a:xfrm>
                  <a:off x="2970924" y="4022187"/>
                  <a:ext cx="274334" cy="462727"/>
                </a:xfrm>
                <a:custGeom>
                  <a:avLst/>
                  <a:gdLst/>
                  <a:ahLst/>
                  <a:cxnLst/>
                  <a:rect l="l" t="t" r="r" b="b"/>
                  <a:pathLst>
                    <a:path w="8108" h="13676" extrusionOk="0">
                      <a:moveTo>
                        <a:pt x="567" y="57"/>
                      </a:moveTo>
                      <a:cubicBezTo>
                        <a:pt x="652" y="57"/>
                        <a:pt x="708" y="319"/>
                        <a:pt x="743" y="439"/>
                      </a:cubicBezTo>
                      <a:cubicBezTo>
                        <a:pt x="743" y="439"/>
                        <a:pt x="743" y="468"/>
                        <a:pt x="772" y="468"/>
                      </a:cubicBezTo>
                      <a:cubicBezTo>
                        <a:pt x="772" y="560"/>
                        <a:pt x="800" y="644"/>
                        <a:pt x="828" y="736"/>
                      </a:cubicBezTo>
                      <a:cubicBezTo>
                        <a:pt x="857" y="913"/>
                        <a:pt x="885" y="1090"/>
                        <a:pt x="977" y="1267"/>
                      </a:cubicBezTo>
                      <a:cubicBezTo>
                        <a:pt x="1034" y="1416"/>
                        <a:pt x="1126" y="1557"/>
                        <a:pt x="1210" y="1706"/>
                      </a:cubicBezTo>
                      <a:cubicBezTo>
                        <a:pt x="1331" y="1826"/>
                        <a:pt x="1564" y="1911"/>
                        <a:pt x="1741" y="1911"/>
                      </a:cubicBezTo>
                      <a:cubicBezTo>
                        <a:pt x="1833" y="1911"/>
                        <a:pt x="1890" y="1882"/>
                        <a:pt x="1890" y="1854"/>
                      </a:cubicBezTo>
                      <a:cubicBezTo>
                        <a:pt x="1946" y="1769"/>
                        <a:pt x="1918" y="1677"/>
                        <a:pt x="1833" y="1557"/>
                      </a:cubicBezTo>
                      <a:cubicBezTo>
                        <a:pt x="1713" y="1380"/>
                        <a:pt x="1536" y="1239"/>
                        <a:pt x="1387" y="1090"/>
                      </a:cubicBezTo>
                      <a:cubicBezTo>
                        <a:pt x="1331" y="1062"/>
                        <a:pt x="1274" y="998"/>
                        <a:pt x="1210" y="942"/>
                      </a:cubicBezTo>
                      <a:cubicBezTo>
                        <a:pt x="1034" y="765"/>
                        <a:pt x="949" y="588"/>
                        <a:pt x="977" y="411"/>
                      </a:cubicBezTo>
                      <a:cubicBezTo>
                        <a:pt x="977" y="383"/>
                        <a:pt x="1005" y="319"/>
                        <a:pt x="1034" y="291"/>
                      </a:cubicBezTo>
                      <a:cubicBezTo>
                        <a:pt x="1097" y="291"/>
                        <a:pt x="1154" y="319"/>
                        <a:pt x="1210" y="354"/>
                      </a:cubicBezTo>
                      <a:lnTo>
                        <a:pt x="1946" y="942"/>
                      </a:lnTo>
                      <a:cubicBezTo>
                        <a:pt x="2066" y="1026"/>
                        <a:pt x="2187" y="1090"/>
                        <a:pt x="2300" y="1175"/>
                      </a:cubicBezTo>
                      <a:cubicBezTo>
                        <a:pt x="2392" y="1239"/>
                        <a:pt x="2512" y="1324"/>
                        <a:pt x="2625" y="1380"/>
                      </a:cubicBezTo>
                      <a:cubicBezTo>
                        <a:pt x="2717" y="1472"/>
                        <a:pt x="2802" y="1529"/>
                        <a:pt x="2866" y="1557"/>
                      </a:cubicBezTo>
                      <a:cubicBezTo>
                        <a:pt x="2979" y="1649"/>
                        <a:pt x="3071" y="1706"/>
                        <a:pt x="3156" y="1769"/>
                      </a:cubicBezTo>
                      <a:cubicBezTo>
                        <a:pt x="3425" y="1974"/>
                        <a:pt x="3630" y="2236"/>
                        <a:pt x="3750" y="2533"/>
                      </a:cubicBezTo>
                      <a:cubicBezTo>
                        <a:pt x="3778" y="2590"/>
                        <a:pt x="3807" y="2654"/>
                        <a:pt x="3807" y="2710"/>
                      </a:cubicBezTo>
                      <a:cubicBezTo>
                        <a:pt x="3835" y="2795"/>
                        <a:pt x="3863" y="2887"/>
                        <a:pt x="3927" y="2972"/>
                      </a:cubicBezTo>
                      <a:cubicBezTo>
                        <a:pt x="4012" y="3149"/>
                        <a:pt x="4104" y="3326"/>
                        <a:pt x="4160" y="3502"/>
                      </a:cubicBezTo>
                      <a:cubicBezTo>
                        <a:pt x="4366" y="3920"/>
                        <a:pt x="4542" y="4302"/>
                        <a:pt x="4719" y="4712"/>
                      </a:cubicBezTo>
                      <a:cubicBezTo>
                        <a:pt x="4868" y="5038"/>
                        <a:pt x="5016" y="5335"/>
                        <a:pt x="5165" y="5660"/>
                      </a:cubicBezTo>
                      <a:cubicBezTo>
                        <a:pt x="5306" y="5950"/>
                        <a:pt x="5427" y="6191"/>
                        <a:pt x="5519" y="6396"/>
                      </a:cubicBezTo>
                      <a:cubicBezTo>
                        <a:pt x="5809" y="7011"/>
                        <a:pt x="6226" y="7542"/>
                        <a:pt x="6608" y="8101"/>
                      </a:cubicBezTo>
                      <a:cubicBezTo>
                        <a:pt x="6898" y="8518"/>
                        <a:pt x="7224" y="8957"/>
                        <a:pt x="7492" y="9431"/>
                      </a:cubicBezTo>
                      <a:cubicBezTo>
                        <a:pt x="7549" y="9551"/>
                        <a:pt x="7606" y="9636"/>
                        <a:pt x="7669" y="9756"/>
                      </a:cubicBezTo>
                      <a:cubicBezTo>
                        <a:pt x="7846" y="10110"/>
                        <a:pt x="8051" y="10725"/>
                        <a:pt x="8023" y="11228"/>
                      </a:cubicBezTo>
                      <a:cubicBezTo>
                        <a:pt x="8023" y="11815"/>
                        <a:pt x="7549" y="12381"/>
                        <a:pt x="7139" y="12791"/>
                      </a:cubicBezTo>
                      <a:cubicBezTo>
                        <a:pt x="6898" y="13053"/>
                        <a:pt x="6608" y="13322"/>
                        <a:pt x="6254" y="13378"/>
                      </a:cubicBezTo>
                      <a:cubicBezTo>
                        <a:pt x="6106" y="13407"/>
                        <a:pt x="5986" y="13499"/>
                        <a:pt x="5901" y="13527"/>
                      </a:cubicBezTo>
                      <a:cubicBezTo>
                        <a:pt x="5809" y="13583"/>
                        <a:pt x="5724" y="13619"/>
                        <a:pt x="5660" y="13619"/>
                      </a:cubicBezTo>
                      <a:cubicBezTo>
                        <a:pt x="5575" y="13619"/>
                        <a:pt x="5519" y="13583"/>
                        <a:pt x="5427" y="13527"/>
                      </a:cubicBezTo>
                      <a:cubicBezTo>
                        <a:pt x="5101" y="13322"/>
                        <a:pt x="4691" y="12586"/>
                        <a:pt x="4542" y="12232"/>
                      </a:cubicBezTo>
                      <a:cubicBezTo>
                        <a:pt x="4160" y="11320"/>
                        <a:pt x="3892" y="10372"/>
                        <a:pt x="3658" y="9459"/>
                      </a:cubicBezTo>
                      <a:cubicBezTo>
                        <a:pt x="3481" y="8844"/>
                        <a:pt x="3361" y="8193"/>
                        <a:pt x="3220" y="7542"/>
                      </a:cubicBezTo>
                      <a:cubicBezTo>
                        <a:pt x="2951" y="6396"/>
                        <a:pt x="2717" y="5243"/>
                        <a:pt x="2335" y="4125"/>
                      </a:cubicBezTo>
                      <a:cubicBezTo>
                        <a:pt x="2272" y="4005"/>
                        <a:pt x="2243" y="3856"/>
                        <a:pt x="2123" y="3743"/>
                      </a:cubicBezTo>
                      <a:cubicBezTo>
                        <a:pt x="1918" y="3502"/>
                        <a:pt x="1628" y="3361"/>
                        <a:pt x="1359" y="3212"/>
                      </a:cubicBezTo>
                      <a:cubicBezTo>
                        <a:pt x="1239" y="3149"/>
                        <a:pt x="1126" y="3092"/>
                        <a:pt x="1005" y="3036"/>
                      </a:cubicBezTo>
                      <a:cubicBezTo>
                        <a:pt x="623" y="2795"/>
                        <a:pt x="326" y="2208"/>
                        <a:pt x="213" y="1946"/>
                      </a:cubicBezTo>
                      <a:cubicBezTo>
                        <a:pt x="149" y="1826"/>
                        <a:pt x="93" y="1706"/>
                        <a:pt x="93" y="1592"/>
                      </a:cubicBezTo>
                      <a:cubicBezTo>
                        <a:pt x="64" y="1444"/>
                        <a:pt x="93" y="1295"/>
                        <a:pt x="178" y="1175"/>
                      </a:cubicBezTo>
                      <a:cubicBezTo>
                        <a:pt x="241" y="1090"/>
                        <a:pt x="241" y="1026"/>
                        <a:pt x="241" y="970"/>
                      </a:cubicBezTo>
                      <a:cubicBezTo>
                        <a:pt x="270" y="913"/>
                        <a:pt x="270" y="850"/>
                        <a:pt x="298" y="793"/>
                      </a:cubicBezTo>
                      <a:cubicBezTo>
                        <a:pt x="326" y="736"/>
                        <a:pt x="354" y="708"/>
                        <a:pt x="390" y="708"/>
                      </a:cubicBezTo>
                      <a:cubicBezTo>
                        <a:pt x="404" y="722"/>
                        <a:pt x="411" y="729"/>
                        <a:pt x="415" y="729"/>
                      </a:cubicBezTo>
                      <a:cubicBezTo>
                        <a:pt x="418" y="729"/>
                        <a:pt x="418" y="722"/>
                        <a:pt x="418" y="708"/>
                      </a:cubicBezTo>
                      <a:cubicBezTo>
                        <a:pt x="446" y="708"/>
                        <a:pt x="446" y="708"/>
                        <a:pt x="446" y="673"/>
                      </a:cubicBezTo>
                      <a:cubicBezTo>
                        <a:pt x="418" y="531"/>
                        <a:pt x="418" y="383"/>
                        <a:pt x="446" y="234"/>
                      </a:cubicBezTo>
                      <a:cubicBezTo>
                        <a:pt x="446" y="178"/>
                        <a:pt x="446" y="142"/>
                        <a:pt x="475" y="114"/>
                      </a:cubicBezTo>
                      <a:cubicBezTo>
                        <a:pt x="503" y="86"/>
                        <a:pt x="531" y="57"/>
                        <a:pt x="567" y="57"/>
                      </a:cubicBezTo>
                      <a:close/>
                      <a:moveTo>
                        <a:pt x="567" y="1"/>
                      </a:moveTo>
                      <a:cubicBezTo>
                        <a:pt x="531" y="1"/>
                        <a:pt x="475" y="29"/>
                        <a:pt x="446" y="57"/>
                      </a:cubicBezTo>
                      <a:cubicBezTo>
                        <a:pt x="418" y="114"/>
                        <a:pt x="390" y="178"/>
                        <a:pt x="390" y="234"/>
                      </a:cubicBezTo>
                      <a:cubicBezTo>
                        <a:pt x="354" y="383"/>
                        <a:pt x="354" y="496"/>
                        <a:pt x="390" y="644"/>
                      </a:cubicBezTo>
                      <a:cubicBezTo>
                        <a:pt x="326" y="644"/>
                        <a:pt x="270" y="708"/>
                        <a:pt x="241" y="765"/>
                      </a:cubicBezTo>
                      <a:cubicBezTo>
                        <a:pt x="213" y="821"/>
                        <a:pt x="213" y="885"/>
                        <a:pt x="178" y="942"/>
                      </a:cubicBezTo>
                      <a:cubicBezTo>
                        <a:pt x="178" y="1026"/>
                        <a:pt x="178" y="1090"/>
                        <a:pt x="121" y="1147"/>
                      </a:cubicBezTo>
                      <a:cubicBezTo>
                        <a:pt x="36" y="1267"/>
                        <a:pt x="1" y="1444"/>
                        <a:pt x="36" y="1592"/>
                      </a:cubicBezTo>
                      <a:cubicBezTo>
                        <a:pt x="36" y="1706"/>
                        <a:pt x="93" y="1854"/>
                        <a:pt x="149" y="1974"/>
                      </a:cubicBezTo>
                      <a:cubicBezTo>
                        <a:pt x="298" y="2264"/>
                        <a:pt x="595" y="2859"/>
                        <a:pt x="977" y="3064"/>
                      </a:cubicBezTo>
                      <a:cubicBezTo>
                        <a:pt x="1097" y="3149"/>
                        <a:pt x="1210" y="3212"/>
                        <a:pt x="1331" y="3269"/>
                      </a:cubicBezTo>
                      <a:cubicBezTo>
                        <a:pt x="1592" y="3418"/>
                        <a:pt x="1890" y="3566"/>
                        <a:pt x="2095" y="3771"/>
                      </a:cubicBezTo>
                      <a:cubicBezTo>
                        <a:pt x="2187" y="3892"/>
                        <a:pt x="2215" y="4005"/>
                        <a:pt x="2272" y="4125"/>
                      </a:cubicBezTo>
                      <a:cubicBezTo>
                        <a:pt x="2654" y="5243"/>
                        <a:pt x="2894" y="6424"/>
                        <a:pt x="3156" y="7542"/>
                      </a:cubicBezTo>
                      <a:cubicBezTo>
                        <a:pt x="3304" y="8193"/>
                        <a:pt x="3425" y="8844"/>
                        <a:pt x="3602" y="9487"/>
                      </a:cubicBezTo>
                      <a:cubicBezTo>
                        <a:pt x="3835" y="10400"/>
                        <a:pt x="4104" y="11348"/>
                        <a:pt x="4486" y="12261"/>
                      </a:cubicBezTo>
                      <a:cubicBezTo>
                        <a:pt x="4634" y="12586"/>
                        <a:pt x="5045" y="13350"/>
                        <a:pt x="5398" y="13583"/>
                      </a:cubicBezTo>
                      <a:cubicBezTo>
                        <a:pt x="5483" y="13647"/>
                        <a:pt x="5575" y="13675"/>
                        <a:pt x="5660" y="13675"/>
                      </a:cubicBezTo>
                      <a:cubicBezTo>
                        <a:pt x="5752" y="13675"/>
                        <a:pt x="5837" y="13647"/>
                        <a:pt x="5929" y="13583"/>
                      </a:cubicBezTo>
                      <a:cubicBezTo>
                        <a:pt x="6014" y="13527"/>
                        <a:pt x="6106" y="13470"/>
                        <a:pt x="6283" y="13442"/>
                      </a:cubicBezTo>
                      <a:cubicBezTo>
                        <a:pt x="6636" y="13378"/>
                        <a:pt x="6934" y="13117"/>
                        <a:pt x="7195" y="12819"/>
                      </a:cubicBezTo>
                      <a:cubicBezTo>
                        <a:pt x="7606" y="12409"/>
                        <a:pt x="8080" y="11850"/>
                        <a:pt x="8080" y="11228"/>
                      </a:cubicBezTo>
                      <a:cubicBezTo>
                        <a:pt x="8108" y="10697"/>
                        <a:pt x="7903" y="10082"/>
                        <a:pt x="7698" y="9728"/>
                      </a:cubicBezTo>
                      <a:cubicBezTo>
                        <a:pt x="7669" y="9608"/>
                        <a:pt x="7606" y="9516"/>
                        <a:pt x="7549" y="9402"/>
                      </a:cubicBezTo>
                      <a:cubicBezTo>
                        <a:pt x="7287" y="8928"/>
                        <a:pt x="6962" y="8490"/>
                        <a:pt x="6636" y="8044"/>
                      </a:cubicBezTo>
                      <a:cubicBezTo>
                        <a:pt x="6254" y="7514"/>
                        <a:pt x="5872" y="6983"/>
                        <a:pt x="5575" y="6396"/>
                      </a:cubicBezTo>
                      <a:cubicBezTo>
                        <a:pt x="5455" y="6155"/>
                        <a:pt x="5342" y="5922"/>
                        <a:pt x="5222" y="5625"/>
                      </a:cubicBezTo>
                      <a:cubicBezTo>
                        <a:pt x="5073" y="5335"/>
                        <a:pt x="4924" y="5009"/>
                        <a:pt x="4776" y="4684"/>
                      </a:cubicBezTo>
                      <a:cubicBezTo>
                        <a:pt x="4599" y="4302"/>
                        <a:pt x="4422" y="3892"/>
                        <a:pt x="4217" y="3474"/>
                      </a:cubicBezTo>
                      <a:cubicBezTo>
                        <a:pt x="4132" y="3297"/>
                        <a:pt x="4068" y="3120"/>
                        <a:pt x="3984" y="2944"/>
                      </a:cubicBezTo>
                      <a:cubicBezTo>
                        <a:pt x="3927" y="2887"/>
                        <a:pt x="3892" y="2795"/>
                        <a:pt x="3863" y="2710"/>
                      </a:cubicBezTo>
                      <a:cubicBezTo>
                        <a:pt x="3835" y="2654"/>
                        <a:pt x="3835" y="2562"/>
                        <a:pt x="3807" y="2505"/>
                      </a:cubicBezTo>
                      <a:cubicBezTo>
                        <a:pt x="3686" y="2208"/>
                        <a:pt x="3453" y="1946"/>
                        <a:pt x="3184" y="1734"/>
                      </a:cubicBezTo>
                      <a:cubicBezTo>
                        <a:pt x="3099" y="1649"/>
                        <a:pt x="3007" y="1592"/>
                        <a:pt x="2894" y="1529"/>
                      </a:cubicBezTo>
                      <a:cubicBezTo>
                        <a:pt x="2830" y="1472"/>
                        <a:pt x="2746" y="1416"/>
                        <a:pt x="2654" y="1352"/>
                      </a:cubicBezTo>
                      <a:cubicBezTo>
                        <a:pt x="2540" y="1267"/>
                        <a:pt x="2448" y="1203"/>
                        <a:pt x="2335" y="1118"/>
                      </a:cubicBezTo>
                      <a:cubicBezTo>
                        <a:pt x="2215" y="1062"/>
                        <a:pt x="2095" y="970"/>
                        <a:pt x="1982" y="885"/>
                      </a:cubicBezTo>
                      <a:lnTo>
                        <a:pt x="1239" y="319"/>
                      </a:lnTo>
                      <a:cubicBezTo>
                        <a:pt x="1182" y="262"/>
                        <a:pt x="1154" y="234"/>
                        <a:pt x="1062" y="234"/>
                      </a:cubicBezTo>
                      <a:lnTo>
                        <a:pt x="1034" y="234"/>
                      </a:lnTo>
                      <a:cubicBezTo>
                        <a:pt x="977" y="262"/>
                        <a:pt x="949" y="319"/>
                        <a:pt x="920" y="411"/>
                      </a:cubicBezTo>
                      <a:cubicBezTo>
                        <a:pt x="885" y="588"/>
                        <a:pt x="977" y="793"/>
                        <a:pt x="1182" y="998"/>
                      </a:cubicBezTo>
                      <a:cubicBezTo>
                        <a:pt x="1239" y="1062"/>
                        <a:pt x="1302" y="1090"/>
                        <a:pt x="1359" y="1147"/>
                      </a:cubicBezTo>
                      <a:cubicBezTo>
                        <a:pt x="1508" y="1267"/>
                        <a:pt x="1684" y="1416"/>
                        <a:pt x="1769" y="1592"/>
                      </a:cubicBezTo>
                      <a:cubicBezTo>
                        <a:pt x="1861" y="1677"/>
                        <a:pt x="1861" y="1769"/>
                        <a:pt x="1861" y="1826"/>
                      </a:cubicBezTo>
                      <a:cubicBezTo>
                        <a:pt x="1833" y="1854"/>
                        <a:pt x="1769" y="1854"/>
                        <a:pt x="1741" y="1854"/>
                      </a:cubicBezTo>
                      <a:cubicBezTo>
                        <a:pt x="1592" y="1854"/>
                        <a:pt x="1359" y="1769"/>
                        <a:pt x="1274" y="1649"/>
                      </a:cubicBezTo>
                      <a:cubicBezTo>
                        <a:pt x="1154" y="1529"/>
                        <a:pt x="1097" y="1380"/>
                        <a:pt x="1034" y="1239"/>
                      </a:cubicBezTo>
                      <a:cubicBezTo>
                        <a:pt x="949" y="1062"/>
                        <a:pt x="920" y="885"/>
                        <a:pt x="885" y="736"/>
                      </a:cubicBezTo>
                      <a:cubicBezTo>
                        <a:pt x="857" y="644"/>
                        <a:pt x="828" y="560"/>
                        <a:pt x="828" y="468"/>
                      </a:cubicBezTo>
                      <a:cubicBezTo>
                        <a:pt x="800" y="439"/>
                        <a:pt x="800" y="439"/>
                        <a:pt x="800" y="411"/>
                      </a:cubicBezTo>
                      <a:cubicBezTo>
                        <a:pt x="772" y="262"/>
                        <a:pt x="708" y="1"/>
                        <a:pt x="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7"/>
                <p:cNvSpPr/>
                <p:nvPr/>
              </p:nvSpPr>
              <p:spPr>
                <a:xfrm>
                  <a:off x="2984086" y="4043030"/>
                  <a:ext cx="21824" cy="48858"/>
                </a:xfrm>
                <a:custGeom>
                  <a:avLst/>
                  <a:gdLst/>
                  <a:ahLst/>
                  <a:cxnLst/>
                  <a:rect l="l" t="t" r="r" b="b"/>
                  <a:pathLst>
                    <a:path w="645" h="1444" extrusionOk="0">
                      <a:moveTo>
                        <a:pt x="29" y="0"/>
                      </a:moveTo>
                      <a:cubicBezTo>
                        <a:pt x="1" y="0"/>
                        <a:pt x="1" y="28"/>
                        <a:pt x="1" y="57"/>
                      </a:cubicBezTo>
                      <a:lnTo>
                        <a:pt x="114" y="531"/>
                      </a:lnTo>
                      <a:cubicBezTo>
                        <a:pt x="234" y="884"/>
                        <a:pt x="354" y="1210"/>
                        <a:pt x="616" y="1415"/>
                      </a:cubicBezTo>
                      <a:lnTo>
                        <a:pt x="616" y="1443"/>
                      </a:lnTo>
                      <a:lnTo>
                        <a:pt x="645" y="1415"/>
                      </a:lnTo>
                      <a:lnTo>
                        <a:pt x="645" y="1387"/>
                      </a:lnTo>
                      <a:cubicBezTo>
                        <a:pt x="383" y="1182"/>
                        <a:pt x="291" y="856"/>
                        <a:pt x="178" y="502"/>
                      </a:cubicBezTo>
                      <a:lnTo>
                        <a:pt x="57" y="28"/>
                      </a:ln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7"/>
                <p:cNvSpPr/>
                <p:nvPr/>
              </p:nvSpPr>
              <p:spPr>
                <a:xfrm>
                  <a:off x="2975966" y="4060015"/>
                  <a:ext cx="22060" cy="44798"/>
                </a:xfrm>
                <a:custGeom>
                  <a:avLst/>
                  <a:gdLst/>
                  <a:ahLst/>
                  <a:cxnLst/>
                  <a:rect l="l" t="t" r="r" b="b"/>
                  <a:pathLst>
                    <a:path w="652" h="1324" extrusionOk="0">
                      <a:moveTo>
                        <a:pt x="29" y="0"/>
                      </a:moveTo>
                      <a:cubicBezTo>
                        <a:pt x="0" y="0"/>
                        <a:pt x="0" y="0"/>
                        <a:pt x="0" y="29"/>
                      </a:cubicBezTo>
                      <a:cubicBezTo>
                        <a:pt x="92" y="439"/>
                        <a:pt x="269" y="856"/>
                        <a:pt x="531" y="1210"/>
                      </a:cubicBezTo>
                      <a:cubicBezTo>
                        <a:pt x="559" y="1267"/>
                        <a:pt x="594" y="1295"/>
                        <a:pt x="623" y="1323"/>
                      </a:cubicBezTo>
                      <a:cubicBezTo>
                        <a:pt x="651" y="1323"/>
                        <a:pt x="651" y="1323"/>
                        <a:pt x="651" y="1295"/>
                      </a:cubicBezTo>
                      <a:lnTo>
                        <a:pt x="651" y="1267"/>
                      </a:lnTo>
                      <a:cubicBezTo>
                        <a:pt x="623" y="1238"/>
                        <a:pt x="594" y="1210"/>
                        <a:pt x="594" y="1182"/>
                      </a:cubicBezTo>
                      <a:cubicBezTo>
                        <a:pt x="326" y="856"/>
                        <a:pt x="149" y="439"/>
                        <a:pt x="64" y="29"/>
                      </a:cubicBezTo>
                      <a:cubicBezTo>
                        <a:pt x="64"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7"/>
                <p:cNvSpPr/>
                <p:nvPr/>
              </p:nvSpPr>
              <p:spPr>
                <a:xfrm>
                  <a:off x="3098756" y="4110769"/>
                  <a:ext cx="1929" cy="13196"/>
                </a:xfrm>
                <a:custGeom>
                  <a:avLst/>
                  <a:gdLst/>
                  <a:ahLst/>
                  <a:cxnLst/>
                  <a:rect l="l" t="t" r="r" b="b"/>
                  <a:pathLst>
                    <a:path w="57" h="390" extrusionOk="0">
                      <a:moveTo>
                        <a:pt x="57" y="0"/>
                      </a:moveTo>
                      <a:lnTo>
                        <a:pt x="0" y="389"/>
                      </a:lnTo>
                      <a:cubicBezTo>
                        <a:pt x="29" y="269"/>
                        <a:pt x="57" y="149"/>
                        <a:pt x="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7"/>
                <p:cNvSpPr/>
                <p:nvPr/>
              </p:nvSpPr>
              <p:spPr>
                <a:xfrm>
                  <a:off x="3097809" y="4109788"/>
                  <a:ext cx="3857" cy="15124"/>
                </a:xfrm>
                <a:custGeom>
                  <a:avLst/>
                  <a:gdLst/>
                  <a:ahLst/>
                  <a:cxnLst/>
                  <a:rect l="l" t="t" r="r" b="b"/>
                  <a:pathLst>
                    <a:path w="114" h="447" extrusionOk="0">
                      <a:moveTo>
                        <a:pt x="85" y="1"/>
                      </a:moveTo>
                      <a:cubicBezTo>
                        <a:pt x="57" y="1"/>
                        <a:pt x="57" y="29"/>
                        <a:pt x="57" y="29"/>
                      </a:cubicBezTo>
                      <a:cubicBezTo>
                        <a:pt x="57" y="149"/>
                        <a:pt x="28" y="298"/>
                        <a:pt x="0" y="418"/>
                      </a:cubicBezTo>
                      <a:cubicBezTo>
                        <a:pt x="0" y="418"/>
                        <a:pt x="0" y="447"/>
                        <a:pt x="28" y="447"/>
                      </a:cubicBezTo>
                      <a:cubicBezTo>
                        <a:pt x="28" y="447"/>
                        <a:pt x="57" y="447"/>
                        <a:pt x="57" y="418"/>
                      </a:cubicBezTo>
                      <a:cubicBezTo>
                        <a:pt x="85" y="298"/>
                        <a:pt x="113" y="178"/>
                        <a:pt x="113" y="29"/>
                      </a:cubicBezTo>
                      <a:lnTo>
                        <a:pt x="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7"/>
                <p:cNvSpPr/>
                <p:nvPr/>
              </p:nvSpPr>
              <p:spPr>
                <a:xfrm>
                  <a:off x="3508542" y="4013085"/>
                  <a:ext cx="133851" cy="156318"/>
                </a:xfrm>
                <a:custGeom>
                  <a:avLst/>
                  <a:gdLst/>
                  <a:ahLst/>
                  <a:cxnLst/>
                  <a:rect l="l" t="t" r="r" b="b"/>
                  <a:pathLst>
                    <a:path w="3956" h="4620" extrusionOk="0">
                      <a:moveTo>
                        <a:pt x="298" y="1"/>
                      </a:moveTo>
                      <a:lnTo>
                        <a:pt x="298" y="1"/>
                      </a:lnTo>
                      <a:cubicBezTo>
                        <a:pt x="326" y="1005"/>
                        <a:pt x="270" y="1946"/>
                        <a:pt x="206" y="2802"/>
                      </a:cubicBezTo>
                      <a:cubicBezTo>
                        <a:pt x="178" y="3213"/>
                        <a:pt x="149" y="3510"/>
                        <a:pt x="1" y="3863"/>
                      </a:cubicBezTo>
                      <a:cubicBezTo>
                        <a:pt x="680" y="4161"/>
                        <a:pt x="1154" y="4514"/>
                        <a:pt x="1861" y="4571"/>
                      </a:cubicBezTo>
                      <a:cubicBezTo>
                        <a:pt x="2087" y="4601"/>
                        <a:pt x="2339" y="4620"/>
                        <a:pt x="2597" y="4620"/>
                      </a:cubicBezTo>
                      <a:cubicBezTo>
                        <a:pt x="3074" y="4620"/>
                        <a:pt x="3570" y="4554"/>
                        <a:pt x="3955" y="4366"/>
                      </a:cubicBezTo>
                      <a:cubicBezTo>
                        <a:pt x="3481" y="3099"/>
                        <a:pt x="3602" y="1798"/>
                        <a:pt x="3566" y="531"/>
                      </a:cubicBezTo>
                      <a:cubicBezTo>
                        <a:pt x="3566" y="355"/>
                        <a:pt x="3566" y="178"/>
                        <a:pt x="3538" y="29"/>
                      </a:cubicBezTo>
                      <a:lnTo>
                        <a:pt x="298" y="1"/>
                      </a:lnTo>
                      <a:close/>
                    </a:path>
                  </a:pathLst>
                </a:custGeom>
                <a:solidFill>
                  <a:srgbClr val="FF4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7"/>
                <p:cNvSpPr/>
                <p:nvPr/>
              </p:nvSpPr>
              <p:spPr>
                <a:xfrm>
                  <a:off x="3314189" y="4099874"/>
                  <a:ext cx="514664" cy="610519"/>
                </a:xfrm>
                <a:custGeom>
                  <a:avLst/>
                  <a:gdLst/>
                  <a:ahLst/>
                  <a:cxnLst/>
                  <a:rect l="l" t="t" r="r" b="b"/>
                  <a:pathLst>
                    <a:path w="15211" h="18044" extrusionOk="0">
                      <a:moveTo>
                        <a:pt x="7102" y="0"/>
                      </a:moveTo>
                      <a:cubicBezTo>
                        <a:pt x="6984" y="0"/>
                        <a:pt x="6867" y="1"/>
                        <a:pt x="6749" y="4"/>
                      </a:cubicBezTo>
                      <a:cubicBezTo>
                        <a:pt x="5306" y="32"/>
                        <a:pt x="2059" y="824"/>
                        <a:pt x="1146" y="1978"/>
                      </a:cubicBezTo>
                      <a:cubicBezTo>
                        <a:pt x="0" y="3506"/>
                        <a:pt x="616" y="5748"/>
                        <a:pt x="1825" y="7043"/>
                      </a:cubicBezTo>
                      <a:cubicBezTo>
                        <a:pt x="1592" y="8281"/>
                        <a:pt x="1387" y="9491"/>
                        <a:pt x="1267" y="10729"/>
                      </a:cubicBezTo>
                      <a:cubicBezTo>
                        <a:pt x="1146" y="11818"/>
                        <a:pt x="1295" y="12971"/>
                        <a:pt x="913" y="14004"/>
                      </a:cubicBezTo>
                      <a:cubicBezTo>
                        <a:pt x="821" y="14181"/>
                        <a:pt x="736" y="14358"/>
                        <a:pt x="708" y="14563"/>
                      </a:cubicBezTo>
                      <a:cubicBezTo>
                        <a:pt x="679" y="14768"/>
                        <a:pt x="679" y="14945"/>
                        <a:pt x="708" y="15150"/>
                      </a:cubicBezTo>
                      <a:cubicBezTo>
                        <a:pt x="856" y="16155"/>
                        <a:pt x="1323" y="17187"/>
                        <a:pt x="2208" y="17654"/>
                      </a:cubicBezTo>
                      <a:cubicBezTo>
                        <a:pt x="2858" y="18043"/>
                        <a:pt x="3622" y="18043"/>
                        <a:pt x="4358" y="18043"/>
                      </a:cubicBezTo>
                      <a:cubicBezTo>
                        <a:pt x="7280" y="18008"/>
                        <a:pt x="10194" y="17718"/>
                        <a:pt x="13088" y="17393"/>
                      </a:cubicBezTo>
                      <a:cubicBezTo>
                        <a:pt x="13265" y="17393"/>
                        <a:pt x="13442" y="17364"/>
                        <a:pt x="13590" y="17336"/>
                      </a:cubicBezTo>
                      <a:cubicBezTo>
                        <a:pt x="13767" y="17301"/>
                        <a:pt x="13944" y="17272"/>
                        <a:pt x="14085" y="17187"/>
                      </a:cubicBezTo>
                      <a:cubicBezTo>
                        <a:pt x="14616" y="16982"/>
                        <a:pt x="15033" y="16452"/>
                        <a:pt x="15090" y="15886"/>
                      </a:cubicBezTo>
                      <a:cubicBezTo>
                        <a:pt x="15210" y="15037"/>
                        <a:pt x="14736" y="14266"/>
                        <a:pt x="14588" y="13445"/>
                      </a:cubicBezTo>
                      <a:cubicBezTo>
                        <a:pt x="14503" y="13056"/>
                        <a:pt x="14503" y="12646"/>
                        <a:pt x="14326" y="12292"/>
                      </a:cubicBezTo>
                      <a:cubicBezTo>
                        <a:pt x="14234" y="12115"/>
                        <a:pt x="14121" y="11967"/>
                        <a:pt x="14029" y="11818"/>
                      </a:cubicBezTo>
                      <a:cubicBezTo>
                        <a:pt x="13732" y="11231"/>
                        <a:pt x="13972" y="10700"/>
                        <a:pt x="13944" y="10113"/>
                      </a:cubicBezTo>
                      <a:cubicBezTo>
                        <a:pt x="13944" y="9554"/>
                        <a:pt x="13880" y="8988"/>
                        <a:pt x="13880" y="8401"/>
                      </a:cubicBezTo>
                      <a:cubicBezTo>
                        <a:pt x="13880" y="8047"/>
                        <a:pt x="13880" y="7665"/>
                        <a:pt x="13944" y="7283"/>
                      </a:cubicBezTo>
                      <a:cubicBezTo>
                        <a:pt x="14000" y="6901"/>
                        <a:pt x="14149" y="6512"/>
                        <a:pt x="14206" y="6130"/>
                      </a:cubicBezTo>
                      <a:cubicBezTo>
                        <a:pt x="14588" y="4213"/>
                        <a:pt x="13526" y="1829"/>
                        <a:pt x="11730" y="945"/>
                      </a:cubicBezTo>
                      <a:cubicBezTo>
                        <a:pt x="10333" y="233"/>
                        <a:pt x="8702" y="0"/>
                        <a:pt x="71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7"/>
                <p:cNvSpPr/>
                <p:nvPr/>
              </p:nvSpPr>
              <p:spPr>
                <a:xfrm>
                  <a:off x="3063804" y="4101904"/>
                  <a:ext cx="450750" cy="394009"/>
                </a:xfrm>
                <a:custGeom>
                  <a:avLst/>
                  <a:gdLst/>
                  <a:ahLst/>
                  <a:cxnLst/>
                  <a:rect l="l" t="t" r="r" b="b"/>
                  <a:pathLst>
                    <a:path w="13322" h="11645" extrusionOk="0">
                      <a:moveTo>
                        <a:pt x="13322" y="0"/>
                      </a:moveTo>
                      <a:lnTo>
                        <a:pt x="13322" y="0"/>
                      </a:lnTo>
                      <a:cubicBezTo>
                        <a:pt x="13088" y="29"/>
                        <a:pt x="12855" y="57"/>
                        <a:pt x="12614" y="85"/>
                      </a:cubicBezTo>
                      <a:cubicBezTo>
                        <a:pt x="11114" y="326"/>
                        <a:pt x="9699" y="941"/>
                        <a:pt x="8490" y="1889"/>
                      </a:cubicBezTo>
                      <a:cubicBezTo>
                        <a:pt x="7690" y="2505"/>
                        <a:pt x="6983" y="3240"/>
                        <a:pt x="6339" y="4012"/>
                      </a:cubicBezTo>
                      <a:cubicBezTo>
                        <a:pt x="5717" y="4747"/>
                        <a:pt x="5158" y="5745"/>
                        <a:pt x="4422" y="6339"/>
                      </a:cubicBezTo>
                      <a:cubicBezTo>
                        <a:pt x="4040" y="5780"/>
                        <a:pt x="3715" y="5186"/>
                        <a:pt x="3417" y="4599"/>
                      </a:cubicBezTo>
                      <a:cubicBezTo>
                        <a:pt x="3361" y="4450"/>
                        <a:pt x="3269" y="4273"/>
                        <a:pt x="3156" y="4153"/>
                      </a:cubicBezTo>
                      <a:cubicBezTo>
                        <a:pt x="3092" y="4040"/>
                        <a:pt x="2979" y="3976"/>
                        <a:pt x="2915" y="3863"/>
                      </a:cubicBezTo>
                      <a:cubicBezTo>
                        <a:pt x="2802" y="3714"/>
                        <a:pt x="2802" y="3509"/>
                        <a:pt x="2710" y="3332"/>
                      </a:cubicBezTo>
                      <a:cubicBezTo>
                        <a:pt x="2653" y="3156"/>
                        <a:pt x="2533" y="2979"/>
                        <a:pt x="2328" y="2979"/>
                      </a:cubicBezTo>
                      <a:cubicBezTo>
                        <a:pt x="1741" y="3538"/>
                        <a:pt x="765" y="3594"/>
                        <a:pt x="121" y="4096"/>
                      </a:cubicBezTo>
                      <a:cubicBezTo>
                        <a:pt x="57" y="4125"/>
                        <a:pt x="29" y="4153"/>
                        <a:pt x="29" y="4217"/>
                      </a:cubicBezTo>
                      <a:cubicBezTo>
                        <a:pt x="1" y="4245"/>
                        <a:pt x="1" y="4273"/>
                        <a:pt x="29" y="4330"/>
                      </a:cubicBezTo>
                      <a:cubicBezTo>
                        <a:pt x="149" y="4981"/>
                        <a:pt x="234" y="5660"/>
                        <a:pt x="354" y="6339"/>
                      </a:cubicBezTo>
                      <a:cubicBezTo>
                        <a:pt x="503" y="6983"/>
                        <a:pt x="531" y="7690"/>
                        <a:pt x="736" y="8313"/>
                      </a:cubicBezTo>
                      <a:cubicBezTo>
                        <a:pt x="941" y="9225"/>
                        <a:pt x="1267" y="10138"/>
                        <a:pt x="1918" y="10789"/>
                      </a:cubicBezTo>
                      <a:cubicBezTo>
                        <a:pt x="2179" y="11051"/>
                        <a:pt x="2682" y="11291"/>
                        <a:pt x="3035" y="11440"/>
                      </a:cubicBezTo>
                      <a:cubicBezTo>
                        <a:pt x="3509" y="11617"/>
                        <a:pt x="4040" y="11645"/>
                        <a:pt x="4542" y="11645"/>
                      </a:cubicBezTo>
                      <a:cubicBezTo>
                        <a:pt x="5603" y="11617"/>
                        <a:pt x="6629" y="11263"/>
                        <a:pt x="7429" y="10584"/>
                      </a:cubicBezTo>
                      <a:cubicBezTo>
                        <a:pt x="7754" y="10315"/>
                        <a:pt x="8044" y="9989"/>
                        <a:pt x="8341" y="9699"/>
                      </a:cubicBezTo>
                      <a:cubicBezTo>
                        <a:pt x="8872" y="9105"/>
                        <a:pt x="9402" y="8610"/>
                        <a:pt x="9756" y="7902"/>
                      </a:cubicBezTo>
                      <a:cubicBezTo>
                        <a:pt x="9990" y="7457"/>
                        <a:pt x="10258" y="6983"/>
                        <a:pt x="10520" y="6544"/>
                      </a:cubicBezTo>
                      <a:cubicBezTo>
                        <a:pt x="10665" y="6254"/>
                        <a:pt x="11513" y="4390"/>
                        <a:pt x="11967" y="4390"/>
                      </a:cubicBezTo>
                      <a:cubicBezTo>
                        <a:pt x="11978" y="4390"/>
                        <a:pt x="11988" y="4391"/>
                        <a:pt x="11999" y="4394"/>
                      </a:cubicBezTo>
                      <a:cubicBezTo>
                        <a:pt x="12204" y="4422"/>
                        <a:pt x="12409" y="4450"/>
                        <a:pt x="12642" y="4478"/>
                      </a:cubicBezTo>
                      <a:cubicBezTo>
                        <a:pt x="12642" y="3920"/>
                        <a:pt x="12678" y="3361"/>
                        <a:pt x="12706" y="2802"/>
                      </a:cubicBezTo>
                      <a:cubicBezTo>
                        <a:pt x="12734" y="2505"/>
                        <a:pt x="12734" y="2208"/>
                        <a:pt x="12734" y="1918"/>
                      </a:cubicBezTo>
                      <a:cubicBezTo>
                        <a:pt x="12734" y="1712"/>
                        <a:pt x="12642" y="1415"/>
                        <a:pt x="12678" y="1210"/>
                      </a:cubicBezTo>
                      <a:cubicBezTo>
                        <a:pt x="12791" y="764"/>
                        <a:pt x="13031" y="354"/>
                        <a:pt x="133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7"/>
                <p:cNvSpPr/>
                <p:nvPr/>
              </p:nvSpPr>
              <p:spPr>
                <a:xfrm>
                  <a:off x="3615294" y="4107893"/>
                  <a:ext cx="352155" cy="391031"/>
                </a:xfrm>
                <a:custGeom>
                  <a:avLst/>
                  <a:gdLst/>
                  <a:ahLst/>
                  <a:cxnLst/>
                  <a:rect l="l" t="t" r="r" b="b"/>
                  <a:pathLst>
                    <a:path w="10408" h="11557" extrusionOk="0">
                      <a:moveTo>
                        <a:pt x="1" y="0"/>
                      </a:moveTo>
                      <a:lnTo>
                        <a:pt x="1" y="4301"/>
                      </a:lnTo>
                      <a:cubicBezTo>
                        <a:pt x="206" y="4273"/>
                        <a:pt x="447" y="4245"/>
                        <a:pt x="652" y="4217"/>
                      </a:cubicBezTo>
                      <a:cubicBezTo>
                        <a:pt x="652" y="4216"/>
                        <a:pt x="652" y="4216"/>
                        <a:pt x="653" y="4216"/>
                      </a:cubicBezTo>
                      <a:cubicBezTo>
                        <a:pt x="781" y="4216"/>
                        <a:pt x="3242" y="8463"/>
                        <a:pt x="3538" y="8872"/>
                      </a:cubicBezTo>
                      <a:cubicBezTo>
                        <a:pt x="4422" y="10025"/>
                        <a:pt x="5483" y="11227"/>
                        <a:pt x="7019" y="11496"/>
                      </a:cubicBezTo>
                      <a:cubicBezTo>
                        <a:pt x="7216" y="11535"/>
                        <a:pt x="7428" y="11556"/>
                        <a:pt x="7646" y="11556"/>
                      </a:cubicBezTo>
                      <a:cubicBezTo>
                        <a:pt x="8572" y="11556"/>
                        <a:pt x="9590" y="11180"/>
                        <a:pt x="9877" y="10230"/>
                      </a:cubicBezTo>
                      <a:cubicBezTo>
                        <a:pt x="10407" y="8341"/>
                        <a:pt x="8370" y="5957"/>
                        <a:pt x="7280" y="4627"/>
                      </a:cubicBezTo>
                      <a:cubicBezTo>
                        <a:pt x="5894" y="2915"/>
                        <a:pt x="3715" y="439"/>
                        <a:pt x="1387" y="177"/>
                      </a:cubicBezTo>
                      <a:cubicBezTo>
                        <a:pt x="708" y="85"/>
                        <a:pt x="680" y="85"/>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7"/>
                <p:cNvSpPr/>
                <p:nvPr/>
              </p:nvSpPr>
              <p:spPr>
                <a:xfrm>
                  <a:off x="3438908" y="3866644"/>
                  <a:ext cx="165419" cy="192860"/>
                </a:xfrm>
                <a:custGeom>
                  <a:avLst/>
                  <a:gdLst/>
                  <a:ahLst/>
                  <a:cxnLst/>
                  <a:rect l="l" t="t" r="r" b="b"/>
                  <a:pathLst>
                    <a:path w="4889" h="5700" extrusionOk="0">
                      <a:moveTo>
                        <a:pt x="2467" y="1"/>
                      </a:moveTo>
                      <a:cubicBezTo>
                        <a:pt x="2339" y="1"/>
                        <a:pt x="2212" y="17"/>
                        <a:pt x="2087" y="56"/>
                      </a:cubicBezTo>
                      <a:cubicBezTo>
                        <a:pt x="1910" y="84"/>
                        <a:pt x="1733" y="176"/>
                        <a:pt x="1556" y="289"/>
                      </a:cubicBezTo>
                      <a:cubicBezTo>
                        <a:pt x="1443" y="353"/>
                        <a:pt x="1295" y="410"/>
                        <a:pt x="1174" y="530"/>
                      </a:cubicBezTo>
                      <a:cubicBezTo>
                        <a:pt x="884" y="792"/>
                        <a:pt x="672" y="1237"/>
                        <a:pt x="616" y="1619"/>
                      </a:cubicBezTo>
                      <a:cubicBezTo>
                        <a:pt x="531" y="1909"/>
                        <a:pt x="467" y="2235"/>
                        <a:pt x="439" y="2560"/>
                      </a:cubicBezTo>
                      <a:cubicBezTo>
                        <a:pt x="354" y="2794"/>
                        <a:pt x="234" y="3034"/>
                        <a:pt x="57" y="3239"/>
                      </a:cubicBezTo>
                      <a:cubicBezTo>
                        <a:pt x="0" y="3324"/>
                        <a:pt x="0" y="3445"/>
                        <a:pt x="85" y="3473"/>
                      </a:cubicBezTo>
                      <a:cubicBezTo>
                        <a:pt x="177" y="3501"/>
                        <a:pt x="262" y="3536"/>
                        <a:pt x="382" y="3536"/>
                      </a:cubicBezTo>
                      <a:cubicBezTo>
                        <a:pt x="354" y="3742"/>
                        <a:pt x="354" y="3947"/>
                        <a:pt x="382" y="4152"/>
                      </a:cubicBezTo>
                      <a:cubicBezTo>
                        <a:pt x="382" y="4626"/>
                        <a:pt x="467" y="5185"/>
                        <a:pt x="884" y="5482"/>
                      </a:cubicBezTo>
                      <a:cubicBezTo>
                        <a:pt x="1104" y="5635"/>
                        <a:pt x="1402" y="5699"/>
                        <a:pt x="1727" y="5699"/>
                      </a:cubicBezTo>
                      <a:cubicBezTo>
                        <a:pt x="2452" y="5699"/>
                        <a:pt x="3313" y="5383"/>
                        <a:pt x="3742" y="5036"/>
                      </a:cubicBezTo>
                      <a:cubicBezTo>
                        <a:pt x="4273" y="4598"/>
                        <a:pt x="4627" y="3947"/>
                        <a:pt x="4775" y="3268"/>
                      </a:cubicBezTo>
                      <a:cubicBezTo>
                        <a:pt x="4888" y="2652"/>
                        <a:pt x="4860" y="1973"/>
                        <a:pt x="4598" y="1414"/>
                      </a:cubicBezTo>
                      <a:cubicBezTo>
                        <a:pt x="4301" y="820"/>
                        <a:pt x="3856" y="438"/>
                        <a:pt x="3268" y="176"/>
                      </a:cubicBezTo>
                      <a:cubicBezTo>
                        <a:pt x="3009" y="75"/>
                        <a:pt x="2737" y="1"/>
                        <a:pt x="2467"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7"/>
                <p:cNvSpPr/>
                <p:nvPr/>
              </p:nvSpPr>
              <p:spPr>
                <a:xfrm>
                  <a:off x="3437690" y="3865392"/>
                  <a:ext cx="167585" cy="194653"/>
                </a:xfrm>
                <a:custGeom>
                  <a:avLst/>
                  <a:gdLst/>
                  <a:ahLst/>
                  <a:cxnLst/>
                  <a:rect l="l" t="t" r="r" b="b"/>
                  <a:pathLst>
                    <a:path w="4953" h="5753" extrusionOk="0">
                      <a:moveTo>
                        <a:pt x="2512" y="65"/>
                      </a:moveTo>
                      <a:cubicBezTo>
                        <a:pt x="2746" y="65"/>
                        <a:pt x="3043" y="121"/>
                        <a:pt x="3304" y="241"/>
                      </a:cubicBezTo>
                      <a:cubicBezTo>
                        <a:pt x="3927" y="532"/>
                        <a:pt x="4337" y="921"/>
                        <a:pt x="4599" y="1451"/>
                      </a:cubicBezTo>
                      <a:cubicBezTo>
                        <a:pt x="4840" y="1982"/>
                        <a:pt x="4896" y="2626"/>
                        <a:pt x="4776" y="3276"/>
                      </a:cubicBezTo>
                      <a:cubicBezTo>
                        <a:pt x="4634" y="4012"/>
                        <a:pt x="4245" y="4635"/>
                        <a:pt x="3750" y="5073"/>
                      </a:cubicBezTo>
                      <a:cubicBezTo>
                        <a:pt x="3361" y="5370"/>
                        <a:pt x="2512" y="5696"/>
                        <a:pt x="1769" y="5696"/>
                      </a:cubicBezTo>
                      <a:cubicBezTo>
                        <a:pt x="1416" y="5696"/>
                        <a:pt x="1126" y="5632"/>
                        <a:pt x="949" y="5484"/>
                      </a:cubicBezTo>
                      <a:cubicBezTo>
                        <a:pt x="531" y="5194"/>
                        <a:pt x="446" y="4599"/>
                        <a:pt x="446" y="4189"/>
                      </a:cubicBezTo>
                      <a:cubicBezTo>
                        <a:pt x="446" y="3984"/>
                        <a:pt x="418" y="3779"/>
                        <a:pt x="446" y="3573"/>
                      </a:cubicBezTo>
                      <a:lnTo>
                        <a:pt x="418" y="3538"/>
                      </a:lnTo>
                      <a:cubicBezTo>
                        <a:pt x="326" y="3538"/>
                        <a:pt x="241" y="3510"/>
                        <a:pt x="149" y="3482"/>
                      </a:cubicBezTo>
                      <a:cubicBezTo>
                        <a:pt x="121" y="3453"/>
                        <a:pt x="93" y="3453"/>
                        <a:pt x="93" y="3397"/>
                      </a:cubicBezTo>
                      <a:cubicBezTo>
                        <a:pt x="64" y="3361"/>
                        <a:pt x="93" y="3333"/>
                        <a:pt x="121" y="3305"/>
                      </a:cubicBezTo>
                      <a:cubicBezTo>
                        <a:pt x="270" y="3128"/>
                        <a:pt x="390" y="2923"/>
                        <a:pt x="503" y="2597"/>
                      </a:cubicBezTo>
                      <a:cubicBezTo>
                        <a:pt x="531" y="2272"/>
                        <a:pt x="595" y="1982"/>
                        <a:pt x="680" y="1656"/>
                      </a:cubicBezTo>
                      <a:cubicBezTo>
                        <a:pt x="743" y="1303"/>
                        <a:pt x="949" y="857"/>
                        <a:pt x="1239" y="595"/>
                      </a:cubicBezTo>
                      <a:cubicBezTo>
                        <a:pt x="1331" y="475"/>
                        <a:pt x="1479" y="418"/>
                        <a:pt x="1628" y="326"/>
                      </a:cubicBezTo>
                      <a:cubicBezTo>
                        <a:pt x="1769" y="241"/>
                        <a:pt x="1946" y="149"/>
                        <a:pt x="2123" y="121"/>
                      </a:cubicBezTo>
                      <a:cubicBezTo>
                        <a:pt x="2243" y="65"/>
                        <a:pt x="2364" y="65"/>
                        <a:pt x="2512" y="65"/>
                      </a:cubicBezTo>
                      <a:close/>
                      <a:moveTo>
                        <a:pt x="2527" y="1"/>
                      </a:moveTo>
                      <a:cubicBezTo>
                        <a:pt x="2387" y="1"/>
                        <a:pt x="2251" y="21"/>
                        <a:pt x="2123" y="65"/>
                      </a:cubicBezTo>
                      <a:cubicBezTo>
                        <a:pt x="1918" y="93"/>
                        <a:pt x="1741" y="213"/>
                        <a:pt x="1592" y="298"/>
                      </a:cubicBezTo>
                      <a:cubicBezTo>
                        <a:pt x="1451" y="355"/>
                        <a:pt x="1302" y="447"/>
                        <a:pt x="1182" y="532"/>
                      </a:cubicBezTo>
                      <a:cubicBezTo>
                        <a:pt x="885" y="800"/>
                        <a:pt x="680" y="1303"/>
                        <a:pt x="623" y="1656"/>
                      </a:cubicBezTo>
                      <a:cubicBezTo>
                        <a:pt x="531" y="1946"/>
                        <a:pt x="475" y="2272"/>
                        <a:pt x="446" y="2569"/>
                      </a:cubicBezTo>
                      <a:cubicBezTo>
                        <a:pt x="326" y="2894"/>
                        <a:pt x="213" y="3100"/>
                        <a:pt x="64" y="3248"/>
                      </a:cubicBezTo>
                      <a:cubicBezTo>
                        <a:pt x="36" y="3305"/>
                        <a:pt x="1" y="3361"/>
                        <a:pt x="36" y="3425"/>
                      </a:cubicBezTo>
                      <a:cubicBezTo>
                        <a:pt x="36" y="3482"/>
                        <a:pt x="64" y="3510"/>
                        <a:pt x="121" y="3538"/>
                      </a:cubicBezTo>
                      <a:cubicBezTo>
                        <a:pt x="213" y="3573"/>
                        <a:pt x="298" y="3602"/>
                        <a:pt x="390" y="3602"/>
                      </a:cubicBezTo>
                      <a:cubicBezTo>
                        <a:pt x="354" y="3807"/>
                        <a:pt x="390" y="3984"/>
                        <a:pt x="390" y="4189"/>
                      </a:cubicBezTo>
                      <a:cubicBezTo>
                        <a:pt x="390" y="4599"/>
                        <a:pt x="475" y="5222"/>
                        <a:pt x="885" y="5519"/>
                      </a:cubicBezTo>
                      <a:cubicBezTo>
                        <a:pt x="1126" y="5696"/>
                        <a:pt x="1387" y="5752"/>
                        <a:pt x="1769" y="5752"/>
                      </a:cubicBezTo>
                      <a:cubicBezTo>
                        <a:pt x="2512" y="5752"/>
                        <a:pt x="3396" y="5427"/>
                        <a:pt x="3778" y="5102"/>
                      </a:cubicBezTo>
                      <a:cubicBezTo>
                        <a:pt x="4309" y="4691"/>
                        <a:pt x="4691" y="4040"/>
                        <a:pt x="4840" y="3305"/>
                      </a:cubicBezTo>
                      <a:cubicBezTo>
                        <a:pt x="4953" y="2626"/>
                        <a:pt x="4896" y="1982"/>
                        <a:pt x="4663" y="1451"/>
                      </a:cubicBezTo>
                      <a:cubicBezTo>
                        <a:pt x="4394" y="885"/>
                        <a:pt x="3955" y="475"/>
                        <a:pt x="3304" y="178"/>
                      </a:cubicBezTo>
                      <a:cubicBezTo>
                        <a:pt x="3042" y="65"/>
                        <a:pt x="2777" y="1"/>
                        <a:pt x="2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7"/>
                <p:cNvSpPr/>
                <p:nvPr/>
              </p:nvSpPr>
              <p:spPr>
                <a:xfrm>
                  <a:off x="3451833" y="3999212"/>
                  <a:ext cx="8865" cy="1624"/>
                </a:xfrm>
                <a:custGeom>
                  <a:avLst/>
                  <a:gdLst/>
                  <a:ahLst/>
                  <a:cxnLst/>
                  <a:rect l="l" t="t" r="r" b="b"/>
                  <a:pathLst>
                    <a:path w="262" h="48" extrusionOk="0">
                      <a:moveTo>
                        <a:pt x="0" y="1"/>
                      </a:moveTo>
                      <a:lnTo>
                        <a:pt x="0" y="1"/>
                      </a:lnTo>
                      <a:cubicBezTo>
                        <a:pt x="33" y="34"/>
                        <a:pt x="88" y="47"/>
                        <a:pt x="145" y="47"/>
                      </a:cubicBezTo>
                      <a:cubicBezTo>
                        <a:pt x="185" y="47"/>
                        <a:pt x="227" y="41"/>
                        <a:pt x="262" y="29"/>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7"/>
                <p:cNvSpPr/>
                <p:nvPr/>
              </p:nvSpPr>
              <p:spPr>
                <a:xfrm>
                  <a:off x="3449667" y="3998265"/>
                  <a:ext cx="13196" cy="3857"/>
                </a:xfrm>
                <a:custGeom>
                  <a:avLst/>
                  <a:gdLst/>
                  <a:ahLst/>
                  <a:cxnLst/>
                  <a:rect l="l" t="t" r="r" b="b"/>
                  <a:pathLst>
                    <a:path w="390" h="114" extrusionOk="0">
                      <a:moveTo>
                        <a:pt x="36" y="0"/>
                      </a:moveTo>
                      <a:cubicBezTo>
                        <a:pt x="0" y="29"/>
                        <a:pt x="36" y="29"/>
                        <a:pt x="36" y="57"/>
                      </a:cubicBezTo>
                      <a:cubicBezTo>
                        <a:pt x="92" y="85"/>
                        <a:pt x="177" y="113"/>
                        <a:pt x="269" y="113"/>
                      </a:cubicBezTo>
                      <a:cubicBezTo>
                        <a:pt x="298" y="113"/>
                        <a:pt x="326" y="113"/>
                        <a:pt x="354" y="85"/>
                      </a:cubicBezTo>
                      <a:cubicBezTo>
                        <a:pt x="354" y="85"/>
                        <a:pt x="389" y="85"/>
                        <a:pt x="354" y="57"/>
                      </a:cubicBezTo>
                      <a:cubicBezTo>
                        <a:pt x="354" y="57"/>
                        <a:pt x="354" y="44"/>
                        <a:pt x="346" y="44"/>
                      </a:cubicBezTo>
                      <a:cubicBezTo>
                        <a:pt x="342" y="44"/>
                        <a:pt x="335" y="47"/>
                        <a:pt x="326" y="57"/>
                      </a:cubicBezTo>
                      <a:cubicBezTo>
                        <a:pt x="241" y="57"/>
                        <a:pt x="149" y="57"/>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7"/>
                <p:cNvSpPr/>
                <p:nvPr/>
              </p:nvSpPr>
              <p:spPr>
                <a:xfrm>
                  <a:off x="3451833" y="3852196"/>
                  <a:ext cx="279105" cy="301842"/>
                </a:xfrm>
                <a:custGeom>
                  <a:avLst/>
                  <a:gdLst/>
                  <a:ahLst/>
                  <a:cxnLst/>
                  <a:rect l="l" t="t" r="r" b="b"/>
                  <a:pathLst>
                    <a:path w="8249" h="8921" extrusionOk="0">
                      <a:moveTo>
                        <a:pt x="3292" y="1"/>
                      </a:moveTo>
                      <a:cubicBezTo>
                        <a:pt x="2650" y="1"/>
                        <a:pt x="1995" y="68"/>
                        <a:pt x="1415" y="334"/>
                      </a:cubicBezTo>
                      <a:cubicBezTo>
                        <a:pt x="736" y="603"/>
                        <a:pt x="177" y="1190"/>
                        <a:pt x="0" y="1869"/>
                      </a:cubicBezTo>
                      <a:cubicBezTo>
                        <a:pt x="0" y="1926"/>
                        <a:pt x="28" y="1983"/>
                        <a:pt x="85" y="1983"/>
                      </a:cubicBezTo>
                      <a:cubicBezTo>
                        <a:pt x="205" y="2018"/>
                        <a:pt x="382" y="2103"/>
                        <a:pt x="410" y="2103"/>
                      </a:cubicBezTo>
                      <a:cubicBezTo>
                        <a:pt x="587" y="2280"/>
                        <a:pt x="502" y="2372"/>
                        <a:pt x="559" y="2549"/>
                      </a:cubicBezTo>
                      <a:cubicBezTo>
                        <a:pt x="559" y="2605"/>
                        <a:pt x="587" y="2662"/>
                        <a:pt x="616" y="2725"/>
                      </a:cubicBezTo>
                      <a:cubicBezTo>
                        <a:pt x="764" y="2987"/>
                        <a:pt x="941" y="3164"/>
                        <a:pt x="969" y="3461"/>
                      </a:cubicBezTo>
                      <a:cubicBezTo>
                        <a:pt x="998" y="3815"/>
                        <a:pt x="821" y="4048"/>
                        <a:pt x="644" y="4346"/>
                      </a:cubicBezTo>
                      <a:cubicBezTo>
                        <a:pt x="439" y="4756"/>
                        <a:pt x="439" y="5230"/>
                        <a:pt x="736" y="5612"/>
                      </a:cubicBezTo>
                      <a:cubicBezTo>
                        <a:pt x="884" y="5845"/>
                        <a:pt x="1090" y="6022"/>
                        <a:pt x="1295" y="6227"/>
                      </a:cubicBezTo>
                      <a:cubicBezTo>
                        <a:pt x="1472" y="6440"/>
                        <a:pt x="1620" y="6673"/>
                        <a:pt x="1620" y="6970"/>
                      </a:cubicBezTo>
                      <a:cubicBezTo>
                        <a:pt x="1648" y="7112"/>
                        <a:pt x="1592" y="7288"/>
                        <a:pt x="1592" y="7465"/>
                      </a:cubicBezTo>
                      <a:cubicBezTo>
                        <a:pt x="1592" y="7883"/>
                        <a:pt x="1946" y="8236"/>
                        <a:pt x="2328" y="8442"/>
                      </a:cubicBezTo>
                      <a:cubicBezTo>
                        <a:pt x="2829" y="8745"/>
                        <a:pt x="3408" y="8920"/>
                        <a:pt x="3986" y="8920"/>
                      </a:cubicBezTo>
                      <a:cubicBezTo>
                        <a:pt x="4192" y="8920"/>
                        <a:pt x="4397" y="8898"/>
                        <a:pt x="4598" y="8852"/>
                      </a:cubicBezTo>
                      <a:cubicBezTo>
                        <a:pt x="5334" y="8675"/>
                        <a:pt x="5950" y="8173"/>
                        <a:pt x="6657" y="7854"/>
                      </a:cubicBezTo>
                      <a:cubicBezTo>
                        <a:pt x="7103" y="7642"/>
                        <a:pt x="7633" y="7437"/>
                        <a:pt x="7930" y="7027"/>
                      </a:cubicBezTo>
                      <a:cubicBezTo>
                        <a:pt x="8192" y="6645"/>
                        <a:pt x="8249" y="6050"/>
                        <a:pt x="8192" y="5584"/>
                      </a:cubicBezTo>
                      <a:cubicBezTo>
                        <a:pt x="8072" y="4933"/>
                        <a:pt x="7754" y="4346"/>
                        <a:pt x="7336" y="3843"/>
                      </a:cubicBezTo>
                      <a:cubicBezTo>
                        <a:pt x="6926" y="3313"/>
                        <a:pt x="6395" y="2839"/>
                        <a:pt x="6162" y="2223"/>
                      </a:cubicBezTo>
                      <a:cubicBezTo>
                        <a:pt x="5893" y="1629"/>
                        <a:pt x="5836" y="922"/>
                        <a:pt x="5362" y="483"/>
                      </a:cubicBezTo>
                      <a:cubicBezTo>
                        <a:pt x="4952" y="73"/>
                        <a:pt x="4301" y="9"/>
                        <a:pt x="3714" y="9"/>
                      </a:cubicBezTo>
                      <a:cubicBezTo>
                        <a:pt x="3575" y="4"/>
                        <a:pt x="3434" y="1"/>
                        <a:pt x="32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7"/>
                <p:cNvSpPr/>
                <p:nvPr/>
              </p:nvSpPr>
              <p:spPr>
                <a:xfrm>
                  <a:off x="3558585" y="3808142"/>
                  <a:ext cx="77990" cy="56572"/>
                </a:xfrm>
                <a:custGeom>
                  <a:avLst/>
                  <a:gdLst/>
                  <a:ahLst/>
                  <a:cxnLst/>
                  <a:rect l="l" t="t" r="r" b="b"/>
                  <a:pathLst>
                    <a:path w="2305" h="1672" extrusionOk="0">
                      <a:moveTo>
                        <a:pt x="1029" y="1"/>
                      </a:moveTo>
                      <a:cubicBezTo>
                        <a:pt x="874" y="1"/>
                        <a:pt x="724" y="26"/>
                        <a:pt x="587" y="101"/>
                      </a:cubicBezTo>
                      <a:cubicBezTo>
                        <a:pt x="29" y="490"/>
                        <a:pt x="0" y="1516"/>
                        <a:pt x="736" y="1665"/>
                      </a:cubicBezTo>
                      <a:cubicBezTo>
                        <a:pt x="769" y="1669"/>
                        <a:pt x="803" y="1672"/>
                        <a:pt x="838" y="1672"/>
                      </a:cubicBezTo>
                      <a:cubicBezTo>
                        <a:pt x="1474" y="1672"/>
                        <a:pt x="2305" y="897"/>
                        <a:pt x="1882" y="313"/>
                      </a:cubicBezTo>
                      <a:cubicBezTo>
                        <a:pt x="1733" y="101"/>
                        <a:pt x="1500" y="45"/>
                        <a:pt x="1267" y="16"/>
                      </a:cubicBezTo>
                      <a:cubicBezTo>
                        <a:pt x="1186" y="7"/>
                        <a:pt x="1107" y="1"/>
                        <a:pt x="1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7"/>
                <p:cNvSpPr/>
                <p:nvPr/>
              </p:nvSpPr>
              <p:spPr>
                <a:xfrm>
                  <a:off x="3363014" y="4317336"/>
                  <a:ext cx="32820" cy="96734"/>
                </a:xfrm>
                <a:custGeom>
                  <a:avLst/>
                  <a:gdLst/>
                  <a:ahLst/>
                  <a:cxnLst/>
                  <a:rect l="l" t="t" r="r" b="b"/>
                  <a:pathLst>
                    <a:path w="970" h="2859" extrusionOk="0">
                      <a:moveTo>
                        <a:pt x="941" y="0"/>
                      </a:moveTo>
                      <a:cubicBezTo>
                        <a:pt x="941" y="0"/>
                        <a:pt x="913" y="0"/>
                        <a:pt x="913" y="29"/>
                      </a:cubicBezTo>
                      <a:cubicBezTo>
                        <a:pt x="885" y="121"/>
                        <a:pt x="828" y="177"/>
                        <a:pt x="793" y="262"/>
                      </a:cubicBezTo>
                      <a:cubicBezTo>
                        <a:pt x="651" y="559"/>
                        <a:pt x="531" y="828"/>
                        <a:pt x="439" y="1182"/>
                      </a:cubicBezTo>
                      <a:cubicBezTo>
                        <a:pt x="382" y="1564"/>
                        <a:pt x="298" y="1769"/>
                        <a:pt x="234" y="1974"/>
                      </a:cubicBezTo>
                      <a:cubicBezTo>
                        <a:pt x="149" y="2208"/>
                        <a:pt x="85" y="2420"/>
                        <a:pt x="0" y="2830"/>
                      </a:cubicBezTo>
                      <a:cubicBezTo>
                        <a:pt x="0" y="2830"/>
                        <a:pt x="0" y="2858"/>
                        <a:pt x="29" y="2858"/>
                      </a:cubicBezTo>
                      <a:lnTo>
                        <a:pt x="57" y="2830"/>
                      </a:lnTo>
                      <a:cubicBezTo>
                        <a:pt x="149" y="2448"/>
                        <a:pt x="206" y="2208"/>
                        <a:pt x="298" y="2002"/>
                      </a:cubicBezTo>
                      <a:cubicBezTo>
                        <a:pt x="354" y="1797"/>
                        <a:pt x="439" y="1564"/>
                        <a:pt x="503" y="1182"/>
                      </a:cubicBezTo>
                      <a:cubicBezTo>
                        <a:pt x="588" y="856"/>
                        <a:pt x="708" y="588"/>
                        <a:pt x="856" y="297"/>
                      </a:cubicBezTo>
                      <a:cubicBezTo>
                        <a:pt x="885" y="205"/>
                        <a:pt x="913" y="121"/>
                        <a:pt x="970" y="57"/>
                      </a:cubicBezTo>
                      <a:cubicBezTo>
                        <a:pt x="970" y="29"/>
                        <a:pt x="970" y="29"/>
                        <a:pt x="9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7"/>
                <p:cNvSpPr/>
                <p:nvPr/>
              </p:nvSpPr>
              <p:spPr>
                <a:xfrm>
                  <a:off x="3758927" y="4344134"/>
                  <a:ext cx="27068" cy="119708"/>
                </a:xfrm>
                <a:custGeom>
                  <a:avLst/>
                  <a:gdLst/>
                  <a:ahLst/>
                  <a:cxnLst/>
                  <a:rect l="l" t="t" r="r" b="b"/>
                  <a:pathLst>
                    <a:path w="800" h="3538" extrusionOk="0">
                      <a:moveTo>
                        <a:pt x="29" y="1"/>
                      </a:moveTo>
                      <a:cubicBezTo>
                        <a:pt x="0" y="36"/>
                        <a:pt x="0" y="36"/>
                        <a:pt x="0" y="64"/>
                      </a:cubicBezTo>
                      <a:cubicBezTo>
                        <a:pt x="57" y="326"/>
                        <a:pt x="149" y="595"/>
                        <a:pt x="206" y="857"/>
                      </a:cubicBezTo>
                      <a:cubicBezTo>
                        <a:pt x="446" y="1741"/>
                        <a:pt x="680" y="2654"/>
                        <a:pt x="736" y="3510"/>
                      </a:cubicBezTo>
                      <a:cubicBezTo>
                        <a:pt x="736" y="3538"/>
                        <a:pt x="736" y="3538"/>
                        <a:pt x="764" y="3538"/>
                      </a:cubicBezTo>
                      <a:lnTo>
                        <a:pt x="800" y="3510"/>
                      </a:lnTo>
                      <a:cubicBezTo>
                        <a:pt x="736" y="2625"/>
                        <a:pt x="503" y="1713"/>
                        <a:pt x="269" y="857"/>
                      </a:cubicBezTo>
                      <a:cubicBezTo>
                        <a:pt x="206" y="567"/>
                        <a:pt x="121" y="298"/>
                        <a:pt x="57" y="36"/>
                      </a:cubicBezTo>
                      <a:cubicBezTo>
                        <a:pt x="57" y="36"/>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7"/>
                <p:cNvSpPr/>
                <p:nvPr/>
              </p:nvSpPr>
              <p:spPr>
                <a:xfrm>
                  <a:off x="3582507" y="4119295"/>
                  <a:ext cx="118524" cy="78362"/>
                </a:xfrm>
                <a:custGeom>
                  <a:avLst/>
                  <a:gdLst/>
                  <a:ahLst/>
                  <a:cxnLst/>
                  <a:rect l="l" t="t" r="r" b="b"/>
                  <a:pathLst>
                    <a:path w="3503" h="2316" extrusionOk="0">
                      <a:moveTo>
                        <a:pt x="2713" y="1"/>
                      </a:moveTo>
                      <a:cubicBezTo>
                        <a:pt x="2630" y="1"/>
                        <a:pt x="2549" y="15"/>
                        <a:pt x="2477" y="45"/>
                      </a:cubicBezTo>
                      <a:cubicBezTo>
                        <a:pt x="2088" y="222"/>
                        <a:pt x="1946" y="724"/>
                        <a:pt x="1621" y="986"/>
                      </a:cubicBezTo>
                      <a:cubicBezTo>
                        <a:pt x="1444" y="1106"/>
                        <a:pt x="1239" y="1163"/>
                        <a:pt x="998" y="1227"/>
                      </a:cubicBezTo>
                      <a:cubicBezTo>
                        <a:pt x="736" y="1283"/>
                        <a:pt x="354" y="1340"/>
                        <a:pt x="142" y="1552"/>
                      </a:cubicBezTo>
                      <a:cubicBezTo>
                        <a:pt x="1" y="1694"/>
                        <a:pt x="1" y="2019"/>
                        <a:pt x="178" y="2196"/>
                      </a:cubicBezTo>
                      <a:cubicBezTo>
                        <a:pt x="272" y="2277"/>
                        <a:pt x="412" y="2316"/>
                        <a:pt x="556" y="2316"/>
                      </a:cubicBezTo>
                      <a:cubicBezTo>
                        <a:pt x="626" y="2316"/>
                        <a:pt x="697" y="2306"/>
                        <a:pt x="765" y="2288"/>
                      </a:cubicBezTo>
                      <a:cubicBezTo>
                        <a:pt x="970" y="2260"/>
                        <a:pt x="1175" y="2196"/>
                        <a:pt x="1416" y="2196"/>
                      </a:cubicBezTo>
                      <a:cubicBezTo>
                        <a:pt x="1500" y="2196"/>
                        <a:pt x="1649" y="2224"/>
                        <a:pt x="1769" y="2224"/>
                      </a:cubicBezTo>
                      <a:cubicBezTo>
                        <a:pt x="1911" y="2224"/>
                        <a:pt x="2088" y="2224"/>
                        <a:pt x="2208" y="2139"/>
                      </a:cubicBezTo>
                      <a:cubicBezTo>
                        <a:pt x="2328" y="2047"/>
                        <a:pt x="2385" y="1934"/>
                        <a:pt x="2441" y="1814"/>
                      </a:cubicBezTo>
                      <a:cubicBezTo>
                        <a:pt x="2618" y="1580"/>
                        <a:pt x="2859" y="1432"/>
                        <a:pt x="3092" y="1255"/>
                      </a:cubicBezTo>
                      <a:cubicBezTo>
                        <a:pt x="3297" y="1078"/>
                        <a:pt x="3502" y="809"/>
                        <a:pt x="3446" y="519"/>
                      </a:cubicBezTo>
                      <a:cubicBezTo>
                        <a:pt x="3401" y="215"/>
                        <a:pt x="3038" y="1"/>
                        <a:pt x="27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7"/>
                <p:cNvSpPr/>
                <p:nvPr/>
              </p:nvSpPr>
              <p:spPr>
                <a:xfrm>
                  <a:off x="3463777" y="4049425"/>
                  <a:ext cx="230315" cy="142005"/>
                </a:xfrm>
                <a:custGeom>
                  <a:avLst/>
                  <a:gdLst/>
                  <a:ahLst/>
                  <a:cxnLst/>
                  <a:rect l="l" t="t" r="r" b="b"/>
                  <a:pathLst>
                    <a:path w="6807" h="4197" extrusionOk="0">
                      <a:moveTo>
                        <a:pt x="3225" y="1"/>
                      </a:moveTo>
                      <a:cubicBezTo>
                        <a:pt x="2550" y="1"/>
                        <a:pt x="1875" y="64"/>
                        <a:pt x="1210" y="193"/>
                      </a:cubicBezTo>
                      <a:cubicBezTo>
                        <a:pt x="970" y="221"/>
                        <a:pt x="737" y="285"/>
                        <a:pt x="531" y="434"/>
                      </a:cubicBezTo>
                      <a:cubicBezTo>
                        <a:pt x="178" y="639"/>
                        <a:pt x="1" y="1077"/>
                        <a:pt x="29" y="1495"/>
                      </a:cubicBezTo>
                      <a:cubicBezTo>
                        <a:pt x="29" y="1905"/>
                        <a:pt x="206" y="2287"/>
                        <a:pt x="439" y="2641"/>
                      </a:cubicBezTo>
                      <a:cubicBezTo>
                        <a:pt x="1171" y="3667"/>
                        <a:pt x="2335" y="4196"/>
                        <a:pt x="3548" y="4196"/>
                      </a:cubicBezTo>
                      <a:cubicBezTo>
                        <a:pt x="3907" y="4196"/>
                        <a:pt x="4270" y="4150"/>
                        <a:pt x="4627" y="4056"/>
                      </a:cubicBezTo>
                      <a:cubicBezTo>
                        <a:pt x="5809" y="3730"/>
                        <a:pt x="6806" y="2287"/>
                        <a:pt x="6750" y="1077"/>
                      </a:cubicBezTo>
                      <a:cubicBezTo>
                        <a:pt x="6750" y="901"/>
                        <a:pt x="6721" y="695"/>
                        <a:pt x="6573" y="575"/>
                      </a:cubicBezTo>
                      <a:cubicBezTo>
                        <a:pt x="6481" y="519"/>
                        <a:pt x="6368" y="462"/>
                        <a:pt x="6276" y="434"/>
                      </a:cubicBezTo>
                      <a:cubicBezTo>
                        <a:pt x="5281" y="148"/>
                        <a:pt x="4253" y="1"/>
                        <a:pt x="32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7"/>
                <p:cNvSpPr/>
                <p:nvPr/>
              </p:nvSpPr>
              <p:spPr>
                <a:xfrm>
                  <a:off x="3473589" y="4131815"/>
                  <a:ext cx="91964" cy="62764"/>
                </a:xfrm>
                <a:custGeom>
                  <a:avLst/>
                  <a:gdLst/>
                  <a:ahLst/>
                  <a:cxnLst/>
                  <a:rect l="l" t="t" r="r" b="b"/>
                  <a:pathLst>
                    <a:path w="2718" h="1855" extrusionOk="0">
                      <a:moveTo>
                        <a:pt x="36" y="1"/>
                      </a:moveTo>
                      <a:cubicBezTo>
                        <a:pt x="36" y="1"/>
                        <a:pt x="1" y="1"/>
                        <a:pt x="36" y="29"/>
                      </a:cubicBezTo>
                      <a:cubicBezTo>
                        <a:pt x="355" y="1267"/>
                        <a:pt x="1656" y="1798"/>
                        <a:pt x="2654" y="1854"/>
                      </a:cubicBezTo>
                      <a:lnTo>
                        <a:pt x="2689" y="1854"/>
                      </a:lnTo>
                      <a:cubicBezTo>
                        <a:pt x="2689" y="1854"/>
                        <a:pt x="2689" y="1826"/>
                        <a:pt x="2717" y="1826"/>
                      </a:cubicBezTo>
                      <a:cubicBezTo>
                        <a:pt x="2717" y="1798"/>
                        <a:pt x="2689" y="1798"/>
                        <a:pt x="2689" y="1798"/>
                      </a:cubicBezTo>
                      <a:cubicBezTo>
                        <a:pt x="1685" y="1741"/>
                        <a:pt x="390" y="1239"/>
                        <a:pt x="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7"/>
                <p:cNvSpPr/>
                <p:nvPr/>
              </p:nvSpPr>
              <p:spPr>
                <a:xfrm>
                  <a:off x="3189470" y="4315408"/>
                  <a:ext cx="24936" cy="84791"/>
                </a:xfrm>
                <a:custGeom>
                  <a:avLst/>
                  <a:gdLst/>
                  <a:ahLst/>
                  <a:cxnLst/>
                  <a:rect l="l" t="t" r="r" b="b"/>
                  <a:pathLst>
                    <a:path w="737" h="2506" extrusionOk="0">
                      <a:moveTo>
                        <a:pt x="708" y="1"/>
                      </a:moveTo>
                      <a:cubicBezTo>
                        <a:pt x="680" y="1"/>
                        <a:pt x="680" y="29"/>
                        <a:pt x="680" y="29"/>
                      </a:cubicBezTo>
                      <a:cubicBezTo>
                        <a:pt x="616" y="178"/>
                        <a:pt x="616" y="319"/>
                        <a:pt x="616" y="468"/>
                      </a:cubicBezTo>
                      <a:lnTo>
                        <a:pt x="616" y="560"/>
                      </a:lnTo>
                      <a:cubicBezTo>
                        <a:pt x="616" y="645"/>
                        <a:pt x="616" y="736"/>
                        <a:pt x="588" y="821"/>
                      </a:cubicBezTo>
                      <a:cubicBezTo>
                        <a:pt x="559" y="970"/>
                        <a:pt x="475" y="1119"/>
                        <a:pt x="383" y="1239"/>
                      </a:cubicBezTo>
                      <a:cubicBezTo>
                        <a:pt x="354" y="1295"/>
                        <a:pt x="326" y="1324"/>
                        <a:pt x="326" y="1352"/>
                      </a:cubicBezTo>
                      <a:cubicBezTo>
                        <a:pt x="121" y="1706"/>
                        <a:pt x="1" y="2088"/>
                        <a:pt x="1" y="2477"/>
                      </a:cubicBezTo>
                      <a:lnTo>
                        <a:pt x="29" y="2505"/>
                      </a:lnTo>
                      <a:cubicBezTo>
                        <a:pt x="57" y="2505"/>
                        <a:pt x="57" y="2477"/>
                        <a:pt x="57" y="2477"/>
                      </a:cubicBezTo>
                      <a:cubicBezTo>
                        <a:pt x="57" y="2088"/>
                        <a:pt x="177" y="1706"/>
                        <a:pt x="354" y="1380"/>
                      </a:cubicBezTo>
                      <a:cubicBezTo>
                        <a:pt x="383" y="1352"/>
                        <a:pt x="411" y="1324"/>
                        <a:pt x="439" y="1267"/>
                      </a:cubicBezTo>
                      <a:cubicBezTo>
                        <a:pt x="531" y="1147"/>
                        <a:pt x="616" y="998"/>
                        <a:pt x="651" y="821"/>
                      </a:cubicBezTo>
                      <a:cubicBezTo>
                        <a:pt x="680" y="736"/>
                        <a:pt x="680" y="645"/>
                        <a:pt x="680" y="560"/>
                      </a:cubicBezTo>
                      <a:lnTo>
                        <a:pt x="680" y="468"/>
                      </a:lnTo>
                      <a:cubicBezTo>
                        <a:pt x="680" y="319"/>
                        <a:pt x="680" y="178"/>
                        <a:pt x="736" y="57"/>
                      </a:cubicBezTo>
                      <a:cubicBezTo>
                        <a:pt x="736" y="29"/>
                        <a:pt x="708" y="29"/>
                        <a:pt x="7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7"/>
                <p:cNvSpPr/>
                <p:nvPr/>
              </p:nvSpPr>
              <p:spPr>
                <a:xfrm>
                  <a:off x="3070740" y="4229499"/>
                  <a:ext cx="92911" cy="46929"/>
                </a:xfrm>
                <a:custGeom>
                  <a:avLst/>
                  <a:gdLst/>
                  <a:ahLst/>
                  <a:cxnLst/>
                  <a:rect l="l" t="t" r="r" b="b"/>
                  <a:pathLst>
                    <a:path w="2746" h="1387" extrusionOk="0">
                      <a:moveTo>
                        <a:pt x="2746" y="0"/>
                      </a:moveTo>
                      <a:cubicBezTo>
                        <a:pt x="2710" y="0"/>
                        <a:pt x="2710" y="0"/>
                        <a:pt x="2682" y="28"/>
                      </a:cubicBezTo>
                      <a:cubicBezTo>
                        <a:pt x="2569" y="269"/>
                        <a:pt x="2272" y="382"/>
                        <a:pt x="1974" y="502"/>
                      </a:cubicBezTo>
                      <a:cubicBezTo>
                        <a:pt x="1649" y="623"/>
                        <a:pt x="1331" y="771"/>
                        <a:pt x="1005" y="913"/>
                      </a:cubicBezTo>
                      <a:cubicBezTo>
                        <a:pt x="680" y="1061"/>
                        <a:pt x="326" y="1210"/>
                        <a:pt x="1" y="1330"/>
                      </a:cubicBezTo>
                      <a:lnTo>
                        <a:pt x="1" y="1387"/>
                      </a:lnTo>
                      <a:lnTo>
                        <a:pt x="29" y="1387"/>
                      </a:lnTo>
                      <a:cubicBezTo>
                        <a:pt x="354" y="1266"/>
                        <a:pt x="680" y="1125"/>
                        <a:pt x="1005" y="976"/>
                      </a:cubicBezTo>
                      <a:cubicBezTo>
                        <a:pt x="1331" y="828"/>
                        <a:pt x="1684" y="679"/>
                        <a:pt x="2003" y="559"/>
                      </a:cubicBezTo>
                      <a:cubicBezTo>
                        <a:pt x="2300" y="446"/>
                        <a:pt x="2597" y="297"/>
                        <a:pt x="2746" y="64"/>
                      </a:cubicBezTo>
                      <a:lnTo>
                        <a:pt x="27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7"/>
                <p:cNvSpPr/>
                <p:nvPr/>
              </p:nvSpPr>
              <p:spPr>
                <a:xfrm>
                  <a:off x="3193530" y="4372150"/>
                  <a:ext cx="9846" cy="34004"/>
                </a:xfrm>
                <a:custGeom>
                  <a:avLst/>
                  <a:gdLst/>
                  <a:ahLst/>
                  <a:cxnLst/>
                  <a:rect l="l" t="t" r="r" b="b"/>
                  <a:pathLst>
                    <a:path w="291" h="1005" extrusionOk="0">
                      <a:moveTo>
                        <a:pt x="29" y="0"/>
                      </a:moveTo>
                      <a:cubicBezTo>
                        <a:pt x="1" y="0"/>
                        <a:pt x="1" y="29"/>
                        <a:pt x="1" y="29"/>
                      </a:cubicBezTo>
                      <a:cubicBezTo>
                        <a:pt x="86" y="354"/>
                        <a:pt x="206" y="651"/>
                        <a:pt x="234" y="977"/>
                      </a:cubicBezTo>
                      <a:cubicBezTo>
                        <a:pt x="234" y="977"/>
                        <a:pt x="234" y="1005"/>
                        <a:pt x="263" y="1005"/>
                      </a:cubicBezTo>
                      <a:cubicBezTo>
                        <a:pt x="291" y="1005"/>
                        <a:pt x="291" y="977"/>
                        <a:pt x="291" y="977"/>
                      </a:cubicBezTo>
                      <a:cubicBezTo>
                        <a:pt x="263" y="651"/>
                        <a:pt x="142" y="326"/>
                        <a:pt x="57" y="29"/>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7"/>
                <p:cNvSpPr/>
                <p:nvPr/>
              </p:nvSpPr>
              <p:spPr>
                <a:xfrm>
                  <a:off x="3168424" y="4472913"/>
                  <a:ext cx="17019" cy="7951"/>
                </a:xfrm>
                <a:custGeom>
                  <a:avLst/>
                  <a:gdLst/>
                  <a:ahLst/>
                  <a:cxnLst/>
                  <a:rect l="l" t="t" r="r" b="b"/>
                  <a:pathLst>
                    <a:path w="503" h="235" extrusionOk="0">
                      <a:moveTo>
                        <a:pt x="64" y="1"/>
                      </a:moveTo>
                      <a:cubicBezTo>
                        <a:pt x="35" y="1"/>
                        <a:pt x="35" y="1"/>
                        <a:pt x="0" y="29"/>
                      </a:cubicBezTo>
                      <a:lnTo>
                        <a:pt x="35" y="57"/>
                      </a:lnTo>
                      <a:lnTo>
                        <a:pt x="474" y="234"/>
                      </a:lnTo>
                      <a:lnTo>
                        <a:pt x="502" y="206"/>
                      </a:lnTo>
                      <a:cubicBezTo>
                        <a:pt x="502" y="178"/>
                        <a:pt x="502" y="178"/>
                        <a:pt x="474" y="178"/>
                      </a:cubicBezTo>
                      <a:lnTo>
                        <a:pt x="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7"/>
                <p:cNvSpPr/>
                <p:nvPr/>
              </p:nvSpPr>
              <p:spPr>
                <a:xfrm>
                  <a:off x="3070740" y="4236435"/>
                  <a:ext cx="9135" cy="37117"/>
                </a:xfrm>
                <a:custGeom>
                  <a:avLst/>
                  <a:gdLst/>
                  <a:ahLst/>
                  <a:cxnLst/>
                  <a:rect l="l" t="t" r="r" b="b"/>
                  <a:pathLst>
                    <a:path w="270" h="1097" extrusionOk="0">
                      <a:moveTo>
                        <a:pt x="29" y="0"/>
                      </a:moveTo>
                      <a:cubicBezTo>
                        <a:pt x="1" y="0"/>
                        <a:pt x="1" y="36"/>
                        <a:pt x="1" y="36"/>
                      </a:cubicBezTo>
                      <a:cubicBezTo>
                        <a:pt x="93" y="389"/>
                        <a:pt x="178" y="708"/>
                        <a:pt x="206" y="1061"/>
                      </a:cubicBezTo>
                      <a:lnTo>
                        <a:pt x="234" y="1097"/>
                      </a:lnTo>
                      <a:cubicBezTo>
                        <a:pt x="270" y="1097"/>
                        <a:pt x="270" y="1061"/>
                        <a:pt x="270" y="1061"/>
                      </a:cubicBezTo>
                      <a:cubicBezTo>
                        <a:pt x="234" y="708"/>
                        <a:pt x="149" y="354"/>
                        <a:pt x="57" y="36"/>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7"/>
                <p:cNvSpPr/>
                <p:nvPr/>
              </p:nvSpPr>
              <p:spPr>
                <a:xfrm>
                  <a:off x="3079842" y="4231630"/>
                  <a:ext cx="10793" cy="37861"/>
                </a:xfrm>
                <a:custGeom>
                  <a:avLst/>
                  <a:gdLst/>
                  <a:ahLst/>
                  <a:cxnLst/>
                  <a:rect l="l" t="t" r="r" b="b"/>
                  <a:pathLst>
                    <a:path w="319" h="1119" extrusionOk="0">
                      <a:moveTo>
                        <a:pt x="29" y="1"/>
                      </a:moveTo>
                      <a:cubicBezTo>
                        <a:pt x="1" y="1"/>
                        <a:pt x="1" y="1"/>
                        <a:pt x="1" y="29"/>
                      </a:cubicBezTo>
                      <a:cubicBezTo>
                        <a:pt x="114" y="383"/>
                        <a:pt x="206" y="736"/>
                        <a:pt x="262" y="1090"/>
                      </a:cubicBezTo>
                      <a:cubicBezTo>
                        <a:pt x="262" y="1118"/>
                        <a:pt x="262" y="1118"/>
                        <a:pt x="291" y="1118"/>
                      </a:cubicBezTo>
                      <a:cubicBezTo>
                        <a:pt x="291" y="1118"/>
                        <a:pt x="319" y="1118"/>
                        <a:pt x="319" y="1090"/>
                      </a:cubicBezTo>
                      <a:cubicBezTo>
                        <a:pt x="262" y="736"/>
                        <a:pt x="177" y="354"/>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7"/>
                <p:cNvSpPr/>
                <p:nvPr/>
              </p:nvSpPr>
              <p:spPr>
                <a:xfrm>
                  <a:off x="3088707" y="4227130"/>
                  <a:ext cx="11978" cy="38301"/>
                </a:xfrm>
                <a:custGeom>
                  <a:avLst/>
                  <a:gdLst/>
                  <a:ahLst/>
                  <a:cxnLst/>
                  <a:rect l="l" t="t" r="r" b="b"/>
                  <a:pathLst>
                    <a:path w="354" h="1132" extrusionOk="0">
                      <a:moveTo>
                        <a:pt x="36" y="1"/>
                      </a:moveTo>
                      <a:cubicBezTo>
                        <a:pt x="32" y="1"/>
                        <a:pt x="29" y="4"/>
                        <a:pt x="29" y="13"/>
                      </a:cubicBezTo>
                      <a:cubicBezTo>
                        <a:pt x="0" y="13"/>
                        <a:pt x="0" y="13"/>
                        <a:pt x="0" y="42"/>
                      </a:cubicBezTo>
                      <a:cubicBezTo>
                        <a:pt x="29" y="134"/>
                        <a:pt x="57" y="247"/>
                        <a:pt x="92" y="339"/>
                      </a:cubicBezTo>
                      <a:cubicBezTo>
                        <a:pt x="121" y="395"/>
                        <a:pt x="121" y="452"/>
                        <a:pt x="149" y="516"/>
                      </a:cubicBezTo>
                      <a:cubicBezTo>
                        <a:pt x="149" y="572"/>
                        <a:pt x="177" y="664"/>
                        <a:pt x="177" y="721"/>
                      </a:cubicBezTo>
                      <a:cubicBezTo>
                        <a:pt x="205" y="841"/>
                        <a:pt x="269" y="983"/>
                        <a:pt x="297" y="1103"/>
                      </a:cubicBezTo>
                      <a:lnTo>
                        <a:pt x="326" y="1131"/>
                      </a:lnTo>
                      <a:cubicBezTo>
                        <a:pt x="354" y="1103"/>
                        <a:pt x="354" y="1103"/>
                        <a:pt x="354" y="1075"/>
                      </a:cubicBezTo>
                      <a:cubicBezTo>
                        <a:pt x="326" y="954"/>
                        <a:pt x="269" y="841"/>
                        <a:pt x="234" y="693"/>
                      </a:cubicBezTo>
                      <a:cubicBezTo>
                        <a:pt x="234" y="629"/>
                        <a:pt x="205" y="572"/>
                        <a:pt x="205" y="516"/>
                      </a:cubicBezTo>
                      <a:cubicBezTo>
                        <a:pt x="177" y="452"/>
                        <a:pt x="177" y="395"/>
                        <a:pt x="149" y="339"/>
                      </a:cubicBezTo>
                      <a:cubicBezTo>
                        <a:pt x="121" y="219"/>
                        <a:pt x="92" y="134"/>
                        <a:pt x="57" y="13"/>
                      </a:cubicBezTo>
                      <a:cubicBezTo>
                        <a:pt x="57" y="13"/>
                        <a:pt x="44"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7"/>
                <p:cNvSpPr/>
                <p:nvPr/>
              </p:nvSpPr>
              <p:spPr>
                <a:xfrm>
                  <a:off x="3095643" y="4223510"/>
                  <a:ext cx="14143" cy="38098"/>
                </a:xfrm>
                <a:custGeom>
                  <a:avLst/>
                  <a:gdLst/>
                  <a:ahLst/>
                  <a:cxnLst/>
                  <a:rect l="l" t="t" r="r" b="b"/>
                  <a:pathLst>
                    <a:path w="418" h="1126" extrusionOk="0">
                      <a:moveTo>
                        <a:pt x="29" y="0"/>
                      </a:moveTo>
                      <a:cubicBezTo>
                        <a:pt x="29" y="0"/>
                        <a:pt x="0" y="0"/>
                        <a:pt x="0" y="28"/>
                      </a:cubicBezTo>
                      <a:cubicBezTo>
                        <a:pt x="0" y="64"/>
                        <a:pt x="29" y="120"/>
                        <a:pt x="29" y="149"/>
                      </a:cubicBezTo>
                      <a:cubicBezTo>
                        <a:pt x="121" y="326"/>
                        <a:pt x="177" y="502"/>
                        <a:pt x="241" y="679"/>
                      </a:cubicBezTo>
                      <a:cubicBezTo>
                        <a:pt x="269" y="828"/>
                        <a:pt x="298" y="976"/>
                        <a:pt x="354" y="1090"/>
                      </a:cubicBezTo>
                      <a:cubicBezTo>
                        <a:pt x="354" y="1125"/>
                        <a:pt x="382" y="1125"/>
                        <a:pt x="382" y="1125"/>
                      </a:cubicBezTo>
                      <a:lnTo>
                        <a:pt x="418" y="1125"/>
                      </a:lnTo>
                      <a:lnTo>
                        <a:pt x="418" y="1061"/>
                      </a:lnTo>
                      <a:cubicBezTo>
                        <a:pt x="354" y="948"/>
                        <a:pt x="326" y="800"/>
                        <a:pt x="298" y="679"/>
                      </a:cubicBezTo>
                      <a:cubicBezTo>
                        <a:pt x="241" y="474"/>
                        <a:pt x="177" y="297"/>
                        <a:pt x="92" y="120"/>
                      </a:cubicBezTo>
                      <a:cubicBezTo>
                        <a:pt x="64" y="92"/>
                        <a:pt x="64" y="64"/>
                        <a:pt x="64" y="28"/>
                      </a:cubicBezTo>
                      <a:cubicBezTo>
                        <a:pt x="64" y="28"/>
                        <a:pt x="6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7"/>
                <p:cNvSpPr/>
                <p:nvPr/>
              </p:nvSpPr>
              <p:spPr>
                <a:xfrm>
                  <a:off x="3110734" y="4218062"/>
                  <a:ext cx="13906" cy="36339"/>
                </a:xfrm>
                <a:custGeom>
                  <a:avLst/>
                  <a:gdLst/>
                  <a:ahLst/>
                  <a:cxnLst/>
                  <a:rect l="l" t="t" r="r" b="b"/>
                  <a:pathLst>
                    <a:path w="411" h="1074" extrusionOk="0">
                      <a:moveTo>
                        <a:pt x="27" y="0"/>
                      </a:moveTo>
                      <a:cubicBezTo>
                        <a:pt x="19" y="0"/>
                        <a:pt x="10" y="3"/>
                        <a:pt x="0" y="13"/>
                      </a:cubicBezTo>
                      <a:lnTo>
                        <a:pt x="0" y="48"/>
                      </a:lnTo>
                      <a:lnTo>
                        <a:pt x="354" y="1045"/>
                      </a:lnTo>
                      <a:lnTo>
                        <a:pt x="354" y="1074"/>
                      </a:lnTo>
                      <a:lnTo>
                        <a:pt x="382" y="1074"/>
                      </a:lnTo>
                      <a:cubicBezTo>
                        <a:pt x="382" y="1074"/>
                        <a:pt x="410" y="1045"/>
                        <a:pt x="382" y="1045"/>
                      </a:cubicBezTo>
                      <a:lnTo>
                        <a:pt x="57" y="13"/>
                      </a:lnTo>
                      <a:cubicBezTo>
                        <a:pt x="57" y="13"/>
                        <a:pt x="44" y="0"/>
                        <a:pt x="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7"/>
                <p:cNvSpPr/>
                <p:nvPr/>
              </p:nvSpPr>
              <p:spPr>
                <a:xfrm>
                  <a:off x="3116689" y="4215592"/>
                  <a:ext cx="17053" cy="35933"/>
                </a:xfrm>
                <a:custGeom>
                  <a:avLst/>
                  <a:gdLst/>
                  <a:ahLst/>
                  <a:cxnLst/>
                  <a:rect l="l" t="t" r="r" b="b"/>
                  <a:pathLst>
                    <a:path w="504" h="1062" extrusionOk="0">
                      <a:moveTo>
                        <a:pt x="1" y="1"/>
                      </a:moveTo>
                      <a:lnTo>
                        <a:pt x="1" y="29"/>
                      </a:lnTo>
                      <a:cubicBezTo>
                        <a:pt x="114" y="206"/>
                        <a:pt x="206" y="354"/>
                        <a:pt x="263" y="531"/>
                      </a:cubicBezTo>
                      <a:cubicBezTo>
                        <a:pt x="291" y="588"/>
                        <a:pt x="291" y="652"/>
                        <a:pt x="326" y="708"/>
                      </a:cubicBezTo>
                      <a:cubicBezTo>
                        <a:pt x="355" y="828"/>
                        <a:pt x="383" y="942"/>
                        <a:pt x="440" y="1034"/>
                      </a:cubicBezTo>
                      <a:cubicBezTo>
                        <a:pt x="440" y="1062"/>
                        <a:pt x="468" y="1062"/>
                        <a:pt x="468" y="1062"/>
                      </a:cubicBezTo>
                      <a:cubicBezTo>
                        <a:pt x="503" y="1062"/>
                        <a:pt x="503" y="1034"/>
                        <a:pt x="503" y="1005"/>
                      </a:cubicBezTo>
                      <a:cubicBezTo>
                        <a:pt x="440" y="913"/>
                        <a:pt x="411" y="793"/>
                        <a:pt x="383" y="708"/>
                      </a:cubicBezTo>
                      <a:cubicBezTo>
                        <a:pt x="355" y="652"/>
                        <a:pt x="355" y="588"/>
                        <a:pt x="326" y="531"/>
                      </a:cubicBezTo>
                      <a:cubicBezTo>
                        <a:pt x="263" y="326"/>
                        <a:pt x="178" y="178"/>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7"/>
                <p:cNvSpPr/>
                <p:nvPr/>
              </p:nvSpPr>
              <p:spPr>
                <a:xfrm>
                  <a:off x="3127720" y="4209603"/>
                  <a:ext cx="21824" cy="34038"/>
                </a:xfrm>
                <a:custGeom>
                  <a:avLst/>
                  <a:gdLst/>
                  <a:ahLst/>
                  <a:cxnLst/>
                  <a:rect l="l" t="t" r="r" b="b"/>
                  <a:pathLst>
                    <a:path w="645" h="1006" extrusionOk="0">
                      <a:moveTo>
                        <a:pt x="29" y="1"/>
                      </a:moveTo>
                      <a:cubicBezTo>
                        <a:pt x="29" y="1"/>
                        <a:pt x="0" y="29"/>
                        <a:pt x="29" y="29"/>
                      </a:cubicBezTo>
                      <a:cubicBezTo>
                        <a:pt x="57" y="121"/>
                        <a:pt x="114" y="178"/>
                        <a:pt x="177" y="234"/>
                      </a:cubicBezTo>
                      <a:cubicBezTo>
                        <a:pt x="234" y="298"/>
                        <a:pt x="262" y="355"/>
                        <a:pt x="290" y="411"/>
                      </a:cubicBezTo>
                      <a:cubicBezTo>
                        <a:pt x="319" y="475"/>
                        <a:pt x="354" y="503"/>
                        <a:pt x="354" y="531"/>
                      </a:cubicBezTo>
                      <a:cubicBezTo>
                        <a:pt x="382" y="560"/>
                        <a:pt x="382" y="588"/>
                        <a:pt x="411" y="616"/>
                      </a:cubicBezTo>
                      <a:cubicBezTo>
                        <a:pt x="411" y="652"/>
                        <a:pt x="439" y="680"/>
                        <a:pt x="467" y="708"/>
                      </a:cubicBezTo>
                      <a:cubicBezTo>
                        <a:pt x="496" y="793"/>
                        <a:pt x="531" y="857"/>
                        <a:pt x="559" y="913"/>
                      </a:cubicBezTo>
                      <a:cubicBezTo>
                        <a:pt x="559" y="942"/>
                        <a:pt x="559" y="1005"/>
                        <a:pt x="616" y="1005"/>
                      </a:cubicBezTo>
                      <a:cubicBezTo>
                        <a:pt x="616" y="1005"/>
                        <a:pt x="644" y="1005"/>
                        <a:pt x="644" y="970"/>
                      </a:cubicBezTo>
                      <a:cubicBezTo>
                        <a:pt x="644" y="970"/>
                        <a:pt x="644" y="942"/>
                        <a:pt x="616" y="942"/>
                      </a:cubicBezTo>
                      <a:lnTo>
                        <a:pt x="616" y="913"/>
                      </a:lnTo>
                      <a:cubicBezTo>
                        <a:pt x="588" y="829"/>
                        <a:pt x="559" y="765"/>
                        <a:pt x="496" y="680"/>
                      </a:cubicBezTo>
                      <a:cubicBezTo>
                        <a:pt x="496" y="652"/>
                        <a:pt x="467" y="616"/>
                        <a:pt x="467" y="588"/>
                      </a:cubicBezTo>
                      <a:cubicBezTo>
                        <a:pt x="439" y="560"/>
                        <a:pt x="439" y="531"/>
                        <a:pt x="411" y="503"/>
                      </a:cubicBezTo>
                      <a:cubicBezTo>
                        <a:pt x="411" y="475"/>
                        <a:pt x="382" y="439"/>
                        <a:pt x="354" y="383"/>
                      </a:cubicBezTo>
                      <a:cubicBezTo>
                        <a:pt x="319" y="326"/>
                        <a:pt x="262" y="263"/>
                        <a:pt x="206" y="206"/>
                      </a:cubicBezTo>
                      <a:cubicBezTo>
                        <a:pt x="142" y="149"/>
                        <a:pt x="114" y="86"/>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7"/>
                <p:cNvSpPr/>
                <p:nvPr/>
              </p:nvSpPr>
              <p:spPr>
                <a:xfrm>
                  <a:off x="3135603" y="4204596"/>
                  <a:ext cx="20876" cy="34985"/>
                </a:xfrm>
                <a:custGeom>
                  <a:avLst/>
                  <a:gdLst/>
                  <a:ahLst/>
                  <a:cxnLst/>
                  <a:rect l="l" t="t" r="r" b="b"/>
                  <a:pathLst>
                    <a:path w="617" h="1034" extrusionOk="0">
                      <a:moveTo>
                        <a:pt x="29" y="0"/>
                      </a:moveTo>
                      <a:cubicBezTo>
                        <a:pt x="1" y="29"/>
                        <a:pt x="29" y="57"/>
                        <a:pt x="29" y="57"/>
                      </a:cubicBezTo>
                      <a:cubicBezTo>
                        <a:pt x="86" y="149"/>
                        <a:pt x="149" y="234"/>
                        <a:pt x="206" y="326"/>
                      </a:cubicBezTo>
                      <a:cubicBezTo>
                        <a:pt x="355" y="531"/>
                        <a:pt x="503" y="736"/>
                        <a:pt x="560" y="1005"/>
                      </a:cubicBezTo>
                      <a:lnTo>
                        <a:pt x="588" y="1033"/>
                      </a:lnTo>
                      <a:cubicBezTo>
                        <a:pt x="616" y="1005"/>
                        <a:pt x="616" y="1005"/>
                        <a:pt x="616" y="977"/>
                      </a:cubicBezTo>
                      <a:cubicBezTo>
                        <a:pt x="560" y="736"/>
                        <a:pt x="411" y="503"/>
                        <a:pt x="263" y="269"/>
                      </a:cubicBezTo>
                      <a:cubicBezTo>
                        <a:pt x="206" y="205"/>
                        <a:pt x="149" y="121"/>
                        <a:pt x="86" y="29"/>
                      </a:cubicBezTo>
                      <a:cubicBezTo>
                        <a:pt x="86" y="29"/>
                        <a:pt x="86"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7"/>
                <p:cNvSpPr/>
                <p:nvPr/>
              </p:nvSpPr>
              <p:spPr>
                <a:xfrm>
                  <a:off x="3887706" y="4455928"/>
                  <a:ext cx="25884" cy="13906"/>
                </a:xfrm>
                <a:custGeom>
                  <a:avLst/>
                  <a:gdLst/>
                  <a:ahLst/>
                  <a:cxnLst/>
                  <a:rect l="l" t="t" r="r" b="b"/>
                  <a:pathLst>
                    <a:path w="765" h="411" extrusionOk="0">
                      <a:moveTo>
                        <a:pt x="736" y="0"/>
                      </a:moveTo>
                      <a:cubicBezTo>
                        <a:pt x="736" y="0"/>
                        <a:pt x="708" y="0"/>
                        <a:pt x="708" y="29"/>
                      </a:cubicBezTo>
                      <a:cubicBezTo>
                        <a:pt x="581" y="204"/>
                        <a:pt x="366" y="338"/>
                        <a:pt x="161" y="338"/>
                      </a:cubicBezTo>
                      <a:cubicBezTo>
                        <a:pt x="126" y="338"/>
                        <a:pt x="91" y="334"/>
                        <a:pt x="57" y="326"/>
                      </a:cubicBezTo>
                      <a:cubicBezTo>
                        <a:pt x="29" y="326"/>
                        <a:pt x="0" y="354"/>
                        <a:pt x="0" y="354"/>
                      </a:cubicBezTo>
                      <a:cubicBezTo>
                        <a:pt x="0" y="382"/>
                        <a:pt x="29" y="382"/>
                        <a:pt x="29" y="382"/>
                      </a:cubicBezTo>
                      <a:cubicBezTo>
                        <a:pt x="57" y="382"/>
                        <a:pt x="85" y="411"/>
                        <a:pt x="142" y="411"/>
                      </a:cubicBezTo>
                      <a:cubicBezTo>
                        <a:pt x="382" y="411"/>
                        <a:pt x="616" y="269"/>
                        <a:pt x="764" y="57"/>
                      </a:cubicBezTo>
                      <a:cubicBezTo>
                        <a:pt x="764" y="29"/>
                        <a:pt x="764" y="29"/>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7"/>
                <p:cNvSpPr/>
                <p:nvPr/>
              </p:nvSpPr>
              <p:spPr>
                <a:xfrm>
                  <a:off x="3562408" y="3847459"/>
                  <a:ext cx="53899" cy="11030"/>
                </a:xfrm>
                <a:custGeom>
                  <a:avLst/>
                  <a:gdLst/>
                  <a:ahLst/>
                  <a:cxnLst/>
                  <a:rect l="l" t="t" r="r" b="b"/>
                  <a:pathLst>
                    <a:path w="1593" h="326" extrusionOk="0">
                      <a:moveTo>
                        <a:pt x="92" y="0"/>
                      </a:moveTo>
                      <a:cubicBezTo>
                        <a:pt x="64" y="0"/>
                        <a:pt x="29" y="36"/>
                        <a:pt x="29" y="64"/>
                      </a:cubicBezTo>
                      <a:cubicBezTo>
                        <a:pt x="0" y="92"/>
                        <a:pt x="29" y="121"/>
                        <a:pt x="64" y="121"/>
                      </a:cubicBezTo>
                      <a:cubicBezTo>
                        <a:pt x="382" y="213"/>
                        <a:pt x="736" y="326"/>
                        <a:pt x="1125" y="326"/>
                      </a:cubicBezTo>
                      <a:cubicBezTo>
                        <a:pt x="1267" y="326"/>
                        <a:pt x="1415" y="297"/>
                        <a:pt x="1564" y="269"/>
                      </a:cubicBezTo>
                      <a:cubicBezTo>
                        <a:pt x="1592" y="269"/>
                        <a:pt x="1592" y="213"/>
                        <a:pt x="1592" y="177"/>
                      </a:cubicBezTo>
                      <a:cubicBezTo>
                        <a:pt x="1592" y="149"/>
                        <a:pt x="1564" y="149"/>
                        <a:pt x="1507" y="149"/>
                      </a:cubicBezTo>
                      <a:cubicBezTo>
                        <a:pt x="1383" y="180"/>
                        <a:pt x="1256" y="193"/>
                        <a:pt x="1127" y="193"/>
                      </a:cubicBezTo>
                      <a:cubicBezTo>
                        <a:pt x="764" y="193"/>
                        <a:pt x="395" y="89"/>
                        <a:pt x="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7"/>
                <p:cNvSpPr/>
                <p:nvPr/>
              </p:nvSpPr>
              <p:spPr>
                <a:xfrm>
                  <a:off x="3306034" y="4282858"/>
                  <a:ext cx="553676" cy="577800"/>
                </a:xfrm>
                <a:custGeom>
                  <a:avLst/>
                  <a:gdLst/>
                  <a:ahLst/>
                  <a:cxnLst/>
                  <a:rect l="l" t="t" r="r" b="b"/>
                  <a:pathLst>
                    <a:path w="16364" h="17077" extrusionOk="0">
                      <a:moveTo>
                        <a:pt x="8076" y="0"/>
                      </a:moveTo>
                      <a:cubicBezTo>
                        <a:pt x="6531" y="0"/>
                        <a:pt x="5025" y="643"/>
                        <a:pt x="4012" y="1904"/>
                      </a:cubicBezTo>
                      <a:cubicBezTo>
                        <a:pt x="2335" y="3906"/>
                        <a:pt x="3220" y="6941"/>
                        <a:pt x="1239" y="9006"/>
                      </a:cubicBezTo>
                      <a:cubicBezTo>
                        <a:pt x="977" y="9240"/>
                        <a:pt x="708" y="9480"/>
                        <a:pt x="531" y="9770"/>
                      </a:cubicBezTo>
                      <a:cubicBezTo>
                        <a:pt x="213" y="10244"/>
                        <a:pt x="93" y="10832"/>
                        <a:pt x="64" y="11426"/>
                      </a:cubicBezTo>
                      <a:cubicBezTo>
                        <a:pt x="1" y="12487"/>
                        <a:pt x="64" y="13548"/>
                        <a:pt x="298" y="14581"/>
                      </a:cubicBezTo>
                      <a:cubicBezTo>
                        <a:pt x="680" y="16434"/>
                        <a:pt x="2335" y="16463"/>
                        <a:pt x="4012" y="16732"/>
                      </a:cubicBezTo>
                      <a:cubicBezTo>
                        <a:pt x="5249" y="16904"/>
                        <a:pt x="6492" y="17077"/>
                        <a:pt x="7731" y="17077"/>
                      </a:cubicBezTo>
                      <a:cubicBezTo>
                        <a:pt x="7965" y="17077"/>
                        <a:pt x="8199" y="17070"/>
                        <a:pt x="8433" y="17057"/>
                      </a:cubicBezTo>
                      <a:cubicBezTo>
                        <a:pt x="10230" y="16937"/>
                        <a:pt x="11971" y="16378"/>
                        <a:pt x="13683" y="15819"/>
                      </a:cubicBezTo>
                      <a:cubicBezTo>
                        <a:pt x="13767" y="15784"/>
                        <a:pt x="13888" y="15755"/>
                        <a:pt x="13973" y="15727"/>
                      </a:cubicBezTo>
                      <a:cubicBezTo>
                        <a:pt x="14390" y="15578"/>
                        <a:pt x="14772" y="15430"/>
                        <a:pt x="15097" y="15168"/>
                      </a:cubicBezTo>
                      <a:cubicBezTo>
                        <a:pt x="16364" y="14192"/>
                        <a:pt x="16364" y="11688"/>
                        <a:pt x="15685" y="10365"/>
                      </a:cubicBezTo>
                      <a:cubicBezTo>
                        <a:pt x="15479" y="9947"/>
                        <a:pt x="15126" y="9593"/>
                        <a:pt x="14829" y="9211"/>
                      </a:cubicBezTo>
                      <a:cubicBezTo>
                        <a:pt x="13654" y="7648"/>
                        <a:pt x="13711" y="5879"/>
                        <a:pt x="13442" y="4083"/>
                      </a:cubicBezTo>
                      <a:cubicBezTo>
                        <a:pt x="13209" y="2491"/>
                        <a:pt x="11942" y="1253"/>
                        <a:pt x="10556" y="574"/>
                      </a:cubicBezTo>
                      <a:cubicBezTo>
                        <a:pt x="9766" y="190"/>
                        <a:pt x="8915" y="0"/>
                        <a:pt x="80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7"/>
                <p:cNvSpPr/>
                <p:nvPr/>
              </p:nvSpPr>
              <p:spPr>
                <a:xfrm>
                  <a:off x="3583450" y="4300352"/>
                  <a:ext cx="20878" cy="548655"/>
                </a:xfrm>
                <a:custGeom>
                  <a:avLst/>
                  <a:gdLst/>
                  <a:ahLst/>
                  <a:cxnLst/>
                  <a:rect l="l" t="t" r="r" b="b"/>
                  <a:pathLst>
                    <a:path w="617" h="19370" extrusionOk="0">
                      <a:moveTo>
                        <a:pt x="29" y="0"/>
                      </a:moveTo>
                      <a:cubicBezTo>
                        <a:pt x="1" y="0"/>
                        <a:pt x="1" y="28"/>
                        <a:pt x="1" y="28"/>
                      </a:cubicBezTo>
                      <a:lnTo>
                        <a:pt x="560" y="19334"/>
                      </a:lnTo>
                      <a:lnTo>
                        <a:pt x="588" y="19370"/>
                      </a:lnTo>
                      <a:cubicBezTo>
                        <a:pt x="616" y="19334"/>
                        <a:pt x="616" y="19334"/>
                        <a:pt x="616" y="19306"/>
                      </a:cubicBezTo>
                      <a:lnTo>
                        <a:pt x="58" y="28"/>
                      </a:lnTo>
                      <a:cubicBezTo>
                        <a:pt x="58" y="28"/>
                        <a:pt x="58" y="0"/>
                        <a:pt x="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7"/>
                <p:cNvSpPr/>
                <p:nvPr/>
              </p:nvSpPr>
              <p:spPr>
                <a:xfrm>
                  <a:off x="3328061" y="4302246"/>
                  <a:ext cx="509623" cy="548668"/>
                </a:xfrm>
                <a:custGeom>
                  <a:avLst/>
                  <a:gdLst/>
                  <a:ahLst/>
                  <a:cxnLst/>
                  <a:rect l="l" t="t" r="r" b="b"/>
                  <a:pathLst>
                    <a:path w="15062" h="16216" extrusionOk="0">
                      <a:moveTo>
                        <a:pt x="7429" y="64"/>
                      </a:moveTo>
                      <a:cubicBezTo>
                        <a:pt x="8193" y="64"/>
                        <a:pt x="8992" y="241"/>
                        <a:pt x="9671" y="595"/>
                      </a:cubicBezTo>
                      <a:cubicBezTo>
                        <a:pt x="11143" y="1331"/>
                        <a:pt x="12147" y="2569"/>
                        <a:pt x="12324" y="3892"/>
                      </a:cubicBezTo>
                      <a:cubicBezTo>
                        <a:pt x="12381" y="4245"/>
                        <a:pt x="12409" y="4599"/>
                        <a:pt x="12437" y="4953"/>
                      </a:cubicBezTo>
                      <a:cubicBezTo>
                        <a:pt x="12586" y="6311"/>
                        <a:pt x="12734" y="7577"/>
                        <a:pt x="13590" y="8759"/>
                      </a:cubicBezTo>
                      <a:cubicBezTo>
                        <a:pt x="13675" y="8879"/>
                        <a:pt x="13767" y="8992"/>
                        <a:pt x="13852" y="9112"/>
                      </a:cubicBezTo>
                      <a:cubicBezTo>
                        <a:pt x="14029" y="9346"/>
                        <a:pt x="14241" y="9586"/>
                        <a:pt x="14383" y="9848"/>
                      </a:cubicBezTo>
                      <a:cubicBezTo>
                        <a:pt x="14977" y="11030"/>
                        <a:pt x="15005" y="13414"/>
                        <a:pt x="13852" y="14362"/>
                      </a:cubicBezTo>
                      <a:cubicBezTo>
                        <a:pt x="13534" y="14595"/>
                        <a:pt x="13180" y="14744"/>
                        <a:pt x="12826" y="14857"/>
                      </a:cubicBezTo>
                      <a:cubicBezTo>
                        <a:pt x="12734" y="14892"/>
                        <a:pt x="12650" y="14921"/>
                        <a:pt x="12558" y="14949"/>
                      </a:cubicBezTo>
                      <a:cubicBezTo>
                        <a:pt x="11022" y="15479"/>
                        <a:pt x="9402" y="16010"/>
                        <a:pt x="7754" y="16130"/>
                      </a:cubicBezTo>
                      <a:cubicBezTo>
                        <a:pt x="7549" y="16159"/>
                        <a:pt x="7308" y="16159"/>
                        <a:pt x="7075" y="16159"/>
                      </a:cubicBezTo>
                      <a:cubicBezTo>
                        <a:pt x="5957" y="16159"/>
                        <a:pt x="4804" y="15982"/>
                        <a:pt x="3715" y="15805"/>
                      </a:cubicBezTo>
                      <a:cubicBezTo>
                        <a:pt x="3566" y="15805"/>
                        <a:pt x="3418" y="15777"/>
                        <a:pt x="3276" y="15741"/>
                      </a:cubicBezTo>
                      <a:cubicBezTo>
                        <a:pt x="1861" y="15564"/>
                        <a:pt x="651" y="15387"/>
                        <a:pt x="326" y="13796"/>
                      </a:cubicBezTo>
                      <a:cubicBezTo>
                        <a:pt x="121" y="12826"/>
                        <a:pt x="57" y="11822"/>
                        <a:pt x="121" y="10853"/>
                      </a:cubicBezTo>
                      <a:cubicBezTo>
                        <a:pt x="149" y="10322"/>
                        <a:pt x="234" y="9763"/>
                        <a:pt x="531" y="9289"/>
                      </a:cubicBezTo>
                      <a:cubicBezTo>
                        <a:pt x="651" y="9084"/>
                        <a:pt x="828" y="8936"/>
                        <a:pt x="977" y="8759"/>
                      </a:cubicBezTo>
                      <a:cubicBezTo>
                        <a:pt x="1033" y="8702"/>
                        <a:pt x="1118" y="8638"/>
                        <a:pt x="1182" y="8554"/>
                      </a:cubicBezTo>
                      <a:cubicBezTo>
                        <a:pt x="2123" y="7521"/>
                        <a:pt x="2356" y="6226"/>
                        <a:pt x="2597" y="4988"/>
                      </a:cubicBezTo>
                      <a:cubicBezTo>
                        <a:pt x="2802" y="3835"/>
                        <a:pt x="3007" y="2746"/>
                        <a:pt x="3715" y="1833"/>
                      </a:cubicBezTo>
                      <a:cubicBezTo>
                        <a:pt x="4599" y="708"/>
                        <a:pt x="5957" y="64"/>
                        <a:pt x="7429" y="64"/>
                      </a:cubicBezTo>
                      <a:close/>
                      <a:moveTo>
                        <a:pt x="7429" y="1"/>
                      </a:moveTo>
                      <a:cubicBezTo>
                        <a:pt x="5957" y="1"/>
                        <a:pt x="4571" y="651"/>
                        <a:pt x="3658" y="1805"/>
                      </a:cubicBezTo>
                      <a:cubicBezTo>
                        <a:pt x="2951" y="2717"/>
                        <a:pt x="2745" y="3863"/>
                        <a:pt x="2533" y="4953"/>
                      </a:cubicBezTo>
                      <a:cubicBezTo>
                        <a:pt x="2300" y="6226"/>
                        <a:pt x="2066" y="7492"/>
                        <a:pt x="1118" y="8525"/>
                      </a:cubicBezTo>
                      <a:cubicBezTo>
                        <a:pt x="1062" y="8582"/>
                        <a:pt x="1005" y="8667"/>
                        <a:pt x="942" y="8730"/>
                      </a:cubicBezTo>
                      <a:cubicBezTo>
                        <a:pt x="765" y="8879"/>
                        <a:pt x="623" y="9056"/>
                        <a:pt x="475" y="9261"/>
                      </a:cubicBezTo>
                      <a:cubicBezTo>
                        <a:pt x="177" y="9728"/>
                        <a:pt x="93" y="10322"/>
                        <a:pt x="57" y="10824"/>
                      </a:cubicBezTo>
                      <a:cubicBezTo>
                        <a:pt x="1" y="11822"/>
                        <a:pt x="57" y="12855"/>
                        <a:pt x="269" y="13831"/>
                      </a:cubicBezTo>
                      <a:cubicBezTo>
                        <a:pt x="588" y="15451"/>
                        <a:pt x="1889" y="15628"/>
                        <a:pt x="3276" y="15805"/>
                      </a:cubicBezTo>
                      <a:cubicBezTo>
                        <a:pt x="3418" y="15833"/>
                        <a:pt x="3538" y="15861"/>
                        <a:pt x="3686" y="15861"/>
                      </a:cubicBezTo>
                      <a:cubicBezTo>
                        <a:pt x="4804" y="16038"/>
                        <a:pt x="5929" y="16215"/>
                        <a:pt x="7075" y="16215"/>
                      </a:cubicBezTo>
                      <a:cubicBezTo>
                        <a:pt x="7308" y="16215"/>
                        <a:pt x="7549" y="16215"/>
                        <a:pt x="7754" y="16187"/>
                      </a:cubicBezTo>
                      <a:cubicBezTo>
                        <a:pt x="9431" y="16067"/>
                        <a:pt x="11022" y="15536"/>
                        <a:pt x="12586" y="15005"/>
                      </a:cubicBezTo>
                      <a:cubicBezTo>
                        <a:pt x="12678" y="14977"/>
                        <a:pt x="12763" y="14949"/>
                        <a:pt x="12855" y="14921"/>
                      </a:cubicBezTo>
                      <a:cubicBezTo>
                        <a:pt x="13208" y="14800"/>
                        <a:pt x="13562" y="14652"/>
                        <a:pt x="13888" y="14390"/>
                      </a:cubicBezTo>
                      <a:cubicBezTo>
                        <a:pt x="15062" y="13442"/>
                        <a:pt x="15034" y="11001"/>
                        <a:pt x="14446" y="9820"/>
                      </a:cubicBezTo>
                      <a:cubicBezTo>
                        <a:pt x="14298" y="9551"/>
                        <a:pt x="14093" y="9289"/>
                        <a:pt x="13916" y="9056"/>
                      </a:cubicBezTo>
                      <a:cubicBezTo>
                        <a:pt x="13824" y="8964"/>
                        <a:pt x="13711" y="8844"/>
                        <a:pt x="13647" y="8730"/>
                      </a:cubicBezTo>
                      <a:cubicBezTo>
                        <a:pt x="12763" y="7577"/>
                        <a:pt x="12650" y="6283"/>
                        <a:pt x="12501" y="4953"/>
                      </a:cubicBezTo>
                      <a:cubicBezTo>
                        <a:pt x="12473" y="4599"/>
                        <a:pt x="12437" y="4245"/>
                        <a:pt x="12381" y="3892"/>
                      </a:cubicBezTo>
                      <a:cubicBezTo>
                        <a:pt x="12204" y="2540"/>
                        <a:pt x="11199" y="1302"/>
                        <a:pt x="9700" y="567"/>
                      </a:cubicBezTo>
                      <a:cubicBezTo>
                        <a:pt x="8992" y="213"/>
                        <a:pt x="8228" y="1"/>
                        <a:pt x="74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7"/>
                <p:cNvSpPr/>
                <p:nvPr/>
              </p:nvSpPr>
              <p:spPr>
                <a:xfrm>
                  <a:off x="3734024" y="4439890"/>
                  <a:ext cx="7951" cy="38098"/>
                </a:xfrm>
                <a:custGeom>
                  <a:avLst/>
                  <a:gdLst/>
                  <a:ahLst/>
                  <a:cxnLst/>
                  <a:rect l="l" t="t" r="r" b="b"/>
                  <a:pathLst>
                    <a:path w="235" h="1126" extrusionOk="0">
                      <a:moveTo>
                        <a:pt x="29" y="0"/>
                      </a:moveTo>
                      <a:cubicBezTo>
                        <a:pt x="1" y="0"/>
                        <a:pt x="1" y="36"/>
                        <a:pt x="1" y="36"/>
                      </a:cubicBezTo>
                      <a:cubicBezTo>
                        <a:pt x="121" y="390"/>
                        <a:pt x="178" y="743"/>
                        <a:pt x="149" y="1097"/>
                      </a:cubicBezTo>
                      <a:lnTo>
                        <a:pt x="178" y="1125"/>
                      </a:lnTo>
                      <a:cubicBezTo>
                        <a:pt x="206" y="1125"/>
                        <a:pt x="206" y="1097"/>
                        <a:pt x="206" y="1097"/>
                      </a:cubicBezTo>
                      <a:cubicBezTo>
                        <a:pt x="234" y="708"/>
                        <a:pt x="178" y="354"/>
                        <a:pt x="57" y="36"/>
                      </a:cubicBezTo>
                      <a:cubicBezTo>
                        <a:pt x="57" y="0"/>
                        <a:pt x="29" y="0"/>
                        <a:pt x="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7"/>
                <p:cNvSpPr/>
                <p:nvPr/>
              </p:nvSpPr>
              <p:spPr>
                <a:xfrm>
                  <a:off x="3740960" y="4494940"/>
                  <a:ext cx="31873" cy="91727"/>
                </a:xfrm>
                <a:custGeom>
                  <a:avLst/>
                  <a:gdLst/>
                  <a:ahLst/>
                  <a:cxnLst/>
                  <a:rect l="l" t="t" r="r" b="b"/>
                  <a:pathLst>
                    <a:path w="942" h="2711" extrusionOk="0">
                      <a:moveTo>
                        <a:pt x="57" y="1"/>
                      </a:moveTo>
                      <a:lnTo>
                        <a:pt x="29" y="29"/>
                      </a:lnTo>
                      <a:cubicBezTo>
                        <a:pt x="1" y="970"/>
                        <a:pt x="298" y="1946"/>
                        <a:pt x="913" y="2682"/>
                      </a:cubicBezTo>
                      <a:lnTo>
                        <a:pt x="913" y="2710"/>
                      </a:lnTo>
                      <a:lnTo>
                        <a:pt x="942" y="2710"/>
                      </a:lnTo>
                      <a:lnTo>
                        <a:pt x="942" y="2653"/>
                      </a:lnTo>
                      <a:cubicBezTo>
                        <a:pt x="355" y="1911"/>
                        <a:pt x="57" y="970"/>
                        <a:pt x="93" y="29"/>
                      </a:cubicBezTo>
                      <a:cubicBezTo>
                        <a:pt x="93" y="29"/>
                        <a:pt x="93" y="1"/>
                        <a:pt x="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7"/>
                <p:cNvSpPr/>
                <p:nvPr/>
              </p:nvSpPr>
              <p:spPr>
                <a:xfrm>
                  <a:off x="3433866" y="4522720"/>
                  <a:ext cx="9846" cy="38064"/>
                </a:xfrm>
                <a:custGeom>
                  <a:avLst/>
                  <a:gdLst/>
                  <a:ahLst/>
                  <a:cxnLst/>
                  <a:rect l="l" t="t" r="r" b="b"/>
                  <a:pathLst>
                    <a:path w="291" h="1125" extrusionOk="0">
                      <a:moveTo>
                        <a:pt x="262" y="0"/>
                      </a:moveTo>
                      <a:cubicBezTo>
                        <a:pt x="234" y="0"/>
                        <a:pt x="234" y="0"/>
                        <a:pt x="234" y="28"/>
                      </a:cubicBezTo>
                      <a:cubicBezTo>
                        <a:pt x="206" y="382"/>
                        <a:pt x="149" y="736"/>
                        <a:pt x="0" y="1061"/>
                      </a:cubicBezTo>
                      <a:lnTo>
                        <a:pt x="0" y="1125"/>
                      </a:lnTo>
                      <a:lnTo>
                        <a:pt x="29" y="1125"/>
                      </a:lnTo>
                      <a:cubicBezTo>
                        <a:pt x="29" y="1125"/>
                        <a:pt x="29" y="1090"/>
                        <a:pt x="57" y="1090"/>
                      </a:cubicBezTo>
                      <a:cubicBezTo>
                        <a:pt x="206" y="771"/>
                        <a:pt x="262" y="382"/>
                        <a:pt x="291" y="28"/>
                      </a:cubicBezTo>
                      <a:cubicBezTo>
                        <a:pt x="291" y="0"/>
                        <a:pt x="291" y="0"/>
                        <a:pt x="2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7"/>
                <p:cNvSpPr/>
                <p:nvPr/>
              </p:nvSpPr>
              <p:spPr>
                <a:xfrm>
                  <a:off x="3446791" y="4559567"/>
                  <a:ext cx="5075" cy="21113"/>
                </a:xfrm>
                <a:custGeom>
                  <a:avLst/>
                  <a:gdLst/>
                  <a:ahLst/>
                  <a:cxnLst/>
                  <a:rect l="l" t="t" r="r" b="b"/>
                  <a:pathLst>
                    <a:path w="150" h="624" extrusionOk="0">
                      <a:moveTo>
                        <a:pt x="121" y="1"/>
                      </a:moveTo>
                      <a:cubicBezTo>
                        <a:pt x="121" y="1"/>
                        <a:pt x="85" y="1"/>
                        <a:pt x="85" y="36"/>
                      </a:cubicBezTo>
                      <a:lnTo>
                        <a:pt x="1" y="595"/>
                      </a:lnTo>
                      <a:cubicBezTo>
                        <a:pt x="1" y="623"/>
                        <a:pt x="29" y="623"/>
                        <a:pt x="29" y="623"/>
                      </a:cubicBezTo>
                      <a:lnTo>
                        <a:pt x="57" y="623"/>
                      </a:lnTo>
                      <a:lnTo>
                        <a:pt x="149" y="36"/>
                      </a:lnTo>
                      <a:cubicBezTo>
                        <a:pt x="149" y="36"/>
                        <a:pt x="149" y="1"/>
                        <a:pt x="1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54" name="Google Shape;654;p37"/>
            <p:cNvGrpSpPr/>
            <p:nvPr/>
          </p:nvGrpSpPr>
          <p:grpSpPr>
            <a:xfrm>
              <a:off x="8567590" y="4153050"/>
              <a:ext cx="360758" cy="258297"/>
              <a:chOff x="4992850" y="4345375"/>
              <a:chExt cx="607336" cy="638400"/>
            </a:xfrm>
          </p:grpSpPr>
          <p:sp>
            <p:nvSpPr>
              <p:cNvPr id="655" name="Google Shape;655;p37"/>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7"/>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657" name="Google Shape;657;p37"/>
          <p:cNvCxnSpPr/>
          <p:nvPr/>
        </p:nvCxnSpPr>
        <p:spPr>
          <a:xfrm>
            <a:off x="780725" y="3365350"/>
            <a:ext cx="3869700" cy="0"/>
          </a:xfrm>
          <a:prstGeom prst="straightConnector1">
            <a:avLst/>
          </a:prstGeom>
          <a:noFill/>
          <a:ln w="28575" cap="flat" cmpd="sng">
            <a:solidFill>
              <a:schemeClr val="accent4"/>
            </a:solidFill>
            <a:prstDash val="solid"/>
            <a:round/>
            <a:headEnd type="none" w="med" len="med"/>
            <a:tailEnd type="none" w="med" len="med"/>
          </a:ln>
        </p:spPr>
      </p:cxnSp>
      <p:pic>
        <p:nvPicPr>
          <p:cNvPr id="1028" name="Picture 4">
            <a:extLst>
              <a:ext uri="{FF2B5EF4-FFF2-40B4-BE49-F238E27FC236}">
                <a16:creationId xmlns:a16="http://schemas.microsoft.com/office/drawing/2014/main" id="{B7923AEF-75DF-B23C-8E5F-7D33FB01FF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726" y="381017"/>
            <a:ext cx="801462" cy="9381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660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Outline</a:t>
            </a:r>
            <a:endParaRPr dirty="0"/>
          </a:p>
        </p:txBody>
      </p:sp>
      <p:sp>
        <p:nvSpPr>
          <p:cNvPr id="664" name="Google Shape;664;p38"/>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mj-lt"/>
              <a:buAutoNum type="arabicPeriod"/>
            </a:pPr>
            <a:r>
              <a:rPr lang="en" sz="2000" dirty="0">
                <a:solidFill>
                  <a:schemeClr val="dk1"/>
                </a:solidFill>
                <a:latin typeface="Lato"/>
                <a:ea typeface="Lato"/>
                <a:cs typeface="Lato"/>
                <a:sym typeface="Lato"/>
              </a:rPr>
              <a:t>Pendahuluan</a:t>
            </a:r>
          </a:p>
          <a:p>
            <a:pPr marL="457200" lvl="0" indent="-457200" algn="l" rtl="0">
              <a:spcBef>
                <a:spcPts val="0"/>
              </a:spcBef>
              <a:spcAft>
                <a:spcPts val="600"/>
              </a:spcAft>
              <a:buFont typeface="+mj-lt"/>
              <a:buAutoNum type="arabicPeriod"/>
            </a:pPr>
            <a:r>
              <a:rPr lang="en" sz="2000" dirty="0">
                <a:solidFill>
                  <a:schemeClr val="dk1"/>
                </a:solidFill>
                <a:latin typeface="Lato"/>
                <a:ea typeface="Lato"/>
                <a:cs typeface="Lato"/>
                <a:sym typeface="Lato"/>
              </a:rPr>
              <a:t>Exception</a:t>
            </a:r>
          </a:p>
          <a:p>
            <a:pPr marL="457200" lvl="0" indent="-457200" algn="l" rtl="0">
              <a:spcBef>
                <a:spcPts val="0"/>
              </a:spcBef>
              <a:spcAft>
                <a:spcPts val="600"/>
              </a:spcAft>
              <a:buFont typeface="+mj-lt"/>
              <a:buAutoNum type="arabicPeriod"/>
            </a:pPr>
            <a:r>
              <a:rPr lang="en-ID" sz="2000" dirty="0">
                <a:solidFill>
                  <a:schemeClr val="dk1"/>
                </a:solidFill>
                <a:latin typeface="Lato"/>
                <a:ea typeface="Lato"/>
                <a:cs typeface="Lato"/>
                <a:sym typeface="Lato"/>
              </a:rPr>
              <a:t>A</a:t>
            </a:r>
            <a:r>
              <a:rPr lang="en" sz="2000" dirty="0">
                <a:solidFill>
                  <a:schemeClr val="dk1"/>
                </a:solidFill>
                <a:latin typeface="Lato"/>
                <a:ea typeface="Lato"/>
                <a:cs typeface="Lato"/>
                <a:sym typeface="Lato"/>
              </a:rPr>
              <a:t>ssertion</a:t>
            </a:r>
          </a:p>
          <a:p>
            <a:pPr marL="457200" lvl="0" indent="-457200" algn="l" rtl="0">
              <a:spcBef>
                <a:spcPts val="0"/>
              </a:spcBef>
              <a:spcAft>
                <a:spcPts val="600"/>
              </a:spcAft>
              <a:buFont typeface="+mj-lt"/>
              <a:buAutoNum type="arabicPeriod"/>
            </a:pPr>
            <a:r>
              <a:rPr lang="en-ID" sz="2000" dirty="0">
                <a:solidFill>
                  <a:schemeClr val="dk1"/>
                </a:solidFill>
                <a:latin typeface="Lato"/>
                <a:ea typeface="Lato"/>
                <a:cs typeface="Lato"/>
                <a:sym typeface="Lato"/>
              </a:rPr>
              <a:t>K</a:t>
            </a:r>
            <a:r>
              <a:rPr lang="en" sz="2000" dirty="0">
                <a:solidFill>
                  <a:schemeClr val="dk1"/>
                </a:solidFill>
                <a:latin typeface="Lato"/>
                <a:ea typeface="Lato"/>
                <a:cs typeface="Lato"/>
                <a:sym typeface="Lato"/>
              </a:rPr>
              <a:t>esimpulan</a:t>
            </a:r>
          </a:p>
          <a:p>
            <a:pPr marL="457200" lvl="0" indent="-457200" algn="l" rtl="0">
              <a:spcBef>
                <a:spcPts val="0"/>
              </a:spcBef>
              <a:spcAft>
                <a:spcPts val="600"/>
              </a:spcAft>
              <a:buFont typeface="+mj-lt"/>
              <a:buAutoNum type="arabicPeriod"/>
            </a:pP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94260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41"/>
          <p:cNvSpPr txBox="1">
            <a:spLocks noGrp="1"/>
          </p:cNvSpPr>
          <p:nvPr>
            <p:ph type="title"/>
          </p:nvPr>
        </p:nvSpPr>
        <p:spPr>
          <a:xfrm>
            <a:off x="713091" y="2318497"/>
            <a:ext cx="461992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400" dirty="0"/>
              <a:t>Pendahuluan</a:t>
            </a:r>
            <a:endParaRPr sz="4400" dirty="0"/>
          </a:p>
        </p:txBody>
      </p:sp>
      <p:sp>
        <p:nvSpPr>
          <p:cNvPr id="910" name="Google Shape;910;p41"/>
          <p:cNvSpPr txBox="1">
            <a:spLocks noGrp="1"/>
          </p:cNvSpPr>
          <p:nvPr>
            <p:ph type="title" idx="2"/>
          </p:nvPr>
        </p:nvSpPr>
        <p:spPr>
          <a:xfrm>
            <a:off x="708165" y="1791810"/>
            <a:ext cx="1377681" cy="67227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a:t>01</a:t>
            </a:r>
            <a:endParaRPr sz="4800" dirty="0"/>
          </a:p>
        </p:txBody>
      </p:sp>
      <p:sp>
        <p:nvSpPr>
          <p:cNvPr id="911" name="Google Shape;911;p41"/>
          <p:cNvSpPr txBox="1">
            <a:spLocks noGrp="1"/>
          </p:cNvSpPr>
          <p:nvPr>
            <p:ph type="subTitle" idx="1"/>
          </p:nvPr>
        </p:nvSpPr>
        <p:spPr>
          <a:xfrm>
            <a:off x="713225" y="3209796"/>
            <a:ext cx="44445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12" name="Google Shape;912;p41"/>
          <p:cNvSpPr/>
          <p:nvPr/>
        </p:nvSpPr>
        <p:spPr>
          <a:xfrm>
            <a:off x="5294150" y="101292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3" name="Google Shape;913;p41"/>
          <p:cNvGrpSpPr/>
          <p:nvPr/>
        </p:nvGrpSpPr>
        <p:grpSpPr>
          <a:xfrm>
            <a:off x="4091402" y="4414375"/>
            <a:ext cx="367931" cy="258297"/>
            <a:chOff x="4992850" y="4345375"/>
            <a:chExt cx="619413" cy="638400"/>
          </a:xfrm>
        </p:grpSpPr>
        <p:sp>
          <p:nvSpPr>
            <p:cNvPr id="914" name="Google Shape;914;p41"/>
            <p:cNvSpPr/>
            <p:nvPr/>
          </p:nvSpPr>
          <p:spPr>
            <a:xfrm>
              <a:off x="4992850"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1"/>
            <p:cNvSpPr/>
            <p:nvPr/>
          </p:nvSpPr>
          <p:spPr>
            <a:xfrm rot="10800000">
              <a:off x="5386363"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6" name="Google Shape;916;p41"/>
          <p:cNvSpPr/>
          <p:nvPr/>
        </p:nvSpPr>
        <p:spPr>
          <a:xfrm>
            <a:off x="6956400" y="4144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41"/>
          <p:cNvGrpSpPr/>
          <p:nvPr/>
        </p:nvGrpSpPr>
        <p:grpSpPr>
          <a:xfrm>
            <a:off x="5293908" y="1087072"/>
            <a:ext cx="3381870" cy="3516739"/>
            <a:chOff x="5222815" y="1012953"/>
            <a:chExt cx="3453354" cy="3591074"/>
          </a:xfrm>
        </p:grpSpPr>
        <p:sp>
          <p:nvSpPr>
            <p:cNvPr id="918" name="Google Shape;918;p41"/>
            <p:cNvSpPr/>
            <p:nvPr/>
          </p:nvSpPr>
          <p:spPr>
            <a:xfrm>
              <a:off x="5222815" y="1012953"/>
              <a:ext cx="3453354" cy="3346964"/>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41"/>
            <p:cNvGrpSpPr/>
            <p:nvPr/>
          </p:nvGrpSpPr>
          <p:grpSpPr>
            <a:xfrm>
              <a:off x="6352264" y="1624259"/>
              <a:ext cx="378942" cy="384502"/>
              <a:chOff x="5033016" y="2415353"/>
              <a:chExt cx="132303" cy="134249"/>
            </a:xfrm>
          </p:grpSpPr>
          <p:sp>
            <p:nvSpPr>
              <p:cNvPr id="920" name="Google Shape;920;p41"/>
              <p:cNvSpPr/>
              <p:nvPr/>
            </p:nvSpPr>
            <p:spPr>
              <a:xfrm>
                <a:off x="5033016" y="2415353"/>
                <a:ext cx="132303" cy="134249"/>
              </a:xfrm>
              <a:custGeom>
                <a:avLst/>
                <a:gdLst/>
                <a:ahLst/>
                <a:cxnLst/>
                <a:rect l="l" t="t" r="r" b="b"/>
                <a:pathLst>
                  <a:path w="3807" h="3863" extrusionOk="0">
                    <a:moveTo>
                      <a:pt x="1925" y="963"/>
                    </a:moveTo>
                    <a:cubicBezTo>
                      <a:pt x="2394" y="963"/>
                      <a:pt x="2807" y="1326"/>
                      <a:pt x="2858" y="1804"/>
                    </a:cubicBezTo>
                    <a:cubicBezTo>
                      <a:pt x="2922" y="2335"/>
                      <a:pt x="2568" y="2830"/>
                      <a:pt x="2038" y="2922"/>
                    </a:cubicBezTo>
                    <a:cubicBezTo>
                      <a:pt x="2003" y="2926"/>
                      <a:pt x="1968" y="2927"/>
                      <a:pt x="1933" y="2927"/>
                    </a:cubicBezTo>
                    <a:cubicBezTo>
                      <a:pt x="1446" y="2927"/>
                      <a:pt x="1027" y="2562"/>
                      <a:pt x="948" y="2066"/>
                    </a:cubicBezTo>
                    <a:cubicBezTo>
                      <a:pt x="884" y="1535"/>
                      <a:pt x="1238" y="1033"/>
                      <a:pt x="1769" y="976"/>
                    </a:cubicBezTo>
                    <a:cubicBezTo>
                      <a:pt x="1821" y="967"/>
                      <a:pt x="1874" y="963"/>
                      <a:pt x="1925" y="963"/>
                    </a:cubicBezTo>
                    <a:close/>
                    <a:moveTo>
                      <a:pt x="1974" y="0"/>
                    </a:moveTo>
                    <a:lnTo>
                      <a:pt x="1974" y="36"/>
                    </a:lnTo>
                    <a:cubicBezTo>
                      <a:pt x="2009" y="212"/>
                      <a:pt x="1889" y="389"/>
                      <a:pt x="1712" y="389"/>
                    </a:cubicBezTo>
                    <a:cubicBezTo>
                      <a:pt x="1695" y="392"/>
                      <a:pt x="1678" y="393"/>
                      <a:pt x="1661" y="393"/>
                    </a:cubicBezTo>
                    <a:cubicBezTo>
                      <a:pt x="1507" y="393"/>
                      <a:pt x="1384" y="280"/>
                      <a:pt x="1358" y="120"/>
                    </a:cubicBezTo>
                    <a:lnTo>
                      <a:pt x="1358" y="92"/>
                    </a:lnTo>
                    <a:cubicBezTo>
                      <a:pt x="1238" y="120"/>
                      <a:pt x="1125" y="177"/>
                      <a:pt x="1005" y="241"/>
                    </a:cubicBezTo>
                    <a:cubicBezTo>
                      <a:pt x="1033" y="241"/>
                      <a:pt x="1033" y="241"/>
                      <a:pt x="1033" y="269"/>
                    </a:cubicBezTo>
                    <a:cubicBezTo>
                      <a:pt x="1153" y="389"/>
                      <a:pt x="1125" y="594"/>
                      <a:pt x="976" y="708"/>
                    </a:cubicBezTo>
                    <a:cubicBezTo>
                      <a:pt x="923" y="748"/>
                      <a:pt x="854" y="771"/>
                      <a:pt x="783" y="771"/>
                    </a:cubicBezTo>
                    <a:cubicBezTo>
                      <a:pt x="692" y="771"/>
                      <a:pt x="598" y="734"/>
                      <a:pt x="531" y="651"/>
                    </a:cubicBezTo>
                    <a:lnTo>
                      <a:pt x="531" y="623"/>
                    </a:lnTo>
                    <a:cubicBezTo>
                      <a:pt x="446" y="708"/>
                      <a:pt x="354" y="800"/>
                      <a:pt x="297" y="920"/>
                    </a:cubicBezTo>
                    <a:lnTo>
                      <a:pt x="326" y="920"/>
                    </a:lnTo>
                    <a:cubicBezTo>
                      <a:pt x="502" y="976"/>
                      <a:pt x="559" y="1182"/>
                      <a:pt x="502" y="1330"/>
                    </a:cubicBezTo>
                    <a:cubicBezTo>
                      <a:pt x="460" y="1463"/>
                      <a:pt x="349" y="1528"/>
                      <a:pt x="222" y="1528"/>
                    </a:cubicBezTo>
                    <a:cubicBezTo>
                      <a:pt x="180" y="1528"/>
                      <a:pt x="136" y="1521"/>
                      <a:pt x="92" y="1507"/>
                    </a:cubicBezTo>
                    <a:lnTo>
                      <a:pt x="64" y="1507"/>
                    </a:lnTo>
                    <a:cubicBezTo>
                      <a:pt x="28" y="1627"/>
                      <a:pt x="0" y="1741"/>
                      <a:pt x="0" y="1861"/>
                    </a:cubicBezTo>
                    <a:lnTo>
                      <a:pt x="64" y="1861"/>
                    </a:lnTo>
                    <a:cubicBezTo>
                      <a:pt x="78" y="1858"/>
                      <a:pt x="93" y="1856"/>
                      <a:pt x="108" y="1856"/>
                    </a:cubicBezTo>
                    <a:cubicBezTo>
                      <a:pt x="240" y="1856"/>
                      <a:pt x="382" y="1964"/>
                      <a:pt x="382" y="2123"/>
                    </a:cubicBezTo>
                    <a:cubicBezTo>
                      <a:pt x="417" y="2299"/>
                      <a:pt x="297" y="2476"/>
                      <a:pt x="120" y="2476"/>
                    </a:cubicBezTo>
                    <a:lnTo>
                      <a:pt x="92" y="2476"/>
                    </a:lnTo>
                    <a:cubicBezTo>
                      <a:pt x="120" y="2625"/>
                      <a:pt x="177" y="2745"/>
                      <a:pt x="241" y="2830"/>
                    </a:cubicBezTo>
                    <a:lnTo>
                      <a:pt x="269" y="2802"/>
                    </a:lnTo>
                    <a:cubicBezTo>
                      <a:pt x="318" y="2765"/>
                      <a:pt x="385" y="2744"/>
                      <a:pt x="454" y="2744"/>
                    </a:cubicBezTo>
                    <a:cubicBezTo>
                      <a:pt x="546" y="2744"/>
                      <a:pt x="643" y="2781"/>
                      <a:pt x="708" y="2865"/>
                    </a:cubicBezTo>
                    <a:cubicBezTo>
                      <a:pt x="800" y="3007"/>
                      <a:pt x="771" y="3219"/>
                      <a:pt x="651" y="3304"/>
                    </a:cubicBezTo>
                    <a:cubicBezTo>
                      <a:pt x="623" y="3332"/>
                      <a:pt x="623" y="3332"/>
                      <a:pt x="594" y="3332"/>
                    </a:cubicBezTo>
                    <a:cubicBezTo>
                      <a:pt x="708" y="3424"/>
                      <a:pt x="800" y="3509"/>
                      <a:pt x="913" y="3573"/>
                    </a:cubicBezTo>
                    <a:lnTo>
                      <a:pt x="913" y="3537"/>
                    </a:lnTo>
                    <a:cubicBezTo>
                      <a:pt x="959" y="3408"/>
                      <a:pt x="1067" y="3327"/>
                      <a:pt x="1191" y="3327"/>
                    </a:cubicBezTo>
                    <a:cubicBezTo>
                      <a:pt x="1236" y="3327"/>
                      <a:pt x="1283" y="3338"/>
                      <a:pt x="1330" y="3361"/>
                    </a:cubicBezTo>
                    <a:cubicBezTo>
                      <a:pt x="1479" y="3424"/>
                      <a:pt x="1564" y="3601"/>
                      <a:pt x="1507" y="3778"/>
                    </a:cubicBezTo>
                    <a:lnTo>
                      <a:pt x="1479" y="3806"/>
                    </a:lnTo>
                    <a:cubicBezTo>
                      <a:pt x="1592" y="3835"/>
                      <a:pt x="1712" y="3863"/>
                      <a:pt x="1861" y="3863"/>
                    </a:cubicBezTo>
                    <a:cubicBezTo>
                      <a:pt x="1861" y="3835"/>
                      <a:pt x="1832" y="3835"/>
                      <a:pt x="1832" y="3806"/>
                    </a:cubicBezTo>
                    <a:cubicBezTo>
                      <a:pt x="1797" y="3629"/>
                      <a:pt x="1946" y="3481"/>
                      <a:pt x="2094" y="3453"/>
                    </a:cubicBezTo>
                    <a:cubicBezTo>
                      <a:pt x="2112" y="3450"/>
                      <a:pt x="2131" y="3448"/>
                      <a:pt x="2149" y="3448"/>
                    </a:cubicBezTo>
                    <a:cubicBezTo>
                      <a:pt x="2305" y="3448"/>
                      <a:pt x="2448" y="3556"/>
                      <a:pt x="2448" y="3714"/>
                    </a:cubicBezTo>
                    <a:lnTo>
                      <a:pt x="2448" y="3778"/>
                    </a:lnTo>
                    <a:cubicBezTo>
                      <a:pt x="2596" y="3750"/>
                      <a:pt x="2717" y="3686"/>
                      <a:pt x="2802" y="3629"/>
                    </a:cubicBezTo>
                    <a:lnTo>
                      <a:pt x="2773" y="3601"/>
                    </a:lnTo>
                    <a:cubicBezTo>
                      <a:pt x="2681" y="3453"/>
                      <a:pt x="2681" y="3247"/>
                      <a:pt x="2830" y="3155"/>
                    </a:cubicBezTo>
                    <a:cubicBezTo>
                      <a:pt x="2891" y="3109"/>
                      <a:pt x="2957" y="3086"/>
                      <a:pt x="3022" y="3086"/>
                    </a:cubicBezTo>
                    <a:cubicBezTo>
                      <a:pt x="3115" y="3086"/>
                      <a:pt x="3205" y="3132"/>
                      <a:pt x="3276" y="3219"/>
                    </a:cubicBezTo>
                    <a:lnTo>
                      <a:pt x="3304" y="3247"/>
                    </a:lnTo>
                    <a:cubicBezTo>
                      <a:pt x="3389" y="3155"/>
                      <a:pt x="3452" y="3042"/>
                      <a:pt x="3537" y="2950"/>
                    </a:cubicBezTo>
                    <a:cubicBezTo>
                      <a:pt x="3509" y="2950"/>
                      <a:pt x="3509" y="2950"/>
                      <a:pt x="3481" y="2922"/>
                    </a:cubicBezTo>
                    <a:cubicBezTo>
                      <a:pt x="3332" y="2865"/>
                      <a:pt x="3247" y="2688"/>
                      <a:pt x="3304" y="2512"/>
                    </a:cubicBezTo>
                    <a:cubicBezTo>
                      <a:pt x="3348" y="2396"/>
                      <a:pt x="3483" y="2314"/>
                      <a:pt x="3610" y="2314"/>
                    </a:cubicBezTo>
                    <a:cubicBezTo>
                      <a:pt x="3646" y="2314"/>
                      <a:pt x="3681" y="2321"/>
                      <a:pt x="3714" y="2335"/>
                    </a:cubicBezTo>
                    <a:lnTo>
                      <a:pt x="3742" y="2363"/>
                    </a:lnTo>
                    <a:cubicBezTo>
                      <a:pt x="3778" y="2243"/>
                      <a:pt x="3806" y="2123"/>
                      <a:pt x="3806" y="1981"/>
                    </a:cubicBezTo>
                    <a:lnTo>
                      <a:pt x="3806" y="1981"/>
                    </a:lnTo>
                    <a:lnTo>
                      <a:pt x="3778" y="2009"/>
                    </a:lnTo>
                    <a:cubicBezTo>
                      <a:pt x="3601" y="2009"/>
                      <a:pt x="3424" y="1889"/>
                      <a:pt x="3424" y="1712"/>
                    </a:cubicBezTo>
                    <a:cubicBezTo>
                      <a:pt x="3389" y="1535"/>
                      <a:pt x="3509" y="1387"/>
                      <a:pt x="3686" y="1359"/>
                    </a:cubicBezTo>
                    <a:lnTo>
                      <a:pt x="3714" y="1359"/>
                    </a:lnTo>
                    <a:cubicBezTo>
                      <a:pt x="3686" y="1238"/>
                      <a:pt x="3629" y="1125"/>
                      <a:pt x="3566" y="1005"/>
                    </a:cubicBezTo>
                    <a:cubicBezTo>
                      <a:pt x="3566" y="1033"/>
                      <a:pt x="3566" y="1033"/>
                      <a:pt x="3537" y="1033"/>
                    </a:cubicBezTo>
                    <a:cubicBezTo>
                      <a:pt x="3490" y="1084"/>
                      <a:pt x="3424" y="1108"/>
                      <a:pt x="3356" y="1108"/>
                    </a:cubicBezTo>
                    <a:cubicBezTo>
                      <a:pt x="3263" y="1108"/>
                      <a:pt x="3164" y="1062"/>
                      <a:pt x="3099" y="976"/>
                    </a:cubicBezTo>
                    <a:cubicBezTo>
                      <a:pt x="3007" y="856"/>
                      <a:pt x="3035" y="651"/>
                      <a:pt x="3155" y="531"/>
                    </a:cubicBezTo>
                    <a:lnTo>
                      <a:pt x="3184" y="531"/>
                    </a:lnTo>
                    <a:cubicBezTo>
                      <a:pt x="3099" y="446"/>
                      <a:pt x="3007" y="354"/>
                      <a:pt x="2894" y="297"/>
                    </a:cubicBezTo>
                    <a:lnTo>
                      <a:pt x="2894" y="326"/>
                    </a:lnTo>
                    <a:cubicBezTo>
                      <a:pt x="2844" y="442"/>
                      <a:pt x="2725" y="523"/>
                      <a:pt x="2592" y="523"/>
                    </a:cubicBezTo>
                    <a:cubicBezTo>
                      <a:pt x="2554" y="523"/>
                      <a:pt x="2515" y="517"/>
                      <a:pt x="2476" y="503"/>
                    </a:cubicBezTo>
                    <a:cubicBezTo>
                      <a:pt x="2328" y="446"/>
                      <a:pt x="2243" y="241"/>
                      <a:pt x="2299" y="92"/>
                    </a:cubicBezTo>
                    <a:lnTo>
                      <a:pt x="2328" y="64"/>
                    </a:lnTo>
                    <a:cubicBezTo>
                      <a:pt x="2214" y="36"/>
                      <a:pt x="2094" y="0"/>
                      <a:pt x="19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1"/>
              <p:cNvSpPr/>
              <p:nvPr/>
            </p:nvSpPr>
            <p:spPr>
              <a:xfrm>
                <a:off x="5056613" y="2442148"/>
                <a:ext cx="85074" cy="80904"/>
              </a:xfrm>
              <a:custGeom>
                <a:avLst/>
                <a:gdLst/>
                <a:ahLst/>
                <a:cxnLst/>
                <a:rect l="l" t="t" r="r" b="b"/>
                <a:pathLst>
                  <a:path w="2448" h="2328" extrusionOk="0">
                    <a:moveTo>
                      <a:pt x="1238" y="57"/>
                    </a:moveTo>
                    <a:cubicBezTo>
                      <a:pt x="1769" y="57"/>
                      <a:pt x="2243" y="467"/>
                      <a:pt x="2299" y="998"/>
                    </a:cubicBezTo>
                    <a:cubicBezTo>
                      <a:pt x="2391" y="1620"/>
                      <a:pt x="1974" y="2179"/>
                      <a:pt x="1387" y="2271"/>
                    </a:cubicBezTo>
                    <a:lnTo>
                      <a:pt x="1238" y="2271"/>
                    </a:lnTo>
                    <a:cubicBezTo>
                      <a:pt x="679" y="2271"/>
                      <a:pt x="205" y="1854"/>
                      <a:pt x="149" y="1323"/>
                    </a:cubicBezTo>
                    <a:cubicBezTo>
                      <a:pt x="57" y="708"/>
                      <a:pt x="474" y="149"/>
                      <a:pt x="1090" y="57"/>
                    </a:cubicBezTo>
                    <a:close/>
                    <a:moveTo>
                      <a:pt x="1061" y="0"/>
                    </a:moveTo>
                    <a:cubicBezTo>
                      <a:pt x="446" y="85"/>
                      <a:pt x="0" y="679"/>
                      <a:pt x="92" y="1323"/>
                    </a:cubicBezTo>
                    <a:cubicBezTo>
                      <a:pt x="177" y="1882"/>
                      <a:pt x="651" y="2328"/>
                      <a:pt x="1238" y="2328"/>
                    </a:cubicBezTo>
                    <a:lnTo>
                      <a:pt x="1387" y="2328"/>
                    </a:lnTo>
                    <a:cubicBezTo>
                      <a:pt x="2002" y="2236"/>
                      <a:pt x="2448" y="1649"/>
                      <a:pt x="2356" y="998"/>
                    </a:cubicBezTo>
                    <a:cubicBezTo>
                      <a:pt x="2299" y="439"/>
                      <a:pt x="1797" y="0"/>
                      <a:pt x="1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41"/>
            <p:cNvGrpSpPr/>
            <p:nvPr/>
          </p:nvGrpSpPr>
          <p:grpSpPr>
            <a:xfrm>
              <a:off x="8150729" y="2571746"/>
              <a:ext cx="461359" cy="469107"/>
              <a:chOff x="5894466" y="2926705"/>
              <a:chExt cx="161078" cy="163789"/>
            </a:xfrm>
          </p:grpSpPr>
          <p:sp>
            <p:nvSpPr>
              <p:cNvPr id="923" name="Google Shape;923;p41"/>
              <p:cNvSpPr/>
              <p:nvPr/>
            </p:nvSpPr>
            <p:spPr>
              <a:xfrm>
                <a:off x="5894466" y="2926705"/>
                <a:ext cx="161078" cy="163789"/>
              </a:xfrm>
              <a:custGeom>
                <a:avLst/>
                <a:gdLst/>
                <a:ahLst/>
                <a:cxnLst/>
                <a:rect l="l" t="t" r="r" b="b"/>
                <a:pathLst>
                  <a:path w="4635" h="4713" extrusionOk="0">
                    <a:moveTo>
                      <a:pt x="2310" y="1165"/>
                    </a:moveTo>
                    <a:cubicBezTo>
                      <a:pt x="2893" y="1165"/>
                      <a:pt x="3403" y="1609"/>
                      <a:pt x="3481" y="2208"/>
                    </a:cubicBezTo>
                    <a:cubicBezTo>
                      <a:pt x="3573" y="2859"/>
                      <a:pt x="3128" y="3446"/>
                      <a:pt x="2477" y="3566"/>
                    </a:cubicBezTo>
                    <a:cubicBezTo>
                      <a:pt x="2426" y="3573"/>
                      <a:pt x="2375" y="3576"/>
                      <a:pt x="2325" y="3576"/>
                    </a:cubicBezTo>
                    <a:cubicBezTo>
                      <a:pt x="1742" y="3576"/>
                      <a:pt x="1232" y="3133"/>
                      <a:pt x="1154" y="2534"/>
                    </a:cubicBezTo>
                    <a:cubicBezTo>
                      <a:pt x="1062" y="1883"/>
                      <a:pt x="1507" y="1267"/>
                      <a:pt x="2158" y="1175"/>
                    </a:cubicBezTo>
                    <a:cubicBezTo>
                      <a:pt x="2209" y="1169"/>
                      <a:pt x="2260" y="1165"/>
                      <a:pt x="2310" y="1165"/>
                    </a:cubicBezTo>
                    <a:close/>
                    <a:moveTo>
                      <a:pt x="2392" y="1"/>
                    </a:moveTo>
                    <a:lnTo>
                      <a:pt x="2392" y="58"/>
                    </a:lnTo>
                    <a:cubicBezTo>
                      <a:pt x="2420" y="263"/>
                      <a:pt x="2272" y="468"/>
                      <a:pt x="2066" y="496"/>
                    </a:cubicBezTo>
                    <a:cubicBezTo>
                      <a:pt x="2046" y="500"/>
                      <a:pt x="2026" y="501"/>
                      <a:pt x="2007" y="501"/>
                    </a:cubicBezTo>
                    <a:cubicBezTo>
                      <a:pt x="1828" y="501"/>
                      <a:pt x="1682" y="359"/>
                      <a:pt x="1656" y="142"/>
                    </a:cubicBezTo>
                    <a:cubicBezTo>
                      <a:pt x="1628" y="142"/>
                      <a:pt x="1628" y="114"/>
                      <a:pt x="1628" y="114"/>
                    </a:cubicBezTo>
                    <a:cubicBezTo>
                      <a:pt x="1507" y="142"/>
                      <a:pt x="1359" y="206"/>
                      <a:pt x="1210" y="291"/>
                    </a:cubicBezTo>
                    <a:cubicBezTo>
                      <a:pt x="1239" y="291"/>
                      <a:pt x="1239" y="291"/>
                      <a:pt x="1239" y="319"/>
                    </a:cubicBezTo>
                    <a:cubicBezTo>
                      <a:pt x="1387" y="496"/>
                      <a:pt x="1359" y="737"/>
                      <a:pt x="1182" y="850"/>
                    </a:cubicBezTo>
                    <a:cubicBezTo>
                      <a:pt x="1105" y="914"/>
                      <a:pt x="1017" y="946"/>
                      <a:pt x="933" y="946"/>
                    </a:cubicBezTo>
                    <a:cubicBezTo>
                      <a:pt x="823" y="946"/>
                      <a:pt x="719" y="893"/>
                      <a:pt x="651" y="793"/>
                    </a:cubicBezTo>
                    <a:lnTo>
                      <a:pt x="623" y="765"/>
                    </a:lnTo>
                    <a:cubicBezTo>
                      <a:pt x="531" y="850"/>
                      <a:pt x="418" y="998"/>
                      <a:pt x="354" y="1119"/>
                    </a:cubicBezTo>
                    <a:lnTo>
                      <a:pt x="390" y="1119"/>
                    </a:lnTo>
                    <a:cubicBezTo>
                      <a:pt x="595" y="1204"/>
                      <a:pt x="680" y="1444"/>
                      <a:pt x="595" y="1649"/>
                    </a:cubicBezTo>
                    <a:cubicBezTo>
                      <a:pt x="546" y="1784"/>
                      <a:pt x="399" y="1886"/>
                      <a:pt x="241" y="1886"/>
                    </a:cubicBezTo>
                    <a:cubicBezTo>
                      <a:pt x="192" y="1886"/>
                      <a:pt x="141" y="1876"/>
                      <a:pt x="93" y="1854"/>
                    </a:cubicBezTo>
                    <a:lnTo>
                      <a:pt x="64" y="1826"/>
                    </a:lnTo>
                    <a:cubicBezTo>
                      <a:pt x="36" y="1975"/>
                      <a:pt x="1" y="2123"/>
                      <a:pt x="1" y="2265"/>
                    </a:cubicBezTo>
                    <a:lnTo>
                      <a:pt x="36" y="2265"/>
                    </a:lnTo>
                    <a:cubicBezTo>
                      <a:pt x="55" y="2262"/>
                      <a:pt x="74" y="2261"/>
                      <a:pt x="92" y="2261"/>
                    </a:cubicBezTo>
                    <a:cubicBezTo>
                      <a:pt x="298" y="2261"/>
                      <a:pt x="449" y="2402"/>
                      <a:pt x="475" y="2590"/>
                    </a:cubicBezTo>
                    <a:cubicBezTo>
                      <a:pt x="503" y="2831"/>
                      <a:pt x="354" y="3008"/>
                      <a:pt x="149" y="3036"/>
                    </a:cubicBezTo>
                    <a:lnTo>
                      <a:pt x="93" y="3036"/>
                    </a:lnTo>
                    <a:cubicBezTo>
                      <a:pt x="149" y="3184"/>
                      <a:pt x="213" y="3326"/>
                      <a:pt x="269" y="3474"/>
                    </a:cubicBezTo>
                    <a:cubicBezTo>
                      <a:pt x="269" y="3446"/>
                      <a:pt x="298" y="3446"/>
                      <a:pt x="298" y="3446"/>
                    </a:cubicBezTo>
                    <a:cubicBezTo>
                      <a:pt x="375" y="3381"/>
                      <a:pt x="462" y="3350"/>
                      <a:pt x="549" y="3350"/>
                    </a:cubicBezTo>
                    <a:cubicBezTo>
                      <a:pt x="662" y="3350"/>
                      <a:pt x="773" y="3403"/>
                      <a:pt x="857" y="3503"/>
                    </a:cubicBezTo>
                    <a:cubicBezTo>
                      <a:pt x="977" y="3680"/>
                      <a:pt x="949" y="3920"/>
                      <a:pt x="772" y="4033"/>
                    </a:cubicBezTo>
                    <a:cubicBezTo>
                      <a:pt x="772" y="4069"/>
                      <a:pt x="743" y="4069"/>
                      <a:pt x="743" y="4097"/>
                    </a:cubicBezTo>
                    <a:cubicBezTo>
                      <a:pt x="828" y="4182"/>
                      <a:pt x="977" y="4274"/>
                      <a:pt x="1097" y="4359"/>
                    </a:cubicBezTo>
                    <a:cubicBezTo>
                      <a:pt x="1097" y="4359"/>
                      <a:pt x="1097" y="4330"/>
                      <a:pt x="1125" y="4302"/>
                    </a:cubicBezTo>
                    <a:cubicBezTo>
                      <a:pt x="1169" y="4167"/>
                      <a:pt x="1315" y="4065"/>
                      <a:pt x="1460" y="4065"/>
                    </a:cubicBezTo>
                    <a:cubicBezTo>
                      <a:pt x="1505" y="4065"/>
                      <a:pt x="1550" y="4075"/>
                      <a:pt x="1592" y="4097"/>
                    </a:cubicBezTo>
                    <a:cubicBezTo>
                      <a:pt x="1805" y="4182"/>
                      <a:pt x="1889" y="4387"/>
                      <a:pt x="1833" y="4599"/>
                    </a:cubicBezTo>
                    <a:cubicBezTo>
                      <a:pt x="1805" y="4628"/>
                      <a:pt x="1805" y="4656"/>
                      <a:pt x="1805" y="4656"/>
                    </a:cubicBezTo>
                    <a:cubicBezTo>
                      <a:pt x="1946" y="4684"/>
                      <a:pt x="2095" y="4712"/>
                      <a:pt x="2243" y="4712"/>
                    </a:cubicBezTo>
                    <a:lnTo>
                      <a:pt x="2243" y="4656"/>
                    </a:lnTo>
                    <a:cubicBezTo>
                      <a:pt x="2215" y="4451"/>
                      <a:pt x="2363" y="4246"/>
                      <a:pt x="2569" y="4210"/>
                    </a:cubicBezTo>
                    <a:cubicBezTo>
                      <a:pt x="2585" y="4208"/>
                      <a:pt x="2602" y="4207"/>
                      <a:pt x="2618" y="4207"/>
                    </a:cubicBezTo>
                    <a:cubicBezTo>
                      <a:pt x="2802" y="4207"/>
                      <a:pt x="2953" y="4350"/>
                      <a:pt x="2979" y="4564"/>
                    </a:cubicBezTo>
                    <a:cubicBezTo>
                      <a:pt x="3007" y="4564"/>
                      <a:pt x="3007" y="4599"/>
                      <a:pt x="2979" y="4628"/>
                    </a:cubicBezTo>
                    <a:cubicBezTo>
                      <a:pt x="3156" y="4564"/>
                      <a:pt x="3276" y="4507"/>
                      <a:pt x="3425" y="4451"/>
                    </a:cubicBezTo>
                    <a:cubicBezTo>
                      <a:pt x="3396" y="4422"/>
                      <a:pt x="3396" y="4422"/>
                      <a:pt x="3396" y="4387"/>
                    </a:cubicBezTo>
                    <a:cubicBezTo>
                      <a:pt x="3248" y="4210"/>
                      <a:pt x="3276" y="3977"/>
                      <a:pt x="3453" y="3856"/>
                    </a:cubicBezTo>
                    <a:cubicBezTo>
                      <a:pt x="3529" y="3796"/>
                      <a:pt x="3615" y="3766"/>
                      <a:pt x="3698" y="3766"/>
                    </a:cubicBezTo>
                    <a:cubicBezTo>
                      <a:pt x="3809" y="3766"/>
                      <a:pt x="3915" y="3819"/>
                      <a:pt x="3984" y="3920"/>
                    </a:cubicBezTo>
                    <a:cubicBezTo>
                      <a:pt x="4012" y="3948"/>
                      <a:pt x="4012" y="3948"/>
                      <a:pt x="4012" y="3977"/>
                    </a:cubicBezTo>
                    <a:cubicBezTo>
                      <a:pt x="4132" y="3856"/>
                      <a:pt x="4217" y="3743"/>
                      <a:pt x="4309" y="3595"/>
                    </a:cubicBezTo>
                    <a:lnTo>
                      <a:pt x="4245" y="3595"/>
                    </a:lnTo>
                    <a:cubicBezTo>
                      <a:pt x="4040" y="3503"/>
                      <a:pt x="3955" y="3269"/>
                      <a:pt x="4040" y="3064"/>
                    </a:cubicBezTo>
                    <a:cubicBezTo>
                      <a:pt x="4089" y="2929"/>
                      <a:pt x="4236" y="2827"/>
                      <a:pt x="4394" y="2827"/>
                    </a:cubicBezTo>
                    <a:cubicBezTo>
                      <a:pt x="4443" y="2827"/>
                      <a:pt x="4494" y="2837"/>
                      <a:pt x="4542" y="2859"/>
                    </a:cubicBezTo>
                    <a:lnTo>
                      <a:pt x="4571" y="2887"/>
                    </a:lnTo>
                    <a:cubicBezTo>
                      <a:pt x="4599" y="2739"/>
                      <a:pt x="4634" y="2590"/>
                      <a:pt x="4634" y="2413"/>
                    </a:cubicBezTo>
                    <a:lnTo>
                      <a:pt x="4634" y="2413"/>
                    </a:lnTo>
                    <a:cubicBezTo>
                      <a:pt x="4634" y="2442"/>
                      <a:pt x="4599" y="2442"/>
                      <a:pt x="4599" y="2442"/>
                    </a:cubicBezTo>
                    <a:cubicBezTo>
                      <a:pt x="4576" y="2445"/>
                      <a:pt x="4553" y="2447"/>
                      <a:pt x="4531" y="2447"/>
                    </a:cubicBezTo>
                    <a:cubicBezTo>
                      <a:pt x="4332" y="2447"/>
                      <a:pt x="4186" y="2308"/>
                      <a:pt x="4160" y="2123"/>
                    </a:cubicBezTo>
                    <a:cubicBezTo>
                      <a:pt x="4132" y="1883"/>
                      <a:pt x="4281" y="1706"/>
                      <a:pt x="4486" y="1678"/>
                    </a:cubicBezTo>
                    <a:lnTo>
                      <a:pt x="4542" y="1678"/>
                    </a:lnTo>
                    <a:cubicBezTo>
                      <a:pt x="4486" y="1529"/>
                      <a:pt x="4422" y="1380"/>
                      <a:pt x="4366" y="1239"/>
                    </a:cubicBezTo>
                    <a:lnTo>
                      <a:pt x="4337" y="1267"/>
                    </a:lnTo>
                    <a:cubicBezTo>
                      <a:pt x="4262" y="1330"/>
                      <a:pt x="4177" y="1360"/>
                      <a:pt x="4092" y="1360"/>
                    </a:cubicBezTo>
                    <a:cubicBezTo>
                      <a:pt x="3977" y="1360"/>
                      <a:pt x="3864" y="1305"/>
                      <a:pt x="3778" y="1204"/>
                    </a:cubicBezTo>
                    <a:cubicBezTo>
                      <a:pt x="3658" y="1027"/>
                      <a:pt x="3686" y="793"/>
                      <a:pt x="3863" y="645"/>
                    </a:cubicBezTo>
                    <a:lnTo>
                      <a:pt x="3892" y="645"/>
                    </a:lnTo>
                    <a:cubicBezTo>
                      <a:pt x="3778" y="531"/>
                      <a:pt x="3658" y="440"/>
                      <a:pt x="3538" y="355"/>
                    </a:cubicBezTo>
                    <a:cubicBezTo>
                      <a:pt x="3538" y="383"/>
                      <a:pt x="3538" y="383"/>
                      <a:pt x="3510" y="411"/>
                    </a:cubicBezTo>
                    <a:cubicBezTo>
                      <a:pt x="3466" y="546"/>
                      <a:pt x="3320" y="648"/>
                      <a:pt x="3159" y="648"/>
                    </a:cubicBezTo>
                    <a:cubicBezTo>
                      <a:pt x="3109" y="648"/>
                      <a:pt x="3058" y="638"/>
                      <a:pt x="3007" y="616"/>
                    </a:cubicBezTo>
                    <a:cubicBezTo>
                      <a:pt x="2830" y="531"/>
                      <a:pt x="2745" y="291"/>
                      <a:pt x="2802" y="114"/>
                    </a:cubicBezTo>
                    <a:cubicBezTo>
                      <a:pt x="2830" y="86"/>
                      <a:pt x="2830" y="86"/>
                      <a:pt x="2830" y="58"/>
                    </a:cubicBezTo>
                    <a:cubicBezTo>
                      <a:pt x="2689" y="29"/>
                      <a:pt x="2540" y="29"/>
                      <a:pt x="23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1"/>
              <p:cNvSpPr/>
              <p:nvPr/>
            </p:nvSpPr>
            <p:spPr>
              <a:xfrm>
                <a:off x="5923241" y="2959407"/>
                <a:ext cx="103528" cy="98384"/>
              </a:xfrm>
              <a:custGeom>
                <a:avLst/>
                <a:gdLst/>
                <a:ahLst/>
                <a:cxnLst/>
                <a:rect l="l" t="t" r="r" b="b"/>
                <a:pathLst>
                  <a:path w="2979" h="2831" extrusionOk="0">
                    <a:moveTo>
                      <a:pt x="1507" y="57"/>
                    </a:moveTo>
                    <a:cubicBezTo>
                      <a:pt x="2151" y="57"/>
                      <a:pt x="2710" y="560"/>
                      <a:pt x="2802" y="1239"/>
                    </a:cubicBezTo>
                    <a:cubicBezTo>
                      <a:pt x="2922" y="1975"/>
                      <a:pt x="2391" y="2682"/>
                      <a:pt x="1684" y="2774"/>
                    </a:cubicBezTo>
                    <a:lnTo>
                      <a:pt x="1472" y="2774"/>
                    </a:lnTo>
                    <a:cubicBezTo>
                      <a:pt x="828" y="2774"/>
                      <a:pt x="269" y="2272"/>
                      <a:pt x="177" y="1621"/>
                    </a:cubicBezTo>
                    <a:cubicBezTo>
                      <a:pt x="57" y="857"/>
                      <a:pt x="588" y="178"/>
                      <a:pt x="1295" y="86"/>
                    </a:cubicBezTo>
                    <a:cubicBezTo>
                      <a:pt x="1359" y="57"/>
                      <a:pt x="1415" y="57"/>
                      <a:pt x="1507" y="57"/>
                    </a:cubicBezTo>
                    <a:close/>
                    <a:moveTo>
                      <a:pt x="1507" y="1"/>
                    </a:moveTo>
                    <a:cubicBezTo>
                      <a:pt x="1415" y="1"/>
                      <a:pt x="1359" y="1"/>
                      <a:pt x="1295" y="29"/>
                    </a:cubicBezTo>
                    <a:cubicBezTo>
                      <a:pt x="531" y="121"/>
                      <a:pt x="0" y="857"/>
                      <a:pt x="121" y="1621"/>
                    </a:cubicBezTo>
                    <a:cubicBezTo>
                      <a:pt x="206" y="2328"/>
                      <a:pt x="800" y="2831"/>
                      <a:pt x="1472" y="2831"/>
                    </a:cubicBezTo>
                    <a:lnTo>
                      <a:pt x="1684" y="2831"/>
                    </a:lnTo>
                    <a:cubicBezTo>
                      <a:pt x="2448" y="2710"/>
                      <a:pt x="2979" y="2003"/>
                      <a:pt x="2858" y="1239"/>
                    </a:cubicBezTo>
                    <a:cubicBezTo>
                      <a:pt x="2773" y="531"/>
                      <a:pt x="2179" y="1"/>
                      <a:pt x="15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 name="Google Shape;925;p41"/>
            <p:cNvGrpSpPr/>
            <p:nvPr/>
          </p:nvGrpSpPr>
          <p:grpSpPr>
            <a:xfrm>
              <a:off x="7790216" y="1173355"/>
              <a:ext cx="522575" cy="528230"/>
              <a:chOff x="5695820" y="2175629"/>
              <a:chExt cx="182451" cy="184432"/>
            </a:xfrm>
          </p:grpSpPr>
          <p:sp>
            <p:nvSpPr>
              <p:cNvPr id="926" name="Google Shape;926;p41"/>
              <p:cNvSpPr/>
              <p:nvPr/>
            </p:nvSpPr>
            <p:spPr>
              <a:xfrm>
                <a:off x="5695820" y="2175629"/>
                <a:ext cx="182451" cy="184432"/>
              </a:xfrm>
              <a:custGeom>
                <a:avLst/>
                <a:gdLst/>
                <a:ahLst/>
                <a:cxnLst/>
                <a:rect l="l" t="t" r="r" b="b"/>
                <a:pathLst>
                  <a:path w="5250" h="5307" extrusionOk="0">
                    <a:moveTo>
                      <a:pt x="2625" y="828"/>
                    </a:moveTo>
                    <a:cubicBezTo>
                      <a:pt x="3594" y="828"/>
                      <a:pt x="4394" y="1628"/>
                      <a:pt x="4394" y="2625"/>
                    </a:cubicBezTo>
                    <a:cubicBezTo>
                      <a:pt x="4422" y="3630"/>
                      <a:pt x="3630" y="4458"/>
                      <a:pt x="2625" y="4458"/>
                    </a:cubicBezTo>
                    <a:cubicBezTo>
                      <a:pt x="1649" y="4458"/>
                      <a:pt x="857" y="3658"/>
                      <a:pt x="857" y="2654"/>
                    </a:cubicBezTo>
                    <a:cubicBezTo>
                      <a:pt x="828" y="1656"/>
                      <a:pt x="1621" y="857"/>
                      <a:pt x="2625" y="828"/>
                    </a:cubicBezTo>
                    <a:close/>
                    <a:moveTo>
                      <a:pt x="2179" y="1"/>
                    </a:moveTo>
                    <a:cubicBezTo>
                      <a:pt x="2003" y="36"/>
                      <a:pt x="1861" y="64"/>
                      <a:pt x="1684" y="121"/>
                    </a:cubicBezTo>
                    <a:cubicBezTo>
                      <a:pt x="1713" y="149"/>
                      <a:pt x="1713" y="149"/>
                      <a:pt x="1713" y="178"/>
                    </a:cubicBezTo>
                    <a:cubicBezTo>
                      <a:pt x="1826" y="390"/>
                      <a:pt x="1769" y="652"/>
                      <a:pt x="1564" y="772"/>
                    </a:cubicBezTo>
                    <a:cubicBezTo>
                      <a:pt x="1494" y="810"/>
                      <a:pt x="1417" y="829"/>
                      <a:pt x="1341" y="829"/>
                    </a:cubicBezTo>
                    <a:cubicBezTo>
                      <a:pt x="1194" y="829"/>
                      <a:pt x="1051" y="759"/>
                      <a:pt x="977" y="623"/>
                    </a:cubicBezTo>
                    <a:cubicBezTo>
                      <a:pt x="941" y="595"/>
                      <a:pt x="941" y="595"/>
                      <a:pt x="941" y="567"/>
                    </a:cubicBezTo>
                    <a:cubicBezTo>
                      <a:pt x="800" y="680"/>
                      <a:pt x="680" y="800"/>
                      <a:pt x="588" y="949"/>
                    </a:cubicBezTo>
                    <a:cubicBezTo>
                      <a:pt x="588" y="949"/>
                      <a:pt x="623" y="949"/>
                      <a:pt x="623" y="977"/>
                    </a:cubicBezTo>
                    <a:cubicBezTo>
                      <a:pt x="828" y="1097"/>
                      <a:pt x="913" y="1359"/>
                      <a:pt x="800" y="1564"/>
                    </a:cubicBezTo>
                    <a:cubicBezTo>
                      <a:pt x="716" y="1707"/>
                      <a:pt x="561" y="1795"/>
                      <a:pt x="396" y="1795"/>
                    </a:cubicBezTo>
                    <a:cubicBezTo>
                      <a:pt x="323" y="1795"/>
                      <a:pt x="249" y="1778"/>
                      <a:pt x="177" y="1741"/>
                    </a:cubicBezTo>
                    <a:cubicBezTo>
                      <a:pt x="177" y="1713"/>
                      <a:pt x="149" y="1713"/>
                      <a:pt x="149" y="1713"/>
                    </a:cubicBezTo>
                    <a:cubicBezTo>
                      <a:pt x="93" y="1861"/>
                      <a:pt x="29" y="2038"/>
                      <a:pt x="1" y="2215"/>
                    </a:cubicBezTo>
                    <a:lnTo>
                      <a:pt x="57" y="2215"/>
                    </a:lnTo>
                    <a:cubicBezTo>
                      <a:pt x="298" y="2215"/>
                      <a:pt x="503" y="2392"/>
                      <a:pt x="503" y="2654"/>
                    </a:cubicBezTo>
                    <a:cubicBezTo>
                      <a:pt x="503" y="2894"/>
                      <a:pt x="326" y="3099"/>
                      <a:pt x="57" y="3099"/>
                    </a:cubicBezTo>
                    <a:lnTo>
                      <a:pt x="1" y="3099"/>
                    </a:lnTo>
                    <a:cubicBezTo>
                      <a:pt x="29" y="3276"/>
                      <a:pt x="93" y="3425"/>
                      <a:pt x="149" y="3602"/>
                    </a:cubicBezTo>
                    <a:cubicBezTo>
                      <a:pt x="149" y="3602"/>
                      <a:pt x="177" y="3573"/>
                      <a:pt x="206" y="3573"/>
                    </a:cubicBezTo>
                    <a:cubicBezTo>
                      <a:pt x="277" y="3522"/>
                      <a:pt x="356" y="3498"/>
                      <a:pt x="434" y="3498"/>
                    </a:cubicBezTo>
                    <a:cubicBezTo>
                      <a:pt x="580" y="3498"/>
                      <a:pt x="721" y="3581"/>
                      <a:pt x="800" y="3715"/>
                    </a:cubicBezTo>
                    <a:cubicBezTo>
                      <a:pt x="913" y="3927"/>
                      <a:pt x="857" y="4189"/>
                      <a:pt x="651" y="4337"/>
                    </a:cubicBezTo>
                    <a:cubicBezTo>
                      <a:pt x="623" y="4337"/>
                      <a:pt x="588" y="4337"/>
                      <a:pt x="559" y="4366"/>
                    </a:cubicBezTo>
                    <a:cubicBezTo>
                      <a:pt x="680" y="4486"/>
                      <a:pt x="800" y="4634"/>
                      <a:pt x="941" y="4719"/>
                    </a:cubicBezTo>
                    <a:cubicBezTo>
                      <a:pt x="941" y="4719"/>
                      <a:pt x="977" y="4691"/>
                      <a:pt x="977" y="4663"/>
                    </a:cubicBezTo>
                    <a:cubicBezTo>
                      <a:pt x="1052" y="4527"/>
                      <a:pt x="1194" y="4454"/>
                      <a:pt x="1341" y="4454"/>
                    </a:cubicBezTo>
                    <a:cubicBezTo>
                      <a:pt x="1417" y="4454"/>
                      <a:pt x="1494" y="4473"/>
                      <a:pt x="1564" y="4514"/>
                    </a:cubicBezTo>
                    <a:cubicBezTo>
                      <a:pt x="1769" y="4634"/>
                      <a:pt x="1861" y="4896"/>
                      <a:pt x="1741" y="5101"/>
                    </a:cubicBezTo>
                    <a:cubicBezTo>
                      <a:pt x="1713" y="5130"/>
                      <a:pt x="1713" y="5130"/>
                      <a:pt x="1684" y="5165"/>
                    </a:cubicBezTo>
                    <a:cubicBezTo>
                      <a:pt x="1861" y="5222"/>
                      <a:pt x="2038" y="5278"/>
                      <a:pt x="2215" y="5306"/>
                    </a:cubicBezTo>
                    <a:cubicBezTo>
                      <a:pt x="2215" y="5278"/>
                      <a:pt x="2179" y="5250"/>
                      <a:pt x="2179" y="5222"/>
                    </a:cubicBezTo>
                    <a:cubicBezTo>
                      <a:pt x="2179" y="4988"/>
                      <a:pt x="2392" y="4776"/>
                      <a:pt x="2625" y="4776"/>
                    </a:cubicBezTo>
                    <a:cubicBezTo>
                      <a:pt x="2859" y="4776"/>
                      <a:pt x="3064" y="4988"/>
                      <a:pt x="3064" y="5222"/>
                    </a:cubicBezTo>
                    <a:lnTo>
                      <a:pt x="3064" y="5306"/>
                    </a:lnTo>
                    <a:cubicBezTo>
                      <a:pt x="3241" y="5278"/>
                      <a:pt x="3417" y="5222"/>
                      <a:pt x="3566" y="5165"/>
                    </a:cubicBezTo>
                    <a:cubicBezTo>
                      <a:pt x="3566" y="5130"/>
                      <a:pt x="3538" y="5130"/>
                      <a:pt x="3538" y="5101"/>
                    </a:cubicBezTo>
                    <a:cubicBezTo>
                      <a:pt x="3417" y="4896"/>
                      <a:pt x="3481" y="4599"/>
                      <a:pt x="3686" y="4486"/>
                    </a:cubicBezTo>
                    <a:cubicBezTo>
                      <a:pt x="3758" y="4444"/>
                      <a:pt x="3836" y="4424"/>
                      <a:pt x="3914" y="4424"/>
                    </a:cubicBezTo>
                    <a:cubicBezTo>
                      <a:pt x="4059" y="4424"/>
                      <a:pt x="4200" y="4496"/>
                      <a:pt x="4273" y="4634"/>
                    </a:cubicBezTo>
                    <a:cubicBezTo>
                      <a:pt x="4302" y="4663"/>
                      <a:pt x="4302" y="4691"/>
                      <a:pt x="4302" y="4719"/>
                    </a:cubicBezTo>
                    <a:cubicBezTo>
                      <a:pt x="4450" y="4599"/>
                      <a:pt x="4571" y="4458"/>
                      <a:pt x="4691" y="4337"/>
                    </a:cubicBezTo>
                    <a:cubicBezTo>
                      <a:pt x="4655" y="4309"/>
                      <a:pt x="4655" y="4309"/>
                      <a:pt x="4627" y="4309"/>
                    </a:cubicBezTo>
                    <a:cubicBezTo>
                      <a:pt x="4422" y="4189"/>
                      <a:pt x="4337" y="3927"/>
                      <a:pt x="4450" y="3686"/>
                    </a:cubicBezTo>
                    <a:cubicBezTo>
                      <a:pt x="4530" y="3551"/>
                      <a:pt x="4670" y="3480"/>
                      <a:pt x="4826" y="3480"/>
                    </a:cubicBezTo>
                    <a:cubicBezTo>
                      <a:pt x="4907" y="3480"/>
                      <a:pt x="4991" y="3499"/>
                      <a:pt x="5073" y="3538"/>
                    </a:cubicBezTo>
                    <a:cubicBezTo>
                      <a:pt x="5073" y="3538"/>
                      <a:pt x="5101" y="3538"/>
                      <a:pt x="5101" y="3573"/>
                    </a:cubicBezTo>
                    <a:cubicBezTo>
                      <a:pt x="5158" y="3396"/>
                      <a:pt x="5221" y="3220"/>
                      <a:pt x="5250" y="3043"/>
                    </a:cubicBezTo>
                    <a:lnTo>
                      <a:pt x="5250" y="3043"/>
                    </a:lnTo>
                    <a:cubicBezTo>
                      <a:pt x="5221" y="3071"/>
                      <a:pt x="5221" y="3071"/>
                      <a:pt x="5186" y="3071"/>
                    </a:cubicBezTo>
                    <a:cubicBezTo>
                      <a:pt x="4953" y="3071"/>
                      <a:pt x="4747" y="2866"/>
                      <a:pt x="4747" y="2625"/>
                    </a:cubicBezTo>
                    <a:cubicBezTo>
                      <a:pt x="4747" y="2364"/>
                      <a:pt x="4924" y="2187"/>
                      <a:pt x="5186" y="2187"/>
                    </a:cubicBezTo>
                    <a:lnTo>
                      <a:pt x="5250" y="2187"/>
                    </a:lnTo>
                    <a:cubicBezTo>
                      <a:pt x="5221" y="2010"/>
                      <a:pt x="5158" y="1833"/>
                      <a:pt x="5101" y="1684"/>
                    </a:cubicBezTo>
                    <a:cubicBezTo>
                      <a:pt x="5073" y="1684"/>
                      <a:pt x="5073" y="1684"/>
                      <a:pt x="5045" y="1713"/>
                    </a:cubicBezTo>
                    <a:cubicBezTo>
                      <a:pt x="4974" y="1753"/>
                      <a:pt x="4899" y="1772"/>
                      <a:pt x="4824" y="1772"/>
                    </a:cubicBezTo>
                    <a:cubicBezTo>
                      <a:pt x="4675" y="1772"/>
                      <a:pt x="4531" y="1692"/>
                      <a:pt x="4450" y="1536"/>
                    </a:cubicBezTo>
                    <a:cubicBezTo>
                      <a:pt x="4337" y="1331"/>
                      <a:pt x="4394" y="1062"/>
                      <a:pt x="4599" y="949"/>
                    </a:cubicBezTo>
                    <a:cubicBezTo>
                      <a:pt x="4627" y="920"/>
                      <a:pt x="4655" y="920"/>
                      <a:pt x="4655" y="920"/>
                    </a:cubicBezTo>
                    <a:cubicBezTo>
                      <a:pt x="4542" y="772"/>
                      <a:pt x="4422" y="652"/>
                      <a:pt x="4302" y="567"/>
                    </a:cubicBezTo>
                    <a:cubicBezTo>
                      <a:pt x="4273" y="567"/>
                      <a:pt x="4273" y="595"/>
                      <a:pt x="4273" y="595"/>
                    </a:cubicBezTo>
                    <a:cubicBezTo>
                      <a:pt x="4195" y="738"/>
                      <a:pt x="4040" y="822"/>
                      <a:pt x="3885" y="822"/>
                    </a:cubicBezTo>
                    <a:cubicBezTo>
                      <a:pt x="3817" y="822"/>
                      <a:pt x="3749" y="806"/>
                      <a:pt x="3686" y="772"/>
                    </a:cubicBezTo>
                    <a:cubicBezTo>
                      <a:pt x="3481" y="652"/>
                      <a:pt x="3389" y="390"/>
                      <a:pt x="3509" y="149"/>
                    </a:cubicBezTo>
                    <a:lnTo>
                      <a:pt x="3538" y="121"/>
                    </a:lnTo>
                    <a:cubicBezTo>
                      <a:pt x="3389" y="64"/>
                      <a:pt x="3212" y="1"/>
                      <a:pt x="3035" y="1"/>
                    </a:cubicBezTo>
                    <a:lnTo>
                      <a:pt x="3064" y="36"/>
                    </a:lnTo>
                    <a:cubicBezTo>
                      <a:pt x="3064" y="270"/>
                      <a:pt x="2859" y="475"/>
                      <a:pt x="2625" y="475"/>
                    </a:cubicBezTo>
                    <a:cubicBezTo>
                      <a:pt x="2392" y="475"/>
                      <a:pt x="2179" y="298"/>
                      <a:pt x="2179" y="36"/>
                    </a:cubicBezTo>
                    <a:lnTo>
                      <a:pt x="21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1"/>
              <p:cNvSpPr/>
              <p:nvPr/>
            </p:nvSpPr>
            <p:spPr>
              <a:xfrm>
                <a:off x="5710068" y="2196342"/>
                <a:ext cx="154927" cy="142937"/>
              </a:xfrm>
              <a:custGeom>
                <a:avLst/>
                <a:gdLst/>
                <a:ahLst/>
                <a:cxnLst/>
                <a:rect l="l" t="t" r="r" b="b"/>
                <a:pathLst>
                  <a:path w="4458" h="4113" extrusionOk="0">
                    <a:moveTo>
                      <a:pt x="2208" y="669"/>
                    </a:moveTo>
                    <a:cubicBezTo>
                      <a:pt x="2309" y="669"/>
                      <a:pt x="2411" y="681"/>
                      <a:pt x="2512" y="706"/>
                    </a:cubicBezTo>
                    <a:cubicBezTo>
                      <a:pt x="3248" y="883"/>
                      <a:pt x="3715" y="1619"/>
                      <a:pt x="3538" y="2355"/>
                    </a:cubicBezTo>
                    <a:cubicBezTo>
                      <a:pt x="3386" y="2986"/>
                      <a:pt x="2823" y="3425"/>
                      <a:pt x="2219" y="3425"/>
                    </a:cubicBezTo>
                    <a:cubicBezTo>
                      <a:pt x="2119" y="3425"/>
                      <a:pt x="2018" y="3413"/>
                      <a:pt x="1918" y="3388"/>
                    </a:cubicBezTo>
                    <a:cubicBezTo>
                      <a:pt x="1182" y="3239"/>
                      <a:pt x="708" y="2475"/>
                      <a:pt x="885" y="1739"/>
                    </a:cubicBezTo>
                    <a:cubicBezTo>
                      <a:pt x="1037" y="1103"/>
                      <a:pt x="1604" y="669"/>
                      <a:pt x="2208" y="669"/>
                    </a:cubicBezTo>
                    <a:close/>
                    <a:moveTo>
                      <a:pt x="2228" y="1"/>
                    </a:moveTo>
                    <a:cubicBezTo>
                      <a:pt x="1302" y="1"/>
                      <a:pt x="466" y="655"/>
                      <a:pt x="241" y="1591"/>
                    </a:cubicBezTo>
                    <a:cubicBezTo>
                      <a:pt x="1" y="2708"/>
                      <a:pt x="680" y="3798"/>
                      <a:pt x="1741" y="4067"/>
                    </a:cubicBezTo>
                    <a:cubicBezTo>
                      <a:pt x="1885" y="4098"/>
                      <a:pt x="2030" y="4113"/>
                      <a:pt x="2173" y="4113"/>
                    </a:cubicBezTo>
                    <a:cubicBezTo>
                      <a:pt x="3106" y="4113"/>
                      <a:pt x="3962" y="3473"/>
                      <a:pt x="4189" y="2503"/>
                    </a:cubicBezTo>
                    <a:cubicBezTo>
                      <a:pt x="4458" y="1414"/>
                      <a:pt x="3750" y="289"/>
                      <a:pt x="2689" y="56"/>
                    </a:cubicBezTo>
                    <a:cubicBezTo>
                      <a:pt x="2534" y="19"/>
                      <a:pt x="2380" y="1"/>
                      <a:pt x="2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1"/>
              <p:cNvSpPr/>
              <p:nvPr/>
            </p:nvSpPr>
            <p:spPr>
              <a:xfrm>
                <a:off x="5724595" y="2209548"/>
                <a:ext cx="124935" cy="115830"/>
              </a:xfrm>
              <a:custGeom>
                <a:avLst/>
                <a:gdLst/>
                <a:ahLst/>
                <a:cxnLst/>
                <a:rect l="l" t="t" r="r" b="b"/>
                <a:pathLst>
                  <a:path w="3595" h="3333" extrusionOk="0">
                    <a:moveTo>
                      <a:pt x="1797" y="58"/>
                    </a:moveTo>
                    <a:cubicBezTo>
                      <a:pt x="1917" y="58"/>
                      <a:pt x="2031" y="86"/>
                      <a:pt x="2151" y="121"/>
                    </a:cubicBezTo>
                    <a:cubicBezTo>
                      <a:pt x="3007" y="298"/>
                      <a:pt x="3537" y="1182"/>
                      <a:pt x="3332" y="2031"/>
                    </a:cubicBezTo>
                    <a:cubicBezTo>
                      <a:pt x="3155" y="2739"/>
                      <a:pt x="2505" y="3269"/>
                      <a:pt x="1797" y="3269"/>
                    </a:cubicBezTo>
                    <a:cubicBezTo>
                      <a:pt x="1677" y="3269"/>
                      <a:pt x="1564" y="3241"/>
                      <a:pt x="1443" y="3213"/>
                    </a:cubicBezTo>
                    <a:cubicBezTo>
                      <a:pt x="587" y="3036"/>
                      <a:pt x="57" y="2180"/>
                      <a:pt x="262" y="1324"/>
                    </a:cubicBezTo>
                    <a:cubicBezTo>
                      <a:pt x="439" y="588"/>
                      <a:pt x="1090" y="58"/>
                      <a:pt x="1797" y="58"/>
                    </a:cubicBezTo>
                    <a:close/>
                    <a:moveTo>
                      <a:pt x="1797" y="1"/>
                    </a:moveTo>
                    <a:cubicBezTo>
                      <a:pt x="1061" y="1"/>
                      <a:pt x="382" y="560"/>
                      <a:pt x="205" y="1296"/>
                    </a:cubicBezTo>
                    <a:cubicBezTo>
                      <a:pt x="0" y="2180"/>
                      <a:pt x="559" y="3064"/>
                      <a:pt x="1443" y="3269"/>
                    </a:cubicBezTo>
                    <a:cubicBezTo>
                      <a:pt x="1564" y="3305"/>
                      <a:pt x="1677" y="3333"/>
                      <a:pt x="1797" y="3333"/>
                    </a:cubicBezTo>
                    <a:cubicBezTo>
                      <a:pt x="2533" y="3333"/>
                      <a:pt x="3212" y="2774"/>
                      <a:pt x="3389" y="2031"/>
                    </a:cubicBezTo>
                    <a:cubicBezTo>
                      <a:pt x="3594" y="1147"/>
                      <a:pt x="3035" y="263"/>
                      <a:pt x="2179" y="58"/>
                    </a:cubicBezTo>
                    <a:cubicBezTo>
                      <a:pt x="2031" y="29"/>
                      <a:pt x="1917" y="1"/>
                      <a:pt x="1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1"/>
            <p:cNvGrpSpPr/>
            <p:nvPr/>
          </p:nvGrpSpPr>
          <p:grpSpPr>
            <a:xfrm>
              <a:off x="7112761" y="1457153"/>
              <a:ext cx="1499343" cy="988678"/>
              <a:chOff x="5561570" y="3414250"/>
              <a:chExt cx="523477" cy="345197"/>
            </a:xfrm>
          </p:grpSpPr>
          <p:sp>
            <p:nvSpPr>
              <p:cNvPr id="930" name="Google Shape;930;p41"/>
              <p:cNvSpPr/>
              <p:nvPr/>
            </p:nvSpPr>
            <p:spPr>
              <a:xfrm>
                <a:off x="5561570" y="3414250"/>
                <a:ext cx="523477" cy="345197"/>
              </a:xfrm>
              <a:custGeom>
                <a:avLst/>
                <a:gdLst/>
                <a:ahLst/>
                <a:cxnLst/>
                <a:rect l="l" t="t" r="r" b="b"/>
                <a:pathLst>
                  <a:path w="15063" h="9933" extrusionOk="0">
                    <a:moveTo>
                      <a:pt x="178" y="0"/>
                    </a:moveTo>
                    <a:cubicBezTo>
                      <a:pt x="65" y="0"/>
                      <a:pt x="1" y="85"/>
                      <a:pt x="1" y="177"/>
                    </a:cubicBezTo>
                    <a:lnTo>
                      <a:pt x="1" y="9756"/>
                    </a:lnTo>
                    <a:cubicBezTo>
                      <a:pt x="1" y="9848"/>
                      <a:pt x="65" y="9933"/>
                      <a:pt x="178" y="9933"/>
                    </a:cubicBezTo>
                    <a:lnTo>
                      <a:pt x="14885" y="9933"/>
                    </a:lnTo>
                    <a:cubicBezTo>
                      <a:pt x="14977" y="9933"/>
                      <a:pt x="15062" y="9848"/>
                      <a:pt x="15062" y="9756"/>
                    </a:cubicBezTo>
                    <a:lnTo>
                      <a:pt x="15062" y="177"/>
                    </a:lnTo>
                    <a:cubicBezTo>
                      <a:pt x="15062" y="85"/>
                      <a:pt x="14977" y="0"/>
                      <a:pt x="148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1"/>
              <p:cNvSpPr/>
              <p:nvPr/>
            </p:nvSpPr>
            <p:spPr>
              <a:xfrm>
                <a:off x="5609772" y="3650742"/>
                <a:ext cx="118784" cy="8410"/>
              </a:xfrm>
              <a:custGeom>
                <a:avLst/>
                <a:gdLst/>
                <a:ahLst/>
                <a:cxnLst/>
                <a:rect l="l" t="t" r="r" b="b"/>
                <a:pathLst>
                  <a:path w="3418" h="242" extrusionOk="0">
                    <a:moveTo>
                      <a:pt x="1" y="1"/>
                    </a:moveTo>
                    <a:lnTo>
                      <a:pt x="1" y="241"/>
                    </a:lnTo>
                    <a:lnTo>
                      <a:pt x="3417" y="241"/>
                    </a:lnTo>
                    <a:lnTo>
                      <a:pt x="34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1"/>
              <p:cNvSpPr/>
              <p:nvPr/>
            </p:nvSpPr>
            <p:spPr>
              <a:xfrm>
                <a:off x="5748192" y="3650742"/>
                <a:ext cx="47958" cy="8410"/>
              </a:xfrm>
              <a:custGeom>
                <a:avLst/>
                <a:gdLst/>
                <a:ahLst/>
                <a:cxnLst/>
                <a:rect l="l" t="t" r="r" b="b"/>
                <a:pathLst>
                  <a:path w="1380" h="242" extrusionOk="0">
                    <a:moveTo>
                      <a:pt x="0" y="1"/>
                    </a:moveTo>
                    <a:lnTo>
                      <a:pt x="0" y="241"/>
                    </a:lnTo>
                    <a:lnTo>
                      <a:pt x="1380" y="241"/>
                    </a:lnTo>
                    <a:lnTo>
                      <a:pt x="13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1"/>
              <p:cNvSpPr/>
              <p:nvPr/>
            </p:nvSpPr>
            <p:spPr>
              <a:xfrm>
                <a:off x="5808419" y="3650742"/>
                <a:ext cx="30756" cy="8410"/>
              </a:xfrm>
              <a:custGeom>
                <a:avLst/>
                <a:gdLst/>
                <a:ahLst/>
                <a:cxnLst/>
                <a:rect l="l" t="t" r="r" b="b"/>
                <a:pathLst>
                  <a:path w="885" h="242" extrusionOk="0">
                    <a:moveTo>
                      <a:pt x="1" y="1"/>
                    </a:moveTo>
                    <a:lnTo>
                      <a:pt x="1" y="241"/>
                    </a:lnTo>
                    <a:lnTo>
                      <a:pt x="885" y="241"/>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1"/>
              <p:cNvSpPr/>
              <p:nvPr/>
            </p:nvSpPr>
            <p:spPr>
              <a:xfrm>
                <a:off x="5848488" y="3650742"/>
                <a:ext cx="12337" cy="8410"/>
              </a:xfrm>
              <a:custGeom>
                <a:avLst/>
                <a:gdLst/>
                <a:ahLst/>
                <a:cxnLst/>
                <a:rect l="l" t="t" r="r" b="b"/>
                <a:pathLst>
                  <a:path w="355" h="242" extrusionOk="0">
                    <a:moveTo>
                      <a:pt x="1" y="1"/>
                    </a:moveTo>
                    <a:lnTo>
                      <a:pt x="1" y="241"/>
                    </a:lnTo>
                    <a:lnTo>
                      <a:pt x="354" y="241"/>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1"/>
              <p:cNvSpPr/>
              <p:nvPr/>
            </p:nvSpPr>
            <p:spPr>
              <a:xfrm>
                <a:off x="5878237" y="3650742"/>
                <a:ext cx="126916" cy="8410"/>
              </a:xfrm>
              <a:custGeom>
                <a:avLst/>
                <a:gdLst/>
                <a:ahLst/>
                <a:cxnLst/>
                <a:rect l="l" t="t" r="r" b="b"/>
                <a:pathLst>
                  <a:path w="3652" h="242" extrusionOk="0">
                    <a:moveTo>
                      <a:pt x="1" y="1"/>
                    </a:moveTo>
                    <a:lnTo>
                      <a:pt x="1" y="241"/>
                    </a:lnTo>
                    <a:lnTo>
                      <a:pt x="3651" y="241"/>
                    </a:lnTo>
                    <a:lnTo>
                      <a:pt x="36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1"/>
              <p:cNvSpPr/>
              <p:nvPr/>
            </p:nvSpPr>
            <p:spPr>
              <a:xfrm>
                <a:off x="5712293" y="3620021"/>
                <a:ext cx="135257" cy="9383"/>
              </a:xfrm>
              <a:custGeom>
                <a:avLst/>
                <a:gdLst/>
                <a:ahLst/>
                <a:cxnLst/>
                <a:rect l="l" t="t" r="r" b="b"/>
                <a:pathLst>
                  <a:path w="3892" h="270" extrusionOk="0">
                    <a:moveTo>
                      <a:pt x="1" y="1"/>
                    </a:moveTo>
                    <a:lnTo>
                      <a:pt x="1" y="269"/>
                    </a:lnTo>
                    <a:lnTo>
                      <a:pt x="3891" y="269"/>
                    </a:lnTo>
                    <a:lnTo>
                      <a:pt x="38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1"/>
              <p:cNvSpPr/>
              <p:nvPr/>
            </p:nvSpPr>
            <p:spPr>
              <a:xfrm>
                <a:off x="5869896" y="3623218"/>
                <a:ext cx="14527" cy="9140"/>
              </a:xfrm>
              <a:custGeom>
                <a:avLst/>
                <a:gdLst/>
                <a:ahLst/>
                <a:cxnLst/>
                <a:rect l="l" t="t" r="r" b="b"/>
                <a:pathLst>
                  <a:path w="418" h="263" extrusionOk="0">
                    <a:moveTo>
                      <a:pt x="0" y="1"/>
                    </a:moveTo>
                    <a:lnTo>
                      <a:pt x="0" y="262"/>
                    </a:lnTo>
                    <a:lnTo>
                      <a:pt x="418" y="262"/>
                    </a:lnTo>
                    <a:lnTo>
                      <a:pt x="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1"/>
              <p:cNvSpPr/>
              <p:nvPr/>
            </p:nvSpPr>
            <p:spPr>
              <a:xfrm>
                <a:off x="5912920" y="3623218"/>
                <a:ext cx="67628" cy="9140"/>
              </a:xfrm>
              <a:custGeom>
                <a:avLst/>
                <a:gdLst/>
                <a:ahLst/>
                <a:cxnLst/>
                <a:rect l="l" t="t" r="r" b="b"/>
                <a:pathLst>
                  <a:path w="1946" h="263" extrusionOk="0">
                    <a:moveTo>
                      <a:pt x="0" y="1"/>
                    </a:moveTo>
                    <a:lnTo>
                      <a:pt x="0" y="262"/>
                    </a:lnTo>
                    <a:lnTo>
                      <a:pt x="1946" y="262"/>
                    </a:lnTo>
                    <a:lnTo>
                      <a:pt x="19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1"/>
              <p:cNvSpPr/>
              <p:nvPr/>
            </p:nvSpPr>
            <p:spPr>
              <a:xfrm>
                <a:off x="6002165" y="3623218"/>
                <a:ext cx="39861" cy="9140"/>
              </a:xfrm>
              <a:custGeom>
                <a:avLst/>
                <a:gdLst/>
                <a:ahLst/>
                <a:cxnLst/>
                <a:rect l="l" t="t" r="r" b="b"/>
                <a:pathLst>
                  <a:path w="1147" h="263" extrusionOk="0">
                    <a:moveTo>
                      <a:pt x="0" y="1"/>
                    </a:moveTo>
                    <a:lnTo>
                      <a:pt x="0" y="262"/>
                    </a:lnTo>
                    <a:lnTo>
                      <a:pt x="1146" y="262"/>
                    </a:lnTo>
                    <a:lnTo>
                      <a:pt x="11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1"/>
              <p:cNvSpPr/>
              <p:nvPr/>
            </p:nvSpPr>
            <p:spPr>
              <a:xfrm>
                <a:off x="5673196" y="3592497"/>
                <a:ext cx="55361" cy="9140"/>
              </a:xfrm>
              <a:custGeom>
                <a:avLst/>
                <a:gdLst/>
                <a:ahLst/>
                <a:cxnLst/>
                <a:rect l="l" t="t" r="r" b="b"/>
                <a:pathLst>
                  <a:path w="1593" h="263" extrusionOk="0">
                    <a:moveTo>
                      <a:pt x="1" y="0"/>
                    </a:moveTo>
                    <a:lnTo>
                      <a:pt x="1" y="262"/>
                    </a:lnTo>
                    <a:lnTo>
                      <a:pt x="1592" y="262"/>
                    </a:lnTo>
                    <a:lnTo>
                      <a:pt x="15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1"/>
              <p:cNvSpPr/>
              <p:nvPr/>
            </p:nvSpPr>
            <p:spPr>
              <a:xfrm>
                <a:off x="5748192" y="3592497"/>
                <a:ext cx="47958" cy="9140"/>
              </a:xfrm>
              <a:custGeom>
                <a:avLst/>
                <a:gdLst/>
                <a:ahLst/>
                <a:cxnLst/>
                <a:rect l="l" t="t" r="r" b="b"/>
                <a:pathLst>
                  <a:path w="1380" h="263" extrusionOk="0">
                    <a:moveTo>
                      <a:pt x="0" y="0"/>
                    </a:moveTo>
                    <a:lnTo>
                      <a:pt x="0" y="262"/>
                    </a:lnTo>
                    <a:lnTo>
                      <a:pt x="1380" y="262"/>
                    </a:lnTo>
                    <a:lnTo>
                      <a:pt x="13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1"/>
              <p:cNvSpPr/>
              <p:nvPr/>
            </p:nvSpPr>
            <p:spPr>
              <a:xfrm>
                <a:off x="5808419" y="3592497"/>
                <a:ext cx="30756" cy="9140"/>
              </a:xfrm>
              <a:custGeom>
                <a:avLst/>
                <a:gdLst/>
                <a:ahLst/>
                <a:cxnLst/>
                <a:rect l="l" t="t" r="r" b="b"/>
                <a:pathLst>
                  <a:path w="885" h="263" extrusionOk="0">
                    <a:moveTo>
                      <a:pt x="1" y="0"/>
                    </a:moveTo>
                    <a:lnTo>
                      <a:pt x="1" y="262"/>
                    </a:lnTo>
                    <a:lnTo>
                      <a:pt x="885" y="262"/>
                    </a:lnTo>
                    <a:lnTo>
                      <a:pt x="8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1"/>
              <p:cNvSpPr/>
              <p:nvPr/>
            </p:nvSpPr>
            <p:spPr>
              <a:xfrm>
                <a:off x="5848488" y="3592497"/>
                <a:ext cx="12337" cy="9140"/>
              </a:xfrm>
              <a:custGeom>
                <a:avLst/>
                <a:gdLst/>
                <a:ahLst/>
                <a:cxnLst/>
                <a:rect l="l" t="t" r="r" b="b"/>
                <a:pathLst>
                  <a:path w="355" h="263" extrusionOk="0">
                    <a:moveTo>
                      <a:pt x="1" y="0"/>
                    </a:moveTo>
                    <a:lnTo>
                      <a:pt x="1"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1"/>
              <p:cNvSpPr/>
              <p:nvPr/>
            </p:nvSpPr>
            <p:spPr>
              <a:xfrm>
                <a:off x="5878237" y="3592497"/>
                <a:ext cx="126916" cy="9140"/>
              </a:xfrm>
              <a:custGeom>
                <a:avLst/>
                <a:gdLst/>
                <a:ahLst/>
                <a:cxnLst/>
                <a:rect l="l" t="t" r="r" b="b"/>
                <a:pathLst>
                  <a:path w="3652" h="263" extrusionOk="0">
                    <a:moveTo>
                      <a:pt x="1" y="0"/>
                    </a:moveTo>
                    <a:lnTo>
                      <a:pt x="1" y="262"/>
                    </a:lnTo>
                    <a:lnTo>
                      <a:pt x="3651" y="262"/>
                    </a:lnTo>
                    <a:lnTo>
                      <a:pt x="36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1"/>
              <p:cNvSpPr/>
              <p:nvPr/>
            </p:nvSpPr>
            <p:spPr>
              <a:xfrm>
                <a:off x="5609772" y="3565946"/>
                <a:ext cx="77985" cy="9140"/>
              </a:xfrm>
              <a:custGeom>
                <a:avLst/>
                <a:gdLst/>
                <a:ahLst/>
                <a:cxnLst/>
                <a:rect l="l" t="t" r="r" b="b"/>
                <a:pathLst>
                  <a:path w="2244" h="263" extrusionOk="0">
                    <a:moveTo>
                      <a:pt x="1" y="0"/>
                    </a:moveTo>
                    <a:lnTo>
                      <a:pt x="1" y="262"/>
                    </a:lnTo>
                    <a:lnTo>
                      <a:pt x="2243" y="262"/>
                    </a:lnTo>
                    <a:lnTo>
                      <a:pt x="22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1"/>
              <p:cNvSpPr/>
              <p:nvPr/>
            </p:nvSpPr>
            <p:spPr>
              <a:xfrm>
                <a:off x="5712293" y="3565946"/>
                <a:ext cx="111660" cy="9140"/>
              </a:xfrm>
              <a:custGeom>
                <a:avLst/>
                <a:gdLst/>
                <a:ahLst/>
                <a:cxnLst/>
                <a:rect l="l" t="t" r="r" b="b"/>
                <a:pathLst>
                  <a:path w="3213" h="263" extrusionOk="0">
                    <a:moveTo>
                      <a:pt x="1" y="0"/>
                    </a:moveTo>
                    <a:lnTo>
                      <a:pt x="1" y="262"/>
                    </a:lnTo>
                    <a:lnTo>
                      <a:pt x="3212" y="262"/>
                    </a:lnTo>
                    <a:lnTo>
                      <a:pt x="32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1"/>
              <p:cNvSpPr/>
              <p:nvPr/>
            </p:nvSpPr>
            <p:spPr>
              <a:xfrm>
                <a:off x="5853667" y="3565946"/>
                <a:ext cx="12302" cy="9140"/>
              </a:xfrm>
              <a:custGeom>
                <a:avLst/>
                <a:gdLst/>
                <a:ahLst/>
                <a:cxnLst/>
                <a:rect l="l" t="t" r="r" b="b"/>
                <a:pathLst>
                  <a:path w="354" h="263" extrusionOk="0">
                    <a:moveTo>
                      <a:pt x="0" y="0"/>
                    </a:moveTo>
                    <a:lnTo>
                      <a:pt x="0"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1"/>
              <p:cNvSpPr/>
              <p:nvPr/>
            </p:nvSpPr>
            <p:spPr>
              <a:xfrm>
                <a:off x="5886369" y="3565946"/>
                <a:ext cx="94179" cy="9140"/>
              </a:xfrm>
              <a:custGeom>
                <a:avLst/>
                <a:gdLst/>
                <a:ahLst/>
                <a:cxnLst/>
                <a:rect l="l" t="t" r="r" b="b"/>
                <a:pathLst>
                  <a:path w="2710" h="263" extrusionOk="0">
                    <a:moveTo>
                      <a:pt x="0" y="0"/>
                    </a:moveTo>
                    <a:lnTo>
                      <a:pt x="0" y="262"/>
                    </a:lnTo>
                    <a:lnTo>
                      <a:pt x="2710" y="262"/>
                    </a:lnTo>
                    <a:lnTo>
                      <a:pt x="27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1"/>
              <p:cNvSpPr/>
              <p:nvPr/>
            </p:nvSpPr>
            <p:spPr>
              <a:xfrm>
                <a:off x="5994033" y="3565946"/>
                <a:ext cx="27593" cy="10113"/>
              </a:xfrm>
              <a:custGeom>
                <a:avLst/>
                <a:gdLst/>
                <a:ahLst/>
                <a:cxnLst/>
                <a:rect l="l" t="t" r="r" b="b"/>
                <a:pathLst>
                  <a:path w="794" h="291" extrusionOk="0">
                    <a:moveTo>
                      <a:pt x="1" y="0"/>
                    </a:moveTo>
                    <a:lnTo>
                      <a:pt x="1" y="262"/>
                    </a:lnTo>
                    <a:lnTo>
                      <a:pt x="765" y="290"/>
                    </a:lnTo>
                    <a:lnTo>
                      <a:pt x="793" y="2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1"/>
              <p:cNvSpPr/>
              <p:nvPr/>
            </p:nvSpPr>
            <p:spPr>
              <a:xfrm>
                <a:off x="6069759" y="3527822"/>
                <a:ext cx="1008" cy="16507"/>
              </a:xfrm>
              <a:custGeom>
                <a:avLst/>
                <a:gdLst/>
                <a:ahLst/>
                <a:cxnLst/>
                <a:rect l="l" t="t" r="r" b="b"/>
                <a:pathLst>
                  <a:path w="29" h="475" extrusionOk="0">
                    <a:moveTo>
                      <a:pt x="1" y="1"/>
                    </a:moveTo>
                    <a:lnTo>
                      <a:pt x="1" y="475"/>
                    </a:lnTo>
                    <a:lnTo>
                      <a:pt x="29" y="475"/>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1"/>
              <p:cNvSpPr/>
              <p:nvPr/>
            </p:nvSpPr>
            <p:spPr>
              <a:xfrm>
                <a:off x="6069759" y="3480871"/>
                <a:ext cx="1008" cy="33710"/>
              </a:xfrm>
              <a:custGeom>
                <a:avLst/>
                <a:gdLst/>
                <a:ahLst/>
                <a:cxnLst/>
                <a:rect l="l" t="t" r="r" b="b"/>
                <a:pathLst>
                  <a:path w="29" h="970" extrusionOk="0">
                    <a:moveTo>
                      <a:pt x="1" y="1"/>
                    </a:moveTo>
                    <a:lnTo>
                      <a:pt x="1" y="970"/>
                    </a:lnTo>
                    <a:lnTo>
                      <a:pt x="29" y="970"/>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2" name="Google Shape;952;p41"/>
            <p:cNvSpPr/>
            <p:nvPr/>
          </p:nvSpPr>
          <p:spPr>
            <a:xfrm>
              <a:off x="5912220" y="3661765"/>
              <a:ext cx="710598" cy="111380"/>
            </a:xfrm>
            <a:custGeom>
              <a:avLst/>
              <a:gdLst/>
              <a:ahLst/>
              <a:cxnLst/>
              <a:rect l="l" t="t" r="r" b="b"/>
              <a:pathLst>
                <a:path w="7139" h="1119" extrusionOk="0">
                  <a:moveTo>
                    <a:pt x="149" y="0"/>
                  </a:moveTo>
                  <a:cubicBezTo>
                    <a:pt x="64" y="0"/>
                    <a:pt x="0" y="57"/>
                    <a:pt x="0" y="149"/>
                  </a:cubicBezTo>
                  <a:lnTo>
                    <a:pt x="0" y="1005"/>
                  </a:lnTo>
                  <a:cubicBezTo>
                    <a:pt x="0" y="1061"/>
                    <a:pt x="64" y="1118"/>
                    <a:pt x="149" y="1118"/>
                  </a:cubicBezTo>
                  <a:lnTo>
                    <a:pt x="6990" y="1118"/>
                  </a:lnTo>
                  <a:cubicBezTo>
                    <a:pt x="7075" y="1118"/>
                    <a:pt x="7138" y="1061"/>
                    <a:pt x="7138" y="1005"/>
                  </a:cubicBezTo>
                  <a:lnTo>
                    <a:pt x="7138" y="149"/>
                  </a:lnTo>
                  <a:cubicBezTo>
                    <a:pt x="7138" y="85"/>
                    <a:pt x="7075" y="0"/>
                    <a:pt x="69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1"/>
            <p:cNvSpPr/>
            <p:nvPr/>
          </p:nvSpPr>
          <p:spPr>
            <a:xfrm>
              <a:off x="5912220" y="3717405"/>
              <a:ext cx="710598" cy="422526"/>
            </a:xfrm>
            <a:custGeom>
              <a:avLst/>
              <a:gdLst/>
              <a:ahLst/>
              <a:cxnLst/>
              <a:rect l="l" t="t" r="r" b="b"/>
              <a:pathLst>
                <a:path w="7139" h="4245" extrusionOk="0">
                  <a:moveTo>
                    <a:pt x="0" y="0"/>
                  </a:moveTo>
                  <a:lnTo>
                    <a:pt x="0" y="4245"/>
                  </a:lnTo>
                  <a:lnTo>
                    <a:pt x="7138" y="4245"/>
                  </a:lnTo>
                  <a:lnTo>
                    <a:pt x="71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1"/>
            <p:cNvSpPr/>
            <p:nvPr/>
          </p:nvSpPr>
          <p:spPr>
            <a:xfrm>
              <a:off x="6056551" y="3773045"/>
              <a:ext cx="413479" cy="12044"/>
            </a:xfrm>
            <a:custGeom>
              <a:avLst/>
              <a:gdLst/>
              <a:ahLst/>
              <a:cxnLst/>
              <a:rect l="l" t="t" r="r" b="b"/>
              <a:pathLst>
                <a:path w="4154" h="121" extrusionOk="0">
                  <a:moveTo>
                    <a:pt x="57" y="0"/>
                  </a:moveTo>
                  <a:cubicBezTo>
                    <a:pt x="29" y="0"/>
                    <a:pt x="1" y="28"/>
                    <a:pt x="1" y="64"/>
                  </a:cubicBezTo>
                  <a:cubicBezTo>
                    <a:pt x="1" y="92"/>
                    <a:pt x="29" y="120"/>
                    <a:pt x="57" y="120"/>
                  </a:cubicBezTo>
                  <a:lnTo>
                    <a:pt x="4097" y="120"/>
                  </a:lnTo>
                  <a:cubicBezTo>
                    <a:pt x="4125" y="120"/>
                    <a:pt x="4153" y="92"/>
                    <a:pt x="4153" y="64"/>
                  </a:cubicBezTo>
                  <a:cubicBezTo>
                    <a:pt x="4153" y="28"/>
                    <a:pt x="4125" y="0"/>
                    <a:pt x="4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1"/>
            <p:cNvSpPr/>
            <p:nvPr/>
          </p:nvSpPr>
          <p:spPr>
            <a:xfrm>
              <a:off x="6056551" y="3834956"/>
              <a:ext cx="413479" cy="11347"/>
            </a:xfrm>
            <a:custGeom>
              <a:avLst/>
              <a:gdLst/>
              <a:ahLst/>
              <a:cxnLst/>
              <a:rect l="l" t="t" r="r" b="b"/>
              <a:pathLst>
                <a:path w="4154" h="114" extrusionOk="0">
                  <a:moveTo>
                    <a:pt x="57" y="1"/>
                  </a:moveTo>
                  <a:cubicBezTo>
                    <a:pt x="29" y="1"/>
                    <a:pt x="1" y="1"/>
                    <a:pt x="1" y="57"/>
                  </a:cubicBezTo>
                  <a:cubicBezTo>
                    <a:pt x="1" y="85"/>
                    <a:pt x="29" y="114"/>
                    <a:pt x="57" y="114"/>
                  </a:cubicBezTo>
                  <a:lnTo>
                    <a:pt x="4097" y="114"/>
                  </a:lnTo>
                  <a:cubicBezTo>
                    <a:pt x="4125" y="114"/>
                    <a:pt x="4153" y="85"/>
                    <a:pt x="4153" y="57"/>
                  </a:cubicBezTo>
                  <a:cubicBezTo>
                    <a:pt x="4153" y="1"/>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1"/>
            <p:cNvSpPr/>
            <p:nvPr/>
          </p:nvSpPr>
          <p:spPr>
            <a:xfrm>
              <a:off x="6056551" y="3893384"/>
              <a:ext cx="413479" cy="12143"/>
            </a:xfrm>
            <a:custGeom>
              <a:avLst/>
              <a:gdLst/>
              <a:ahLst/>
              <a:cxnLst/>
              <a:rect l="l" t="t" r="r" b="b"/>
              <a:pathLst>
                <a:path w="4154" h="122" extrusionOk="0">
                  <a:moveTo>
                    <a:pt x="57" y="1"/>
                  </a:moveTo>
                  <a:cubicBezTo>
                    <a:pt x="29" y="1"/>
                    <a:pt x="1" y="29"/>
                    <a:pt x="1" y="57"/>
                  </a:cubicBezTo>
                  <a:cubicBezTo>
                    <a:pt x="1" y="93"/>
                    <a:pt x="29" y="121"/>
                    <a:pt x="57" y="121"/>
                  </a:cubicBezTo>
                  <a:lnTo>
                    <a:pt x="4097" y="121"/>
                  </a:lnTo>
                  <a:cubicBezTo>
                    <a:pt x="4125" y="121"/>
                    <a:pt x="4153" y="93"/>
                    <a:pt x="4153" y="57"/>
                  </a:cubicBezTo>
                  <a:cubicBezTo>
                    <a:pt x="4153" y="29"/>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1"/>
            <p:cNvSpPr/>
            <p:nvPr/>
          </p:nvSpPr>
          <p:spPr>
            <a:xfrm>
              <a:off x="6056551" y="3951811"/>
              <a:ext cx="413479" cy="12143"/>
            </a:xfrm>
            <a:custGeom>
              <a:avLst/>
              <a:gdLst/>
              <a:ahLst/>
              <a:cxnLst/>
              <a:rect l="l" t="t" r="r" b="b"/>
              <a:pathLst>
                <a:path w="4154" h="122" extrusionOk="0">
                  <a:moveTo>
                    <a:pt x="57" y="1"/>
                  </a:moveTo>
                  <a:cubicBezTo>
                    <a:pt x="29" y="1"/>
                    <a:pt x="1" y="36"/>
                    <a:pt x="1" y="65"/>
                  </a:cubicBezTo>
                  <a:cubicBezTo>
                    <a:pt x="1" y="93"/>
                    <a:pt x="29" y="121"/>
                    <a:pt x="57" y="121"/>
                  </a:cubicBezTo>
                  <a:lnTo>
                    <a:pt x="4097" y="121"/>
                  </a:lnTo>
                  <a:cubicBezTo>
                    <a:pt x="4125" y="121"/>
                    <a:pt x="4153" y="93"/>
                    <a:pt x="4153" y="65"/>
                  </a:cubicBezTo>
                  <a:cubicBezTo>
                    <a:pt x="4153" y="36"/>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1"/>
            <p:cNvSpPr/>
            <p:nvPr/>
          </p:nvSpPr>
          <p:spPr>
            <a:xfrm>
              <a:off x="5971346" y="3748560"/>
              <a:ext cx="52954" cy="62608"/>
            </a:xfrm>
            <a:custGeom>
              <a:avLst/>
              <a:gdLst/>
              <a:ahLst/>
              <a:cxnLst/>
              <a:rect l="l" t="t" r="r" b="b"/>
              <a:pathLst>
                <a:path w="532" h="629" extrusionOk="0">
                  <a:moveTo>
                    <a:pt x="61" y="1"/>
                  </a:moveTo>
                  <a:cubicBezTo>
                    <a:pt x="43" y="1"/>
                    <a:pt x="29" y="21"/>
                    <a:pt x="29" y="41"/>
                  </a:cubicBezTo>
                  <a:cubicBezTo>
                    <a:pt x="1" y="41"/>
                    <a:pt x="1" y="97"/>
                    <a:pt x="29" y="97"/>
                  </a:cubicBezTo>
                  <a:lnTo>
                    <a:pt x="326" y="310"/>
                  </a:lnTo>
                  <a:lnTo>
                    <a:pt x="29" y="543"/>
                  </a:lnTo>
                  <a:cubicBezTo>
                    <a:pt x="1" y="543"/>
                    <a:pt x="1" y="600"/>
                    <a:pt x="29" y="628"/>
                  </a:cubicBezTo>
                  <a:lnTo>
                    <a:pt x="85" y="628"/>
                  </a:lnTo>
                  <a:lnTo>
                    <a:pt x="531" y="310"/>
                  </a:lnTo>
                  <a:lnTo>
                    <a:pt x="85" y="13"/>
                  </a:lnTo>
                  <a:cubicBezTo>
                    <a:pt x="77" y="4"/>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9" name="Google Shape;959;p41"/>
            <p:cNvGrpSpPr/>
            <p:nvPr/>
          </p:nvGrpSpPr>
          <p:grpSpPr>
            <a:xfrm>
              <a:off x="6352280" y="2402410"/>
              <a:ext cx="2259826" cy="2201617"/>
              <a:chOff x="5193782" y="4186768"/>
              <a:chExt cx="788990" cy="768694"/>
            </a:xfrm>
          </p:grpSpPr>
          <p:sp>
            <p:nvSpPr>
              <p:cNvPr id="960" name="Google Shape;960;p41"/>
              <p:cNvSpPr/>
              <p:nvPr/>
            </p:nvSpPr>
            <p:spPr>
              <a:xfrm>
                <a:off x="5229682" y="4210087"/>
                <a:ext cx="156873" cy="113224"/>
              </a:xfrm>
              <a:custGeom>
                <a:avLst/>
                <a:gdLst/>
                <a:ahLst/>
                <a:cxnLst/>
                <a:rect l="l" t="t" r="r" b="b"/>
                <a:pathLst>
                  <a:path w="4514" h="3258" extrusionOk="0">
                    <a:moveTo>
                      <a:pt x="3851" y="2390"/>
                    </a:moveTo>
                    <a:cubicBezTo>
                      <a:pt x="3886" y="2390"/>
                      <a:pt x="3923" y="2400"/>
                      <a:pt x="3955" y="2420"/>
                    </a:cubicBezTo>
                    <a:cubicBezTo>
                      <a:pt x="3983" y="2448"/>
                      <a:pt x="4012" y="2476"/>
                      <a:pt x="4012" y="2512"/>
                    </a:cubicBezTo>
                    <a:lnTo>
                      <a:pt x="4040" y="2512"/>
                    </a:lnTo>
                    <a:lnTo>
                      <a:pt x="4040" y="2540"/>
                    </a:lnTo>
                    <a:cubicBezTo>
                      <a:pt x="4040" y="2540"/>
                      <a:pt x="4040" y="2568"/>
                      <a:pt x="4068" y="2568"/>
                    </a:cubicBezTo>
                    <a:cubicBezTo>
                      <a:pt x="4097" y="2653"/>
                      <a:pt x="4012" y="2773"/>
                      <a:pt x="3920" y="2830"/>
                    </a:cubicBezTo>
                    <a:cubicBezTo>
                      <a:pt x="3863" y="2830"/>
                      <a:pt x="3807" y="2830"/>
                      <a:pt x="3743" y="2802"/>
                    </a:cubicBezTo>
                    <a:cubicBezTo>
                      <a:pt x="3724" y="2783"/>
                      <a:pt x="3705" y="2764"/>
                      <a:pt x="3686" y="2745"/>
                    </a:cubicBezTo>
                    <a:lnTo>
                      <a:pt x="3686" y="2745"/>
                    </a:lnTo>
                    <a:cubicBezTo>
                      <a:pt x="3630" y="2653"/>
                      <a:pt x="3630" y="2540"/>
                      <a:pt x="3686" y="2476"/>
                    </a:cubicBezTo>
                    <a:cubicBezTo>
                      <a:pt x="3723" y="2421"/>
                      <a:pt x="3786" y="2390"/>
                      <a:pt x="3851" y="2390"/>
                    </a:cubicBezTo>
                    <a:close/>
                    <a:moveTo>
                      <a:pt x="383" y="0"/>
                    </a:moveTo>
                    <a:lnTo>
                      <a:pt x="1" y="651"/>
                    </a:lnTo>
                    <a:lnTo>
                      <a:pt x="3184" y="2688"/>
                    </a:lnTo>
                    <a:cubicBezTo>
                      <a:pt x="3212" y="2830"/>
                      <a:pt x="3333" y="3070"/>
                      <a:pt x="3481" y="3155"/>
                    </a:cubicBezTo>
                    <a:cubicBezTo>
                      <a:pt x="3593" y="3225"/>
                      <a:pt x="3721" y="3258"/>
                      <a:pt x="3841" y="3258"/>
                    </a:cubicBezTo>
                    <a:cubicBezTo>
                      <a:pt x="3880" y="3258"/>
                      <a:pt x="3919" y="3254"/>
                      <a:pt x="3955" y="3247"/>
                    </a:cubicBezTo>
                    <a:cubicBezTo>
                      <a:pt x="4132" y="3219"/>
                      <a:pt x="4309" y="3099"/>
                      <a:pt x="4394" y="2922"/>
                    </a:cubicBezTo>
                    <a:cubicBezTo>
                      <a:pt x="4486" y="2773"/>
                      <a:pt x="4514" y="2596"/>
                      <a:pt x="4486" y="2420"/>
                    </a:cubicBezTo>
                    <a:cubicBezTo>
                      <a:pt x="4450" y="2243"/>
                      <a:pt x="4337" y="2094"/>
                      <a:pt x="4189" y="2009"/>
                    </a:cubicBezTo>
                    <a:cubicBezTo>
                      <a:pt x="4095" y="1969"/>
                      <a:pt x="3989" y="1920"/>
                      <a:pt x="3866" y="1920"/>
                    </a:cubicBezTo>
                    <a:cubicBezTo>
                      <a:pt x="3794" y="1920"/>
                      <a:pt x="3716" y="1937"/>
                      <a:pt x="3630" y="1981"/>
                    </a:cubicBezTo>
                    <a:lnTo>
                      <a:pt x="3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1"/>
              <p:cNvSpPr/>
              <p:nvPr/>
            </p:nvSpPr>
            <p:spPr>
              <a:xfrm>
                <a:off x="5233852" y="4225552"/>
                <a:ext cx="115830" cy="71833"/>
              </a:xfrm>
              <a:custGeom>
                <a:avLst/>
                <a:gdLst/>
                <a:ahLst/>
                <a:cxnLst/>
                <a:rect l="l" t="t" r="r" b="b"/>
                <a:pathLst>
                  <a:path w="3333" h="2067" extrusionOk="0">
                    <a:moveTo>
                      <a:pt x="1" y="1"/>
                    </a:moveTo>
                    <a:lnTo>
                      <a:pt x="1" y="57"/>
                    </a:lnTo>
                    <a:lnTo>
                      <a:pt x="3269" y="2067"/>
                    </a:lnTo>
                    <a:cubicBezTo>
                      <a:pt x="3305" y="2067"/>
                      <a:pt x="3305" y="2067"/>
                      <a:pt x="3305" y="2031"/>
                    </a:cubicBezTo>
                    <a:cubicBezTo>
                      <a:pt x="3333" y="2031"/>
                      <a:pt x="3305" y="2003"/>
                      <a:pt x="3305" y="2003"/>
                    </a:cubicBez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1"/>
              <p:cNvSpPr/>
              <p:nvPr/>
            </p:nvSpPr>
            <p:spPr>
              <a:xfrm>
                <a:off x="5238057" y="4218428"/>
                <a:ext cx="116803" cy="71590"/>
              </a:xfrm>
              <a:custGeom>
                <a:avLst/>
                <a:gdLst/>
                <a:ahLst/>
                <a:cxnLst/>
                <a:rect l="l" t="t" r="r" b="b"/>
                <a:pathLst>
                  <a:path w="3361" h="2060" extrusionOk="0">
                    <a:moveTo>
                      <a:pt x="28" y="1"/>
                    </a:moveTo>
                    <a:cubicBezTo>
                      <a:pt x="0" y="29"/>
                      <a:pt x="0" y="29"/>
                      <a:pt x="28" y="57"/>
                    </a:cubicBezTo>
                    <a:lnTo>
                      <a:pt x="3297" y="2059"/>
                    </a:lnTo>
                    <a:lnTo>
                      <a:pt x="3325" y="2059"/>
                    </a:lnTo>
                    <a:cubicBezTo>
                      <a:pt x="3360" y="2031"/>
                      <a:pt x="3325" y="2031"/>
                      <a:pt x="3325" y="2003"/>
                    </a:cubicBezTo>
                    <a:lnTo>
                      <a:pt x="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1"/>
              <p:cNvSpPr/>
              <p:nvPr/>
            </p:nvSpPr>
            <p:spPr>
              <a:xfrm>
                <a:off x="5193782" y="4186768"/>
                <a:ext cx="66655" cy="62798"/>
              </a:xfrm>
              <a:custGeom>
                <a:avLst/>
                <a:gdLst/>
                <a:ahLst/>
                <a:cxnLst/>
                <a:rect l="l" t="t" r="r" b="b"/>
                <a:pathLst>
                  <a:path w="1918" h="1807" extrusionOk="0">
                    <a:moveTo>
                      <a:pt x="874" y="0"/>
                    </a:moveTo>
                    <a:cubicBezTo>
                      <a:pt x="627" y="0"/>
                      <a:pt x="387" y="105"/>
                      <a:pt x="213" y="317"/>
                    </a:cubicBezTo>
                    <a:lnTo>
                      <a:pt x="121" y="438"/>
                    </a:lnTo>
                    <a:lnTo>
                      <a:pt x="920" y="558"/>
                    </a:lnTo>
                    <a:lnTo>
                      <a:pt x="828" y="1202"/>
                    </a:lnTo>
                    <a:lnTo>
                      <a:pt x="1" y="1060"/>
                    </a:lnTo>
                    <a:lnTo>
                      <a:pt x="36" y="1202"/>
                    </a:lnTo>
                    <a:cubicBezTo>
                      <a:pt x="121" y="1379"/>
                      <a:pt x="241" y="1555"/>
                      <a:pt x="418" y="1676"/>
                    </a:cubicBezTo>
                    <a:cubicBezTo>
                      <a:pt x="575" y="1768"/>
                      <a:pt x="733" y="1806"/>
                      <a:pt x="903" y="1806"/>
                    </a:cubicBezTo>
                    <a:cubicBezTo>
                      <a:pt x="955" y="1806"/>
                      <a:pt x="1007" y="1803"/>
                      <a:pt x="1062" y="1796"/>
                    </a:cubicBezTo>
                    <a:cubicBezTo>
                      <a:pt x="1062" y="1796"/>
                      <a:pt x="1097" y="1796"/>
                      <a:pt x="1097" y="1768"/>
                    </a:cubicBezTo>
                    <a:cubicBezTo>
                      <a:pt x="1331" y="1704"/>
                      <a:pt x="1536" y="1591"/>
                      <a:pt x="1656" y="1379"/>
                    </a:cubicBezTo>
                    <a:cubicBezTo>
                      <a:pt x="1918" y="940"/>
                      <a:pt x="1769" y="381"/>
                      <a:pt x="1359" y="141"/>
                    </a:cubicBezTo>
                    <a:cubicBezTo>
                      <a:pt x="1206" y="47"/>
                      <a:pt x="1038" y="0"/>
                      <a:pt x="8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1"/>
              <p:cNvSpPr/>
              <p:nvPr/>
            </p:nvSpPr>
            <p:spPr>
              <a:xfrm>
                <a:off x="5343532" y="4283832"/>
                <a:ext cx="37880" cy="34961"/>
              </a:xfrm>
              <a:custGeom>
                <a:avLst/>
                <a:gdLst/>
                <a:ahLst/>
                <a:cxnLst/>
                <a:rect l="l" t="t" r="r" b="b"/>
                <a:pathLst>
                  <a:path w="1090" h="1006" extrusionOk="0">
                    <a:moveTo>
                      <a:pt x="587" y="64"/>
                    </a:moveTo>
                    <a:cubicBezTo>
                      <a:pt x="707" y="64"/>
                      <a:pt x="856" y="121"/>
                      <a:pt x="941" y="241"/>
                    </a:cubicBezTo>
                    <a:cubicBezTo>
                      <a:pt x="998" y="326"/>
                      <a:pt x="1033" y="446"/>
                      <a:pt x="998" y="566"/>
                    </a:cubicBezTo>
                    <a:cubicBezTo>
                      <a:pt x="998" y="680"/>
                      <a:pt x="941" y="800"/>
                      <a:pt x="821" y="856"/>
                    </a:cubicBezTo>
                    <a:cubicBezTo>
                      <a:pt x="764" y="920"/>
                      <a:pt x="679" y="948"/>
                      <a:pt x="587" y="948"/>
                    </a:cubicBezTo>
                    <a:cubicBezTo>
                      <a:pt x="439" y="948"/>
                      <a:pt x="290" y="885"/>
                      <a:pt x="205" y="772"/>
                    </a:cubicBezTo>
                    <a:cubicBezTo>
                      <a:pt x="85" y="566"/>
                      <a:pt x="113" y="269"/>
                      <a:pt x="325" y="149"/>
                    </a:cubicBezTo>
                    <a:cubicBezTo>
                      <a:pt x="382" y="92"/>
                      <a:pt x="467" y="64"/>
                      <a:pt x="587" y="64"/>
                    </a:cubicBezTo>
                    <a:close/>
                    <a:moveTo>
                      <a:pt x="587" y="0"/>
                    </a:moveTo>
                    <a:cubicBezTo>
                      <a:pt x="467" y="0"/>
                      <a:pt x="354" y="36"/>
                      <a:pt x="290" y="92"/>
                    </a:cubicBezTo>
                    <a:cubicBezTo>
                      <a:pt x="57" y="269"/>
                      <a:pt x="0" y="566"/>
                      <a:pt x="177" y="800"/>
                    </a:cubicBezTo>
                    <a:cubicBezTo>
                      <a:pt x="262" y="920"/>
                      <a:pt x="410" y="1005"/>
                      <a:pt x="587" y="1005"/>
                    </a:cubicBezTo>
                    <a:cubicBezTo>
                      <a:pt x="679" y="1005"/>
                      <a:pt x="792" y="977"/>
                      <a:pt x="884" y="920"/>
                    </a:cubicBezTo>
                    <a:cubicBezTo>
                      <a:pt x="969" y="828"/>
                      <a:pt x="1061" y="708"/>
                      <a:pt x="1061" y="566"/>
                    </a:cubicBezTo>
                    <a:cubicBezTo>
                      <a:pt x="1089" y="446"/>
                      <a:pt x="1061" y="298"/>
                      <a:pt x="969" y="213"/>
                    </a:cubicBezTo>
                    <a:cubicBezTo>
                      <a:pt x="884" y="64"/>
                      <a:pt x="736" y="0"/>
                      <a:pt x="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1"/>
              <p:cNvSpPr/>
              <p:nvPr/>
            </p:nvSpPr>
            <p:spPr>
              <a:xfrm>
                <a:off x="5292132" y="4263432"/>
                <a:ext cx="333172" cy="243094"/>
              </a:xfrm>
              <a:custGeom>
                <a:avLst/>
                <a:gdLst/>
                <a:ahLst/>
                <a:cxnLst/>
                <a:rect l="l" t="t" r="r" b="b"/>
                <a:pathLst>
                  <a:path w="9587" h="6995" extrusionOk="0">
                    <a:moveTo>
                      <a:pt x="1033" y="0"/>
                    </a:moveTo>
                    <a:cubicBezTo>
                      <a:pt x="1005" y="205"/>
                      <a:pt x="1005" y="411"/>
                      <a:pt x="856" y="531"/>
                    </a:cubicBezTo>
                    <a:cubicBezTo>
                      <a:pt x="780" y="613"/>
                      <a:pt x="657" y="626"/>
                      <a:pt x="530" y="626"/>
                    </a:cubicBezTo>
                    <a:cubicBezTo>
                      <a:pt x="471" y="626"/>
                      <a:pt x="411" y="623"/>
                      <a:pt x="354" y="623"/>
                    </a:cubicBezTo>
                    <a:cubicBezTo>
                      <a:pt x="318" y="608"/>
                      <a:pt x="287" y="599"/>
                      <a:pt x="258" y="599"/>
                    </a:cubicBezTo>
                    <a:cubicBezTo>
                      <a:pt x="220" y="599"/>
                      <a:pt x="186" y="615"/>
                      <a:pt x="149" y="651"/>
                    </a:cubicBezTo>
                    <a:cubicBezTo>
                      <a:pt x="0" y="828"/>
                      <a:pt x="418" y="1507"/>
                      <a:pt x="503" y="1684"/>
                    </a:cubicBezTo>
                    <a:cubicBezTo>
                      <a:pt x="828" y="2476"/>
                      <a:pt x="1182" y="3276"/>
                      <a:pt x="1507" y="4040"/>
                    </a:cubicBezTo>
                    <a:cubicBezTo>
                      <a:pt x="1741" y="4599"/>
                      <a:pt x="2010" y="5158"/>
                      <a:pt x="2363" y="5660"/>
                    </a:cubicBezTo>
                    <a:cubicBezTo>
                      <a:pt x="2866" y="6311"/>
                      <a:pt x="3686" y="6487"/>
                      <a:pt x="4422" y="6693"/>
                    </a:cubicBezTo>
                    <a:cubicBezTo>
                      <a:pt x="5310" y="6899"/>
                      <a:pt x="6197" y="6995"/>
                      <a:pt x="7080" y="6995"/>
                    </a:cubicBezTo>
                    <a:cubicBezTo>
                      <a:pt x="7196" y="6995"/>
                      <a:pt x="7312" y="6993"/>
                      <a:pt x="7429" y="6990"/>
                    </a:cubicBezTo>
                    <a:cubicBezTo>
                      <a:pt x="7903" y="6954"/>
                      <a:pt x="8313" y="6898"/>
                      <a:pt x="8702" y="6636"/>
                    </a:cubicBezTo>
                    <a:cubicBezTo>
                      <a:pt x="9056" y="6396"/>
                      <a:pt x="9317" y="6070"/>
                      <a:pt x="9466" y="5688"/>
                    </a:cubicBezTo>
                    <a:cubicBezTo>
                      <a:pt x="9523" y="5511"/>
                      <a:pt x="9586" y="5306"/>
                      <a:pt x="9551" y="5129"/>
                    </a:cubicBezTo>
                    <a:cubicBezTo>
                      <a:pt x="9551" y="4924"/>
                      <a:pt x="9466" y="4747"/>
                      <a:pt x="9346" y="4599"/>
                    </a:cubicBezTo>
                    <a:cubicBezTo>
                      <a:pt x="9233" y="4514"/>
                      <a:pt x="9084" y="4450"/>
                      <a:pt x="8935" y="4393"/>
                    </a:cubicBezTo>
                    <a:cubicBezTo>
                      <a:pt x="8396" y="4230"/>
                      <a:pt x="7856" y="4179"/>
                      <a:pt x="7316" y="4179"/>
                    </a:cubicBezTo>
                    <a:cubicBezTo>
                      <a:pt x="7177" y="4179"/>
                      <a:pt x="7037" y="4183"/>
                      <a:pt x="6898" y="4188"/>
                    </a:cubicBezTo>
                    <a:cubicBezTo>
                      <a:pt x="6544" y="4188"/>
                      <a:pt x="6191" y="4217"/>
                      <a:pt x="5837" y="4217"/>
                    </a:cubicBezTo>
                    <a:cubicBezTo>
                      <a:pt x="5776" y="4222"/>
                      <a:pt x="5716" y="4224"/>
                      <a:pt x="5657" y="4224"/>
                    </a:cubicBezTo>
                    <a:cubicBezTo>
                      <a:pt x="5405" y="4224"/>
                      <a:pt x="5165" y="4183"/>
                      <a:pt x="4924" y="4160"/>
                    </a:cubicBezTo>
                    <a:cubicBezTo>
                      <a:pt x="4634" y="4125"/>
                      <a:pt x="4280" y="4096"/>
                      <a:pt x="4104" y="3835"/>
                    </a:cubicBezTo>
                    <a:cubicBezTo>
                      <a:pt x="3248" y="2773"/>
                      <a:pt x="2540" y="1620"/>
                      <a:pt x="1684" y="559"/>
                    </a:cubicBezTo>
                    <a:cubicBezTo>
                      <a:pt x="1628" y="503"/>
                      <a:pt x="1592" y="474"/>
                      <a:pt x="1536" y="411"/>
                    </a:cubicBezTo>
                    <a:cubicBezTo>
                      <a:pt x="1387" y="234"/>
                      <a:pt x="1274" y="92"/>
                      <a:pt x="1033"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1"/>
              <p:cNvSpPr/>
              <p:nvPr/>
            </p:nvSpPr>
            <p:spPr>
              <a:xfrm>
                <a:off x="5380404" y="4803316"/>
                <a:ext cx="560315" cy="2016"/>
              </a:xfrm>
              <a:custGeom>
                <a:avLst/>
                <a:gdLst/>
                <a:ahLst/>
                <a:cxnLst/>
                <a:rect l="l" t="t" r="r" b="b"/>
                <a:pathLst>
                  <a:path w="16123" h="58" extrusionOk="0">
                    <a:moveTo>
                      <a:pt x="28" y="1"/>
                    </a:moveTo>
                    <a:cubicBezTo>
                      <a:pt x="0" y="1"/>
                      <a:pt x="0" y="1"/>
                      <a:pt x="0" y="29"/>
                    </a:cubicBezTo>
                    <a:cubicBezTo>
                      <a:pt x="0" y="29"/>
                      <a:pt x="0" y="57"/>
                      <a:pt x="28" y="57"/>
                    </a:cubicBezTo>
                    <a:lnTo>
                      <a:pt x="16094" y="57"/>
                    </a:lnTo>
                    <a:cubicBezTo>
                      <a:pt x="16123" y="57"/>
                      <a:pt x="16123" y="29"/>
                      <a:pt x="16123" y="29"/>
                    </a:cubicBezTo>
                    <a:cubicBezTo>
                      <a:pt x="16123" y="1"/>
                      <a:pt x="16123" y="1"/>
                      <a:pt x="16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1"/>
              <p:cNvSpPr/>
              <p:nvPr/>
            </p:nvSpPr>
            <p:spPr>
              <a:xfrm>
                <a:off x="5344505" y="4784897"/>
                <a:ext cx="625962" cy="1981"/>
              </a:xfrm>
              <a:custGeom>
                <a:avLst/>
                <a:gdLst/>
                <a:ahLst/>
                <a:cxnLst/>
                <a:rect l="l" t="t" r="r" b="b"/>
                <a:pathLst>
                  <a:path w="18012" h="57" extrusionOk="0">
                    <a:moveTo>
                      <a:pt x="29" y="0"/>
                    </a:moveTo>
                    <a:lnTo>
                      <a:pt x="0" y="28"/>
                    </a:lnTo>
                    <a:cubicBezTo>
                      <a:pt x="0" y="57"/>
                      <a:pt x="29" y="57"/>
                      <a:pt x="29" y="57"/>
                    </a:cubicBezTo>
                    <a:lnTo>
                      <a:pt x="17983" y="57"/>
                    </a:lnTo>
                    <a:cubicBezTo>
                      <a:pt x="17983" y="57"/>
                      <a:pt x="18012" y="57"/>
                      <a:pt x="18012" y="28"/>
                    </a:cubicBezTo>
                    <a:lnTo>
                      <a:pt x="179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1"/>
              <p:cNvSpPr/>
              <p:nvPr/>
            </p:nvSpPr>
            <p:spPr>
              <a:xfrm>
                <a:off x="5959141" y="4803316"/>
                <a:ext cx="23632" cy="2016"/>
              </a:xfrm>
              <a:custGeom>
                <a:avLst/>
                <a:gdLst/>
                <a:ahLst/>
                <a:cxnLst/>
                <a:rect l="l" t="t" r="r" b="b"/>
                <a:pathLst>
                  <a:path w="680" h="58" extrusionOk="0">
                    <a:moveTo>
                      <a:pt x="28" y="1"/>
                    </a:moveTo>
                    <a:cubicBezTo>
                      <a:pt x="0" y="1"/>
                      <a:pt x="0" y="1"/>
                      <a:pt x="0" y="29"/>
                    </a:cubicBezTo>
                    <a:cubicBezTo>
                      <a:pt x="0" y="29"/>
                      <a:pt x="0" y="57"/>
                      <a:pt x="28" y="57"/>
                    </a:cubicBezTo>
                    <a:lnTo>
                      <a:pt x="651" y="57"/>
                    </a:lnTo>
                    <a:cubicBezTo>
                      <a:pt x="679" y="57"/>
                      <a:pt x="679" y="29"/>
                      <a:pt x="679" y="29"/>
                    </a:cubicBezTo>
                    <a:cubicBezTo>
                      <a:pt x="679" y="1"/>
                      <a:pt x="679" y="1"/>
                      <a:pt x="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1"/>
              <p:cNvSpPr/>
              <p:nvPr/>
            </p:nvSpPr>
            <p:spPr>
              <a:xfrm>
                <a:off x="5586175" y="4228541"/>
                <a:ext cx="174353" cy="238367"/>
              </a:xfrm>
              <a:custGeom>
                <a:avLst/>
                <a:gdLst/>
                <a:ahLst/>
                <a:cxnLst/>
                <a:rect l="l" t="t" r="r" b="b"/>
                <a:pathLst>
                  <a:path w="5017" h="6859" extrusionOk="0">
                    <a:moveTo>
                      <a:pt x="1785" y="0"/>
                    </a:moveTo>
                    <a:cubicBezTo>
                      <a:pt x="1456" y="0"/>
                      <a:pt x="1123" y="104"/>
                      <a:pt x="856" y="297"/>
                    </a:cubicBezTo>
                    <a:cubicBezTo>
                      <a:pt x="206" y="799"/>
                      <a:pt x="177" y="1712"/>
                      <a:pt x="298" y="2419"/>
                    </a:cubicBezTo>
                    <a:cubicBezTo>
                      <a:pt x="375" y="3093"/>
                      <a:pt x="708" y="3796"/>
                      <a:pt x="1415" y="3796"/>
                    </a:cubicBezTo>
                    <a:cubicBezTo>
                      <a:pt x="1480" y="3796"/>
                      <a:pt x="1549" y="3790"/>
                      <a:pt x="1620" y="3777"/>
                    </a:cubicBezTo>
                    <a:lnTo>
                      <a:pt x="1620" y="3777"/>
                    </a:lnTo>
                    <a:cubicBezTo>
                      <a:pt x="1592" y="3926"/>
                      <a:pt x="1564" y="4067"/>
                      <a:pt x="1536" y="4216"/>
                    </a:cubicBezTo>
                    <a:cubicBezTo>
                      <a:pt x="1536" y="4336"/>
                      <a:pt x="1507" y="4457"/>
                      <a:pt x="1444" y="4541"/>
                    </a:cubicBezTo>
                    <a:cubicBezTo>
                      <a:pt x="1238" y="4810"/>
                      <a:pt x="736" y="4775"/>
                      <a:pt x="446" y="4839"/>
                    </a:cubicBezTo>
                    <a:cubicBezTo>
                      <a:pt x="0" y="4987"/>
                      <a:pt x="64" y="5482"/>
                      <a:pt x="121" y="5900"/>
                    </a:cubicBezTo>
                    <a:lnTo>
                      <a:pt x="121" y="6013"/>
                    </a:lnTo>
                    <a:cubicBezTo>
                      <a:pt x="149" y="6190"/>
                      <a:pt x="206" y="6338"/>
                      <a:pt x="298" y="6487"/>
                    </a:cubicBezTo>
                    <a:cubicBezTo>
                      <a:pt x="477" y="6772"/>
                      <a:pt x="810" y="6859"/>
                      <a:pt x="1180" y="6859"/>
                    </a:cubicBezTo>
                    <a:cubicBezTo>
                      <a:pt x="1655" y="6859"/>
                      <a:pt x="2190" y="6715"/>
                      <a:pt x="2540" y="6664"/>
                    </a:cubicBezTo>
                    <a:cubicBezTo>
                      <a:pt x="3389" y="6515"/>
                      <a:pt x="4217" y="6282"/>
                      <a:pt x="5016" y="5928"/>
                    </a:cubicBezTo>
                    <a:cubicBezTo>
                      <a:pt x="4691" y="5631"/>
                      <a:pt x="4394" y="5249"/>
                      <a:pt x="4068" y="4923"/>
                    </a:cubicBezTo>
                    <a:cubicBezTo>
                      <a:pt x="4012" y="4867"/>
                      <a:pt x="3778" y="4895"/>
                      <a:pt x="3686" y="4839"/>
                    </a:cubicBezTo>
                    <a:cubicBezTo>
                      <a:pt x="3566" y="4775"/>
                      <a:pt x="3481" y="4690"/>
                      <a:pt x="3424" y="4570"/>
                    </a:cubicBezTo>
                    <a:cubicBezTo>
                      <a:pt x="3276" y="4308"/>
                      <a:pt x="3248" y="3983"/>
                      <a:pt x="3248" y="3685"/>
                    </a:cubicBezTo>
                    <a:cubicBezTo>
                      <a:pt x="3276" y="3247"/>
                      <a:pt x="3248" y="2511"/>
                      <a:pt x="3276" y="2094"/>
                    </a:cubicBezTo>
                    <a:cubicBezTo>
                      <a:pt x="3276" y="1712"/>
                      <a:pt x="3424" y="1563"/>
                      <a:pt x="3304" y="1209"/>
                    </a:cubicBezTo>
                    <a:cubicBezTo>
                      <a:pt x="3156" y="707"/>
                      <a:pt x="2802" y="269"/>
                      <a:pt x="2300" y="92"/>
                    </a:cubicBezTo>
                    <a:cubicBezTo>
                      <a:pt x="2136" y="30"/>
                      <a:pt x="1961" y="0"/>
                      <a:pt x="1785"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1"/>
              <p:cNvSpPr/>
              <p:nvPr/>
            </p:nvSpPr>
            <p:spPr>
              <a:xfrm>
                <a:off x="5497173" y="4393477"/>
                <a:ext cx="341999" cy="333172"/>
              </a:xfrm>
              <a:custGeom>
                <a:avLst/>
                <a:gdLst/>
                <a:ahLst/>
                <a:cxnLst/>
                <a:rect l="l" t="t" r="r" b="b"/>
                <a:pathLst>
                  <a:path w="9841" h="9587" extrusionOk="0">
                    <a:moveTo>
                      <a:pt x="3538" y="1"/>
                    </a:moveTo>
                    <a:cubicBezTo>
                      <a:pt x="2356" y="121"/>
                      <a:pt x="1175" y="269"/>
                      <a:pt x="0" y="383"/>
                    </a:cubicBezTo>
                    <a:cubicBezTo>
                      <a:pt x="85" y="560"/>
                      <a:pt x="57" y="828"/>
                      <a:pt x="85" y="1033"/>
                    </a:cubicBezTo>
                    <a:cubicBezTo>
                      <a:pt x="85" y="1267"/>
                      <a:pt x="114" y="1507"/>
                      <a:pt x="114" y="1741"/>
                    </a:cubicBezTo>
                    <a:cubicBezTo>
                      <a:pt x="177" y="2187"/>
                      <a:pt x="206" y="2654"/>
                      <a:pt x="291" y="3128"/>
                    </a:cubicBezTo>
                    <a:cubicBezTo>
                      <a:pt x="291" y="3248"/>
                      <a:pt x="326" y="3389"/>
                      <a:pt x="354" y="3510"/>
                    </a:cubicBezTo>
                    <a:cubicBezTo>
                      <a:pt x="695" y="3475"/>
                      <a:pt x="1299" y="3417"/>
                      <a:pt x="1712" y="3417"/>
                    </a:cubicBezTo>
                    <a:cubicBezTo>
                      <a:pt x="1976" y="3417"/>
                      <a:pt x="2162" y="3441"/>
                      <a:pt x="2151" y="3510"/>
                    </a:cubicBezTo>
                    <a:cubicBezTo>
                      <a:pt x="2151" y="3778"/>
                      <a:pt x="2179" y="4012"/>
                      <a:pt x="2179" y="4274"/>
                    </a:cubicBezTo>
                    <a:cubicBezTo>
                      <a:pt x="2179" y="4804"/>
                      <a:pt x="2236" y="5306"/>
                      <a:pt x="2236" y="5809"/>
                    </a:cubicBezTo>
                    <a:cubicBezTo>
                      <a:pt x="2271" y="6339"/>
                      <a:pt x="2300" y="6898"/>
                      <a:pt x="2356" y="7429"/>
                    </a:cubicBezTo>
                    <a:cubicBezTo>
                      <a:pt x="2413" y="8051"/>
                      <a:pt x="2505" y="8638"/>
                      <a:pt x="2653" y="9261"/>
                    </a:cubicBezTo>
                    <a:cubicBezTo>
                      <a:pt x="3421" y="9504"/>
                      <a:pt x="4251" y="9586"/>
                      <a:pt x="5089" y="9586"/>
                    </a:cubicBezTo>
                    <a:cubicBezTo>
                      <a:pt x="5765" y="9586"/>
                      <a:pt x="6446" y="9532"/>
                      <a:pt x="7103" y="9466"/>
                    </a:cubicBezTo>
                    <a:cubicBezTo>
                      <a:pt x="7542" y="9438"/>
                      <a:pt x="7987" y="9374"/>
                      <a:pt x="8341" y="9169"/>
                    </a:cubicBezTo>
                    <a:cubicBezTo>
                      <a:pt x="9374" y="8554"/>
                      <a:pt x="9431" y="6750"/>
                      <a:pt x="9579" y="5688"/>
                    </a:cubicBezTo>
                    <a:cubicBezTo>
                      <a:pt x="9699" y="4896"/>
                      <a:pt x="9841" y="4132"/>
                      <a:pt x="9784" y="3304"/>
                    </a:cubicBezTo>
                    <a:cubicBezTo>
                      <a:pt x="9699" y="2243"/>
                      <a:pt x="9225" y="1154"/>
                      <a:pt x="8249" y="623"/>
                    </a:cubicBezTo>
                    <a:cubicBezTo>
                      <a:pt x="7895" y="446"/>
                      <a:pt x="7513" y="326"/>
                      <a:pt x="7131" y="206"/>
                    </a:cubicBezTo>
                    <a:cubicBezTo>
                      <a:pt x="6806" y="149"/>
                      <a:pt x="6481" y="121"/>
                      <a:pt x="6191" y="29"/>
                    </a:cubicBezTo>
                    <a:cubicBezTo>
                      <a:pt x="6070" y="326"/>
                      <a:pt x="5893" y="475"/>
                      <a:pt x="5596" y="595"/>
                    </a:cubicBezTo>
                    <a:cubicBezTo>
                      <a:pt x="5418" y="681"/>
                      <a:pt x="5202" y="718"/>
                      <a:pt x="4994" y="718"/>
                    </a:cubicBezTo>
                    <a:cubicBezTo>
                      <a:pt x="4930" y="718"/>
                      <a:pt x="4866" y="715"/>
                      <a:pt x="4804" y="708"/>
                    </a:cubicBezTo>
                    <a:cubicBezTo>
                      <a:pt x="4535" y="680"/>
                      <a:pt x="4302" y="623"/>
                      <a:pt x="4068" y="503"/>
                    </a:cubicBezTo>
                    <a:cubicBezTo>
                      <a:pt x="3976" y="446"/>
                      <a:pt x="3863" y="354"/>
                      <a:pt x="3771" y="269"/>
                    </a:cubicBezTo>
                    <a:cubicBezTo>
                      <a:pt x="3715" y="206"/>
                      <a:pt x="3651" y="121"/>
                      <a:pt x="3594" y="29"/>
                    </a:cubicBezTo>
                    <a:lnTo>
                      <a:pt x="35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1"/>
              <p:cNvSpPr/>
              <p:nvPr/>
            </p:nvSpPr>
            <p:spPr>
              <a:xfrm>
                <a:off x="5506279" y="4504130"/>
                <a:ext cx="61477" cy="11329"/>
              </a:xfrm>
              <a:custGeom>
                <a:avLst/>
                <a:gdLst/>
                <a:ahLst/>
                <a:cxnLst/>
                <a:rect l="l" t="t" r="r" b="b"/>
                <a:pathLst>
                  <a:path w="1769" h="326" extrusionOk="0">
                    <a:moveTo>
                      <a:pt x="29" y="0"/>
                    </a:moveTo>
                    <a:lnTo>
                      <a:pt x="0" y="28"/>
                    </a:lnTo>
                    <a:cubicBezTo>
                      <a:pt x="0" y="92"/>
                      <a:pt x="29" y="120"/>
                      <a:pt x="29" y="149"/>
                    </a:cubicBezTo>
                    <a:lnTo>
                      <a:pt x="29" y="297"/>
                    </a:lnTo>
                    <a:lnTo>
                      <a:pt x="29" y="326"/>
                    </a:lnTo>
                    <a:lnTo>
                      <a:pt x="64" y="326"/>
                    </a:lnTo>
                    <a:cubicBezTo>
                      <a:pt x="559" y="326"/>
                      <a:pt x="1267" y="297"/>
                      <a:pt x="1741" y="269"/>
                    </a:cubicBezTo>
                    <a:lnTo>
                      <a:pt x="1769" y="241"/>
                    </a:lnTo>
                    <a:cubicBezTo>
                      <a:pt x="1769" y="205"/>
                      <a:pt x="1741" y="205"/>
                      <a:pt x="1741" y="205"/>
                    </a:cubicBezTo>
                    <a:cubicBezTo>
                      <a:pt x="1267" y="241"/>
                      <a:pt x="559" y="269"/>
                      <a:pt x="92" y="269"/>
                    </a:cubicBezTo>
                    <a:lnTo>
                      <a:pt x="92" y="149"/>
                    </a:lnTo>
                    <a:cubicBezTo>
                      <a:pt x="64" y="120"/>
                      <a:pt x="64" y="64"/>
                      <a:pt x="64" y="28"/>
                    </a:cubicBezTo>
                    <a:cubicBezTo>
                      <a:pt x="64" y="28"/>
                      <a:pt x="6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1"/>
              <p:cNvSpPr/>
              <p:nvPr/>
            </p:nvSpPr>
            <p:spPr>
              <a:xfrm>
                <a:off x="5497173" y="4397647"/>
                <a:ext cx="73780" cy="14318"/>
              </a:xfrm>
              <a:custGeom>
                <a:avLst/>
                <a:gdLst/>
                <a:ahLst/>
                <a:cxnLst/>
                <a:rect l="l" t="t" r="r" b="b"/>
                <a:pathLst>
                  <a:path w="2123" h="412" extrusionOk="0">
                    <a:moveTo>
                      <a:pt x="2094" y="1"/>
                    </a:moveTo>
                    <a:cubicBezTo>
                      <a:pt x="1854" y="29"/>
                      <a:pt x="1529" y="57"/>
                      <a:pt x="1210" y="86"/>
                    </a:cubicBezTo>
                    <a:cubicBezTo>
                      <a:pt x="765" y="149"/>
                      <a:pt x="354" y="178"/>
                      <a:pt x="29" y="206"/>
                    </a:cubicBezTo>
                    <a:lnTo>
                      <a:pt x="0" y="206"/>
                    </a:lnTo>
                    <a:lnTo>
                      <a:pt x="0" y="263"/>
                    </a:lnTo>
                    <a:lnTo>
                      <a:pt x="0" y="326"/>
                    </a:lnTo>
                    <a:lnTo>
                      <a:pt x="0" y="383"/>
                    </a:lnTo>
                    <a:cubicBezTo>
                      <a:pt x="0" y="411"/>
                      <a:pt x="29" y="411"/>
                      <a:pt x="29" y="411"/>
                    </a:cubicBezTo>
                    <a:lnTo>
                      <a:pt x="57" y="411"/>
                    </a:lnTo>
                    <a:lnTo>
                      <a:pt x="57" y="383"/>
                    </a:lnTo>
                    <a:lnTo>
                      <a:pt x="57" y="326"/>
                    </a:lnTo>
                    <a:lnTo>
                      <a:pt x="57" y="263"/>
                    </a:lnTo>
                    <a:cubicBezTo>
                      <a:pt x="383" y="234"/>
                      <a:pt x="793" y="206"/>
                      <a:pt x="1210" y="149"/>
                    </a:cubicBezTo>
                    <a:cubicBezTo>
                      <a:pt x="1529" y="121"/>
                      <a:pt x="1854" y="86"/>
                      <a:pt x="2094" y="57"/>
                    </a:cubicBezTo>
                    <a:cubicBezTo>
                      <a:pt x="2123" y="57"/>
                      <a:pt x="2123" y="57"/>
                      <a:pt x="2123" y="29"/>
                    </a:cubicBezTo>
                    <a:cubicBezTo>
                      <a:pt x="2123" y="29"/>
                      <a:pt x="2123" y="1"/>
                      <a:pt x="2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1"/>
              <p:cNvSpPr/>
              <p:nvPr/>
            </p:nvSpPr>
            <p:spPr>
              <a:xfrm>
                <a:off x="5570919" y="4515424"/>
                <a:ext cx="7159" cy="108706"/>
              </a:xfrm>
              <a:custGeom>
                <a:avLst/>
                <a:gdLst/>
                <a:ahLst/>
                <a:cxnLst/>
                <a:rect l="l" t="t" r="r" b="b"/>
                <a:pathLst>
                  <a:path w="206" h="3128" extrusionOk="0">
                    <a:moveTo>
                      <a:pt x="57" y="1"/>
                    </a:moveTo>
                    <a:cubicBezTo>
                      <a:pt x="29" y="1"/>
                      <a:pt x="29" y="1"/>
                      <a:pt x="29" y="29"/>
                    </a:cubicBezTo>
                    <a:cubicBezTo>
                      <a:pt x="1" y="1033"/>
                      <a:pt x="29" y="2066"/>
                      <a:pt x="149" y="3099"/>
                    </a:cubicBezTo>
                    <a:cubicBezTo>
                      <a:pt x="149" y="3099"/>
                      <a:pt x="149" y="3127"/>
                      <a:pt x="178" y="3127"/>
                    </a:cubicBezTo>
                    <a:cubicBezTo>
                      <a:pt x="178" y="3127"/>
                      <a:pt x="206" y="3099"/>
                      <a:pt x="206" y="3064"/>
                    </a:cubicBezTo>
                    <a:cubicBezTo>
                      <a:pt x="86" y="2066"/>
                      <a:pt x="57" y="1033"/>
                      <a:pt x="86" y="29"/>
                    </a:cubicBezTo>
                    <a:cubicBezTo>
                      <a:pt x="86" y="1"/>
                      <a:pt x="57"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1"/>
              <p:cNvSpPr/>
              <p:nvPr/>
            </p:nvSpPr>
            <p:spPr>
              <a:xfrm>
                <a:off x="5455123" y="4818294"/>
                <a:ext cx="182451" cy="90600"/>
              </a:xfrm>
              <a:custGeom>
                <a:avLst/>
                <a:gdLst/>
                <a:ahLst/>
                <a:cxnLst/>
                <a:rect l="l" t="t" r="r" b="b"/>
                <a:pathLst>
                  <a:path w="5250" h="2607" extrusionOk="0">
                    <a:moveTo>
                      <a:pt x="3538" y="1"/>
                    </a:moveTo>
                    <a:cubicBezTo>
                      <a:pt x="2953" y="1"/>
                      <a:pt x="2398" y="247"/>
                      <a:pt x="1890" y="511"/>
                    </a:cubicBezTo>
                    <a:cubicBezTo>
                      <a:pt x="1359" y="779"/>
                      <a:pt x="737" y="1069"/>
                      <a:pt x="383" y="1543"/>
                    </a:cubicBezTo>
                    <a:cubicBezTo>
                      <a:pt x="354" y="1572"/>
                      <a:pt x="354" y="1600"/>
                      <a:pt x="326" y="1635"/>
                    </a:cubicBezTo>
                    <a:cubicBezTo>
                      <a:pt x="178" y="1840"/>
                      <a:pt x="1" y="2131"/>
                      <a:pt x="149" y="2399"/>
                    </a:cubicBezTo>
                    <a:cubicBezTo>
                      <a:pt x="216" y="2553"/>
                      <a:pt x="343" y="2607"/>
                      <a:pt x="497" y="2607"/>
                    </a:cubicBezTo>
                    <a:cubicBezTo>
                      <a:pt x="818" y="2607"/>
                      <a:pt x="1252" y="2370"/>
                      <a:pt x="1472" y="2307"/>
                    </a:cubicBezTo>
                    <a:cubicBezTo>
                      <a:pt x="1854" y="2194"/>
                      <a:pt x="2208" y="2046"/>
                      <a:pt x="2562" y="1925"/>
                    </a:cubicBezTo>
                    <a:cubicBezTo>
                      <a:pt x="3269" y="1664"/>
                      <a:pt x="4012" y="1458"/>
                      <a:pt x="4748" y="1423"/>
                    </a:cubicBezTo>
                    <a:cubicBezTo>
                      <a:pt x="4925" y="1423"/>
                      <a:pt x="5158" y="1423"/>
                      <a:pt x="5215" y="1246"/>
                    </a:cubicBezTo>
                    <a:cubicBezTo>
                      <a:pt x="5250" y="1190"/>
                      <a:pt x="5250" y="1105"/>
                      <a:pt x="5215" y="1041"/>
                    </a:cubicBezTo>
                    <a:cubicBezTo>
                      <a:pt x="5101" y="426"/>
                      <a:pt x="4302" y="44"/>
                      <a:pt x="3715" y="8"/>
                    </a:cubicBezTo>
                    <a:cubicBezTo>
                      <a:pt x="3656" y="3"/>
                      <a:pt x="3597" y="1"/>
                      <a:pt x="35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1"/>
              <p:cNvSpPr/>
              <p:nvPr/>
            </p:nvSpPr>
            <p:spPr>
              <a:xfrm>
                <a:off x="5334183" y="4634696"/>
                <a:ext cx="623008" cy="252790"/>
              </a:xfrm>
              <a:custGeom>
                <a:avLst/>
                <a:gdLst/>
                <a:ahLst/>
                <a:cxnLst/>
                <a:rect l="l" t="t" r="r" b="b"/>
                <a:pathLst>
                  <a:path w="17927" h="7274" extrusionOk="0">
                    <a:moveTo>
                      <a:pt x="2256" y="1"/>
                    </a:moveTo>
                    <a:cubicBezTo>
                      <a:pt x="2076" y="1"/>
                      <a:pt x="1894" y="15"/>
                      <a:pt x="1712" y="49"/>
                    </a:cubicBezTo>
                    <a:cubicBezTo>
                      <a:pt x="1267" y="134"/>
                      <a:pt x="856" y="375"/>
                      <a:pt x="531" y="693"/>
                    </a:cubicBezTo>
                    <a:cubicBezTo>
                      <a:pt x="446" y="813"/>
                      <a:pt x="354" y="933"/>
                      <a:pt x="297" y="1047"/>
                    </a:cubicBezTo>
                    <a:cubicBezTo>
                      <a:pt x="0" y="1641"/>
                      <a:pt x="241" y="2377"/>
                      <a:pt x="502" y="2935"/>
                    </a:cubicBezTo>
                    <a:cubicBezTo>
                      <a:pt x="913" y="3735"/>
                      <a:pt x="1564" y="4322"/>
                      <a:pt x="2299" y="4761"/>
                    </a:cubicBezTo>
                    <a:cubicBezTo>
                      <a:pt x="3155" y="5291"/>
                      <a:pt x="4096" y="5617"/>
                      <a:pt x="5044" y="5970"/>
                    </a:cubicBezTo>
                    <a:cubicBezTo>
                      <a:pt x="6105" y="6352"/>
                      <a:pt x="7195" y="6741"/>
                      <a:pt x="8256" y="7123"/>
                    </a:cubicBezTo>
                    <a:cubicBezTo>
                      <a:pt x="8461" y="7180"/>
                      <a:pt x="8843" y="7237"/>
                      <a:pt x="9048" y="7272"/>
                    </a:cubicBezTo>
                    <a:cubicBezTo>
                      <a:pt x="9053" y="7273"/>
                      <a:pt x="9058" y="7273"/>
                      <a:pt x="9063" y="7273"/>
                    </a:cubicBezTo>
                    <a:cubicBezTo>
                      <a:pt x="9229" y="7273"/>
                      <a:pt x="9290" y="6824"/>
                      <a:pt x="9345" y="6741"/>
                    </a:cubicBezTo>
                    <a:cubicBezTo>
                      <a:pt x="9511" y="6547"/>
                      <a:pt x="9756" y="6528"/>
                      <a:pt x="10001" y="6528"/>
                    </a:cubicBezTo>
                    <a:cubicBezTo>
                      <a:pt x="10059" y="6528"/>
                      <a:pt x="10117" y="6529"/>
                      <a:pt x="10173" y="6529"/>
                    </a:cubicBezTo>
                    <a:cubicBezTo>
                      <a:pt x="10376" y="6543"/>
                      <a:pt x="10578" y="6550"/>
                      <a:pt x="10778" y="6550"/>
                    </a:cubicBezTo>
                    <a:cubicBezTo>
                      <a:pt x="12666" y="6550"/>
                      <a:pt x="14413" y="5929"/>
                      <a:pt x="16038" y="4938"/>
                    </a:cubicBezTo>
                    <a:cubicBezTo>
                      <a:pt x="16540" y="4647"/>
                      <a:pt x="17042" y="4265"/>
                      <a:pt x="17396" y="3763"/>
                    </a:cubicBezTo>
                    <a:cubicBezTo>
                      <a:pt x="17806" y="3169"/>
                      <a:pt x="17927" y="2377"/>
                      <a:pt x="17481" y="1754"/>
                    </a:cubicBezTo>
                    <a:cubicBezTo>
                      <a:pt x="17042" y="1195"/>
                      <a:pt x="16391" y="841"/>
                      <a:pt x="15684" y="728"/>
                    </a:cubicBezTo>
                    <a:cubicBezTo>
                      <a:pt x="15547" y="701"/>
                      <a:pt x="15414" y="688"/>
                      <a:pt x="15285" y="688"/>
                    </a:cubicBezTo>
                    <a:cubicBezTo>
                      <a:pt x="14580" y="688"/>
                      <a:pt x="13983" y="1063"/>
                      <a:pt x="13385" y="1464"/>
                    </a:cubicBezTo>
                    <a:cubicBezTo>
                      <a:pt x="13328" y="1521"/>
                      <a:pt x="13236" y="1577"/>
                      <a:pt x="13151" y="1641"/>
                    </a:cubicBezTo>
                    <a:cubicBezTo>
                      <a:pt x="12793" y="1523"/>
                      <a:pt x="12398" y="1491"/>
                      <a:pt x="11997" y="1491"/>
                    </a:cubicBezTo>
                    <a:cubicBezTo>
                      <a:pt x="11701" y="1491"/>
                      <a:pt x="11402" y="1509"/>
                      <a:pt x="11114" y="1521"/>
                    </a:cubicBezTo>
                    <a:cubicBezTo>
                      <a:pt x="10853" y="1541"/>
                      <a:pt x="10587" y="1547"/>
                      <a:pt x="10320" y="1547"/>
                    </a:cubicBezTo>
                    <a:cubicBezTo>
                      <a:pt x="10027" y="1547"/>
                      <a:pt x="9731" y="1540"/>
                      <a:pt x="9435" y="1540"/>
                    </a:cubicBezTo>
                    <a:cubicBezTo>
                      <a:pt x="9268" y="1540"/>
                      <a:pt x="9102" y="1542"/>
                      <a:pt x="8935" y="1549"/>
                    </a:cubicBezTo>
                    <a:cubicBezTo>
                      <a:pt x="8638" y="1583"/>
                      <a:pt x="8388" y="1615"/>
                      <a:pt x="8136" y="1615"/>
                    </a:cubicBezTo>
                    <a:cubicBezTo>
                      <a:pt x="7914" y="1615"/>
                      <a:pt x="7690" y="1590"/>
                      <a:pt x="7428" y="1521"/>
                    </a:cubicBezTo>
                    <a:cubicBezTo>
                      <a:pt x="6134" y="1167"/>
                      <a:pt x="4896" y="580"/>
                      <a:pt x="3601" y="226"/>
                    </a:cubicBezTo>
                    <a:cubicBezTo>
                      <a:pt x="3173" y="99"/>
                      <a:pt x="2720" y="1"/>
                      <a:pt x="22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1"/>
              <p:cNvSpPr/>
              <p:nvPr/>
            </p:nvSpPr>
            <p:spPr>
              <a:xfrm>
                <a:off x="5641501" y="4714071"/>
                <a:ext cx="173102" cy="82155"/>
              </a:xfrm>
              <a:custGeom>
                <a:avLst/>
                <a:gdLst/>
                <a:ahLst/>
                <a:cxnLst/>
                <a:rect l="l" t="t" r="r" b="b"/>
                <a:pathLst>
                  <a:path w="4981" h="2364" extrusionOk="0">
                    <a:moveTo>
                      <a:pt x="4924" y="1"/>
                    </a:moveTo>
                    <a:cubicBezTo>
                      <a:pt x="4690" y="121"/>
                      <a:pt x="4450" y="213"/>
                      <a:pt x="4216" y="326"/>
                    </a:cubicBezTo>
                    <a:cubicBezTo>
                      <a:pt x="3863" y="475"/>
                      <a:pt x="3481" y="623"/>
                      <a:pt x="3127" y="857"/>
                    </a:cubicBezTo>
                    <a:cubicBezTo>
                      <a:pt x="2978" y="949"/>
                      <a:pt x="2802" y="1062"/>
                      <a:pt x="2653" y="1154"/>
                    </a:cubicBezTo>
                    <a:cubicBezTo>
                      <a:pt x="2243" y="1415"/>
                      <a:pt x="1832" y="1684"/>
                      <a:pt x="1387" y="1889"/>
                    </a:cubicBezTo>
                    <a:cubicBezTo>
                      <a:pt x="1210" y="1981"/>
                      <a:pt x="976" y="2038"/>
                      <a:pt x="736" y="2066"/>
                    </a:cubicBezTo>
                    <a:cubicBezTo>
                      <a:pt x="502" y="2158"/>
                      <a:pt x="205" y="2215"/>
                      <a:pt x="0" y="2335"/>
                    </a:cubicBezTo>
                    <a:lnTo>
                      <a:pt x="0" y="2363"/>
                    </a:lnTo>
                    <a:lnTo>
                      <a:pt x="28" y="2363"/>
                    </a:lnTo>
                    <a:cubicBezTo>
                      <a:pt x="241" y="2271"/>
                      <a:pt x="502" y="2215"/>
                      <a:pt x="771" y="2123"/>
                    </a:cubicBezTo>
                    <a:cubicBezTo>
                      <a:pt x="1005" y="2066"/>
                      <a:pt x="1210" y="2010"/>
                      <a:pt x="1415" y="1946"/>
                    </a:cubicBezTo>
                    <a:cubicBezTo>
                      <a:pt x="1861" y="1741"/>
                      <a:pt x="2271" y="1479"/>
                      <a:pt x="2681" y="1210"/>
                    </a:cubicBezTo>
                    <a:cubicBezTo>
                      <a:pt x="2830" y="1097"/>
                      <a:pt x="3007" y="1005"/>
                      <a:pt x="3155" y="885"/>
                    </a:cubicBezTo>
                    <a:cubicBezTo>
                      <a:pt x="3509" y="680"/>
                      <a:pt x="3891" y="531"/>
                      <a:pt x="4245" y="390"/>
                    </a:cubicBezTo>
                    <a:cubicBezTo>
                      <a:pt x="4485" y="269"/>
                      <a:pt x="4719" y="177"/>
                      <a:pt x="4952" y="64"/>
                    </a:cubicBezTo>
                    <a:cubicBezTo>
                      <a:pt x="4980" y="36"/>
                      <a:pt x="4980" y="36"/>
                      <a:pt x="4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1"/>
              <p:cNvSpPr/>
              <p:nvPr/>
            </p:nvSpPr>
            <p:spPr>
              <a:xfrm>
                <a:off x="5653769" y="4825940"/>
                <a:ext cx="142381" cy="129523"/>
              </a:xfrm>
              <a:custGeom>
                <a:avLst/>
                <a:gdLst/>
                <a:ahLst/>
                <a:cxnLst/>
                <a:rect l="l" t="t" r="r" b="b"/>
                <a:pathLst>
                  <a:path w="4097" h="3727" extrusionOk="0">
                    <a:moveTo>
                      <a:pt x="680" y="0"/>
                    </a:moveTo>
                    <a:cubicBezTo>
                      <a:pt x="560" y="262"/>
                      <a:pt x="447" y="496"/>
                      <a:pt x="326" y="764"/>
                    </a:cubicBezTo>
                    <a:cubicBezTo>
                      <a:pt x="298" y="885"/>
                      <a:pt x="241" y="1026"/>
                      <a:pt x="178" y="1146"/>
                    </a:cubicBezTo>
                    <a:cubicBezTo>
                      <a:pt x="149" y="1238"/>
                      <a:pt x="1" y="1415"/>
                      <a:pt x="65" y="1500"/>
                    </a:cubicBezTo>
                    <a:cubicBezTo>
                      <a:pt x="121" y="1529"/>
                      <a:pt x="326" y="1557"/>
                      <a:pt x="383" y="1557"/>
                    </a:cubicBezTo>
                    <a:cubicBezTo>
                      <a:pt x="503" y="1592"/>
                      <a:pt x="623" y="1649"/>
                      <a:pt x="737" y="1677"/>
                    </a:cubicBezTo>
                    <a:cubicBezTo>
                      <a:pt x="885" y="1797"/>
                      <a:pt x="1126" y="1854"/>
                      <a:pt x="1303" y="1974"/>
                    </a:cubicBezTo>
                    <a:cubicBezTo>
                      <a:pt x="1508" y="2087"/>
                      <a:pt x="1713" y="2300"/>
                      <a:pt x="1918" y="2441"/>
                    </a:cubicBezTo>
                    <a:cubicBezTo>
                      <a:pt x="2328" y="2795"/>
                      <a:pt x="2746" y="3149"/>
                      <a:pt x="3184" y="3502"/>
                    </a:cubicBezTo>
                    <a:cubicBezTo>
                      <a:pt x="3310" y="3604"/>
                      <a:pt x="3457" y="3727"/>
                      <a:pt x="3624" y="3727"/>
                    </a:cubicBezTo>
                    <a:cubicBezTo>
                      <a:pt x="3654" y="3727"/>
                      <a:pt x="3684" y="3723"/>
                      <a:pt x="3715" y="3714"/>
                    </a:cubicBezTo>
                    <a:cubicBezTo>
                      <a:pt x="3920" y="3651"/>
                      <a:pt x="4012" y="3389"/>
                      <a:pt x="4040" y="3184"/>
                    </a:cubicBezTo>
                    <a:cubicBezTo>
                      <a:pt x="4097" y="2561"/>
                      <a:pt x="3863" y="2151"/>
                      <a:pt x="3453" y="1705"/>
                    </a:cubicBezTo>
                    <a:cubicBezTo>
                      <a:pt x="3128" y="1380"/>
                      <a:pt x="2717" y="1062"/>
                      <a:pt x="2477" y="616"/>
                    </a:cubicBezTo>
                    <a:cubicBezTo>
                      <a:pt x="2364" y="382"/>
                      <a:pt x="2215" y="142"/>
                      <a:pt x="1918" y="142"/>
                    </a:cubicBezTo>
                    <a:cubicBezTo>
                      <a:pt x="1769" y="142"/>
                      <a:pt x="1621" y="177"/>
                      <a:pt x="1444" y="206"/>
                    </a:cubicBezTo>
                    <a:cubicBezTo>
                      <a:pt x="1415" y="208"/>
                      <a:pt x="1386" y="210"/>
                      <a:pt x="1358" y="210"/>
                    </a:cubicBezTo>
                    <a:cubicBezTo>
                      <a:pt x="1106" y="210"/>
                      <a:pt x="890" y="102"/>
                      <a:pt x="6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1"/>
              <p:cNvSpPr/>
              <p:nvPr/>
            </p:nvSpPr>
            <p:spPr>
              <a:xfrm>
                <a:off x="5612969" y="4475980"/>
                <a:ext cx="242677" cy="254284"/>
              </a:xfrm>
              <a:custGeom>
                <a:avLst/>
                <a:gdLst/>
                <a:ahLst/>
                <a:cxnLst/>
                <a:rect l="l" t="t" r="r" b="b"/>
                <a:pathLst>
                  <a:path w="6983" h="7317" extrusionOk="0">
                    <a:moveTo>
                      <a:pt x="5454" y="0"/>
                    </a:moveTo>
                    <a:cubicBezTo>
                      <a:pt x="4901" y="0"/>
                      <a:pt x="4358" y="478"/>
                      <a:pt x="4245" y="1136"/>
                    </a:cubicBezTo>
                    <a:cubicBezTo>
                      <a:pt x="4125" y="1758"/>
                      <a:pt x="4097" y="2345"/>
                      <a:pt x="4125" y="2961"/>
                    </a:cubicBezTo>
                    <a:cubicBezTo>
                      <a:pt x="4153" y="3286"/>
                      <a:pt x="4153" y="3583"/>
                      <a:pt x="4181" y="3909"/>
                    </a:cubicBezTo>
                    <a:cubicBezTo>
                      <a:pt x="4181" y="4086"/>
                      <a:pt x="4210" y="4234"/>
                      <a:pt x="4210" y="4411"/>
                    </a:cubicBezTo>
                    <a:cubicBezTo>
                      <a:pt x="4210" y="4496"/>
                      <a:pt x="4273" y="4616"/>
                      <a:pt x="4245" y="4729"/>
                    </a:cubicBezTo>
                    <a:cubicBezTo>
                      <a:pt x="4245" y="4850"/>
                      <a:pt x="4245" y="4821"/>
                      <a:pt x="4153" y="4878"/>
                    </a:cubicBezTo>
                    <a:cubicBezTo>
                      <a:pt x="4033" y="4906"/>
                      <a:pt x="3920" y="4942"/>
                      <a:pt x="3799" y="4970"/>
                    </a:cubicBezTo>
                    <a:cubicBezTo>
                      <a:pt x="3361" y="5083"/>
                      <a:pt x="2915" y="5203"/>
                      <a:pt x="2441" y="5352"/>
                    </a:cubicBezTo>
                    <a:cubicBezTo>
                      <a:pt x="2236" y="5408"/>
                      <a:pt x="2003" y="5472"/>
                      <a:pt x="1797" y="5500"/>
                    </a:cubicBezTo>
                    <a:cubicBezTo>
                      <a:pt x="1500" y="5557"/>
                      <a:pt x="1203" y="5677"/>
                      <a:pt x="913" y="5734"/>
                    </a:cubicBezTo>
                    <a:cubicBezTo>
                      <a:pt x="616" y="5790"/>
                      <a:pt x="319" y="6003"/>
                      <a:pt x="142" y="6236"/>
                    </a:cubicBezTo>
                    <a:cubicBezTo>
                      <a:pt x="29" y="6441"/>
                      <a:pt x="1" y="6710"/>
                      <a:pt x="57" y="6915"/>
                    </a:cubicBezTo>
                    <a:cubicBezTo>
                      <a:pt x="114" y="7064"/>
                      <a:pt x="177" y="7120"/>
                      <a:pt x="234" y="7149"/>
                    </a:cubicBezTo>
                    <a:cubicBezTo>
                      <a:pt x="319" y="7205"/>
                      <a:pt x="439" y="7205"/>
                      <a:pt x="588" y="7205"/>
                    </a:cubicBezTo>
                    <a:cubicBezTo>
                      <a:pt x="1134" y="7258"/>
                      <a:pt x="1816" y="7317"/>
                      <a:pt x="2525" y="7317"/>
                    </a:cubicBezTo>
                    <a:cubicBezTo>
                      <a:pt x="4186" y="7317"/>
                      <a:pt x="6001" y="6996"/>
                      <a:pt x="6601" y="5529"/>
                    </a:cubicBezTo>
                    <a:cubicBezTo>
                      <a:pt x="6926" y="4701"/>
                      <a:pt x="6983" y="3817"/>
                      <a:pt x="6955" y="2904"/>
                    </a:cubicBezTo>
                    <a:cubicBezTo>
                      <a:pt x="6926" y="2112"/>
                      <a:pt x="6806" y="1192"/>
                      <a:pt x="6332" y="520"/>
                    </a:cubicBezTo>
                    <a:cubicBezTo>
                      <a:pt x="6088" y="155"/>
                      <a:pt x="5770" y="0"/>
                      <a:pt x="5454"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1"/>
              <p:cNvSpPr/>
              <p:nvPr/>
            </p:nvSpPr>
            <p:spPr>
              <a:xfrm>
                <a:off x="5585202" y="4217489"/>
                <a:ext cx="138419" cy="124900"/>
              </a:xfrm>
              <a:custGeom>
                <a:avLst/>
                <a:gdLst/>
                <a:ahLst/>
                <a:cxnLst/>
                <a:rect l="l" t="t" r="r" b="b"/>
                <a:pathLst>
                  <a:path w="3983" h="3594" extrusionOk="0">
                    <a:moveTo>
                      <a:pt x="1872" y="0"/>
                    </a:moveTo>
                    <a:cubicBezTo>
                      <a:pt x="1778" y="0"/>
                      <a:pt x="1684" y="9"/>
                      <a:pt x="1592" y="28"/>
                    </a:cubicBezTo>
                    <a:cubicBezTo>
                      <a:pt x="1535" y="56"/>
                      <a:pt x="1507" y="56"/>
                      <a:pt x="1443" y="56"/>
                    </a:cubicBezTo>
                    <a:cubicBezTo>
                      <a:pt x="856" y="233"/>
                      <a:pt x="382" y="735"/>
                      <a:pt x="149" y="1322"/>
                    </a:cubicBezTo>
                    <a:cubicBezTo>
                      <a:pt x="0" y="1676"/>
                      <a:pt x="587" y="1648"/>
                      <a:pt x="800" y="1676"/>
                    </a:cubicBezTo>
                    <a:cubicBezTo>
                      <a:pt x="941" y="1676"/>
                      <a:pt x="1061" y="1704"/>
                      <a:pt x="1182" y="1704"/>
                    </a:cubicBezTo>
                    <a:cubicBezTo>
                      <a:pt x="1472" y="1733"/>
                      <a:pt x="1769" y="1733"/>
                      <a:pt x="2038" y="1733"/>
                    </a:cubicBezTo>
                    <a:cubicBezTo>
                      <a:pt x="2476" y="1733"/>
                      <a:pt x="2179" y="2086"/>
                      <a:pt x="2420" y="2263"/>
                    </a:cubicBezTo>
                    <a:cubicBezTo>
                      <a:pt x="2596" y="2383"/>
                      <a:pt x="2710" y="2504"/>
                      <a:pt x="2802" y="2681"/>
                    </a:cubicBezTo>
                    <a:cubicBezTo>
                      <a:pt x="2858" y="2886"/>
                      <a:pt x="2886" y="3091"/>
                      <a:pt x="3007" y="3268"/>
                    </a:cubicBezTo>
                    <a:cubicBezTo>
                      <a:pt x="3035" y="3296"/>
                      <a:pt x="3063" y="3324"/>
                      <a:pt x="3099" y="3388"/>
                    </a:cubicBezTo>
                    <a:cubicBezTo>
                      <a:pt x="3184" y="3445"/>
                      <a:pt x="3240" y="3537"/>
                      <a:pt x="3304" y="3593"/>
                    </a:cubicBezTo>
                    <a:cubicBezTo>
                      <a:pt x="3332" y="3565"/>
                      <a:pt x="3360" y="3537"/>
                      <a:pt x="3360" y="3473"/>
                    </a:cubicBezTo>
                    <a:cubicBezTo>
                      <a:pt x="3658" y="2681"/>
                      <a:pt x="3983" y="1796"/>
                      <a:pt x="3537" y="997"/>
                    </a:cubicBezTo>
                    <a:cubicBezTo>
                      <a:pt x="3228" y="434"/>
                      <a:pt x="2534" y="0"/>
                      <a:pt x="18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1"/>
              <p:cNvSpPr/>
              <p:nvPr/>
            </p:nvSpPr>
            <p:spPr>
              <a:xfrm>
                <a:off x="5453176" y="4677893"/>
                <a:ext cx="229401" cy="152007"/>
              </a:xfrm>
              <a:custGeom>
                <a:avLst/>
                <a:gdLst/>
                <a:ahLst/>
                <a:cxnLst/>
                <a:rect l="l" t="t" r="r" b="b"/>
                <a:pathLst>
                  <a:path w="6601" h="4374" extrusionOk="0">
                    <a:moveTo>
                      <a:pt x="21" y="0"/>
                    </a:moveTo>
                    <a:cubicBezTo>
                      <a:pt x="13" y="0"/>
                      <a:pt x="0" y="16"/>
                      <a:pt x="0" y="16"/>
                    </a:cubicBezTo>
                    <a:cubicBezTo>
                      <a:pt x="0" y="44"/>
                      <a:pt x="0" y="44"/>
                      <a:pt x="28" y="44"/>
                    </a:cubicBezTo>
                    <a:cubicBezTo>
                      <a:pt x="793" y="398"/>
                      <a:pt x="1500" y="957"/>
                      <a:pt x="2179" y="1459"/>
                    </a:cubicBezTo>
                    <a:cubicBezTo>
                      <a:pt x="2533" y="1749"/>
                      <a:pt x="2887" y="2018"/>
                      <a:pt x="3269" y="2280"/>
                    </a:cubicBezTo>
                    <a:cubicBezTo>
                      <a:pt x="4301" y="2959"/>
                      <a:pt x="5419" y="3461"/>
                      <a:pt x="6544" y="3963"/>
                    </a:cubicBezTo>
                    <a:cubicBezTo>
                      <a:pt x="6509" y="4020"/>
                      <a:pt x="6480" y="4084"/>
                      <a:pt x="6480" y="4140"/>
                    </a:cubicBezTo>
                    <a:cubicBezTo>
                      <a:pt x="6452" y="4197"/>
                      <a:pt x="6424" y="4260"/>
                      <a:pt x="6395" y="4317"/>
                    </a:cubicBezTo>
                    <a:cubicBezTo>
                      <a:pt x="6395" y="4345"/>
                      <a:pt x="6395" y="4345"/>
                      <a:pt x="6424" y="4345"/>
                    </a:cubicBezTo>
                    <a:lnTo>
                      <a:pt x="6424" y="4374"/>
                    </a:lnTo>
                    <a:lnTo>
                      <a:pt x="6452" y="4345"/>
                    </a:lnTo>
                    <a:cubicBezTo>
                      <a:pt x="6480" y="4289"/>
                      <a:pt x="6509" y="4197"/>
                      <a:pt x="6509" y="4140"/>
                    </a:cubicBezTo>
                    <a:cubicBezTo>
                      <a:pt x="6544" y="4084"/>
                      <a:pt x="6572" y="4020"/>
                      <a:pt x="6601" y="3963"/>
                    </a:cubicBezTo>
                    <a:lnTo>
                      <a:pt x="6601" y="3935"/>
                    </a:lnTo>
                    <a:lnTo>
                      <a:pt x="6572" y="3935"/>
                    </a:lnTo>
                    <a:cubicBezTo>
                      <a:pt x="5483" y="3433"/>
                      <a:pt x="4330" y="2902"/>
                      <a:pt x="3297" y="2223"/>
                    </a:cubicBezTo>
                    <a:cubicBezTo>
                      <a:pt x="2915" y="1990"/>
                      <a:pt x="2561" y="1692"/>
                      <a:pt x="2207" y="1431"/>
                    </a:cubicBezTo>
                    <a:cubicBezTo>
                      <a:pt x="1528" y="900"/>
                      <a:pt x="821" y="370"/>
                      <a:pt x="28" y="16"/>
                    </a:cubicBezTo>
                    <a:cubicBezTo>
                      <a:pt x="28" y="4"/>
                      <a:pt x="25" y="0"/>
                      <a:pt x="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1"/>
              <p:cNvSpPr/>
              <p:nvPr/>
            </p:nvSpPr>
            <p:spPr>
              <a:xfrm>
                <a:off x="5610745" y="4321400"/>
                <a:ext cx="22659" cy="12858"/>
              </a:xfrm>
              <a:custGeom>
                <a:avLst/>
                <a:gdLst/>
                <a:ahLst/>
                <a:cxnLst/>
                <a:rect l="l" t="t" r="r" b="b"/>
                <a:pathLst>
                  <a:path w="652" h="370" extrusionOk="0">
                    <a:moveTo>
                      <a:pt x="616" y="0"/>
                    </a:moveTo>
                    <a:cubicBezTo>
                      <a:pt x="608" y="0"/>
                      <a:pt x="595" y="16"/>
                      <a:pt x="595" y="16"/>
                    </a:cubicBezTo>
                    <a:cubicBezTo>
                      <a:pt x="560" y="129"/>
                      <a:pt x="475" y="221"/>
                      <a:pt x="383" y="278"/>
                    </a:cubicBezTo>
                    <a:cubicBezTo>
                      <a:pt x="303" y="298"/>
                      <a:pt x="219" y="318"/>
                      <a:pt x="147" y="318"/>
                    </a:cubicBezTo>
                    <a:cubicBezTo>
                      <a:pt x="117" y="318"/>
                      <a:pt x="89" y="314"/>
                      <a:pt x="65" y="306"/>
                    </a:cubicBezTo>
                    <a:cubicBezTo>
                      <a:pt x="53" y="297"/>
                      <a:pt x="42" y="293"/>
                      <a:pt x="32" y="293"/>
                    </a:cubicBezTo>
                    <a:cubicBezTo>
                      <a:pt x="13" y="293"/>
                      <a:pt x="1" y="306"/>
                      <a:pt x="1" y="306"/>
                    </a:cubicBezTo>
                    <a:cubicBezTo>
                      <a:pt x="1" y="334"/>
                      <a:pt x="1" y="334"/>
                      <a:pt x="29" y="334"/>
                    </a:cubicBezTo>
                    <a:cubicBezTo>
                      <a:pt x="65" y="370"/>
                      <a:pt x="121" y="370"/>
                      <a:pt x="178" y="370"/>
                    </a:cubicBezTo>
                    <a:cubicBezTo>
                      <a:pt x="270" y="370"/>
                      <a:pt x="326" y="370"/>
                      <a:pt x="418" y="306"/>
                    </a:cubicBezTo>
                    <a:cubicBezTo>
                      <a:pt x="531" y="249"/>
                      <a:pt x="623" y="157"/>
                      <a:pt x="652" y="44"/>
                    </a:cubicBezTo>
                    <a:cubicBezTo>
                      <a:pt x="652" y="16"/>
                      <a:pt x="652" y="16"/>
                      <a:pt x="623" y="16"/>
                    </a:cubicBezTo>
                    <a:cubicBezTo>
                      <a:pt x="623" y="4"/>
                      <a:pt x="620"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1"/>
              <p:cNvSpPr/>
              <p:nvPr/>
            </p:nvSpPr>
            <p:spPr>
              <a:xfrm>
                <a:off x="5664091" y="4287203"/>
                <a:ext cx="35378" cy="33223"/>
              </a:xfrm>
              <a:custGeom>
                <a:avLst/>
                <a:gdLst/>
                <a:ahLst/>
                <a:cxnLst/>
                <a:rect l="l" t="t" r="r" b="b"/>
                <a:pathLst>
                  <a:path w="1018" h="956" extrusionOk="0">
                    <a:moveTo>
                      <a:pt x="477" y="0"/>
                    </a:moveTo>
                    <a:cubicBezTo>
                      <a:pt x="274" y="0"/>
                      <a:pt x="67" y="136"/>
                      <a:pt x="1" y="377"/>
                    </a:cubicBezTo>
                    <a:lnTo>
                      <a:pt x="298" y="936"/>
                    </a:lnTo>
                    <a:cubicBezTo>
                      <a:pt x="346" y="949"/>
                      <a:pt x="392" y="955"/>
                      <a:pt x="436" y="955"/>
                    </a:cubicBezTo>
                    <a:cubicBezTo>
                      <a:pt x="796" y="955"/>
                      <a:pt x="1018" y="551"/>
                      <a:pt x="885" y="293"/>
                    </a:cubicBezTo>
                    <a:cubicBezTo>
                      <a:pt x="806" y="92"/>
                      <a:pt x="643" y="0"/>
                      <a:pt x="477"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1"/>
              <p:cNvSpPr/>
              <p:nvPr/>
            </p:nvSpPr>
            <p:spPr>
              <a:xfrm>
                <a:off x="5669269" y="4294501"/>
                <a:ext cx="14283" cy="10009"/>
              </a:xfrm>
              <a:custGeom>
                <a:avLst/>
                <a:gdLst/>
                <a:ahLst/>
                <a:cxnLst/>
                <a:rect l="l" t="t" r="r" b="b"/>
                <a:pathLst>
                  <a:path w="411" h="288" extrusionOk="0">
                    <a:moveTo>
                      <a:pt x="271" y="0"/>
                    </a:moveTo>
                    <a:cubicBezTo>
                      <a:pt x="219" y="0"/>
                      <a:pt x="168" y="14"/>
                      <a:pt x="114" y="47"/>
                    </a:cubicBezTo>
                    <a:cubicBezTo>
                      <a:pt x="29" y="111"/>
                      <a:pt x="1" y="196"/>
                      <a:pt x="1" y="259"/>
                    </a:cubicBezTo>
                    <a:cubicBezTo>
                      <a:pt x="1" y="288"/>
                      <a:pt x="1" y="288"/>
                      <a:pt x="29" y="288"/>
                    </a:cubicBezTo>
                    <a:cubicBezTo>
                      <a:pt x="29" y="288"/>
                      <a:pt x="57" y="288"/>
                      <a:pt x="57" y="259"/>
                    </a:cubicBezTo>
                    <a:cubicBezTo>
                      <a:pt x="57" y="196"/>
                      <a:pt x="85" y="139"/>
                      <a:pt x="149" y="111"/>
                    </a:cubicBezTo>
                    <a:cubicBezTo>
                      <a:pt x="182" y="74"/>
                      <a:pt x="223" y="59"/>
                      <a:pt x="270" y="59"/>
                    </a:cubicBezTo>
                    <a:cubicBezTo>
                      <a:pt x="305" y="59"/>
                      <a:pt x="343" y="67"/>
                      <a:pt x="383" y="83"/>
                    </a:cubicBezTo>
                    <a:lnTo>
                      <a:pt x="411" y="47"/>
                    </a:lnTo>
                    <a:cubicBezTo>
                      <a:pt x="411" y="19"/>
                      <a:pt x="411" y="19"/>
                      <a:pt x="383" y="19"/>
                    </a:cubicBezTo>
                    <a:cubicBezTo>
                      <a:pt x="344" y="7"/>
                      <a:pt x="308" y="0"/>
                      <a:pt x="2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1"/>
              <p:cNvSpPr/>
              <p:nvPr/>
            </p:nvSpPr>
            <p:spPr>
              <a:xfrm>
                <a:off x="5746976" y="4431357"/>
                <a:ext cx="106725" cy="137446"/>
              </a:xfrm>
              <a:custGeom>
                <a:avLst/>
                <a:gdLst/>
                <a:ahLst/>
                <a:cxnLst/>
                <a:rect l="l" t="t" r="r" b="b"/>
                <a:pathLst>
                  <a:path w="3071" h="3955" extrusionOk="0">
                    <a:moveTo>
                      <a:pt x="1655" y="0"/>
                    </a:moveTo>
                    <a:lnTo>
                      <a:pt x="0" y="1507"/>
                    </a:lnTo>
                    <a:cubicBezTo>
                      <a:pt x="120" y="2009"/>
                      <a:pt x="149" y="3099"/>
                      <a:pt x="149" y="3955"/>
                    </a:cubicBezTo>
                    <a:cubicBezTo>
                      <a:pt x="474" y="3926"/>
                      <a:pt x="799" y="3863"/>
                      <a:pt x="1097" y="3806"/>
                    </a:cubicBezTo>
                    <a:cubicBezTo>
                      <a:pt x="1769" y="3686"/>
                      <a:pt x="2419" y="3481"/>
                      <a:pt x="3070" y="3219"/>
                    </a:cubicBezTo>
                    <a:cubicBezTo>
                      <a:pt x="2865" y="2009"/>
                      <a:pt x="2540" y="856"/>
                      <a:pt x="16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1"/>
              <p:cNvSpPr/>
              <p:nvPr/>
            </p:nvSpPr>
            <p:spPr>
              <a:xfrm>
                <a:off x="5509476" y="4735722"/>
                <a:ext cx="248828" cy="12302"/>
              </a:xfrm>
              <a:custGeom>
                <a:avLst/>
                <a:gdLst/>
                <a:ahLst/>
                <a:cxnLst/>
                <a:rect l="l" t="t" r="r" b="b"/>
                <a:pathLst>
                  <a:path w="7160" h="354" extrusionOk="0">
                    <a:moveTo>
                      <a:pt x="177" y="0"/>
                    </a:moveTo>
                    <a:cubicBezTo>
                      <a:pt x="85" y="0"/>
                      <a:pt x="0" y="57"/>
                      <a:pt x="0" y="177"/>
                    </a:cubicBezTo>
                    <a:cubicBezTo>
                      <a:pt x="0" y="262"/>
                      <a:pt x="85" y="354"/>
                      <a:pt x="177" y="354"/>
                    </a:cubicBezTo>
                    <a:lnTo>
                      <a:pt x="6983" y="354"/>
                    </a:lnTo>
                    <a:cubicBezTo>
                      <a:pt x="7075" y="354"/>
                      <a:pt x="7159" y="262"/>
                      <a:pt x="7159" y="177"/>
                    </a:cubicBezTo>
                    <a:cubicBezTo>
                      <a:pt x="7159" y="57"/>
                      <a:pt x="7075" y="0"/>
                      <a:pt x="69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1"/>
              <p:cNvSpPr/>
              <p:nvPr/>
            </p:nvSpPr>
            <p:spPr>
              <a:xfrm>
                <a:off x="5465444" y="4626042"/>
                <a:ext cx="252060" cy="112668"/>
              </a:xfrm>
              <a:custGeom>
                <a:avLst/>
                <a:gdLst/>
                <a:ahLst/>
                <a:cxnLst/>
                <a:rect l="l" t="t" r="r" b="b"/>
                <a:pathLst>
                  <a:path w="7253" h="3242" extrusionOk="0">
                    <a:moveTo>
                      <a:pt x="178" y="1"/>
                    </a:moveTo>
                    <a:cubicBezTo>
                      <a:pt x="86" y="1"/>
                      <a:pt x="1" y="93"/>
                      <a:pt x="57" y="206"/>
                    </a:cubicBezTo>
                    <a:lnTo>
                      <a:pt x="1296" y="3241"/>
                    </a:lnTo>
                    <a:lnTo>
                      <a:pt x="7252" y="3241"/>
                    </a:lnTo>
                    <a:lnTo>
                      <a:pt x="5950" y="93"/>
                    </a:lnTo>
                    <a:cubicBezTo>
                      <a:pt x="5922" y="29"/>
                      <a:pt x="5894" y="1"/>
                      <a:pt x="5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1"/>
              <p:cNvSpPr/>
              <p:nvPr/>
            </p:nvSpPr>
            <p:spPr>
              <a:xfrm>
                <a:off x="5567721" y="4671047"/>
                <a:ext cx="29783" cy="22659"/>
              </a:xfrm>
              <a:custGeom>
                <a:avLst/>
                <a:gdLst/>
                <a:ahLst/>
                <a:cxnLst/>
                <a:rect l="l" t="t" r="r" b="b"/>
                <a:pathLst>
                  <a:path w="857" h="652" extrusionOk="0">
                    <a:moveTo>
                      <a:pt x="326" y="64"/>
                    </a:moveTo>
                    <a:cubicBezTo>
                      <a:pt x="503" y="64"/>
                      <a:pt x="708" y="177"/>
                      <a:pt x="772" y="326"/>
                    </a:cubicBezTo>
                    <a:cubicBezTo>
                      <a:pt x="800" y="418"/>
                      <a:pt x="800" y="475"/>
                      <a:pt x="772" y="503"/>
                    </a:cubicBezTo>
                    <a:cubicBezTo>
                      <a:pt x="708" y="567"/>
                      <a:pt x="652" y="595"/>
                      <a:pt x="560" y="595"/>
                    </a:cubicBezTo>
                    <a:cubicBezTo>
                      <a:pt x="355" y="595"/>
                      <a:pt x="149" y="475"/>
                      <a:pt x="93" y="326"/>
                    </a:cubicBezTo>
                    <a:cubicBezTo>
                      <a:pt x="64" y="269"/>
                      <a:pt x="93" y="213"/>
                      <a:pt x="121" y="149"/>
                    </a:cubicBezTo>
                    <a:cubicBezTo>
                      <a:pt x="149" y="93"/>
                      <a:pt x="241" y="64"/>
                      <a:pt x="326" y="64"/>
                    </a:cubicBezTo>
                    <a:close/>
                    <a:moveTo>
                      <a:pt x="326" y="1"/>
                    </a:moveTo>
                    <a:cubicBezTo>
                      <a:pt x="206" y="1"/>
                      <a:pt x="121" y="36"/>
                      <a:pt x="64" y="121"/>
                    </a:cubicBezTo>
                    <a:cubicBezTo>
                      <a:pt x="29" y="177"/>
                      <a:pt x="1" y="269"/>
                      <a:pt x="29" y="326"/>
                    </a:cubicBezTo>
                    <a:cubicBezTo>
                      <a:pt x="121" y="503"/>
                      <a:pt x="326" y="651"/>
                      <a:pt x="560" y="651"/>
                    </a:cubicBezTo>
                    <a:cubicBezTo>
                      <a:pt x="652" y="651"/>
                      <a:pt x="772" y="623"/>
                      <a:pt x="800" y="531"/>
                    </a:cubicBezTo>
                    <a:cubicBezTo>
                      <a:pt x="857" y="475"/>
                      <a:pt x="857" y="418"/>
                      <a:pt x="829" y="326"/>
                    </a:cubicBezTo>
                    <a:cubicBezTo>
                      <a:pt x="772" y="149"/>
                      <a:pt x="531" y="1"/>
                      <a:pt x="3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1"/>
              <p:cNvSpPr/>
              <p:nvPr/>
            </p:nvSpPr>
            <p:spPr>
              <a:xfrm>
                <a:off x="5640493" y="4353650"/>
                <a:ext cx="18488" cy="17481"/>
              </a:xfrm>
              <a:custGeom>
                <a:avLst/>
                <a:gdLst/>
                <a:ahLst/>
                <a:cxnLst/>
                <a:rect l="l" t="t" r="r" b="b"/>
                <a:pathLst>
                  <a:path w="532" h="503" extrusionOk="0">
                    <a:moveTo>
                      <a:pt x="531" y="1"/>
                    </a:moveTo>
                    <a:cubicBezTo>
                      <a:pt x="383" y="85"/>
                      <a:pt x="178" y="149"/>
                      <a:pt x="1" y="149"/>
                    </a:cubicBezTo>
                    <a:lnTo>
                      <a:pt x="1" y="503"/>
                    </a:lnTo>
                    <a:cubicBezTo>
                      <a:pt x="234" y="411"/>
                      <a:pt x="447" y="234"/>
                      <a:pt x="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1"/>
              <p:cNvSpPr/>
              <p:nvPr/>
            </p:nvSpPr>
            <p:spPr>
              <a:xfrm>
                <a:off x="5257971" y="4238828"/>
                <a:ext cx="103041" cy="82224"/>
              </a:xfrm>
              <a:custGeom>
                <a:avLst/>
                <a:gdLst/>
                <a:ahLst/>
                <a:cxnLst/>
                <a:rect l="l" t="t" r="r" b="b"/>
                <a:pathLst>
                  <a:path w="2965" h="2366" extrusionOk="0">
                    <a:moveTo>
                      <a:pt x="1160" y="1"/>
                    </a:moveTo>
                    <a:cubicBezTo>
                      <a:pt x="1132" y="1"/>
                      <a:pt x="1047" y="29"/>
                      <a:pt x="1104" y="57"/>
                    </a:cubicBezTo>
                    <a:cubicBezTo>
                      <a:pt x="1132" y="93"/>
                      <a:pt x="1160" y="121"/>
                      <a:pt x="1224" y="149"/>
                    </a:cubicBezTo>
                    <a:cubicBezTo>
                      <a:pt x="1252" y="149"/>
                      <a:pt x="1281" y="178"/>
                      <a:pt x="1309" y="206"/>
                    </a:cubicBezTo>
                    <a:cubicBezTo>
                      <a:pt x="1401" y="298"/>
                      <a:pt x="1486" y="355"/>
                      <a:pt x="1549" y="447"/>
                    </a:cubicBezTo>
                    <a:cubicBezTo>
                      <a:pt x="1634" y="560"/>
                      <a:pt x="1663" y="708"/>
                      <a:pt x="1726" y="829"/>
                    </a:cubicBezTo>
                    <a:cubicBezTo>
                      <a:pt x="1755" y="1034"/>
                      <a:pt x="1726" y="1295"/>
                      <a:pt x="1457" y="1295"/>
                    </a:cubicBezTo>
                    <a:cubicBezTo>
                      <a:pt x="1443" y="1298"/>
                      <a:pt x="1429" y="1299"/>
                      <a:pt x="1415" y="1299"/>
                    </a:cubicBezTo>
                    <a:cubicBezTo>
                      <a:pt x="1192" y="1299"/>
                      <a:pt x="944" y="1051"/>
                      <a:pt x="778" y="885"/>
                    </a:cubicBezTo>
                    <a:cubicBezTo>
                      <a:pt x="665" y="765"/>
                      <a:pt x="517" y="588"/>
                      <a:pt x="340" y="503"/>
                    </a:cubicBezTo>
                    <a:cubicBezTo>
                      <a:pt x="317" y="496"/>
                      <a:pt x="294" y="492"/>
                      <a:pt x="272" y="492"/>
                    </a:cubicBezTo>
                    <a:cubicBezTo>
                      <a:pt x="122" y="492"/>
                      <a:pt x="1" y="646"/>
                      <a:pt x="99" y="800"/>
                    </a:cubicBezTo>
                    <a:cubicBezTo>
                      <a:pt x="163" y="857"/>
                      <a:pt x="219" y="913"/>
                      <a:pt x="276" y="1005"/>
                    </a:cubicBezTo>
                    <a:cubicBezTo>
                      <a:pt x="311" y="1034"/>
                      <a:pt x="340" y="1119"/>
                      <a:pt x="368" y="1182"/>
                    </a:cubicBezTo>
                    <a:cubicBezTo>
                      <a:pt x="488" y="1416"/>
                      <a:pt x="630" y="1649"/>
                      <a:pt x="807" y="1861"/>
                    </a:cubicBezTo>
                    <a:cubicBezTo>
                      <a:pt x="1132" y="2215"/>
                      <a:pt x="1514" y="2272"/>
                      <a:pt x="1960" y="2357"/>
                    </a:cubicBezTo>
                    <a:cubicBezTo>
                      <a:pt x="2011" y="2363"/>
                      <a:pt x="2061" y="2366"/>
                      <a:pt x="2110" y="2366"/>
                    </a:cubicBezTo>
                    <a:cubicBezTo>
                      <a:pt x="2345" y="2366"/>
                      <a:pt x="2554" y="2293"/>
                      <a:pt x="2724" y="2123"/>
                    </a:cubicBezTo>
                    <a:cubicBezTo>
                      <a:pt x="2752" y="2123"/>
                      <a:pt x="2752" y="2095"/>
                      <a:pt x="2787" y="2095"/>
                    </a:cubicBezTo>
                    <a:cubicBezTo>
                      <a:pt x="2844" y="2038"/>
                      <a:pt x="2901" y="1975"/>
                      <a:pt x="2929" y="1890"/>
                    </a:cubicBezTo>
                    <a:cubicBezTo>
                      <a:pt x="2964" y="1798"/>
                      <a:pt x="2964" y="1685"/>
                      <a:pt x="2964" y="1593"/>
                    </a:cubicBezTo>
                    <a:cubicBezTo>
                      <a:pt x="2964" y="1387"/>
                      <a:pt x="2929" y="1182"/>
                      <a:pt x="2872" y="1005"/>
                    </a:cubicBezTo>
                    <a:cubicBezTo>
                      <a:pt x="2844" y="913"/>
                      <a:pt x="2787" y="829"/>
                      <a:pt x="2724" y="737"/>
                    </a:cubicBezTo>
                    <a:cubicBezTo>
                      <a:pt x="2695" y="652"/>
                      <a:pt x="2639" y="560"/>
                      <a:pt x="2547" y="503"/>
                    </a:cubicBezTo>
                    <a:cubicBezTo>
                      <a:pt x="2462" y="411"/>
                      <a:pt x="2370" y="355"/>
                      <a:pt x="2257" y="270"/>
                    </a:cubicBezTo>
                    <a:cubicBezTo>
                      <a:pt x="2193" y="234"/>
                      <a:pt x="2165" y="206"/>
                      <a:pt x="2108" y="178"/>
                    </a:cubicBezTo>
                    <a:cubicBezTo>
                      <a:pt x="2045" y="149"/>
                      <a:pt x="1988" y="121"/>
                      <a:pt x="1931" y="93"/>
                    </a:cubicBezTo>
                    <a:cubicBezTo>
                      <a:pt x="1811" y="57"/>
                      <a:pt x="1663" y="29"/>
                      <a:pt x="1514" y="29"/>
                    </a:cubicBezTo>
                    <a:cubicBezTo>
                      <a:pt x="1401" y="1"/>
                      <a:pt x="1281" y="1"/>
                      <a:pt x="1160"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1"/>
              <p:cNvSpPr/>
              <p:nvPr/>
            </p:nvSpPr>
            <p:spPr>
              <a:xfrm>
                <a:off x="5244174" y="4208662"/>
                <a:ext cx="8167" cy="23076"/>
              </a:xfrm>
              <a:custGeom>
                <a:avLst/>
                <a:gdLst/>
                <a:ahLst/>
                <a:cxnLst/>
                <a:rect l="l" t="t" r="r" b="b"/>
                <a:pathLst>
                  <a:path w="235" h="664" extrusionOk="0">
                    <a:moveTo>
                      <a:pt x="152" y="0"/>
                    </a:moveTo>
                    <a:cubicBezTo>
                      <a:pt x="146" y="0"/>
                      <a:pt x="142" y="3"/>
                      <a:pt x="142" y="13"/>
                    </a:cubicBezTo>
                    <a:cubicBezTo>
                      <a:pt x="114" y="13"/>
                      <a:pt x="114" y="13"/>
                      <a:pt x="114" y="41"/>
                    </a:cubicBezTo>
                    <a:cubicBezTo>
                      <a:pt x="178" y="218"/>
                      <a:pt x="114" y="459"/>
                      <a:pt x="1" y="635"/>
                    </a:cubicBezTo>
                    <a:lnTo>
                      <a:pt x="1" y="664"/>
                    </a:lnTo>
                    <a:lnTo>
                      <a:pt x="58" y="664"/>
                    </a:lnTo>
                    <a:cubicBezTo>
                      <a:pt x="178" y="487"/>
                      <a:pt x="234" y="253"/>
                      <a:pt x="178" y="13"/>
                    </a:cubicBezTo>
                    <a:cubicBezTo>
                      <a:pt x="178" y="13"/>
                      <a:pt x="162" y="0"/>
                      <a:pt x="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1"/>
              <p:cNvSpPr/>
              <p:nvPr/>
            </p:nvSpPr>
            <p:spPr>
              <a:xfrm>
                <a:off x="5234860" y="4234657"/>
                <a:ext cx="7159" cy="5213"/>
              </a:xfrm>
              <a:custGeom>
                <a:avLst/>
                <a:gdLst/>
                <a:ahLst/>
                <a:cxnLst/>
                <a:rect l="l" t="t" r="r" b="b"/>
                <a:pathLst>
                  <a:path w="206" h="150" extrusionOk="0">
                    <a:moveTo>
                      <a:pt x="149" y="1"/>
                    </a:moveTo>
                    <a:cubicBezTo>
                      <a:pt x="120" y="64"/>
                      <a:pt x="92" y="64"/>
                      <a:pt x="28" y="93"/>
                    </a:cubicBezTo>
                    <a:lnTo>
                      <a:pt x="0" y="121"/>
                    </a:lnTo>
                    <a:lnTo>
                      <a:pt x="28" y="149"/>
                    </a:lnTo>
                    <a:lnTo>
                      <a:pt x="57" y="149"/>
                    </a:lnTo>
                    <a:cubicBezTo>
                      <a:pt x="120" y="121"/>
                      <a:pt x="149" y="93"/>
                      <a:pt x="177" y="64"/>
                    </a:cubicBezTo>
                    <a:cubicBezTo>
                      <a:pt x="205" y="36"/>
                      <a:pt x="205" y="36"/>
                      <a:pt x="1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1"/>
              <p:cNvSpPr/>
              <p:nvPr/>
            </p:nvSpPr>
            <p:spPr>
              <a:xfrm>
                <a:off x="5389475" y="4458152"/>
                <a:ext cx="8410" cy="8132"/>
              </a:xfrm>
              <a:custGeom>
                <a:avLst/>
                <a:gdLst/>
                <a:ahLst/>
                <a:cxnLst/>
                <a:rect l="l" t="t" r="r" b="b"/>
                <a:pathLst>
                  <a:path w="242" h="234" extrusionOk="0">
                    <a:moveTo>
                      <a:pt x="1" y="0"/>
                    </a:moveTo>
                    <a:cubicBezTo>
                      <a:pt x="1" y="57"/>
                      <a:pt x="1" y="113"/>
                      <a:pt x="65" y="177"/>
                    </a:cubicBezTo>
                    <a:cubicBezTo>
                      <a:pt x="93" y="205"/>
                      <a:pt x="149" y="234"/>
                      <a:pt x="178" y="234"/>
                    </a:cubicBezTo>
                    <a:lnTo>
                      <a:pt x="206" y="234"/>
                    </a:lnTo>
                    <a:cubicBezTo>
                      <a:pt x="206" y="234"/>
                      <a:pt x="241" y="234"/>
                      <a:pt x="241" y="205"/>
                    </a:cubicBezTo>
                    <a:cubicBezTo>
                      <a:pt x="241" y="177"/>
                      <a:pt x="206" y="177"/>
                      <a:pt x="206" y="177"/>
                    </a:cubicBezTo>
                    <a:cubicBezTo>
                      <a:pt x="149" y="177"/>
                      <a:pt x="121" y="177"/>
                      <a:pt x="93" y="149"/>
                    </a:cubicBezTo>
                    <a:cubicBezTo>
                      <a:pt x="65" y="85"/>
                      <a:pt x="65" y="57"/>
                      <a:pt x="65" y="28"/>
                    </a:cubicBezTo>
                    <a:cubicBezTo>
                      <a:pt x="65" y="0"/>
                      <a:pt x="65"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1"/>
              <p:cNvSpPr/>
              <p:nvPr/>
            </p:nvSpPr>
            <p:spPr>
              <a:xfrm>
                <a:off x="5690676" y="4886583"/>
                <a:ext cx="37880" cy="34544"/>
              </a:xfrm>
              <a:custGeom>
                <a:avLst/>
                <a:gdLst/>
                <a:ahLst/>
                <a:cxnLst/>
                <a:rect l="l" t="t" r="r" b="b"/>
                <a:pathLst>
                  <a:path w="1090" h="994" extrusionOk="0">
                    <a:moveTo>
                      <a:pt x="513" y="0"/>
                    </a:moveTo>
                    <a:cubicBezTo>
                      <a:pt x="485" y="0"/>
                      <a:pt x="454" y="9"/>
                      <a:pt x="417" y="24"/>
                    </a:cubicBezTo>
                    <a:cubicBezTo>
                      <a:pt x="241" y="81"/>
                      <a:pt x="92" y="229"/>
                      <a:pt x="0" y="406"/>
                    </a:cubicBezTo>
                    <a:cubicBezTo>
                      <a:pt x="0" y="434"/>
                      <a:pt x="0" y="491"/>
                      <a:pt x="28" y="491"/>
                    </a:cubicBezTo>
                    <a:cubicBezTo>
                      <a:pt x="64" y="491"/>
                      <a:pt x="92" y="491"/>
                      <a:pt x="120" y="463"/>
                    </a:cubicBezTo>
                    <a:cubicBezTo>
                      <a:pt x="177" y="314"/>
                      <a:pt x="297" y="201"/>
                      <a:pt x="474" y="137"/>
                    </a:cubicBezTo>
                    <a:cubicBezTo>
                      <a:pt x="488" y="123"/>
                      <a:pt x="502" y="116"/>
                      <a:pt x="513" y="116"/>
                    </a:cubicBezTo>
                    <a:cubicBezTo>
                      <a:pt x="524" y="116"/>
                      <a:pt x="531" y="123"/>
                      <a:pt x="531" y="137"/>
                    </a:cubicBezTo>
                    <a:cubicBezTo>
                      <a:pt x="531" y="137"/>
                      <a:pt x="531" y="166"/>
                      <a:pt x="474" y="229"/>
                    </a:cubicBezTo>
                    <a:cubicBezTo>
                      <a:pt x="417" y="342"/>
                      <a:pt x="354" y="463"/>
                      <a:pt x="325" y="583"/>
                    </a:cubicBezTo>
                    <a:cubicBezTo>
                      <a:pt x="325" y="611"/>
                      <a:pt x="297" y="696"/>
                      <a:pt x="354" y="760"/>
                    </a:cubicBezTo>
                    <a:cubicBezTo>
                      <a:pt x="391" y="793"/>
                      <a:pt x="436" y="807"/>
                      <a:pt x="478" y="807"/>
                    </a:cubicBezTo>
                    <a:cubicBezTo>
                      <a:pt x="507" y="807"/>
                      <a:pt x="535" y="800"/>
                      <a:pt x="559" y="788"/>
                    </a:cubicBezTo>
                    <a:cubicBezTo>
                      <a:pt x="594" y="760"/>
                      <a:pt x="623" y="731"/>
                      <a:pt x="651" y="696"/>
                    </a:cubicBezTo>
                    <a:lnTo>
                      <a:pt x="679" y="668"/>
                    </a:lnTo>
                    <a:cubicBezTo>
                      <a:pt x="735" y="583"/>
                      <a:pt x="855" y="520"/>
                      <a:pt x="946" y="491"/>
                    </a:cubicBezTo>
                    <a:lnTo>
                      <a:pt x="946" y="491"/>
                    </a:lnTo>
                    <a:cubicBezTo>
                      <a:pt x="944" y="507"/>
                      <a:pt x="935" y="519"/>
                      <a:pt x="913" y="519"/>
                    </a:cubicBezTo>
                    <a:cubicBezTo>
                      <a:pt x="828" y="640"/>
                      <a:pt x="799" y="788"/>
                      <a:pt x="799" y="937"/>
                    </a:cubicBezTo>
                    <a:cubicBezTo>
                      <a:pt x="799" y="965"/>
                      <a:pt x="828" y="993"/>
                      <a:pt x="856" y="993"/>
                    </a:cubicBezTo>
                    <a:cubicBezTo>
                      <a:pt x="913" y="993"/>
                      <a:pt x="913" y="965"/>
                      <a:pt x="913" y="937"/>
                    </a:cubicBezTo>
                    <a:cubicBezTo>
                      <a:pt x="913" y="816"/>
                      <a:pt x="948" y="696"/>
                      <a:pt x="1005" y="611"/>
                    </a:cubicBezTo>
                    <a:cubicBezTo>
                      <a:pt x="1033" y="583"/>
                      <a:pt x="1089" y="491"/>
                      <a:pt x="1061" y="434"/>
                    </a:cubicBezTo>
                    <a:cubicBezTo>
                      <a:pt x="1061" y="406"/>
                      <a:pt x="1033" y="378"/>
                      <a:pt x="1005" y="342"/>
                    </a:cubicBezTo>
                    <a:cubicBezTo>
                      <a:pt x="948" y="342"/>
                      <a:pt x="913" y="378"/>
                      <a:pt x="884" y="378"/>
                    </a:cubicBezTo>
                    <a:cubicBezTo>
                      <a:pt x="771" y="434"/>
                      <a:pt x="679" y="491"/>
                      <a:pt x="594" y="611"/>
                    </a:cubicBezTo>
                    <a:lnTo>
                      <a:pt x="559" y="611"/>
                    </a:lnTo>
                    <a:cubicBezTo>
                      <a:pt x="559" y="640"/>
                      <a:pt x="531" y="668"/>
                      <a:pt x="502" y="668"/>
                    </a:cubicBezTo>
                    <a:cubicBezTo>
                      <a:pt x="474" y="696"/>
                      <a:pt x="446" y="696"/>
                      <a:pt x="446" y="696"/>
                    </a:cubicBezTo>
                    <a:cubicBezTo>
                      <a:pt x="446" y="668"/>
                      <a:pt x="417" y="668"/>
                      <a:pt x="446" y="611"/>
                    </a:cubicBezTo>
                    <a:cubicBezTo>
                      <a:pt x="474" y="491"/>
                      <a:pt x="502" y="378"/>
                      <a:pt x="594" y="286"/>
                    </a:cubicBezTo>
                    <a:cubicBezTo>
                      <a:pt x="651" y="201"/>
                      <a:pt x="679" y="109"/>
                      <a:pt x="623" y="52"/>
                    </a:cubicBezTo>
                    <a:cubicBezTo>
                      <a:pt x="586" y="16"/>
                      <a:pt x="552" y="0"/>
                      <a:pt x="5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1"/>
              <p:cNvSpPr/>
              <p:nvPr/>
            </p:nvSpPr>
            <p:spPr>
              <a:xfrm>
                <a:off x="5530849" y="4869311"/>
                <a:ext cx="39131" cy="31416"/>
              </a:xfrm>
              <a:custGeom>
                <a:avLst/>
                <a:gdLst/>
                <a:ahLst/>
                <a:cxnLst/>
                <a:rect l="l" t="t" r="r" b="b"/>
                <a:pathLst>
                  <a:path w="1126" h="904" extrusionOk="0">
                    <a:moveTo>
                      <a:pt x="818" y="0"/>
                    </a:moveTo>
                    <a:cubicBezTo>
                      <a:pt x="783" y="0"/>
                      <a:pt x="746" y="7"/>
                      <a:pt x="708" y="19"/>
                    </a:cubicBezTo>
                    <a:cubicBezTo>
                      <a:pt x="652" y="47"/>
                      <a:pt x="595" y="104"/>
                      <a:pt x="595" y="167"/>
                    </a:cubicBezTo>
                    <a:cubicBezTo>
                      <a:pt x="595" y="196"/>
                      <a:pt x="623" y="224"/>
                      <a:pt x="623" y="252"/>
                    </a:cubicBezTo>
                    <a:lnTo>
                      <a:pt x="623" y="309"/>
                    </a:lnTo>
                    <a:cubicBezTo>
                      <a:pt x="652" y="344"/>
                      <a:pt x="623" y="401"/>
                      <a:pt x="595" y="429"/>
                    </a:cubicBezTo>
                    <a:cubicBezTo>
                      <a:pt x="560" y="429"/>
                      <a:pt x="531" y="429"/>
                      <a:pt x="503" y="401"/>
                    </a:cubicBezTo>
                    <a:cubicBezTo>
                      <a:pt x="475" y="401"/>
                      <a:pt x="475" y="372"/>
                      <a:pt x="475" y="309"/>
                    </a:cubicBezTo>
                    <a:cubicBezTo>
                      <a:pt x="475" y="281"/>
                      <a:pt x="475" y="224"/>
                      <a:pt x="418" y="167"/>
                    </a:cubicBezTo>
                    <a:cubicBezTo>
                      <a:pt x="383" y="132"/>
                      <a:pt x="326" y="104"/>
                      <a:pt x="270" y="104"/>
                    </a:cubicBezTo>
                    <a:cubicBezTo>
                      <a:pt x="206" y="132"/>
                      <a:pt x="121" y="167"/>
                      <a:pt x="93" y="252"/>
                    </a:cubicBezTo>
                    <a:cubicBezTo>
                      <a:pt x="64" y="344"/>
                      <a:pt x="64" y="429"/>
                      <a:pt x="64" y="521"/>
                    </a:cubicBezTo>
                    <a:lnTo>
                      <a:pt x="93" y="578"/>
                    </a:lnTo>
                    <a:cubicBezTo>
                      <a:pt x="93" y="663"/>
                      <a:pt x="64" y="754"/>
                      <a:pt x="29" y="783"/>
                    </a:cubicBezTo>
                    <a:cubicBezTo>
                      <a:pt x="1" y="811"/>
                      <a:pt x="1" y="839"/>
                      <a:pt x="29" y="875"/>
                    </a:cubicBezTo>
                    <a:cubicBezTo>
                      <a:pt x="29" y="903"/>
                      <a:pt x="64" y="903"/>
                      <a:pt x="64" y="903"/>
                    </a:cubicBezTo>
                    <a:cubicBezTo>
                      <a:pt x="93" y="903"/>
                      <a:pt x="93" y="903"/>
                      <a:pt x="121" y="875"/>
                    </a:cubicBezTo>
                    <a:cubicBezTo>
                      <a:pt x="178" y="811"/>
                      <a:pt x="206" y="698"/>
                      <a:pt x="206" y="549"/>
                    </a:cubicBezTo>
                    <a:lnTo>
                      <a:pt x="178" y="521"/>
                    </a:lnTo>
                    <a:cubicBezTo>
                      <a:pt x="178" y="429"/>
                      <a:pt x="178" y="372"/>
                      <a:pt x="206" y="281"/>
                    </a:cubicBezTo>
                    <a:cubicBezTo>
                      <a:pt x="206" y="252"/>
                      <a:pt x="241" y="224"/>
                      <a:pt x="298" y="224"/>
                    </a:cubicBezTo>
                    <a:cubicBezTo>
                      <a:pt x="326" y="224"/>
                      <a:pt x="326" y="224"/>
                      <a:pt x="326" y="252"/>
                    </a:cubicBezTo>
                    <a:cubicBezTo>
                      <a:pt x="354" y="252"/>
                      <a:pt x="354" y="281"/>
                      <a:pt x="354" y="344"/>
                    </a:cubicBezTo>
                    <a:cubicBezTo>
                      <a:pt x="354" y="372"/>
                      <a:pt x="383" y="429"/>
                      <a:pt x="418" y="486"/>
                    </a:cubicBezTo>
                    <a:cubicBezTo>
                      <a:pt x="453" y="526"/>
                      <a:pt x="514" y="552"/>
                      <a:pt x="575" y="552"/>
                    </a:cubicBezTo>
                    <a:cubicBezTo>
                      <a:pt x="611" y="552"/>
                      <a:pt x="648" y="542"/>
                      <a:pt x="680" y="521"/>
                    </a:cubicBezTo>
                    <a:cubicBezTo>
                      <a:pt x="736" y="457"/>
                      <a:pt x="772" y="372"/>
                      <a:pt x="736" y="281"/>
                    </a:cubicBezTo>
                    <a:lnTo>
                      <a:pt x="736" y="224"/>
                    </a:lnTo>
                    <a:cubicBezTo>
                      <a:pt x="708" y="196"/>
                      <a:pt x="708" y="196"/>
                      <a:pt x="708" y="167"/>
                    </a:cubicBezTo>
                    <a:cubicBezTo>
                      <a:pt x="708" y="132"/>
                      <a:pt x="736" y="132"/>
                      <a:pt x="772" y="104"/>
                    </a:cubicBezTo>
                    <a:cubicBezTo>
                      <a:pt x="800" y="104"/>
                      <a:pt x="857" y="104"/>
                      <a:pt x="885" y="132"/>
                    </a:cubicBezTo>
                    <a:cubicBezTo>
                      <a:pt x="949" y="196"/>
                      <a:pt x="977" y="281"/>
                      <a:pt x="977" y="401"/>
                    </a:cubicBezTo>
                    <a:cubicBezTo>
                      <a:pt x="997" y="421"/>
                      <a:pt x="1017" y="441"/>
                      <a:pt x="1037" y="441"/>
                    </a:cubicBezTo>
                    <a:cubicBezTo>
                      <a:pt x="1045" y="441"/>
                      <a:pt x="1054" y="437"/>
                      <a:pt x="1062" y="429"/>
                    </a:cubicBezTo>
                    <a:cubicBezTo>
                      <a:pt x="1090" y="429"/>
                      <a:pt x="1125" y="401"/>
                      <a:pt x="1090" y="372"/>
                    </a:cubicBezTo>
                    <a:cubicBezTo>
                      <a:pt x="1090" y="281"/>
                      <a:pt x="1062" y="132"/>
                      <a:pt x="949" y="47"/>
                    </a:cubicBezTo>
                    <a:cubicBezTo>
                      <a:pt x="911" y="14"/>
                      <a:pt x="867" y="0"/>
                      <a:pt x="8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1"/>
              <p:cNvSpPr/>
              <p:nvPr/>
            </p:nvSpPr>
            <p:spPr>
              <a:xfrm>
                <a:off x="5816794" y="4543192"/>
                <a:ext cx="36907" cy="18488"/>
              </a:xfrm>
              <a:custGeom>
                <a:avLst/>
                <a:gdLst/>
                <a:ahLst/>
                <a:cxnLst/>
                <a:rect l="l" t="t" r="r" b="b"/>
                <a:pathLst>
                  <a:path w="1062" h="532" extrusionOk="0">
                    <a:moveTo>
                      <a:pt x="998" y="1"/>
                    </a:moveTo>
                    <a:cubicBezTo>
                      <a:pt x="969" y="29"/>
                      <a:pt x="913" y="58"/>
                      <a:pt x="884" y="86"/>
                    </a:cubicBezTo>
                    <a:cubicBezTo>
                      <a:pt x="821" y="114"/>
                      <a:pt x="764" y="142"/>
                      <a:pt x="708" y="142"/>
                    </a:cubicBezTo>
                    <a:cubicBezTo>
                      <a:pt x="531" y="206"/>
                      <a:pt x="354" y="263"/>
                      <a:pt x="205" y="291"/>
                    </a:cubicBezTo>
                    <a:cubicBezTo>
                      <a:pt x="113" y="319"/>
                      <a:pt x="57" y="355"/>
                      <a:pt x="0" y="383"/>
                    </a:cubicBezTo>
                    <a:cubicBezTo>
                      <a:pt x="79" y="363"/>
                      <a:pt x="176" y="340"/>
                      <a:pt x="259" y="340"/>
                    </a:cubicBezTo>
                    <a:cubicBezTo>
                      <a:pt x="294" y="340"/>
                      <a:pt x="326" y="344"/>
                      <a:pt x="354" y="355"/>
                    </a:cubicBezTo>
                    <a:cubicBezTo>
                      <a:pt x="410" y="383"/>
                      <a:pt x="439" y="383"/>
                      <a:pt x="467" y="411"/>
                    </a:cubicBezTo>
                    <a:cubicBezTo>
                      <a:pt x="531" y="411"/>
                      <a:pt x="559" y="411"/>
                      <a:pt x="587" y="383"/>
                    </a:cubicBezTo>
                    <a:cubicBezTo>
                      <a:pt x="616" y="383"/>
                      <a:pt x="616" y="355"/>
                      <a:pt x="644" y="355"/>
                    </a:cubicBezTo>
                    <a:cubicBezTo>
                      <a:pt x="656" y="343"/>
                      <a:pt x="667" y="339"/>
                      <a:pt x="678" y="339"/>
                    </a:cubicBezTo>
                    <a:cubicBezTo>
                      <a:pt x="701" y="339"/>
                      <a:pt x="726" y="355"/>
                      <a:pt x="764" y="355"/>
                    </a:cubicBezTo>
                    <a:lnTo>
                      <a:pt x="856" y="440"/>
                    </a:lnTo>
                    <a:cubicBezTo>
                      <a:pt x="884" y="496"/>
                      <a:pt x="913" y="496"/>
                      <a:pt x="941" y="532"/>
                    </a:cubicBezTo>
                    <a:cubicBezTo>
                      <a:pt x="1033" y="532"/>
                      <a:pt x="1061" y="411"/>
                      <a:pt x="1061" y="411"/>
                    </a:cubicBezTo>
                    <a:cubicBezTo>
                      <a:pt x="1061" y="383"/>
                      <a:pt x="1033" y="142"/>
                      <a:pt x="1033" y="114"/>
                    </a:cubicBezTo>
                    <a:cubicBezTo>
                      <a:pt x="998" y="58"/>
                      <a:pt x="998" y="58"/>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1"/>
              <p:cNvSpPr/>
              <p:nvPr/>
            </p:nvSpPr>
            <p:spPr>
              <a:xfrm>
                <a:off x="5920287" y="4713619"/>
                <a:ext cx="32737" cy="50183"/>
              </a:xfrm>
              <a:custGeom>
                <a:avLst/>
                <a:gdLst/>
                <a:ahLst/>
                <a:cxnLst/>
                <a:rect l="l" t="t" r="r" b="b"/>
                <a:pathLst>
                  <a:path w="942" h="1444" extrusionOk="0">
                    <a:moveTo>
                      <a:pt x="620" y="1"/>
                    </a:moveTo>
                    <a:cubicBezTo>
                      <a:pt x="529" y="1"/>
                      <a:pt x="436" y="52"/>
                      <a:pt x="382" y="162"/>
                    </a:cubicBezTo>
                    <a:cubicBezTo>
                      <a:pt x="319" y="282"/>
                      <a:pt x="354" y="431"/>
                      <a:pt x="291" y="580"/>
                    </a:cubicBezTo>
                    <a:cubicBezTo>
                      <a:pt x="234" y="664"/>
                      <a:pt x="142" y="721"/>
                      <a:pt x="85" y="813"/>
                    </a:cubicBezTo>
                    <a:cubicBezTo>
                      <a:pt x="0" y="962"/>
                      <a:pt x="0" y="1138"/>
                      <a:pt x="85" y="1287"/>
                    </a:cubicBezTo>
                    <a:cubicBezTo>
                      <a:pt x="148" y="1383"/>
                      <a:pt x="249" y="1443"/>
                      <a:pt x="352" y="1443"/>
                    </a:cubicBezTo>
                    <a:cubicBezTo>
                      <a:pt x="401" y="1443"/>
                      <a:pt x="450" y="1430"/>
                      <a:pt x="496" y="1400"/>
                    </a:cubicBezTo>
                    <a:cubicBezTo>
                      <a:pt x="616" y="1344"/>
                      <a:pt x="708" y="1223"/>
                      <a:pt x="736" y="1110"/>
                    </a:cubicBezTo>
                    <a:cubicBezTo>
                      <a:pt x="821" y="841"/>
                      <a:pt x="941" y="459"/>
                      <a:pt x="849" y="190"/>
                    </a:cubicBezTo>
                    <a:cubicBezTo>
                      <a:pt x="819" y="67"/>
                      <a:pt x="722" y="1"/>
                      <a:pt x="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1"/>
              <p:cNvSpPr/>
              <p:nvPr/>
            </p:nvSpPr>
            <p:spPr>
              <a:xfrm>
                <a:off x="5339327" y="4680847"/>
                <a:ext cx="28810" cy="50461"/>
              </a:xfrm>
              <a:custGeom>
                <a:avLst/>
                <a:gdLst/>
                <a:ahLst/>
                <a:cxnLst/>
                <a:rect l="l" t="t" r="r" b="b"/>
                <a:pathLst>
                  <a:path w="829" h="1452" extrusionOk="0">
                    <a:moveTo>
                      <a:pt x="325" y="1"/>
                    </a:moveTo>
                    <a:cubicBezTo>
                      <a:pt x="294" y="1"/>
                      <a:pt x="263" y="5"/>
                      <a:pt x="234" y="16"/>
                    </a:cubicBezTo>
                    <a:cubicBezTo>
                      <a:pt x="206" y="16"/>
                      <a:pt x="149" y="72"/>
                      <a:pt x="121" y="108"/>
                    </a:cubicBezTo>
                    <a:cubicBezTo>
                      <a:pt x="93" y="164"/>
                      <a:pt x="57" y="221"/>
                      <a:pt x="57" y="285"/>
                    </a:cubicBezTo>
                    <a:cubicBezTo>
                      <a:pt x="1" y="546"/>
                      <a:pt x="93" y="751"/>
                      <a:pt x="121" y="1020"/>
                    </a:cubicBezTo>
                    <a:cubicBezTo>
                      <a:pt x="149" y="1169"/>
                      <a:pt x="178" y="1310"/>
                      <a:pt x="326" y="1402"/>
                    </a:cubicBezTo>
                    <a:cubicBezTo>
                      <a:pt x="374" y="1436"/>
                      <a:pt x="424" y="1452"/>
                      <a:pt x="476" y="1452"/>
                    </a:cubicBezTo>
                    <a:cubicBezTo>
                      <a:pt x="555" y="1452"/>
                      <a:pt x="635" y="1414"/>
                      <a:pt x="708" y="1346"/>
                    </a:cubicBezTo>
                    <a:cubicBezTo>
                      <a:pt x="800" y="1225"/>
                      <a:pt x="828" y="1077"/>
                      <a:pt x="765" y="928"/>
                    </a:cubicBezTo>
                    <a:cubicBezTo>
                      <a:pt x="736" y="843"/>
                      <a:pt x="680" y="751"/>
                      <a:pt x="680" y="667"/>
                    </a:cubicBezTo>
                    <a:cubicBezTo>
                      <a:pt x="680" y="603"/>
                      <a:pt x="736" y="518"/>
                      <a:pt x="736" y="461"/>
                    </a:cubicBezTo>
                    <a:cubicBezTo>
                      <a:pt x="792" y="250"/>
                      <a:pt x="548"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1"/>
              <p:cNvSpPr/>
              <p:nvPr/>
            </p:nvSpPr>
            <p:spPr>
              <a:xfrm>
                <a:off x="5823918" y="4660969"/>
                <a:ext cx="15256" cy="25613"/>
              </a:xfrm>
              <a:custGeom>
                <a:avLst/>
                <a:gdLst/>
                <a:ahLst/>
                <a:cxnLst/>
                <a:rect l="l" t="t" r="r" b="b"/>
                <a:pathLst>
                  <a:path w="439" h="737" extrusionOk="0">
                    <a:moveTo>
                      <a:pt x="411" y="1"/>
                    </a:moveTo>
                    <a:lnTo>
                      <a:pt x="382" y="29"/>
                    </a:lnTo>
                    <a:cubicBezTo>
                      <a:pt x="297" y="291"/>
                      <a:pt x="177" y="503"/>
                      <a:pt x="0" y="680"/>
                    </a:cubicBezTo>
                    <a:lnTo>
                      <a:pt x="0" y="736"/>
                    </a:lnTo>
                    <a:lnTo>
                      <a:pt x="29" y="736"/>
                    </a:lnTo>
                    <a:cubicBezTo>
                      <a:pt x="234" y="531"/>
                      <a:pt x="354" y="291"/>
                      <a:pt x="439" y="57"/>
                    </a:cubicBezTo>
                    <a:cubicBezTo>
                      <a:pt x="439" y="29"/>
                      <a:pt x="439" y="29"/>
                      <a:pt x="4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1"/>
              <p:cNvSpPr/>
              <p:nvPr/>
            </p:nvSpPr>
            <p:spPr>
              <a:xfrm>
                <a:off x="5811616" y="4689501"/>
                <a:ext cx="9140" cy="7402"/>
              </a:xfrm>
              <a:custGeom>
                <a:avLst/>
                <a:gdLst/>
                <a:ahLst/>
                <a:cxnLst/>
                <a:rect l="l" t="t" r="r" b="b"/>
                <a:pathLst>
                  <a:path w="263" h="213" extrusionOk="0">
                    <a:moveTo>
                      <a:pt x="206" y="0"/>
                    </a:moveTo>
                    <a:lnTo>
                      <a:pt x="29" y="149"/>
                    </a:lnTo>
                    <a:cubicBezTo>
                      <a:pt x="1" y="149"/>
                      <a:pt x="1" y="177"/>
                      <a:pt x="29" y="177"/>
                    </a:cubicBezTo>
                    <a:lnTo>
                      <a:pt x="29" y="212"/>
                    </a:lnTo>
                    <a:lnTo>
                      <a:pt x="57" y="212"/>
                    </a:lnTo>
                    <a:lnTo>
                      <a:pt x="262" y="36"/>
                    </a:lnTo>
                    <a:lnTo>
                      <a:pt x="2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1"/>
              <p:cNvSpPr/>
              <p:nvPr/>
            </p:nvSpPr>
            <p:spPr>
              <a:xfrm>
                <a:off x="5817767" y="4679422"/>
                <a:ext cx="6186" cy="6151"/>
              </a:xfrm>
              <a:custGeom>
                <a:avLst/>
                <a:gdLst/>
                <a:ahLst/>
                <a:cxnLst/>
                <a:rect l="l" t="t" r="r" b="b"/>
                <a:pathLst>
                  <a:path w="178" h="177" extrusionOk="0">
                    <a:moveTo>
                      <a:pt x="121" y="0"/>
                    </a:moveTo>
                    <a:lnTo>
                      <a:pt x="0" y="113"/>
                    </a:lnTo>
                    <a:lnTo>
                      <a:pt x="0" y="149"/>
                    </a:lnTo>
                    <a:cubicBezTo>
                      <a:pt x="0" y="177"/>
                      <a:pt x="29" y="177"/>
                      <a:pt x="29" y="177"/>
                    </a:cubicBezTo>
                    <a:lnTo>
                      <a:pt x="29" y="149"/>
                    </a:lnTo>
                    <a:lnTo>
                      <a:pt x="149" y="57"/>
                    </a:lnTo>
                    <a:cubicBezTo>
                      <a:pt x="177" y="28"/>
                      <a:pt x="177" y="28"/>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1"/>
              <p:cNvSpPr/>
              <p:nvPr/>
            </p:nvSpPr>
            <p:spPr>
              <a:xfrm>
                <a:off x="5822945" y="4538604"/>
                <a:ext cx="20434" cy="8584"/>
              </a:xfrm>
              <a:custGeom>
                <a:avLst/>
                <a:gdLst/>
                <a:ahLst/>
                <a:cxnLst/>
                <a:rect l="l" t="t" r="r" b="b"/>
                <a:pathLst>
                  <a:path w="588" h="247" extrusionOk="0">
                    <a:moveTo>
                      <a:pt x="566" y="0"/>
                    </a:moveTo>
                    <a:cubicBezTo>
                      <a:pt x="562" y="0"/>
                      <a:pt x="559" y="3"/>
                      <a:pt x="559" y="13"/>
                    </a:cubicBezTo>
                    <a:lnTo>
                      <a:pt x="28" y="190"/>
                    </a:lnTo>
                    <a:cubicBezTo>
                      <a:pt x="0" y="190"/>
                      <a:pt x="0" y="218"/>
                      <a:pt x="0" y="246"/>
                    </a:cubicBezTo>
                    <a:lnTo>
                      <a:pt x="57" y="246"/>
                    </a:lnTo>
                    <a:lnTo>
                      <a:pt x="559" y="69"/>
                    </a:lnTo>
                    <a:cubicBezTo>
                      <a:pt x="587" y="41"/>
                      <a:pt x="587" y="41"/>
                      <a:pt x="587" y="13"/>
                    </a:cubicBezTo>
                    <a:cubicBezTo>
                      <a:pt x="587" y="13"/>
                      <a:pt x="575"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1"/>
              <p:cNvSpPr/>
              <p:nvPr/>
            </p:nvSpPr>
            <p:spPr>
              <a:xfrm>
                <a:off x="5824891" y="4475598"/>
                <a:ext cx="10356" cy="24605"/>
              </a:xfrm>
              <a:custGeom>
                <a:avLst/>
                <a:gdLst/>
                <a:ahLst/>
                <a:cxnLst/>
                <a:rect l="l" t="t" r="r" b="b"/>
                <a:pathLst>
                  <a:path w="298" h="708" extrusionOk="0">
                    <a:moveTo>
                      <a:pt x="29" y="0"/>
                    </a:moveTo>
                    <a:cubicBezTo>
                      <a:pt x="29" y="0"/>
                      <a:pt x="1" y="29"/>
                      <a:pt x="29" y="29"/>
                    </a:cubicBezTo>
                    <a:cubicBezTo>
                      <a:pt x="121" y="234"/>
                      <a:pt x="177" y="467"/>
                      <a:pt x="234" y="673"/>
                    </a:cubicBezTo>
                    <a:cubicBezTo>
                      <a:pt x="234" y="708"/>
                      <a:pt x="269" y="708"/>
                      <a:pt x="269" y="708"/>
                    </a:cubicBezTo>
                    <a:cubicBezTo>
                      <a:pt x="298" y="708"/>
                      <a:pt x="298" y="673"/>
                      <a:pt x="298" y="673"/>
                    </a:cubicBezTo>
                    <a:cubicBezTo>
                      <a:pt x="234" y="439"/>
                      <a:pt x="177" y="234"/>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1"/>
              <p:cNvSpPr/>
              <p:nvPr/>
            </p:nvSpPr>
            <p:spPr>
              <a:xfrm>
                <a:off x="5834240" y="4502149"/>
                <a:ext cx="3962" cy="9140"/>
              </a:xfrm>
              <a:custGeom>
                <a:avLst/>
                <a:gdLst/>
                <a:ahLst/>
                <a:cxnLst/>
                <a:rect l="l" t="t" r="r" b="b"/>
                <a:pathLst>
                  <a:path w="114" h="263" extrusionOk="0">
                    <a:moveTo>
                      <a:pt x="29" y="1"/>
                    </a:moveTo>
                    <a:cubicBezTo>
                      <a:pt x="29" y="29"/>
                      <a:pt x="0" y="29"/>
                      <a:pt x="0" y="57"/>
                    </a:cubicBezTo>
                    <a:lnTo>
                      <a:pt x="57" y="262"/>
                    </a:lnTo>
                    <a:lnTo>
                      <a:pt x="85" y="262"/>
                    </a:lnTo>
                    <a:cubicBezTo>
                      <a:pt x="114" y="262"/>
                      <a:pt x="114" y="262"/>
                      <a:pt x="114" y="234"/>
                    </a:cubicBezTo>
                    <a:lnTo>
                      <a:pt x="57" y="29"/>
                    </a:lnTo>
                    <a:cubicBezTo>
                      <a:pt x="57" y="29"/>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1"/>
              <p:cNvSpPr/>
              <p:nvPr/>
            </p:nvSpPr>
            <p:spPr>
              <a:xfrm>
                <a:off x="5692866" y="4348507"/>
                <a:ext cx="2989" cy="22624"/>
              </a:xfrm>
              <a:custGeom>
                <a:avLst/>
                <a:gdLst/>
                <a:ahLst/>
                <a:cxnLst/>
                <a:rect l="l" t="t" r="r" b="b"/>
                <a:pathLst>
                  <a:path w="86" h="651" extrusionOk="0">
                    <a:moveTo>
                      <a:pt x="29" y="0"/>
                    </a:moveTo>
                    <a:cubicBezTo>
                      <a:pt x="1" y="0"/>
                      <a:pt x="1" y="0"/>
                      <a:pt x="1" y="28"/>
                    </a:cubicBezTo>
                    <a:cubicBezTo>
                      <a:pt x="1" y="233"/>
                      <a:pt x="1" y="439"/>
                      <a:pt x="29" y="651"/>
                    </a:cubicBezTo>
                    <a:lnTo>
                      <a:pt x="57" y="651"/>
                    </a:lnTo>
                    <a:cubicBezTo>
                      <a:pt x="86" y="651"/>
                      <a:pt x="86" y="651"/>
                      <a:pt x="86" y="615"/>
                    </a:cubicBezTo>
                    <a:cubicBezTo>
                      <a:pt x="57" y="410"/>
                      <a:pt x="57" y="205"/>
                      <a:pt x="57" y="28"/>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1"/>
              <p:cNvSpPr/>
              <p:nvPr/>
            </p:nvSpPr>
            <p:spPr>
              <a:xfrm>
                <a:off x="5736863" y="4501176"/>
                <a:ext cx="22415" cy="68601"/>
              </a:xfrm>
              <a:custGeom>
                <a:avLst/>
                <a:gdLst/>
                <a:ahLst/>
                <a:cxnLst/>
                <a:rect l="l" t="t" r="r" b="b"/>
                <a:pathLst>
                  <a:path w="645" h="1974" extrusionOk="0">
                    <a:moveTo>
                      <a:pt x="29" y="0"/>
                    </a:moveTo>
                    <a:cubicBezTo>
                      <a:pt x="1" y="0"/>
                      <a:pt x="1" y="29"/>
                      <a:pt x="1" y="57"/>
                    </a:cubicBezTo>
                    <a:lnTo>
                      <a:pt x="326" y="1882"/>
                    </a:lnTo>
                    <a:cubicBezTo>
                      <a:pt x="326" y="1917"/>
                      <a:pt x="326" y="1946"/>
                      <a:pt x="355" y="1974"/>
                    </a:cubicBezTo>
                    <a:lnTo>
                      <a:pt x="616" y="1974"/>
                    </a:lnTo>
                    <a:cubicBezTo>
                      <a:pt x="645" y="1974"/>
                      <a:pt x="645" y="1974"/>
                      <a:pt x="645" y="1946"/>
                    </a:cubicBezTo>
                    <a:cubicBezTo>
                      <a:pt x="645" y="1946"/>
                      <a:pt x="645" y="1917"/>
                      <a:pt x="616" y="1917"/>
                    </a:cubicBezTo>
                    <a:lnTo>
                      <a:pt x="383" y="1917"/>
                    </a:lnTo>
                    <a:lnTo>
                      <a:pt x="383" y="1882"/>
                    </a:lnTo>
                    <a:lnTo>
                      <a:pt x="58" y="29"/>
                    </a:lnTo>
                    <a:cubicBezTo>
                      <a:pt x="58" y="29"/>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1"/>
              <p:cNvSpPr/>
              <p:nvPr/>
            </p:nvSpPr>
            <p:spPr>
              <a:xfrm>
                <a:off x="5570919" y="4504130"/>
                <a:ext cx="16264" cy="10356"/>
              </a:xfrm>
              <a:custGeom>
                <a:avLst/>
                <a:gdLst/>
                <a:ahLst/>
                <a:cxnLst/>
                <a:rect l="l" t="t" r="r" b="b"/>
                <a:pathLst>
                  <a:path w="468" h="298" extrusionOk="0">
                    <a:moveTo>
                      <a:pt x="411" y="0"/>
                    </a:moveTo>
                    <a:cubicBezTo>
                      <a:pt x="291" y="92"/>
                      <a:pt x="149" y="177"/>
                      <a:pt x="1" y="269"/>
                    </a:cubicBezTo>
                    <a:lnTo>
                      <a:pt x="1" y="297"/>
                    </a:lnTo>
                    <a:lnTo>
                      <a:pt x="29" y="297"/>
                    </a:lnTo>
                    <a:cubicBezTo>
                      <a:pt x="178" y="241"/>
                      <a:pt x="326" y="149"/>
                      <a:pt x="468" y="64"/>
                    </a:cubicBezTo>
                    <a:lnTo>
                      <a:pt x="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 name="Google Shape;1007;p41"/>
            <p:cNvGrpSpPr/>
            <p:nvPr/>
          </p:nvGrpSpPr>
          <p:grpSpPr>
            <a:xfrm>
              <a:off x="5240433" y="2333504"/>
              <a:ext cx="1470385" cy="1003512"/>
              <a:chOff x="4805595" y="2633670"/>
              <a:chExt cx="513367" cy="350376"/>
            </a:xfrm>
          </p:grpSpPr>
          <p:sp>
            <p:nvSpPr>
              <p:cNvPr id="1008" name="Google Shape;1008;p41"/>
              <p:cNvSpPr/>
              <p:nvPr/>
            </p:nvSpPr>
            <p:spPr>
              <a:xfrm>
                <a:off x="4811819" y="2641767"/>
                <a:ext cx="33953" cy="94457"/>
              </a:xfrm>
              <a:custGeom>
                <a:avLst/>
                <a:gdLst/>
                <a:ahLst/>
                <a:cxnLst/>
                <a:rect l="l" t="t" r="r" b="b"/>
                <a:pathLst>
                  <a:path w="977" h="2718" extrusionOk="0">
                    <a:moveTo>
                      <a:pt x="884" y="1"/>
                    </a:moveTo>
                    <a:cubicBezTo>
                      <a:pt x="594" y="1"/>
                      <a:pt x="325" y="241"/>
                      <a:pt x="325" y="560"/>
                    </a:cubicBezTo>
                    <a:lnTo>
                      <a:pt x="325" y="913"/>
                    </a:lnTo>
                    <a:cubicBezTo>
                      <a:pt x="325" y="1034"/>
                      <a:pt x="297" y="1126"/>
                      <a:pt x="212" y="1210"/>
                    </a:cubicBezTo>
                    <a:lnTo>
                      <a:pt x="0" y="1416"/>
                    </a:lnTo>
                    <a:lnTo>
                      <a:pt x="149" y="1564"/>
                    </a:lnTo>
                    <a:cubicBezTo>
                      <a:pt x="241" y="1656"/>
                      <a:pt x="297" y="1741"/>
                      <a:pt x="297" y="1861"/>
                    </a:cubicBezTo>
                    <a:lnTo>
                      <a:pt x="297" y="2187"/>
                    </a:lnTo>
                    <a:cubicBezTo>
                      <a:pt x="297" y="2477"/>
                      <a:pt x="531" y="2717"/>
                      <a:pt x="856" y="2717"/>
                    </a:cubicBezTo>
                    <a:lnTo>
                      <a:pt x="920" y="2717"/>
                    </a:lnTo>
                    <a:cubicBezTo>
                      <a:pt x="948" y="2717"/>
                      <a:pt x="976" y="2717"/>
                      <a:pt x="976" y="2654"/>
                    </a:cubicBezTo>
                    <a:cubicBezTo>
                      <a:pt x="976" y="2625"/>
                      <a:pt x="948" y="2597"/>
                      <a:pt x="920" y="2597"/>
                    </a:cubicBezTo>
                    <a:lnTo>
                      <a:pt x="856" y="2597"/>
                    </a:lnTo>
                    <a:cubicBezTo>
                      <a:pt x="594" y="2597"/>
                      <a:pt x="417" y="2420"/>
                      <a:pt x="417" y="2187"/>
                    </a:cubicBezTo>
                    <a:lnTo>
                      <a:pt x="417" y="1861"/>
                    </a:lnTo>
                    <a:cubicBezTo>
                      <a:pt x="417" y="1713"/>
                      <a:pt x="354" y="1564"/>
                      <a:pt x="241" y="1479"/>
                    </a:cubicBezTo>
                    <a:lnTo>
                      <a:pt x="177" y="1416"/>
                    </a:lnTo>
                    <a:lnTo>
                      <a:pt x="297" y="1302"/>
                    </a:lnTo>
                    <a:cubicBezTo>
                      <a:pt x="389" y="1210"/>
                      <a:pt x="446" y="1062"/>
                      <a:pt x="446" y="913"/>
                    </a:cubicBezTo>
                    <a:lnTo>
                      <a:pt x="446" y="560"/>
                    </a:lnTo>
                    <a:cubicBezTo>
                      <a:pt x="446" y="298"/>
                      <a:pt x="651" y="121"/>
                      <a:pt x="884" y="121"/>
                    </a:cubicBezTo>
                    <a:cubicBezTo>
                      <a:pt x="920" y="121"/>
                      <a:pt x="948" y="93"/>
                      <a:pt x="948" y="64"/>
                    </a:cubicBezTo>
                    <a:cubicBezTo>
                      <a:pt x="948" y="29"/>
                      <a:pt x="920"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1"/>
              <p:cNvSpPr/>
              <p:nvPr/>
            </p:nvSpPr>
            <p:spPr>
              <a:xfrm>
                <a:off x="4901224" y="2641767"/>
                <a:ext cx="33710" cy="94457"/>
              </a:xfrm>
              <a:custGeom>
                <a:avLst/>
                <a:gdLst/>
                <a:ahLst/>
                <a:cxnLst/>
                <a:rect l="l" t="t" r="r" b="b"/>
                <a:pathLst>
                  <a:path w="970" h="2718" extrusionOk="0">
                    <a:moveTo>
                      <a:pt x="86" y="1"/>
                    </a:moveTo>
                    <a:cubicBezTo>
                      <a:pt x="57" y="1"/>
                      <a:pt x="29" y="29"/>
                      <a:pt x="29" y="64"/>
                    </a:cubicBezTo>
                    <a:cubicBezTo>
                      <a:pt x="29" y="93"/>
                      <a:pt x="57" y="121"/>
                      <a:pt x="86" y="121"/>
                    </a:cubicBezTo>
                    <a:cubicBezTo>
                      <a:pt x="326" y="121"/>
                      <a:pt x="531" y="298"/>
                      <a:pt x="531" y="560"/>
                    </a:cubicBezTo>
                    <a:lnTo>
                      <a:pt x="531" y="913"/>
                    </a:lnTo>
                    <a:cubicBezTo>
                      <a:pt x="531" y="1062"/>
                      <a:pt x="588" y="1210"/>
                      <a:pt x="680" y="1302"/>
                    </a:cubicBezTo>
                    <a:lnTo>
                      <a:pt x="793" y="1416"/>
                    </a:lnTo>
                    <a:lnTo>
                      <a:pt x="736" y="1479"/>
                    </a:lnTo>
                    <a:cubicBezTo>
                      <a:pt x="616" y="1564"/>
                      <a:pt x="559" y="1713"/>
                      <a:pt x="559" y="1861"/>
                    </a:cubicBezTo>
                    <a:lnTo>
                      <a:pt x="559" y="2187"/>
                    </a:lnTo>
                    <a:cubicBezTo>
                      <a:pt x="559" y="2420"/>
                      <a:pt x="383" y="2597"/>
                      <a:pt x="121" y="2597"/>
                    </a:cubicBezTo>
                    <a:lnTo>
                      <a:pt x="57" y="2597"/>
                    </a:lnTo>
                    <a:cubicBezTo>
                      <a:pt x="1" y="2597"/>
                      <a:pt x="1" y="2625"/>
                      <a:pt x="1" y="2654"/>
                    </a:cubicBezTo>
                    <a:cubicBezTo>
                      <a:pt x="1" y="2717"/>
                      <a:pt x="1" y="2717"/>
                      <a:pt x="57" y="2717"/>
                    </a:cubicBezTo>
                    <a:lnTo>
                      <a:pt x="121" y="2717"/>
                    </a:lnTo>
                    <a:cubicBezTo>
                      <a:pt x="439" y="2717"/>
                      <a:pt x="680" y="2477"/>
                      <a:pt x="680" y="2187"/>
                    </a:cubicBezTo>
                    <a:lnTo>
                      <a:pt x="680" y="1861"/>
                    </a:lnTo>
                    <a:cubicBezTo>
                      <a:pt x="680" y="1741"/>
                      <a:pt x="736" y="1656"/>
                      <a:pt x="828" y="1564"/>
                    </a:cubicBezTo>
                    <a:lnTo>
                      <a:pt x="970" y="1416"/>
                    </a:lnTo>
                    <a:lnTo>
                      <a:pt x="765" y="1210"/>
                    </a:lnTo>
                    <a:cubicBezTo>
                      <a:pt x="680" y="1126"/>
                      <a:pt x="651" y="1034"/>
                      <a:pt x="651" y="913"/>
                    </a:cubicBezTo>
                    <a:lnTo>
                      <a:pt x="651" y="560"/>
                    </a:lnTo>
                    <a:cubicBezTo>
                      <a:pt x="651" y="241"/>
                      <a:pt x="383" y="1"/>
                      <a:pt x="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1"/>
              <p:cNvSpPr/>
              <p:nvPr/>
            </p:nvSpPr>
            <p:spPr>
              <a:xfrm>
                <a:off x="4840009" y="2703836"/>
                <a:ext cx="12337" cy="23041"/>
              </a:xfrm>
              <a:custGeom>
                <a:avLst/>
                <a:gdLst/>
                <a:ahLst/>
                <a:cxnLst/>
                <a:rect l="l" t="t" r="r" b="b"/>
                <a:pathLst>
                  <a:path w="355" h="663" extrusionOk="0">
                    <a:moveTo>
                      <a:pt x="267" y="0"/>
                    </a:moveTo>
                    <a:cubicBezTo>
                      <a:pt x="248" y="0"/>
                      <a:pt x="234" y="22"/>
                      <a:pt x="234" y="47"/>
                    </a:cubicBezTo>
                    <a:lnTo>
                      <a:pt x="1" y="606"/>
                    </a:lnTo>
                    <a:cubicBezTo>
                      <a:pt x="1" y="634"/>
                      <a:pt x="1" y="662"/>
                      <a:pt x="29" y="662"/>
                    </a:cubicBezTo>
                    <a:lnTo>
                      <a:pt x="57" y="662"/>
                    </a:lnTo>
                    <a:cubicBezTo>
                      <a:pt x="85" y="662"/>
                      <a:pt x="114" y="662"/>
                      <a:pt x="114" y="634"/>
                    </a:cubicBezTo>
                    <a:lnTo>
                      <a:pt x="326" y="75"/>
                    </a:lnTo>
                    <a:cubicBezTo>
                      <a:pt x="354" y="47"/>
                      <a:pt x="326" y="12"/>
                      <a:pt x="291" y="12"/>
                    </a:cubicBezTo>
                    <a:cubicBezTo>
                      <a:pt x="283" y="4"/>
                      <a:pt x="274" y="0"/>
                      <a:pt x="2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1"/>
              <p:cNvSpPr/>
              <p:nvPr/>
            </p:nvSpPr>
            <p:spPr>
              <a:xfrm>
                <a:off x="5095432" y="2706025"/>
                <a:ext cx="12337" cy="22832"/>
              </a:xfrm>
              <a:custGeom>
                <a:avLst/>
                <a:gdLst/>
                <a:ahLst/>
                <a:cxnLst/>
                <a:rect l="l" t="t" r="r" b="b"/>
                <a:pathLst>
                  <a:path w="355" h="657" extrusionOk="0">
                    <a:moveTo>
                      <a:pt x="274" y="1"/>
                    </a:moveTo>
                    <a:cubicBezTo>
                      <a:pt x="256" y="1"/>
                      <a:pt x="242" y="21"/>
                      <a:pt x="242" y="41"/>
                    </a:cubicBezTo>
                    <a:lnTo>
                      <a:pt x="1" y="571"/>
                    </a:lnTo>
                    <a:cubicBezTo>
                      <a:pt x="1" y="599"/>
                      <a:pt x="36" y="656"/>
                      <a:pt x="65" y="656"/>
                    </a:cubicBezTo>
                    <a:cubicBezTo>
                      <a:pt x="93" y="656"/>
                      <a:pt x="121" y="656"/>
                      <a:pt x="121" y="628"/>
                    </a:cubicBezTo>
                    <a:lnTo>
                      <a:pt x="326" y="69"/>
                    </a:lnTo>
                    <a:cubicBezTo>
                      <a:pt x="355" y="41"/>
                      <a:pt x="326" y="12"/>
                      <a:pt x="298" y="12"/>
                    </a:cubicBezTo>
                    <a:cubicBezTo>
                      <a:pt x="290" y="4"/>
                      <a:pt x="282" y="1"/>
                      <a:pt x="2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1"/>
              <p:cNvSpPr/>
              <p:nvPr/>
            </p:nvSpPr>
            <p:spPr>
              <a:xfrm>
                <a:off x="5173382" y="2706025"/>
                <a:ext cx="12337" cy="22832"/>
              </a:xfrm>
              <a:custGeom>
                <a:avLst/>
                <a:gdLst/>
                <a:ahLst/>
                <a:cxnLst/>
                <a:rect l="l" t="t" r="r" b="b"/>
                <a:pathLst>
                  <a:path w="355" h="657" extrusionOk="0">
                    <a:moveTo>
                      <a:pt x="271" y="1"/>
                    </a:moveTo>
                    <a:cubicBezTo>
                      <a:pt x="249" y="1"/>
                      <a:pt x="226" y="21"/>
                      <a:pt x="206" y="41"/>
                    </a:cubicBezTo>
                    <a:lnTo>
                      <a:pt x="1" y="571"/>
                    </a:lnTo>
                    <a:cubicBezTo>
                      <a:pt x="1" y="599"/>
                      <a:pt x="1" y="656"/>
                      <a:pt x="29" y="656"/>
                    </a:cubicBezTo>
                    <a:lnTo>
                      <a:pt x="57" y="656"/>
                    </a:lnTo>
                    <a:cubicBezTo>
                      <a:pt x="93" y="656"/>
                      <a:pt x="121" y="656"/>
                      <a:pt x="121" y="628"/>
                    </a:cubicBezTo>
                    <a:lnTo>
                      <a:pt x="326" y="69"/>
                    </a:lnTo>
                    <a:cubicBezTo>
                      <a:pt x="354" y="41"/>
                      <a:pt x="326" y="12"/>
                      <a:pt x="298" y="12"/>
                    </a:cubicBezTo>
                    <a:cubicBezTo>
                      <a:pt x="289" y="4"/>
                      <a:pt x="281" y="1"/>
                      <a:pt x="2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1"/>
              <p:cNvSpPr/>
              <p:nvPr/>
            </p:nvSpPr>
            <p:spPr>
              <a:xfrm>
                <a:off x="5186658" y="2706025"/>
                <a:ext cx="12337" cy="22832"/>
              </a:xfrm>
              <a:custGeom>
                <a:avLst/>
                <a:gdLst/>
                <a:ahLst/>
                <a:cxnLst/>
                <a:rect l="l" t="t" r="r" b="b"/>
                <a:pathLst>
                  <a:path w="355" h="657" extrusionOk="0">
                    <a:moveTo>
                      <a:pt x="273" y="1"/>
                    </a:moveTo>
                    <a:cubicBezTo>
                      <a:pt x="252" y="1"/>
                      <a:pt x="231" y="21"/>
                      <a:pt x="206" y="41"/>
                    </a:cubicBezTo>
                    <a:lnTo>
                      <a:pt x="1" y="571"/>
                    </a:lnTo>
                    <a:cubicBezTo>
                      <a:pt x="1" y="599"/>
                      <a:pt x="1" y="656"/>
                      <a:pt x="29" y="656"/>
                    </a:cubicBezTo>
                    <a:lnTo>
                      <a:pt x="64" y="656"/>
                    </a:lnTo>
                    <a:cubicBezTo>
                      <a:pt x="93" y="656"/>
                      <a:pt x="121" y="656"/>
                      <a:pt x="121" y="628"/>
                    </a:cubicBezTo>
                    <a:lnTo>
                      <a:pt x="326" y="69"/>
                    </a:lnTo>
                    <a:cubicBezTo>
                      <a:pt x="354" y="41"/>
                      <a:pt x="326" y="12"/>
                      <a:pt x="298" y="12"/>
                    </a:cubicBezTo>
                    <a:cubicBezTo>
                      <a:pt x="289" y="4"/>
                      <a:pt x="281" y="1"/>
                      <a:pt x="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1"/>
              <p:cNvSpPr/>
              <p:nvPr/>
            </p:nvSpPr>
            <p:spPr>
              <a:xfrm>
                <a:off x="4856959" y="2667345"/>
                <a:ext cx="51399" cy="46256"/>
              </a:xfrm>
              <a:custGeom>
                <a:avLst/>
                <a:gdLst/>
                <a:ahLst/>
                <a:cxnLst/>
                <a:rect l="l" t="t" r="r" b="b"/>
                <a:pathLst>
                  <a:path w="1479" h="1331" extrusionOk="0">
                    <a:moveTo>
                      <a:pt x="0" y="0"/>
                    </a:moveTo>
                    <a:lnTo>
                      <a:pt x="0" y="1330"/>
                    </a:lnTo>
                    <a:lnTo>
                      <a:pt x="1479" y="1330"/>
                    </a:lnTo>
                    <a:lnTo>
                      <a:pt x="1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1"/>
              <p:cNvSpPr/>
              <p:nvPr/>
            </p:nvSpPr>
            <p:spPr>
              <a:xfrm>
                <a:off x="4963441" y="2633670"/>
                <a:ext cx="22624" cy="116803"/>
              </a:xfrm>
              <a:custGeom>
                <a:avLst/>
                <a:gdLst/>
                <a:ahLst/>
                <a:cxnLst/>
                <a:rect l="l" t="t" r="r" b="b"/>
                <a:pathLst>
                  <a:path w="651" h="3361" extrusionOk="0">
                    <a:moveTo>
                      <a:pt x="587" y="0"/>
                    </a:moveTo>
                    <a:cubicBezTo>
                      <a:pt x="559" y="0"/>
                      <a:pt x="531" y="0"/>
                      <a:pt x="531" y="29"/>
                    </a:cubicBezTo>
                    <a:cubicBezTo>
                      <a:pt x="0" y="1033"/>
                      <a:pt x="0" y="2299"/>
                      <a:pt x="502" y="3332"/>
                    </a:cubicBezTo>
                    <a:cubicBezTo>
                      <a:pt x="502" y="3361"/>
                      <a:pt x="531" y="3361"/>
                      <a:pt x="559" y="3361"/>
                    </a:cubicBezTo>
                    <a:lnTo>
                      <a:pt x="587" y="3361"/>
                    </a:lnTo>
                    <a:cubicBezTo>
                      <a:pt x="616" y="3332"/>
                      <a:pt x="616" y="3304"/>
                      <a:pt x="616" y="3269"/>
                    </a:cubicBezTo>
                    <a:cubicBezTo>
                      <a:pt x="120" y="2299"/>
                      <a:pt x="120" y="1061"/>
                      <a:pt x="616" y="85"/>
                    </a:cubicBezTo>
                    <a:cubicBezTo>
                      <a:pt x="651" y="57"/>
                      <a:pt x="616" y="29"/>
                      <a:pt x="5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1"/>
              <p:cNvSpPr/>
              <p:nvPr/>
            </p:nvSpPr>
            <p:spPr>
              <a:xfrm>
                <a:off x="4989993" y="2675686"/>
                <a:ext cx="103528" cy="32737"/>
              </a:xfrm>
              <a:custGeom>
                <a:avLst/>
                <a:gdLst/>
                <a:ahLst/>
                <a:cxnLst/>
                <a:rect l="l" t="t" r="r" b="b"/>
                <a:pathLst>
                  <a:path w="2979" h="942" extrusionOk="0">
                    <a:moveTo>
                      <a:pt x="0" y="1"/>
                    </a:moveTo>
                    <a:lnTo>
                      <a:pt x="0" y="942"/>
                    </a:lnTo>
                    <a:lnTo>
                      <a:pt x="2978" y="942"/>
                    </a:lnTo>
                    <a:lnTo>
                      <a:pt x="29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1"/>
              <p:cNvSpPr/>
              <p:nvPr/>
            </p:nvSpPr>
            <p:spPr>
              <a:xfrm>
                <a:off x="5122261" y="2675686"/>
                <a:ext cx="48202" cy="32737"/>
              </a:xfrm>
              <a:custGeom>
                <a:avLst/>
                <a:gdLst/>
                <a:ahLst/>
                <a:cxnLst/>
                <a:rect l="l" t="t" r="r" b="b"/>
                <a:pathLst>
                  <a:path w="1387" h="942" extrusionOk="0">
                    <a:moveTo>
                      <a:pt x="0" y="1"/>
                    </a:moveTo>
                    <a:lnTo>
                      <a:pt x="0" y="942"/>
                    </a:lnTo>
                    <a:lnTo>
                      <a:pt x="1387" y="942"/>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1"/>
              <p:cNvSpPr/>
              <p:nvPr/>
            </p:nvSpPr>
            <p:spPr>
              <a:xfrm>
                <a:off x="5001287" y="2696121"/>
                <a:ext cx="75760" cy="4205"/>
              </a:xfrm>
              <a:custGeom>
                <a:avLst/>
                <a:gdLst/>
                <a:ahLst/>
                <a:cxnLst/>
                <a:rect l="l" t="t" r="r" b="b"/>
                <a:pathLst>
                  <a:path w="2180" h="121" extrusionOk="0">
                    <a:moveTo>
                      <a:pt x="57" y="0"/>
                    </a:moveTo>
                    <a:cubicBezTo>
                      <a:pt x="29" y="0"/>
                      <a:pt x="1" y="28"/>
                      <a:pt x="1" y="57"/>
                    </a:cubicBezTo>
                    <a:cubicBezTo>
                      <a:pt x="1" y="92"/>
                      <a:pt x="29" y="120"/>
                      <a:pt x="57" y="120"/>
                    </a:cubicBezTo>
                    <a:lnTo>
                      <a:pt x="2123" y="120"/>
                    </a:lnTo>
                    <a:cubicBezTo>
                      <a:pt x="2151" y="120"/>
                      <a:pt x="2179" y="92"/>
                      <a:pt x="2179" y="57"/>
                    </a:cubicBezTo>
                    <a:cubicBezTo>
                      <a:pt x="2179" y="28"/>
                      <a:pt x="2151" y="0"/>
                      <a:pt x="2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1"/>
              <p:cNvSpPr/>
              <p:nvPr/>
            </p:nvSpPr>
            <p:spPr>
              <a:xfrm>
                <a:off x="4892858" y="2675686"/>
                <a:ext cx="4205" cy="32737"/>
              </a:xfrm>
              <a:custGeom>
                <a:avLst/>
                <a:gdLst/>
                <a:ahLst/>
                <a:cxnLst/>
                <a:rect l="l" t="t" r="r" b="b"/>
                <a:pathLst>
                  <a:path w="121" h="942" extrusionOk="0">
                    <a:moveTo>
                      <a:pt x="64" y="1"/>
                    </a:moveTo>
                    <a:cubicBezTo>
                      <a:pt x="28" y="1"/>
                      <a:pt x="0" y="29"/>
                      <a:pt x="0" y="58"/>
                    </a:cubicBezTo>
                    <a:lnTo>
                      <a:pt x="0" y="885"/>
                    </a:lnTo>
                    <a:cubicBezTo>
                      <a:pt x="0" y="914"/>
                      <a:pt x="28" y="942"/>
                      <a:pt x="64" y="942"/>
                    </a:cubicBezTo>
                    <a:cubicBezTo>
                      <a:pt x="92" y="942"/>
                      <a:pt x="120" y="914"/>
                      <a:pt x="120" y="885"/>
                    </a:cubicBezTo>
                    <a:lnTo>
                      <a:pt x="120" y="58"/>
                    </a:lnTo>
                    <a:cubicBezTo>
                      <a:pt x="120" y="29"/>
                      <a:pt x="92"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1"/>
              <p:cNvSpPr/>
              <p:nvPr/>
            </p:nvSpPr>
            <p:spPr>
              <a:xfrm>
                <a:off x="5180507" y="2670543"/>
                <a:ext cx="34961" cy="27559"/>
              </a:xfrm>
              <a:custGeom>
                <a:avLst/>
                <a:gdLst/>
                <a:ahLst/>
                <a:cxnLst/>
                <a:rect l="l" t="t" r="r" b="b"/>
                <a:pathLst>
                  <a:path w="1006" h="793" extrusionOk="0">
                    <a:moveTo>
                      <a:pt x="121" y="0"/>
                    </a:moveTo>
                    <a:lnTo>
                      <a:pt x="1" y="651"/>
                    </a:lnTo>
                    <a:lnTo>
                      <a:pt x="913" y="793"/>
                    </a:lnTo>
                    <a:lnTo>
                      <a:pt x="1005" y="149"/>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1"/>
              <p:cNvSpPr/>
              <p:nvPr/>
            </p:nvSpPr>
            <p:spPr>
              <a:xfrm>
                <a:off x="4825021" y="2875340"/>
                <a:ext cx="33953" cy="95430"/>
              </a:xfrm>
              <a:custGeom>
                <a:avLst/>
                <a:gdLst/>
                <a:ahLst/>
                <a:cxnLst/>
                <a:rect l="l" t="t" r="r" b="b"/>
                <a:pathLst>
                  <a:path w="977" h="2746" extrusionOk="0">
                    <a:moveTo>
                      <a:pt x="884" y="0"/>
                    </a:moveTo>
                    <a:cubicBezTo>
                      <a:pt x="594" y="0"/>
                      <a:pt x="326" y="241"/>
                      <a:pt x="326" y="559"/>
                    </a:cubicBezTo>
                    <a:lnTo>
                      <a:pt x="326" y="913"/>
                    </a:lnTo>
                    <a:cubicBezTo>
                      <a:pt x="326" y="1033"/>
                      <a:pt x="269" y="1125"/>
                      <a:pt x="212" y="1210"/>
                    </a:cubicBezTo>
                    <a:lnTo>
                      <a:pt x="0" y="1415"/>
                    </a:lnTo>
                    <a:lnTo>
                      <a:pt x="149" y="1564"/>
                    </a:lnTo>
                    <a:cubicBezTo>
                      <a:pt x="241" y="1656"/>
                      <a:pt x="269" y="1741"/>
                      <a:pt x="269" y="1861"/>
                    </a:cubicBezTo>
                    <a:lnTo>
                      <a:pt x="269" y="2186"/>
                    </a:lnTo>
                    <a:cubicBezTo>
                      <a:pt x="269" y="2476"/>
                      <a:pt x="531" y="2745"/>
                      <a:pt x="828" y="2745"/>
                    </a:cubicBezTo>
                    <a:lnTo>
                      <a:pt x="920" y="2745"/>
                    </a:lnTo>
                    <a:cubicBezTo>
                      <a:pt x="948" y="2745"/>
                      <a:pt x="976" y="2717"/>
                      <a:pt x="976" y="2682"/>
                    </a:cubicBezTo>
                    <a:cubicBezTo>
                      <a:pt x="976" y="2625"/>
                      <a:pt x="948" y="2625"/>
                      <a:pt x="920" y="2625"/>
                    </a:cubicBezTo>
                    <a:lnTo>
                      <a:pt x="828" y="2625"/>
                    </a:lnTo>
                    <a:cubicBezTo>
                      <a:pt x="594" y="2625"/>
                      <a:pt x="389" y="2420"/>
                      <a:pt x="389" y="2186"/>
                    </a:cubicBezTo>
                    <a:lnTo>
                      <a:pt x="389" y="1861"/>
                    </a:lnTo>
                    <a:cubicBezTo>
                      <a:pt x="389" y="1712"/>
                      <a:pt x="326" y="1592"/>
                      <a:pt x="241" y="1479"/>
                    </a:cubicBezTo>
                    <a:lnTo>
                      <a:pt x="177" y="1415"/>
                    </a:lnTo>
                    <a:lnTo>
                      <a:pt x="269" y="1302"/>
                    </a:lnTo>
                    <a:cubicBezTo>
                      <a:pt x="389" y="1210"/>
                      <a:pt x="446" y="1062"/>
                      <a:pt x="446" y="913"/>
                    </a:cubicBezTo>
                    <a:lnTo>
                      <a:pt x="446" y="559"/>
                    </a:lnTo>
                    <a:cubicBezTo>
                      <a:pt x="446" y="297"/>
                      <a:pt x="651" y="121"/>
                      <a:pt x="884" y="121"/>
                    </a:cubicBezTo>
                    <a:cubicBezTo>
                      <a:pt x="920" y="121"/>
                      <a:pt x="948" y="92"/>
                      <a:pt x="948" y="64"/>
                    </a:cubicBezTo>
                    <a:cubicBezTo>
                      <a:pt x="948" y="29"/>
                      <a:pt x="920" y="0"/>
                      <a:pt x="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1"/>
              <p:cNvSpPr/>
              <p:nvPr/>
            </p:nvSpPr>
            <p:spPr>
              <a:xfrm>
                <a:off x="4974736" y="2875340"/>
                <a:ext cx="33710" cy="95430"/>
              </a:xfrm>
              <a:custGeom>
                <a:avLst/>
                <a:gdLst/>
                <a:ahLst/>
                <a:cxnLst/>
                <a:rect l="l" t="t" r="r" b="b"/>
                <a:pathLst>
                  <a:path w="970" h="2746" extrusionOk="0">
                    <a:moveTo>
                      <a:pt x="114" y="0"/>
                    </a:moveTo>
                    <a:cubicBezTo>
                      <a:pt x="57" y="0"/>
                      <a:pt x="57" y="29"/>
                      <a:pt x="57" y="64"/>
                    </a:cubicBezTo>
                    <a:cubicBezTo>
                      <a:pt x="57" y="92"/>
                      <a:pt x="57" y="121"/>
                      <a:pt x="114" y="121"/>
                    </a:cubicBezTo>
                    <a:cubicBezTo>
                      <a:pt x="354" y="121"/>
                      <a:pt x="559" y="297"/>
                      <a:pt x="559" y="559"/>
                    </a:cubicBezTo>
                    <a:lnTo>
                      <a:pt x="559" y="913"/>
                    </a:lnTo>
                    <a:cubicBezTo>
                      <a:pt x="559" y="1062"/>
                      <a:pt x="588" y="1210"/>
                      <a:pt x="708" y="1302"/>
                    </a:cubicBezTo>
                    <a:lnTo>
                      <a:pt x="821" y="1415"/>
                    </a:lnTo>
                    <a:lnTo>
                      <a:pt x="765" y="1479"/>
                    </a:lnTo>
                    <a:cubicBezTo>
                      <a:pt x="644" y="1564"/>
                      <a:pt x="588" y="1712"/>
                      <a:pt x="588" y="1861"/>
                    </a:cubicBezTo>
                    <a:lnTo>
                      <a:pt x="588" y="2186"/>
                    </a:lnTo>
                    <a:cubicBezTo>
                      <a:pt x="588" y="2420"/>
                      <a:pt x="382" y="2625"/>
                      <a:pt x="149" y="2625"/>
                    </a:cubicBezTo>
                    <a:lnTo>
                      <a:pt x="57" y="2625"/>
                    </a:lnTo>
                    <a:cubicBezTo>
                      <a:pt x="29" y="2625"/>
                      <a:pt x="0" y="2625"/>
                      <a:pt x="0" y="2682"/>
                    </a:cubicBezTo>
                    <a:cubicBezTo>
                      <a:pt x="0" y="2717"/>
                      <a:pt x="29" y="2745"/>
                      <a:pt x="57" y="2745"/>
                    </a:cubicBezTo>
                    <a:lnTo>
                      <a:pt x="149" y="2745"/>
                    </a:lnTo>
                    <a:cubicBezTo>
                      <a:pt x="467" y="2745"/>
                      <a:pt x="708" y="2476"/>
                      <a:pt x="708" y="2186"/>
                    </a:cubicBezTo>
                    <a:lnTo>
                      <a:pt x="708" y="1861"/>
                    </a:lnTo>
                    <a:cubicBezTo>
                      <a:pt x="708" y="1741"/>
                      <a:pt x="765" y="1656"/>
                      <a:pt x="821" y="1564"/>
                    </a:cubicBezTo>
                    <a:lnTo>
                      <a:pt x="970" y="1415"/>
                    </a:lnTo>
                    <a:lnTo>
                      <a:pt x="793" y="1210"/>
                    </a:lnTo>
                    <a:cubicBezTo>
                      <a:pt x="708" y="1125"/>
                      <a:pt x="680" y="1033"/>
                      <a:pt x="680" y="913"/>
                    </a:cubicBezTo>
                    <a:lnTo>
                      <a:pt x="680" y="559"/>
                    </a:lnTo>
                    <a:cubicBezTo>
                      <a:pt x="680" y="241"/>
                      <a:pt x="411" y="0"/>
                      <a:pt x="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1"/>
              <p:cNvSpPr/>
              <p:nvPr/>
            </p:nvSpPr>
            <p:spPr>
              <a:xfrm>
                <a:off x="4858940" y="2899910"/>
                <a:ext cx="51156" cy="47263"/>
              </a:xfrm>
              <a:custGeom>
                <a:avLst/>
                <a:gdLst/>
                <a:ahLst/>
                <a:cxnLst/>
                <a:rect l="l" t="t" r="r" b="b"/>
                <a:pathLst>
                  <a:path w="1472" h="1360" extrusionOk="0">
                    <a:moveTo>
                      <a:pt x="0" y="1"/>
                    </a:moveTo>
                    <a:lnTo>
                      <a:pt x="0" y="1359"/>
                    </a:lnTo>
                    <a:lnTo>
                      <a:pt x="1472" y="1359"/>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1"/>
              <p:cNvSpPr/>
              <p:nvPr/>
            </p:nvSpPr>
            <p:spPr>
              <a:xfrm>
                <a:off x="5042330" y="2867208"/>
                <a:ext cx="23666" cy="116838"/>
              </a:xfrm>
              <a:custGeom>
                <a:avLst/>
                <a:gdLst/>
                <a:ahLst/>
                <a:cxnLst/>
                <a:rect l="l" t="t" r="r" b="b"/>
                <a:pathLst>
                  <a:path w="681" h="3362" extrusionOk="0">
                    <a:moveTo>
                      <a:pt x="616" y="1"/>
                    </a:moveTo>
                    <a:cubicBezTo>
                      <a:pt x="588" y="1"/>
                      <a:pt x="560" y="1"/>
                      <a:pt x="560" y="29"/>
                    </a:cubicBezTo>
                    <a:cubicBezTo>
                      <a:pt x="29" y="1034"/>
                      <a:pt x="1" y="2300"/>
                      <a:pt x="532" y="3333"/>
                    </a:cubicBezTo>
                    <a:cubicBezTo>
                      <a:pt x="532" y="3361"/>
                      <a:pt x="560" y="3361"/>
                      <a:pt x="588" y="3361"/>
                    </a:cubicBezTo>
                    <a:lnTo>
                      <a:pt x="616" y="3361"/>
                    </a:lnTo>
                    <a:cubicBezTo>
                      <a:pt x="645" y="3333"/>
                      <a:pt x="645" y="3305"/>
                      <a:pt x="645" y="3269"/>
                    </a:cubicBezTo>
                    <a:cubicBezTo>
                      <a:pt x="149" y="2300"/>
                      <a:pt x="149" y="1062"/>
                      <a:pt x="645" y="86"/>
                    </a:cubicBezTo>
                    <a:cubicBezTo>
                      <a:pt x="680" y="58"/>
                      <a:pt x="645" y="29"/>
                      <a:pt x="6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1"/>
              <p:cNvSpPr/>
              <p:nvPr/>
            </p:nvSpPr>
            <p:spPr>
              <a:xfrm>
                <a:off x="5296303" y="2867208"/>
                <a:ext cx="22659" cy="116838"/>
              </a:xfrm>
              <a:custGeom>
                <a:avLst/>
                <a:gdLst/>
                <a:ahLst/>
                <a:cxnLst/>
                <a:rect l="l" t="t" r="r" b="b"/>
                <a:pathLst>
                  <a:path w="652" h="3362" extrusionOk="0">
                    <a:moveTo>
                      <a:pt x="29" y="1"/>
                    </a:moveTo>
                    <a:cubicBezTo>
                      <a:pt x="1" y="29"/>
                      <a:pt x="1" y="58"/>
                      <a:pt x="1" y="86"/>
                    </a:cubicBezTo>
                    <a:cubicBezTo>
                      <a:pt x="531" y="1062"/>
                      <a:pt x="531" y="2300"/>
                      <a:pt x="29" y="3269"/>
                    </a:cubicBezTo>
                    <a:cubicBezTo>
                      <a:pt x="29" y="3305"/>
                      <a:pt x="29" y="3333"/>
                      <a:pt x="57" y="3361"/>
                    </a:cubicBezTo>
                    <a:lnTo>
                      <a:pt x="93" y="3361"/>
                    </a:lnTo>
                    <a:cubicBezTo>
                      <a:pt x="121" y="3361"/>
                      <a:pt x="121" y="3361"/>
                      <a:pt x="149" y="3333"/>
                    </a:cubicBezTo>
                    <a:cubicBezTo>
                      <a:pt x="652" y="2300"/>
                      <a:pt x="652" y="1034"/>
                      <a:pt x="121" y="29"/>
                    </a:cubicBezTo>
                    <a:cubicBezTo>
                      <a:pt x="121" y="1"/>
                      <a:pt x="57"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1"/>
              <p:cNvSpPr/>
              <p:nvPr/>
            </p:nvSpPr>
            <p:spPr>
              <a:xfrm>
                <a:off x="5069889"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1"/>
              <p:cNvSpPr/>
              <p:nvPr/>
            </p:nvSpPr>
            <p:spPr>
              <a:xfrm>
                <a:off x="5245182"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1"/>
              <p:cNvSpPr/>
              <p:nvPr/>
            </p:nvSpPr>
            <p:spPr>
              <a:xfrm>
                <a:off x="5142661" y="2908286"/>
                <a:ext cx="50183" cy="33710"/>
              </a:xfrm>
              <a:custGeom>
                <a:avLst/>
                <a:gdLst/>
                <a:ahLst/>
                <a:cxnLst/>
                <a:rect l="l" t="t" r="r" b="b"/>
                <a:pathLst>
                  <a:path w="1444" h="970" extrusionOk="0">
                    <a:moveTo>
                      <a:pt x="0" y="0"/>
                    </a:moveTo>
                    <a:lnTo>
                      <a:pt x="0" y="970"/>
                    </a:lnTo>
                    <a:lnTo>
                      <a:pt x="1443" y="97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1"/>
              <p:cNvSpPr/>
              <p:nvPr/>
            </p:nvSpPr>
            <p:spPr>
              <a:xfrm>
                <a:off x="5175363" y="2908286"/>
                <a:ext cx="50426" cy="33710"/>
              </a:xfrm>
              <a:custGeom>
                <a:avLst/>
                <a:gdLst/>
                <a:ahLst/>
                <a:cxnLst/>
                <a:rect l="l" t="t" r="r" b="b"/>
                <a:pathLst>
                  <a:path w="1451" h="970" extrusionOk="0">
                    <a:moveTo>
                      <a:pt x="0" y="0"/>
                    </a:moveTo>
                    <a:lnTo>
                      <a:pt x="1450" y="970"/>
                    </a:lnTo>
                    <a:lnTo>
                      <a:pt x="14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1"/>
              <p:cNvSpPr/>
              <p:nvPr/>
            </p:nvSpPr>
            <p:spPr>
              <a:xfrm>
                <a:off x="5081184" y="2929659"/>
                <a:ext cx="31764" cy="4240"/>
              </a:xfrm>
              <a:custGeom>
                <a:avLst/>
                <a:gdLst/>
                <a:ahLst/>
                <a:cxnLst/>
                <a:rect l="l" t="t" r="r" b="b"/>
                <a:pathLst>
                  <a:path w="914" h="122" extrusionOk="0">
                    <a:moveTo>
                      <a:pt x="57" y="1"/>
                    </a:moveTo>
                    <a:cubicBezTo>
                      <a:pt x="29" y="1"/>
                      <a:pt x="1" y="29"/>
                      <a:pt x="1" y="57"/>
                    </a:cubicBezTo>
                    <a:cubicBezTo>
                      <a:pt x="1" y="93"/>
                      <a:pt x="29" y="121"/>
                      <a:pt x="57" y="121"/>
                    </a:cubicBezTo>
                    <a:lnTo>
                      <a:pt x="857" y="121"/>
                    </a:lnTo>
                    <a:cubicBezTo>
                      <a:pt x="885" y="121"/>
                      <a:pt x="913" y="93"/>
                      <a:pt x="913" y="57"/>
                    </a:cubicBezTo>
                    <a:cubicBezTo>
                      <a:pt x="913" y="29"/>
                      <a:pt x="885" y="1"/>
                      <a:pt x="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1"/>
              <p:cNvSpPr/>
              <p:nvPr/>
            </p:nvSpPr>
            <p:spPr>
              <a:xfrm>
                <a:off x="5254287" y="2929659"/>
                <a:ext cx="32945" cy="4240"/>
              </a:xfrm>
              <a:custGeom>
                <a:avLst/>
                <a:gdLst/>
                <a:ahLst/>
                <a:cxnLst/>
                <a:rect l="l" t="t" r="r" b="b"/>
                <a:pathLst>
                  <a:path w="948" h="122" extrusionOk="0">
                    <a:moveTo>
                      <a:pt x="64" y="1"/>
                    </a:moveTo>
                    <a:cubicBezTo>
                      <a:pt x="28" y="1"/>
                      <a:pt x="0" y="29"/>
                      <a:pt x="0" y="57"/>
                    </a:cubicBezTo>
                    <a:cubicBezTo>
                      <a:pt x="0" y="93"/>
                      <a:pt x="28" y="121"/>
                      <a:pt x="64" y="121"/>
                    </a:cubicBezTo>
                    <a:lnTo>
                      <a:pt x="884" y="121"/>
                    </a:lnTo>
                    <a:cubicBezTo>
                      <a:pt x="913" y="121"/>
                      <a:pt x="948" y="93"/>
                      <a:pt x="948" y="57"/>
                    </a:cubicBezTo>
                    <a:cubicBezTo>
                      <a:pt x="948" y="29"/>
                      <a:pt x="913"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1"/>
              <p:cNvSpPr/>
              <p:nvPr/>
            </p:nvSpPr>
            <p:spPr>
              <a:xfrm>
                <a:off x="4894840" y="2909259"/>
                <a:ext cx="3962" cy="31764"/>
              </a:xfrm>
              <a:custGeom>
                <a:avLst/>
                <a:gdLst/>
                <a:ahLst/>
                <a:cxnLst/>
                <a:rect l="l" t="t" r="r" b="b"/>
                <a:pathLst>
                  <a:path w="114" h="914" extrusionOk="0">
                    <a:moveTo>
                      <a:pt x="57" y="1"/>
                    </a:moveTo>
                    <a:cubicBezTo>
                      <a:pt x="29" y="1"/>
                      <a:pt x="0" y="1"/>
                      <a:pt x="0" y="57"/>
                    </a:cubicBezTo>
                    <a:lnTo>
                      <a:pt x="0" y="857"/>
                    </a:lnTo>
                    <a:cubicBezTo>
                      <a:pt x="0" y="885"/>
                      <a:pt x="29" y="913"/>
                      <a:pt x="57" y="913"/>
                    </a:cubicBezTo>
                    <a:cubicBezTo>
                      <a:pt x="85" y="913"/>
                      <a:pt x="114" y="885"/>
                      <a:pt x="114" y="857"/>
                    </a:cubicBezTo>
                    <a:lnTo>
                      <a:pt x="114" y="57"/>
                    </a:lnTo>
                    <a:cubicBezTo>
                      <a:pt x="114" y="1"/>
                      <a:pt x="85" y="1"/>
                      <a:pt x="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1"/>
              <p:cNvSpPr/>
              <p:nvPr/>
            </p:nvSpPr>
            <p:spPr>
              <a:xfrm>
                <a:off x="4923337" y="2899910"/>
                <a:ext cx="51434" cy="47263"/>
              </a:xfrm>
              <a:custGeom>
                <a:avLst/>
                <a:gdLst/>
                <a:ahLst/>
                <a:cxnLst/>
                <a:rect l="l" t="t" r="r" b="b"/>
                <a:pathLst>
                  <a:path w="1480" h="1360" extrusionOk="0">
                    <a:moveTo>
                      <a:pt x="1" y="1"/>
                    </a:moveTo>
                    <a:lnTo>
                      <a:pt x="1" y="1359"/>
                    </a:lnTo>
                    <a:lnTo>
                      <a:pt x="1479" y="1359"/>
                    </a:lnTo>
                    <a:lnTo>
                      <a:pt x="1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1"/>
              <p:cNvSpPr/>
              <p:nvPr/>
            </p:nvSpPr>
            <p:spPr>
              <a:xfrm>
                <a:off x="4959236" y="2909259"/>
                <a:ext cx="4240" cy="31764"/>
              </a:xfrm>
              <a:custGeom>
                <a:avLst/>
                <a:gdLst/>
                <a:ahLst/>
                <a:cxnLst/>
                <a:rect l="l" t="t" r="r" b="b"/>
                <a:pathLst>
                  <a:path w="122" h="914" extrusionOk="0">
                    <a:moveTo>
                      <a:pt x="64" y="1"/>
                    </a:moveTo>
                    <a:cubicBezTo>
                      <a:pt x="29" y="1"/>
                      <a:pt x="1" y="1"/>
                      <a:pt x="1" y="57"/>
                    </a:cubicBezTo>
                    <a:lnTo>
                      <a:pt x="1" y="857"/>
                    </a:lnTo>
                    <a:cubicBezTo>
                      <a:pt x="1" y="885"/>
                      <a:pt x="29" y="913"/>
                      <a:pt x="64" y="913"/>
                    </a:cubicBezTo>
                    <a:cubicBezTo>
                      <a:pt x="121" y="913"/>
                      <a:pt x="121" y="885"/>
                      <a:pt x="121" y="857"/>
                    </a:cubicBezTo>
                    <a:lnTo>
                      <a:pt x="121" y="57"/>
                    </a:lnTo>
                    <a:cubicBezTo>
                      <a:pt x="121" y="1"/>
                      <a:pt x="121"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1"/>
              <p:cNvSpPr/>
              <p:nvPr/>
            </p:nvSpPr>
            <p:spPr>
              <a:xfrm>
                <a:off x="4805595" y="2781716"/>
                <a:ext cx="50183" cy="62937"/>
              </a:xfrm>
              <a:custGeom>
                <a:avLst/>
                <a:gdLst/>
                <a:ahLst/>
                <a:cxnLst/>
                <a:rect l="l" t="t" r="r" b="b"/>
                <a:pathLst>
                  <a:path w="1444" h="1811" extrusionOk="0">
                    <a:moveTo>
                      <a:pt x="1387" y="1"/>
                    </a:moveTo>
                    <a:cubicBezTo>
                      <a:pt x="1368" y="1"/>
                      <a:pt x="1349" y="13"/>
                      <a:pt x="1330" y="13"/>
                    </a:cubicBezTo>
                    <a:lnTo>
                      <a:pt x="29" y="1725"/>
                    </a:lnTo>
                    <a:cubicBezTo>
                      <a:pt x="0" y="1725"/>
                      <a:pt x="0" y="1782"/>
                      <a:pt x="29" y="1782"/>
                    </a:cubicBezTo>
                    <a:lnTo>
                      <a:pt x="64" y="1810"/>
                    </a:lnTo>
                    <a:cubicBezTo>
                      <a:pt x="92" y="1810"/>
                      <a:pt x="121" y="1782"/>
                      <a:pt x="121"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1"/>
              <p:cNvSpPr/>
              <p:nvPr/>
            </p:nvSpPr>
            <p:spPr>
              <a:xfrm>
                <a:off x="4841494" y="2781716"/>
                <a:ext cx="50183" cy="62937"/>
              </a:xfrm>
              <a:custGeom>
                <a:avLst/>
                <a:gdLst/>
                <a:ahLst/>
                <a:cxnLst/>
                <a:rect l="l" t="t" r="r" b="b"/>
                <a:pathLst>
                  <a:path w="1444" h="1811" extrusionOk="0">
                    <a:moveTo>
                      <a:pt x="1387" y="1"/>
                    </a:moveTo>
                    <a:cubicBezTo>
                      <a:pt x="1368" y="1"/>
                      <a:pt x="1349" y="13"/>
                      <a:pt x="1330" y="13"/>
                    </a:cubicBezTo>
                    <a:lnTo>
                      <a:pt x="28" y="1725"/>
                    </a:lnTo>
                    <a:cubicBezTo>
                      <a:pt x="0" y="1725"/>
                      <a:pt x="0" y="1782"/>
                      <a:pt x="28" y="1782"/>
                    </a:cubicBezTo>
                    <a:cubicBezTo>
                      <a:pt x="28" y="1810"/>
                      <a:pt x="57" y="1810"/>
                      <a:pt x="57" y="1810"/>
                    </a:cubicBezTo>
                    <a:cubicBezTo>
                      <a:pt x="92" y="1810"/>
                      <a:pt x="92" y="1782"/>
                      <a:pt x="120"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1"/>
              <p:cNvSpPr/>
              <p:nvPr/>
            </p:nvSpPr>
            <p:spPr>
              <a:xfrm>
                <a:off x="4996109" y="2781716"/>
                <a:ext cx="50217" cy="62937"/>
              </a:xfrm>
              <a:custGeom>
                <a:avLst/>
                <a:gdLst/>
                <a:ahLst/>
                <a:cxnLst/>
                <a:rect l="l" t="t" r="r" b="b"/>
                <a:pathLst>
                  <a:path w="1445" h="1811" extrusionOk="0">
                    <a:moveTo>
                      <a:pt x="1388" y="1"/>
                    </a:moveTo>
                    <a:cubicBezTo>
                      <a:pt x="1369" y="1"/>
                      <a:pt x="1350" y="13"/>
                      <a:pt x="1331" y="13"/>
                    </a:cubicBezTo>
                    <a:lnTo>
                      <a:pt x="29" y="1725"/>
                    </a:lnTo>
                    <a:cubicBezTo>
                      <a:pt x="1" y="1725"/>
                      <a:pt x="1" y="1782"/>
                      <a:pt x="29" y="1782"/>
                    </a:cubicBezTo>
                    <a:cubicBezTo>
                      <a:pt x="65" y="1810"/>
                      <a:pt x="65" y="1810"/>
                      <a:pt x="93" y="1810"/>
                    </a:cubicBezTo>
                    <a:lnTo>
                      <a:pt x="121" y="1782"/>
                    </a:lnTo>
                    <a:lnTo>
                      <a:pt x="1444" y="105"/>
                    </a:lnTo>
                    <a:cubicBezTo>
                      <a:pt x="1444" y="70"/>
                      <a:pt x="1444" y="41"/>
                      <a:pt x="1416" y="13"/>
                    </a:cubicBezTo>
                    <a:cubicBezTo>
                      <a:pt x="1406" y="4"/>
                      <a:pt x="1397" y="1"/>
                      <a:pt x="13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1"/>
              <p:cNvSpPr/>
              <p:nvPr/>
            </p:nvSpPr>
            <p:spPr>
              <a:xfrm>
                <a:off x="5032009" y="2781716"/>
                <a:ext cx="50183" cy="62937"/>
              </a:xfrm>
              <a:custGeom>
                <a:avLst/>
                <a:gdLst/>
                <a:ahLst/>
                <a:cxnLst/>
                <a:rect l="l" t="t" r="r" b="b"/>
                <a:pathLst>
                  <a:path w="1444" h="1811" extrusionOk="0">
                    <a:moveTo>
                      <a:pt x="1387" y="1"/>
                    </a:moveTo>
                    <a:cubicBezTo>
                      <a:pt x="1369" y="1"/>
                      <a:pt x="1350" y="13"/>
                      <a:pt x="1331" y="13"/>
                    </a:cubicBezTo>
                    <a:lnTo>
                      <a:pt x="29" y="1725"/>
                    </a:lnTo>
                    <a:cubicBezTo>
                      <a:pt x="1" y="1725"/>
                      <a:pt x="1" y="1782"/>
                      <a:pt x="29" y="1782"/>
                    </a:cubicBezTo>
                    <a:lnTo>
                      <a:pt x="57" y="1810"/>
                    </a:lnTo>
                    <a:cubicBezTo>
                      <a:pt x="93" y="1810"/>
                      <a:pt x="121" y="1782"/>
                      <a:pt x="121" y="1782"/>
                    </a:cubicBezTo>
                    <a:lnTo>
                      <a:pt x="1416" y="105"/>
                    </a:lnTo>
                    <a:cubicBezTo>
                      <a:pt x="1444" y="70"/>
                      <a:pt x="1444" y="41"/>
                      <a:pt x="1416" y="13"/>
                    </a:cubicBezTo>
                    <a:cubicBezTo>
                      <a:pt x="1406" y="4"/>
                      <a:pt x="1397"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1"/>
              <p:cNvSpPr/>
              <p:nvPr/>
            </p:nvSpPr>
            <p:spPr>
              <a:xfrm>
                <a:off x="5070862" y="2818068"/>
                <a:ext cx="36907" cy="4205"/>
              </a:xfrm>
              <a:custGeom>
                <a:avLst/>
                <a:gdLst/>
                <a:ahLst/>
                <a:cxnLst/>
                <a:rect l="l" t="t" r="r" b="b"/>
                <a:pathLst>
                  <a:path w="1062" h="121" extrusionOk="0">
                    <a:moveTo>
                      <a:pt x="64" y="0"/>
                    </a:moveTo>
                    <a:cubicBezTo>
                      <a:pt x="36" y="0"/>
                      <a:pt x="1" y="28"/>
                      <a:pt x="1" y="57"/>
                    </a:cubicBezTo>
                    <a:cubicBezTo>
                      <a:pt x="1" y="85"/>
                      <a:pt x="36" y="120"/>
                      <a:pt x="64" y="120"/>
                    </a:cubicBezTo>
                    <a:lnTo>
                      <a:pt x="1005" y="120"/>
                    </a:lnTo>
                    <a:cubicBezTo>
                      <a:pt x="1033" y="120"/>
                      <a:pt x="1062" y="85"/>
                      <a:pt x="1062" y="57"/>
                    </a:cubicBezTo>
                    <a:cubicBezTo>
                      <a:pt x="1062" y="28"/>
                      <a:pt x="1033" y="0"/>
                      <a:pt x="10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1"/>
              <p:cNvSpPr/>
              <p:nvPr/>
            </p:nvSpPr>
            <p:spPr>
              <a:xfrm>
                <a:off x="4956282" y="2818068"/>
                <a:ext cx="36942" cy="4205"/>
              </a:xfrm>
              <a:custGeom>
                <a:avLst/>
                <a:gdLst/>
                <a:ahLst/>
                <a:cxnLst/>
                <a:rect l="l" t="t" r="r" b="b"/>
                <a:pathLst>
                  <a:path w="1063" h="121" extrusionOk="0">
                    <a:moveTo>
                      <a:pt x="57" y="0"/>
                    </a:moveTo>
                    <a:cubicBezTo>
                      <a:pt x="29" y="0"/>
                      <a:pt x="1" y="28"/>
                      <a:pt x="1" y="57"/>
                    </a:cubicBezTo>
                    <a:cubicBezTo>
                      <a:pt x="1" y="85"/>
                      <a:pt x="29" y="120"/>
                      <a:pt x="57" y="120"/>
                    </a:cubicBezTo>
                    <a:lnTo>
                      <a:pt x="998" y="120"/>
                    </a:lnTo>
                    <a:cubicBezTo>
                      <a:pt x="1034" y="120"/>
                      <a:pt x="1062" y="85"/>
                      <a:pt x="1062" y="57"/>
                    </a:cubicBezTo>
                    <a:cubicBezTo>
                      <a:pt x="1062" y="28"/>
                      <a:pt x="1034" y="0"/>
                      <a:pt x="9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1"/>
              <p:cNvSpPr/>
              <p:nvPr/>
            </p:nvSpPr>
            <p:spPr>
              <a:xfrm>
                <a:off x="4879340" y="2790995"/>
                <a:ext cx="43058" cy="59774"/>
              </a:xfrm>
              <a:custGeom>
                <a:avLst/>
                <a:gdLst/>
                <a:ahLst/>
                <a:cxnLst/>
                <a:rect l="l" t="t" r="r" b="b"/>
                <a:pathLst>
                  <a:path w="1239" h="1720" extrusionOk="0">
                    <a:moveTo>
                      <a:pt x="1179" y="0"/>
                    </a:moveTo>
                    <a:cubicBezTo>
                      <a:pt x="1171" y="0"/>
                      <a:pt x="1162" y="4"/>
                      <a:pt x="1154" y="15"/>
                    </a:cubicBezTo>
                    <a:lnTo>
                      <a:pt x="1" y="807"/>
                    </a:lnTo>
                    <a:lnTo>
                      <a:pt x="1005" y="1692"/>
                    </a:lnTo>
                    <a:lnTo>
                      <a:pt x="1033" y="1720"/>
                    </a:lnTo>
                    <a:cubicBezTo>
                      <a:pt x="1062" y="1720"/>
                      <a:pt x="1062" y="1692"/>
                      <a:pt x="1090" y="1692"/>
                    </a:cubicBezTo>
                    <a:cubicBezTo>
                      <a:pt x="1090" y="1663"/>
                      <a:pt x="1090" y="1635"/>
                      <a:pt x="1062" y="1607"/>
                    </a:cubicBezTo>
                    <a:lnTo>
                      <a:pt x="177" y="807"/>
                    </a:lnTo>
                    <a:lnTo>
                      <a:pt x="1210" y="100"/>
                    </a:lnTo>
                    <a:cubicBezTo>
                      <a:pt x="1239" y="100"/>
                      <a:pt x="1239" y="72"/>
                      <a:pt x="1239" y="43"/>
                    </a:cubicBezTo>
                    <a:cubicBezTo>
                      <a:pt x="1219" y="23"/>
                      <a:pt x="1199"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1"/>
              <p:cNvSpPr/>
              <p:nvPr/>
            </p:nvSpPr>
            <p:spPr>
              <a:xfrm>
                <a:off x="4914266" y="2797633"/>
                <a:ext cx="31729" cy="50217"/>
              </a:xfrm>
              <a:custGeom>
                <a:avLst/>
                <a:gdLst/>
                <a:ahLst/>
                <a:cxnLst/>
                <a:rect l="l" t="t" r="r" b="b"/>
                <a:pathLst>
                  <a:path w="913" h="1445" extrusionOk="0">
                    <a:moveTo>
                      <a:pt x="913" y="1"/>
                    </a:moveTo>
                    <a:lnTo>
                      <a:pt x="0" y="616"/>
                    </a:lnTo>
                    <a:lnTo>
                      <a:pt x="913" y="1444"/>
                    </a:lnTo>
                    <a:lnTo>
                      <a:pt x="9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1"/>
              <p:cNvSpPr/>
              <p:nvPr/>
            </p:nvSpPr>
            <p:spPr>
              <a:xfrm>
                <a:off x="4922364" y="2807329"/>
                <a:ext cx="19461" cy="13692"/>
              </a:xfrm>
              <a:custGeom>
                <a:avLst/>
                <a:gdLst/>
                <a:ahLst/>
                <a:cxnLst/>
                <a:rect l="l" t="t" r="r" b="b"/>
                <a:pathLst>
                  <a:path w="560" h="394" extrusionOk="0">
                    <a:moveTo>
                      <a:pt x="499" y="0"/>
                    </a:moveTo>
                    <a:cubicBezTo>
                      <a:pt x="491" y="0"/>
                      <a:pt x="483" y="4"/>
                      <a:pt x="475" y="12"/>
                    </a:cubicBezTo>
                    <a:lnTo>
                      <a:pt x="64" y="281"/>
                    </a:lnTo>
                    <a:cubicBezTo>
                      <a:pt x="29" y="281"/>
                      <a:pt x="1" y="337"/>
                      <a:pt x="29" y="366"/>
                    </a:cubicBezTo>
                    <a:cubicBezTo>
                      <a:pt x="29" y="366"/>
                      <a:pt x="64" y="394"/>
                      <a:pt x="93" y="394"/>
                    </a:cubicBezTo>
                    <a:cubicBezTo>
                      <a:pt x="93" y="394"/>
                      <a:pt x="93" y="366"/>
                      <a:pt x="121" y="366"/>
                    </a:cubicBezTo>
                    <a:lnTo>
                      <a:pt x="531" y="104"/>
                    </a:lnTo>
                    <a:cubicBezTo>
                      <a:pt x="560" y="104"/>
                      <a:pt x="560" y="76"/>
                      <a:pt x="560" y="40"/>
                    </a:cubicBezTo>
                    <a:cubicBezTo>
                      <a:pt x="540" y="20"/>
                      <a:pt x="519" y="0"/>
                      <a:pt x="4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1"/>
              <p:cNvSpPr/>
              <p:nvPr/>
            </p:nvSpPr>
            <p:spPr>
              <a:xfrm>
                <a:off x="5120037" y="2800587"/>
                <a:ext cx="65682" cy="36907"/>
              </a:xfrm>
              <a:custGeom>
                <a:avLst/>
                <a:gdLst/>
                <a:ahLst/>
                <a:cxnLst/>
                <a:rect l="l" t="t" r="r" b="b"/>
                <a:pathLst>
                  <a:path w="1890" h="1062" extrusionOk="0">
                    <a:moveTo>
                      <a:pt x="0" y="1"/>
                    </a:moveTo>
                    <a:lnTo>
                      <a:pt x="0" y="1062"/>
                    </a:lnTo>
                    <a:lnTo>
                      <a:pt x="1889" y="1062"/>
                    </a:lnTo>
                    <a:lnTo>
                      <a:pt x="1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1"/>
              <p:cNvSpPr/>
              <p:nvPr/>
            </p:nvSpPr>
            <p:spPr>
              <a:xfrm>
                <a:off x="5133556" y="2826165"/>
                <a:ext cx="49210" cy="4205"/>
              </a:xfrm>
              <a:custGeom>
                <a:avLst/>
                <a:gdLst/>
                <a:ahLst/>
                <a:cxnLst/>
                <a:rect l="l" t="t" r="r" b="b"/>
                <a:pathLst>
                  <a:path w="1416" h="121" extrusionOk="0">
                    <a:moveTo>
                      <a:pt x="57" y="0"/>
                    </a:moveTo>
                    <a:cubicBezTo>
                      <a:pt x="29" y="0"/>
                      <a:pt x="1" y="29"/>
                      <a:pt x="1" y="64"/>
                    </a:cubicBezTo>
                    <a:cubicBezTo>
                      <a:pt x="1" y="92"/>
                      <a:pt x="29" y="121"/>
                      <a:pt x="57" y="121"/>
                    </a:cubicBezTo>
                    <a:lnTo>
                      <a:pt x="1352" y="121"/>
                    </a:lnTo>
                    <a:cubicBezTo>
                      <a:pt x="1380" y="121"/>
                      <a:pt x="1415" y="92"/>
                      <a:pt x="1415" y="64"/>
                    </a:cubicBezTo>
                    <a:cubicBezTo>
                      <a:pt x="1415" y="29"/>
                      <a:pt x="1380" y="0"/>
                      <a:pt x="13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280582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Type of Mistakes (Errors)</a:t>
            </a:r>
            <a:endParaRPr dirty="0"/>
          </a:p>
        </p:txBody>
      </p:sp>
      <p:sp>
        <p:nvSpPr>
          <p:cNvPr id="664" name="Google Shape;664;p38"/>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ID" sz="1800" b="1" i="1" dirty="0">
                <a:effectLst/>
                <a:latin typeface="Lato" panose="020F0502020204030203" pitchFamily="34" charset="0"/>
                <a:ea typeface="Lato" panose="020F0502020204030203" pitchFamily="34" charset="0"/>
                <a:cs typeface="Lato" panose="020F0502020204030203" pitchFamily="34" charset="0"/>
              </a:rPr>
              <a:t>Compile-time error</a:t>
            </a:r>
          </a:p>
          <a:p>
            <a:pPr marL="715963" lvl="1" indent="-263525">
              <a:spcAft>
                <a:spcPts val="600"/>
              </a:spcAft>
              <a:buFont typeface="Arial" panose="020B0604020202020204" pitchFamily="34" charset="0"/>
              <a:buChar char="•"/>
            </a:pPr>
            <a:r>
              <a:rPr lang="en-ID" sz="1800" dirty="0" err="1">
                <a:latin typeface="Lato" panose="020F0502020204030203" pitchFamily="34" charset="0"/>
                <a:ea typeface="Lato" panose="020F0502020204030203" pitchFamily="34" charset="0"/>
                <a:cs typeface="Lato" panose="020F0502020204030203" pitchFamily="34" charset="0"/>
              </a:rPr>
              <a:t>Dideteksi</a:t>
            </a:r>
            <a:r>
              <a:rPr lang="en-ID" sz="1800" dirty="0">
                <a:latin typeface="Lato" panose="020F0502020204030203" pitchFamily="34" charset="0"/>
                <a:ea typeface="Lato" panose="020F0502020204030203" pitchFamily="34" charset="0"/>
                <a:cs typeface="Lato" panose="020F0502020204030203" pitchFamily="34" charset="0"/>
              </a:rPr>
              <a:t> oleh java compiler</a:t>
            </a:r>
          </a:p>
          <a:p>
            <a:pPr marL="715963" lvl="1" indent="-263525">
              <a:spcAft>
                <a:spcPts val="600"/>
              </a:spcAft>
              <a:buFont typeface="Arial" panose="020B0604020202020204" pitchFamily="34" charset="0"/>
              <a:buChar char="•"/>
            </a:pPr>
            <a:r>
              <a:rPr lang="en-ID" sz="1800" dirty="0">
                <a:effectLst/>
                <a:latin typeface="Lato" panose="020F0502020204030203" pitchFamily="34" charset="0"/>
                <a:ea typeface="Lato" panose="020F0502020204030203" pitchFamily="34" charset="0"/>
                <a:cs typeface="Lato" panose="020F0502020204030203" pitchFamily="34" charset="0"/>
              </a:rPr>
              <a:t>Java compiler </a:t>
            </a:r>
            <a:r>
              <a:rPr lang="en-ID" sz="1800" dirty="0" err="1">
                <a:effectLst/>
                <a:latin typeface="Lato" panose="020F0502020204030203" pitchFamily="34" charset="0"/>
                <a:ea typeface="Lato" panose="020F0502020204030203" pitchFamily="34" charset="0"/>
                <a:cs typeface="Lato" panose="020F0502020204030203" pitchFamily="34" charset="0"/>
              </a:rPr>
              <a:t>tidak</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akan</a:t>
            </a:r>
            <a:r>
              <a:rPr lang="en-ID" sz="1800" dirty="0">
                <a:effectLst/>
                <a:latin typeface="Lato" panose="020F0502020204030203" pitchFamily="34" charset="0"/>
                <a:ea typeface="Lato" panose="020F0502020204030203" pitchFamily="34" charset="0"/>
                <a:cs typeface="Lato" panose="020F0502020204030203" pitchFamily="34" charset="0"/>
              </a:rPr>
              <a:t> men-generate class file </a:t>
            </a:r>
            <a:r>
              <a:rPr lang="en-ID" sz="1800" dirty="0" err="1">
                <a:effectLst/>
                <a:latin typeface="Lato" panose="020F0502020204030203" pitchFamily="34" charset="0"/>
                <a:ea typeface="Lato" panose="020F0502020204030203" pitchFamily="34" charset="0"/>
                <a:cs typeface="Lato" panose="020F0502020204030203" pitchFamily="34" charset="0"/>
              </a:rPr>
              <a:t>jika</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masih</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terdapat</a:t>
            </a:r>
            <a:r>
              <a:rPr lang="en-ID" sz="1800" dirty="0">
                <a:effectLst/>
                <a:latin typeface="Lato" panose="020F0502020204030203" pitchFamily="34" charset="0"/>
                <a:ea typeface="Lato" panose="020F0502020204030203" pitchFamily="34" charset="0"/>
                <a:cs typeface="Lato" panose="020F0502020204030203" pitchFamily="34" charset="0"/>
              </a:rPr>
              <a:t> error </a:t>
            </a:r>
            <a:r>
              <a:rPr lang="en-ID" sz="1800" dirty="0" err="1">
                <a:effectLst/>
                <a:latin typeface="Lato" panose="020F0502020204030203" pitchFamily="34" charset="0"/>
                <a:ea typeface="Lato" panose="020F0502020204030203" pitchFamily="34" charset="0"/>
                <a:cs typeface="Lato" panose="020F0502020204030203" pitchFamily="34" charset="0"/>
              </a:rPr>
              <a:t>jenis</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ini</a:t>
            </a:r>
            <a:r>
              <a:rPr lang="en-ID" sz="1800" dirty="0">
                <a:effectLst/>
                <a:latin typeface="Lato" panose="020F0502020204030203" pitchFamily="34" charset="0"/>
                <a:ea typeface="Lato" panose="020F0502020204030203" pitchFamily="34" charset="0"/>
                <a:cs typeface="Lato" panose="020F0502020204030203" pitchFamily="34" charset="0"/>
              </a:rPr>
              <a:t>. </a:t>
            </a:r>
          </a:p>
          <a:p>
            <a:pPr marL="457200" lvl="0" indent="-457200" algn="l" rtl="0">
              <a:spcBef>
                <a:spcPts val="0"/>
              </a:spcBef>
              <a:spcAft>
                <a:spcPts val="600"/>
              </a:spcAft>
              <a:buFont typeface="Wingdings" panose="05000000000000000000" pitchFamily="2" charset="2"/>
              <a:buChar char="q"/>
            </a:pPr>
            <a:r>
              <a:rPr lang="en-ID" sz="1800" b="1" i="1" dirty="0">
                <a:solidFill>
                  <a:schemeClr val="dk1"/>
                </a:solidFill>
                <a:latin typeface="Lato" panose="020F0502020204030203" pitchFamily="34" charset="0"/>
                <a:ea typeface="Lato" panose="020F0502020204030203" pitchFamily="34" charset="0"/>
                <a:cs typeface="Lato" panose="020F0502020204030203" pitchFamily="34" charset="0"/>
                <a:sym typeface="Lato"/>
              </a:rPr>
              <a:t>Runtime error</a:t>
            </a:r>
          </a:p>
          <a:p>
            <a:pPr marL="715963" lvl="1" indent="-263525">
              <a:spcAft>
                <a:spcPts val="600"/>
              </a:spcAft>
              <a:buFont typeface="Arial" panose="020B0604020202020204" pitchFamily="34" charset="0"/>
              <a:buChar char="•"/>
            </a:pPr>
            <a:r>
              <a:rPr lang="en-ID" sz="1800" dirty="0" err="1">
                <a:latin typeface="Lato" panose="020F0502020204030203" pitchFamily="34" charset="0"/>
                <a:ea typeface="Lato" panose="020F0502020204030203" pitchFamily="34" charset="0"/>
                <a:cs typeface="Lato" panose="020F0502020204030203" pitchFamily="34" charset="0"/>
                <a:sym typeface="Lato"/>
              </a:rPr>
              <a:t>Terjadi</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setelah</a:t>
            </a:r>
            <a:r>
              <a:rPr lang="en-ID" sz="1800" dirty="0">
                <a:latin typeface="Lato" panose="020F0502020204030203" pitchFamily="34" charset="0"/>
                <a:ea typeface="Lato" panose="020F0502020204030203" pitchFamily="34" charset="0"/>
                <a:cs typeface="Lato" panose="020F0502020204030203" pitchFamily="34" charset="0"/>
                <a:sym typeface="Lato"/>
              </a:rPr>
              <a:t> program di-run.</a:t>
            </a:r>
          </a:p>
          <a:p>
            <a:pPr marL="715963" lvl="1" indent="-263525">
              <a:spcAft>
                <a:spcPts val="600"/>
              </a:spcAft>
              <a:buFont typeface="Arial" panose="020B0604020202020204" pitchFamily="34" charset="0"/>
              <a:buChar char="•"/>
            </a:pPr>
            <a:r>
              <a:rPr lang="en-ID" sz="1800" dirty="0" err="1">
                <a:latin typeface="Lato" panose="020F0502020204030203" pitchFamily="34" charset="0"/>
                <a:ea typeface="Lato" panose="020F0502020204030203" pitchFamily="34" charset="0"/>
                <a:cs typeface="Lato" panose="020F0502020204030203" pitchFamily="34" charset="0"/>
                <a:sym typeface="Lato"/>
              </a:rPr>
              <a:t>Meyebabkan</a:t>
            </a:r>
            <a:r>
              <a:rPr lang="en-ID" sz="1800" dirty="0">
                <a:latin typeface="Lato" panose="020F0502020204030203" pitchFamily="34" charset="0"/>
                <a:ea typeface="Lato" panose="020F0502020204030203" pitchFamily="34" charset="0"/>
                <a:cs typeface="Lato" panose="020F0502020204030203" pitchFamily="34" charset="0"/>
                <a:sym typeface="Lato"/>
              </a:rPr>
              <a:t> program </a:t>
            </a:r>
            <a:r>
              <a:rPr lang="en-ID" sz="1800" dirty="0" err="1">
                <a:latin typeface="Lato" panose="020F0502020204030203" pitchFamily="34" charset="0"/>
                <a:ea typeface="Lato" panose="020F0502020204030203" pitchFamily="34" charset="0"/>
                <a:cs typeface="Lato" panose="020F0502020204030203" pitchFamily="34" charset="0"/>
                <a:sym typeface="Lato"/>
              </a:rPr>
              <a:t>berjalan</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tidak</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semestinya</a:t>
            </a:r>
            <a:r>
              <a:rPr lang="en-ID" sz="1800" dirty="0">
                <a:latin typeface="Lato" panose="020F0502020204030203" pitchFamily="34" charset="0"/>
                <a:ea typeface="Lato" panose="020F0502020204030203" pitchFamily="34" charset="0"/>
                <a:cs typeface="Lato" panose="020F0502020204030203" pitchFamily="34" charset="0"/>
                <a:sym typeface="Lato"/>
              </a:rPr>
              <a:t>.</a:t>
            </a:r>
          </a:p>
          <a:p>
            <a:pPr marL="715963" lvl="1" indent="-263525">
              <a:spcAft>
                <a:spcPts val="600"/>
              </a:spcAft>
              <a:buFont typeface="Arial" panose="020B0604020202020204" pitchFamily="34" charset="0"/>
              <a:buChar char="•"/>
            </a:pPr>
            <a:r>
              <a:rPr lang="en-ID" sz="1800" dirty="0" err="1">
                <a:latin typeface="Lato" panose="020F0502020204030203" pitchFamily="34" charset="0"/>
                <a:ea typeface="Lato" panose="020F0502020204030203" pitchFamily="34" charset="0"/>
                <a:cs typeface="Lato" panose="020F0502020204030203" pitchFamily="34" charset="0"/>
                <a:sym typeface="Lato"/>
              </a:rPr>
              <a:t>Dapat</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memberikan</a:t>
            </a:r>
            <a:r>
              <a:rPr lang="en-ID" sz="1800" dirty="0">
                <a:latin typeface="Lato" panose="020F0502020204030203" pitchFamily="34" charset="0"/>
                <a:ea typeface="Lato" panose="020F0502020204030203" pitchFamily="34" charset="0"/>
                <a:cs typeface="Lato" panose="020F0502020204030203" pitchFamily="34" charset="0"/>
                <a:sym typeface="Lato"/>
              </a:rPr>
              <a:t> output yang salah.</a:t>
            </a:r>
          </a:p>
          <a:p>
            <a:pPr marL="715963" lvl="1" indent="-263525">
              <a:spcAft>
                <a:spcPts val="600"/>
              </a:spcAft>
              <a:buFont typeface="Arial" panose="020B0604020202020204" pitchFamily="34" charset="0"/>
              <a:buChar char="•"/>
            </a:pPr>
            <a:r>
              <a:rPr lang="en-ID" sz="1800" dirty="0" err="1">
                <a:latin typeface="Lato" panose="020F0502020204030203" pitchFamily="34" charset="0"/>
                <a:ea typeface="Lato" panose="020F0502020204030203" pitchFamily="34" charset="0"/>
                <a:cs typeface="Lato" panose="020F0502020204030203" pitchFamily="34" charset="0"/>
                <a:sym typeface="Lato"/>
              </a:rPr>
              <a:t>Dapat</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menyebabkan</a:t>
            </a:r>
            <a:r>
              <a:rPr lang="en-ID" sz="1800" dirty="0">
                <a:latin typeface="Lato" panose="020F0502020204030203" pitchFamily="34" charset="0"/>
                <a:ea typeface="Lato" panose="020F0502020204030203" pitchFamily="34" charset="0"/>
                <a:cs typeface="Lato" panose="020F0502020204030203" pitchFamily="34" charset="0"/>
                <a:sym typeface="Lato"/>
              </a:rPr>
              <a:t> program </a:t>
            </a:r>
            <a:r>
              <a:rPr lang="en-ID" sz="1800" dirty="0" err="1">
                <a:latin typeface="Lato" panose="020F0502020204030203" pitchFamily="34" charset="0"/>
                <a:ea typeface="Lato" panose="020F0502020204030203" pitchFamily="34" charset="0"/>
                <a:cs typeface="Lato" panose="020F0502020204030203" pitchFamily="34" charset="0"/>
                <a:sym typeface="Lato"/>
              </a:rPr>
              <a:t>berhenti</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tidak</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semestinya</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i="1" dirty="0">
                <a:latin typeface="Lato" panose="020F0502020204030203" pitchFamily="34" charset="0"/>
                <a:ea typeface="Lato" panose="020F0502020204030203" pitchFamily="34" charset="0"/>
                <a:cs typeface="Lato" panose="020F0502020204030203" pitchFamily="34" charset="0"/>
                <a:sym typeface="Lato"/>
              </a:rPr>
              <a:t>terminate prematurely</a:t>
            </a:r>
            <a:r>
              <a:rPr lang="en-ID" sz="1800" dirty="0">
                <a:latin typeface="Lato" panose="020F0502020204030203" pitchFamily="34" charset="0"/>
                <a:ea typeface="Lato" panose="020F0502020204030203" pitchFamily="34" charset="0"/>
                <a:cs typeface="Lato" panose="020F0502020204030203" pitchFamily="34" charset="0"/>
                <a:sym typeface="Lato"/>
              </a:rPr>
              <a:t>).</a:t>
            </a:r>
            <a:endParaRPr lang="en" sz="1800" dirty="0">
              <a:latin typeface="Lato" panose="020F0502020204030203" pitchFamily="34" charset="0"/>
              <a:ea typeface="Lato" panose="020F0502020204030203" pitchFamily="34" charset="0"/>
              <a:cs typeface="Lato" panose="020F0502020204030203" pitchFamily="34" charset="0"/>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82743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0A1622DF-70CE-8401-D383-28E27F6B5096}"/>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4C68278A-8DFA-5B14-EDAA-7189D2F142A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Type of Mistakes (Errors)</a:t>
            </a:r>
            <a:endParaRPr dirty="0"/>
          </a:p>
        </p:txBody>
      </p:sp>
      <p:sp>
        <p:nvSpPr>
          <p:cNvPr id="664" name="Google Shape;664;p38">
            <a:extLst>
              <a:ext uri="{FF2B5EF4-FFF2-40B4-BE49-F238E27FC236}">
                <a16:creationId xmlns:a16="http://schemas.microsoft.com/office/drawing/2014/main" id="{A34A71FE-7824-0458-4DAD-F64B9863D316}"/>
              </a:ext>
            </a:extLst>
          </p:cNvPr>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ID" sz="1800" b="1"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Contoh</a:t>
            </a:r>
            <a:r>
              <a:rPr lang="en-ID" sz="1800" b="1" dirty="0">
                <a:solidFill>
                  <a:schemeClr val="dk1"/>
                </a:solidFill>
                <a:latin typeface="Lato" panose="020F0502020204030203" pitchFamily="34" charset="0"/>
                <a:ea typeface="Lato" panose="020F0502020204030203" pitchFamily="34" charset="0"/>
                <a:cs typeface="Lato" panose="020F0502020204030203" pitchFamily="34" charset="0"/>
                <a:sym typeface="Lato"/>
              </a:rPr>
              <a:t> Runtime error:</a:t>
            </a:r>
          </a:p>
          <a:p>
            <a:pPr marL="715963" lvl="1" indent="-263525">
              <a:spcAft>
                <a:spcPts val="600"/>
              </a:spcAft>
              <a:buFont typeface="Arial" panose="020B0604020202020204" pitchFamily="34" charset="0"/>
              <a:buChar char="•"/>
            </a:pPr>
            <a:r>
              <a:rPr lang="en-ID" sz="1800" dirty="0" err="1">
                <a:latin typeface="Lato" panose="020F0502020204030203" pitchFamily="34" charset="0"/>
                <a:ea typeface="Lato" panose="020F0502020204030203" pitchFamily="34" charset="0"/>
                <a:cs typeface="Lato" panose="020F0502020204030203" pitchFamily="34" charset="0"/>
                <a:sym typeface="Lato"/>
              </a:rPr>
              <a:t>Membagi</a:t>
            </a:r>
            <a:r>
              <a:rPr lang="en-ID" sz="1800" dirty="0">
                <a:latin typeface="Lato" panose="020F0502020204030203" pitchFamily="34" charset="0"/>
                <a:ea typeface="Lato" panose="020F0502020204030203" pitchFamily="34" charset="0"/>
                <a:cs typeface="Lato" panose="020F0502020204030203" pitchFamily="34" charset="0"/>
                <a:sym typeface="Lato"/>
              </a:rPr>
              <a:t> integer </a:t>
            </a:r>
            <a:r>
              <a:rPr lang="en-ID" sz="1800" dirty="0" err="1">
                <a:latin typeface="Lato" panose="020F0502020204030203" pitchFamily="34" charset="0"/>
                <a:ea typeface="Lato" panose="020F0502020204030203" pitchFamily="34" charset="0"/>
                <a:cs typeface="Lato" panose="020F0502020204030203" pitchFamily="34" charset="0"/>
                <a:sym typeface="Lato"/>
              </a:rPr>
              <a:t>dengan</a:t>
            </a:r>
            <a:r>
              <a:rPr lang="en-ID" sz="1800" dirty="0">
                <a:latin typeface="Lato" panose="020F0502020204030203" pitchFamily="34" charset="0"/>
                <a:ea typeface="Lato" panose="020F0502020204030203" pitchFamily="34" charset="0"/>
                <a:cs typeface="Lato" panose="020F0502020204030203" pitchFamily="34" charset="0"/>
                <a:sym typeface="Lato"/>
              </a:rPr>
              <a:t> 0</a:t>
            </a:r>
          </a:p>
          <a:p>
            <a:pPr marL="715963" lvl="1" indent="-263525">
              <a:spcAft>
                <a:spcPts val="600"/>
              </a:spcAft>
              <a:buFont typeface="Arial" panose="020B0604020202020204" pitchFamily="34" charset="0"/>
              <a:buChar char="•"/>
            </a:pPr>
            <a:r>
              <a:rPr lang="en-ID" sz="1800" dirty="0" err="1">
                <a:latin typeface="Lato" panose="020F0502020204030203" pitchFamily="34" charset="0"/>
                <a:ea typeface="Lato" panose="020F0502020204030203" pitchFamily="34" charset="0"/>
                <a:cs typeface="Lato" panose="020F0502020204030203" pitchFamily="34" charset="0"/>
                <a:sym typeface="Lato"/>
              </a:rPr>
              <a:t>Mengakses</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elemen</a:t>
            </a:r>
            <a:r>
              <a:rPr lang="en-ID" sz="1800" dirty="0">
                <a:latin typeface="Lato" panose="020F0502020204030203" pitchFamily="34" charset="0"/>
                <a:ea typeface="Lato" panose="020F0502020204030203" pitchFamily="34" charset="0"/>
                <a:cs typeface="Lato" panose="020F0502020204030203" pitchFamily="34" charset="0"/>
                <a:sym typeface="Lato"/>
              </a:rPr>
              <a:t> array di </a:t>
            </a:r>
            <a:r>
              <a:rPr lang="en-ID" sz="1800" dirty="0" err="1">
                <a:latin typeface="Lato" panose="020F0502020204030203" pitchFamily="34" charset="0"/>
                <a:ea typeface="Lato" panose="020F0502020204030203" pitchFamily="34" charset="0"/>
                <a:cs typeface="Lato" panose="020F0502020204030203" pitchFamily="34" charset="0"/>
                <a:sym typeface="Lato"/>
              </a:rPr>
              <a:t>luar</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batasan</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indeks</a:t>
            </a:r>
            <a:endParaRPr lang="en-ID" sz="1800" dirty="0">
              <a:latin typeface="Lato" panose="020F0502020204030203" pitchFamily="34" charset="0"/>
              <a:ea typeface="Lato" panose="020F0502020204030203" pitchFamily="34" charset="0"/>
              <a:cs typeface="Lato" panose="020F0502020204030203" pitchFamily="34" charset="0"/>
              <a:sym typeface="Lato"/>
            </a:endParaRPr>
          </a:p>
          <a:p>
            <a:pPr marL="715963" lvl="1" indent="-263525">
              <a:spcAft>
                <a:spcPts val="600"/>
              </a:spcAft>
              <a:buFont typeface="Arial" panose="020B0604020202020204" pitchFamily="34" charset="0"/>
              <a:buChar char="•"/>
            </a:pPr>
            <a:r>
              <a:rPr lang="en-ID" sz="1800" dirty="0">
                <a:latin typeface="Lato" panose="020F0502020204030203" pitchFamily="34" charset="0"/>
                <a:ea typeface="Lato" panose="020F0502020204030203" pitchFamily="34" charset="0"/>
                <a:cs typeface="Lato" panose="020F0502020204030203" pitchFamily="34" charset="0"/>
                <a:sym typeface="Lato"/>
              </a:rPr>
              <a:t>Meng-invoke </a:t>
            </a:r>
            <a:r>
              <a:rPr lang="en-ID" sz="1800" dirty="0" err="1">
                <a:latin typeface="Lato" panose="020F0502020204030203" pitchFamily="34" charset="0"/>
                <a:ea typeface="Lato" panose="020F0502020204030203" pitchFamily="34" charset="0"/>
                <a:cs typeface="Lato" panose="020F0502020204030203" pitchFamily="34" charset="0"/>
                <a:sym typeface="Lato"/>
              </a:rPr>
              <a:t>sebuah</a:t>
            </a:r>
            <a:r>
              <a:rPr lang="en-ID" sz="1800" dirty="0">
                <a:latin typeface="Lato" panose="020F0502020204030203" pitchFamily="34" charset="0"/>
                <a:ea typeface="Lato" panose="020F0502020204030203" pitchFamily="34" charset="0"/>
                <a:cs typeface="Lato" panose="020F0502020204030203" pitchFamily="34" charset="0"/>
                <a:sym typeface="Lato"/>
              </a:rPr>
              <a:t> method </a:t>
            </a:r>
            <a:r>
              <a:rPr lang="en-ID" sz="1800" dirty="0" err="1">
                <a:latin typeface="Lato" panose="020F0502020204030203" pitchFamily="34" charset="0"/>
                <a:ea typeface="Lato" panose="020F0502020204030203" pitchFamily="34" charset="0"/>
                <a:cs typeface="Lato" panose="020F0502020204030203" pitchFamily="34" charset="0"/>
                <a:sym typeface="Lato"/>
              </a:rPr>
              <a:t>dari</a:t>
            </a:r>
            <a:r>
              <a:rPr lang="en-ID" sz="1800" dirty="0">
                <a:latin typeface="Lato" panose="020F0502020204030203" pitchFamily="34" charset="0"/>
                <a:ea typeface="Lato" panose="020F0502020204030203" pitchFamily="34" charset="0"/>
                <a:cs typeface="Lato" panose="020F0502020204030203" pitchFamily="34" charset="0"/>
                <a:sym typeface="Lato"/>
              </a:rPr>
              <a:t> null object</a:t>
            </a:r>
          </a:p>
          <a:p>
            <a:pPr marL="715963" lvl="1" indent="-263525">
              <a:spcAft>
                <a:spcPts val="600"/>
              </a:spcAft>
              <a:buFont typeface="Arial" panose="020B0604020202020204" pitchFamily="34" charset="0"/>
              <a:buChar char="•"/>
            </a:pPr>
            <a:r>
              <a:rPr lang="en-ID" sz="1800" dirty="0" err="1">
                <a:latin typeface="Lato" panose="020F0502020204030203" pitchFamily="34" charset="0"/>
                <a:ea typeface="Lato" panose="020F0502020204030203" pitchFamily="34" charset="0"/>
                <a:cs typeface="Lato" panose="020F0502020204030203" pitchFamily="34" charset="0"/>
                <a:sym typeface="Lato"/>
              </a:rPr>
              <a:t>Melakukan</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konversi</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atau</a:t>
            </a:r>
            <a:r>
              <a:rPr lang="en-ID" sz="1800" dirty="0">
                <a:latin typeface="Lato" panose="020F0502020204030203" pitchFamily="34" charset="0"/>
                <a:ea typeface="Lato" panose="020F0502020204030203" pitchFamily="34" charset="0"/>
                <a:cs typeface="Lato" panose="020F0502020204030203" pitchFamily="34" charset="0"/>
                <a:sym typeface="Lato"/>
              </a:rPr>
              <a:t> assignment yang </a:t>
            </a:r>
            <a:r>
              <a:rPr lang="en-ID" sz="1800" dirty="0" err="1">
                <a:latin typeface="Lato" panose="020F0502020204030203" pitchFamily="34" charset="0"/>
                <a:ea typeface="Lato" panose="020F0502020204030203" pitchFamily="34" charset="0"/>
                <a:cs typeface="Lato" panose="020F0502020204030203" pitchFamily="34" charset="0"/>
                <a:sym typeface="Lato"/>
              </a:rPr>
              <a:t>tidak</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sesuai</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tipe</a:t>
            </a:r>
            <a:r>
              <a:rPr lang="en-ID" sz="1800" dirty="0">
                <a:latin typeface="Lato" panose="020F0502020204030203" pitchFamily="34" charset="0"/>
                <a:ea typeface="Lato" panose="020F0502020204030203" pitchFamily="34" charset="0"/>
                <a:cs typeface="Lato" panose="020F0502020204030203" pitchFamily="34" charset="0"/>
                <a:sym typeface="Lato"/>
              </a:rPr>
              <a:t> </a:t>
            </a:r>
            <a:r>
              <a:rPr lang="en-ID" sz="1800" dirty="0" err="1">
                <a:latin typeface="Lato" panose="020F0502020204030203" pitchFamily="34" charset="0"/>
                <a:ea typeface="Lato" panose="020F0502020204030203" pitchFamily="34" charset="0"/>
                <a:cs typeface="Lato" panose="020F0502020204030203" pitchFamily="34" charset="0"/>
                <a:sym typeface="Lato"/>
              </a:rPr>
              <a:t>datanya</a:t>
            </a:r>
            <a:r>
              <a:rPr lang="en-ID" sz="1800" dirty="0">
                <a:latin typeface="Lato" panose="020F0502020204030203" pitchFamily="34" charset="0"/>
                <a:ea typeface="Lato" panose="020F0502020204030203" pitchFamily="34" charset="0"/>
                <a:cs typeface="Lato" panose="020F0502020204030203" pitchFamily="34" charset="0"/>
                <a:sym typeface="Lato"/>
              </a:rPr>
              <a:t>.</a:t>
            </a:r>
            <a:endParaRPr lang="en" sz="1800" dirty="0">
              <a:latin typeface="Lato" panose="020F0502020204030203" pitchFamily="34" charset="0"/>
              <a:ea typeface="Lato" panose="020F0502020204030203" pitchFamily="34" charset="0"/>
              <a:cs typeface="Lato" panose="020F0502020204030203" pitchFamily="34" charset="0"/>
              <a:sym typeface="Lato"/>
            </a:endParaRPr>
          </a:p>
        </p:txBody>
      </p:sp>
      <p:grpSp>
        <p:nvGrpSpPr>
          <p:cNvPr id="667" name="Google Shape;667;p38">
            <a:extLst>
              <a:ext uri="{FF2B5EF4-FFF2-40B4-BE49-F238E27FC236}">
                <a16:creationId xmlns:a16="http://schemas.microsoft.com/office/drawing/2014/main" id="{7F6D9BF1-764C-A9BF-F66A-011763976652}"/>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0BC620C2-A5B9-D2E3-3295-A75BFF8610B3}"/>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94FD89EC-7F8B-D693-3F67-BA2443AEE6DB}"/>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72C02920-B434-EFFA-DFF3-7A66F3FB14D6}"/>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830F9C52-6536-4106-2781-9BD77321CAF9}"/>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588E3059-1BA7-3109-E2EE-CC7E906C0800}"/>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09156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5E8BBACD-5944-3250-7850-87B6D4133DFF}"/>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88C58DBB-A79C-C220-29D9-9137E483C33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Contoh</a:t>
            </a:r>
            <a:endParaRPr dirty="0"/>
          </a:p>
        </p:txBody>
      </p:sp>
      <p:grpSp>
        <p:nvGrpSpPr>
          <p:cNvPr id="667" name="Google Shape;667;p38">
            <a:extLst>
              <a:ext uri="{FF2B5EF4-FFF2-40B4-BE49-F238E27FC236}">
                <a16:creationId xmlns:a16="http://schemas.microsoft.com/office/drawing/2014/main" id="{E3664237-F4EE-8FCE-4CE4-418A9151EE63}"/>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C47A8E81-E45A-0872-DCE6-75E8348F1188}"/>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5A2C1990-F29E-A5C0-769C-9335D4D9D2A6}"/>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1E5860EA-F6FB-1D78-7DFB-E47B4E039FE8}"/>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C440A2D3-D833-020D-4B47-99D82991B027}"/>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3ED1FBFC-793B-123C-3598-D64D45E6F335}"/>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51B615A0-724B-C751-F634-AA6B06F85CD8}"/>
              </a:ext>
            </a:extLst>
          </p:cNvPr>
          <p:cNvPicPr>
            <a:picLocks noChangeAspect="1"/>
          </p:cNvPicPr>
          <p:nvPr/>
        </p:nvPicPr>
        <p:blipFill>
          <a:blip r:embed="rId3"/>
          <a:stretch>
            <a:fillRect/>
          </a:stretch>
        </p:blipFill>
        <p:spPr>
          <a:xfrm>
            <a:off x="822932" y="1295448"/>
            <a:ext cx="5801535" cy="1781424"/>
          </a:xfrm>
          <a:prstGeom prst="rect">
            <a:avLst/>
          </a:prstGeom>
        </p:spPr>
      </p:pic>
      <p:pic>
        <p:nvPicPr>
          <p:cNvPr id="5" name="Picture 4">
            <a:extLst>
              <a:ext uri="{FF2B5EF4-FFF2-40B4-BE49-F238E27FC236}">
                <a16:creationId xmlns:a16="http://schemas.microsoft.com/office/drawing/2014/main" id="{AC8DF1AB-8B50-24B0-F0D4-FA81ACB12A47}"/>
              </a:ext>
            </a:extLst>
          </p:cNvPr>
          <p:cNvPicPr>
            <a:picLocks noChangeAspect="1"/>
          </p:cNvPicPr>
          <p:nvPr/>
        </p:nvPicPr>
        <p:blipFill>
          <a:blip r:embed="rId4"/>
          <a:stretch>
            <a:fillRect/>
          </a:stretch>
        </p:blipFill>
        <p:spPr>
          <a:xfrm>
            <a:off x="1954624" y="3354594"/>
            <a:ext cx="5382610" cy="506837"/>
          </a:xfrm>
          <a:prstGeom prst="rect">
            <a:avLst/>
          </a:prstGeom>
        </p:spPr>
      </p:pic>
    </p:spTree>
    <p:extLst>
      <p:ext uri="{BB962C8B-B14F-4D97-AF65-F5344CB8AC3E}">
        <p14:creationId xmlns:p14="http://schemas.microsoft.com/office/powerpoint/2010/main" val="2742599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CD2662B6-A374-B6E1-0F5F-1447E10A7391}"/>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728C7DEF-C1D5-906F-A889-88970AF24A3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Contoh</a:t>
            </a:r>
            <a:endParaRPr dirty="0"/>
          </a:p>
        </p:txBody>
      </p:sp>
      <p:grpSp>
        <p:nvGrpSpPr>
          <p:cNvPr id="667" name="Google Shape;667;p38">
            <a:extLst>
              <a:ext uri="{FF2B5EF4-FFF2-40B4-BE49-F238E27FC236}">
                <a16:creationId xmlns:a16="http://schemas.microsoft.com/office/drawing/2014/main" id="{2C764540-B428-C750-1A53-9BDE961320EE}"/>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9063107B-3A58-BC24-F8D9-4576D1B8B485}"/>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7E43A538-8B85-6A1B-00C0-8F92E60381F9}"/>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97EFE973-22A8-660C-F390-9B974ED3112B}"/>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840C5B32-902E-E0B5-FD2B-27CA7C31D138}"/>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6F338B1D-83DC-B2EC-BD50-39130B85FC1B}"/>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CA59068F-BC7F-DD11-5CFE-EBD695D7611C}"/>
              </a:ext>
            </a:extLst>
          </p:cNvPr>
          <p:cNvSpPr txBox="1"/>
          <p:nvPr/>
        </p:nvSpPr>
        <p:spPr>
          <a:xfrm>
            <a:off x="969458" y="3896397"/>
            <a:ext cx="7188608" cy="1000274"/>
          </a:xfrm>
          <a:prstGeom prst="rect">
            <a:avLst/>
          </a:prstGeom>
          <a:noFill/>
        </p:spPr>
        <p:txBody>
          <a:bodyPr wrap="square">
            <a:spAutoFit/>
          </a:bodyPr>
          <a:lstStyle/>
          <a:p>
            <a:pPr marL="457200" lvl="0" indent="-457200" algn="l" rtl="0">
              <a:spcBef>
                <a:spcPts val="0"/>
              </a:spcBef>
              <a:spcAft>
                <a:spcPts val="600"/>
              </a:spcAft>
              <a:buFont typeface="Wingdings" panose="05000000000000000000" pitchFamily="2" charset="2"/>
              <a:buChar char="q"/>
            </a:pPr>
            <a:r>
              <a:rPr lang="en-ID" sz="1800" dirty="0">
                <a:effectLst/>
                <a:latin typeface="Lato" panose="020F0502020204030203" pitchFamily="34" charset="0"/>
                <a:ea typeface="Lato" panose="020F0502020204030203" pitchFamily="34" charset="0"/>
                <a:cs typeface="Lato" panose="020F0502020204030203" pitchFamily="34" charset="0"/>
              </a:rPr>
              <a:t>Solusi </a:t>
            </a:r>
            <a:r>
              <a:rPr lang="en-ID" sz="1800" dirty="0" err="1">
                <a:effectLst/>
                <a:latin typeface="Lato" panose="020F0502020204030203" pitchFamily="34" charset="0"/>
                <a:ea typeface="Lato" panose="020F0502020204030203" pitchFamily="34" charset="0"/>
                <a:cs typeface="Lato" panose="020F0502020204030203" pitchFamily="34" charset="0"/>
              </a:rPr>
              <a:t>sederhana</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adalah</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menggunakan</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600" dirty="0">
                <a:effectLst/>
                <a:latin typeface="Courier New" panose="02070309020205020404" pitchFamily="49" charset="0"/>
                <a:ea typeface="Lato" panose="020F0502020204030203" pitchFamily="34" charset="0"/>
                <a:cs typeface="Courier New" panose="02070309020205020404" pitchFamily="49" charset="0"/>
              </a:rPr>
              <a:t>if-else</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untuk</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mengecek</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nilai</a:t>
            </a:r>
            <a:r>
              <a:rPr lang="en-ID" sz="1800" dirty="0">
                <a:effectLst/>
                <a:latin typeface="Lato" panose="020F0502020204030203" pitchFamily="34" charset="0"/>
                <a:ea typeface="Lato" panose="020F0502020204030203" pitchFamily="34" charset="0"/>
                <a:cs typeface="Lato" panose="020F0502020204030203" pitchFamily="34" charset="0"/>
              </a:rPr>
              <a:t> b.</a:t>
            </a:r>
          </a:p>
          <a:p>
            <a:pPr marL="457200" indent="-457200">
              <a:spcAft>
                <a:spcPts val="600"/>
              </a:spcAft>
              <a:buFont typeface="Wingdings" panose="05000000000000000000" pitchFamily="2" charset="2"/>
              <a:buChar char="q"/>
            </a:pP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Bagaimana</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jika</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operasi</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pembagian</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dipanggil</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dari</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sebuah</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method? </a:t>
            </a:r>
            <a:endParaRPr lang="en" sz="18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pic>
        <p:nvPicPr>
          <p:cNvPr id="7" name="Picture 6">
            <a:extLst>
              <a:ext uri="{FF2B5EF4-FFF2-40B4-BE49-F238E27FC236}">
                <a16:creationId xmlns:a16="http://schemas.microsoft.com/office/drawing/2014/main" id="{303C2A03-8140-2C8E-8644-003A46368F96}"/>
              </a:ext>
            </a:extLst>
          </p:cNvPr>
          <p:cNvPicPr>
            <a:picLocks noChangeAspect="1"/>
          </p:cNvPicPr>
          <p:nvPr/>
        </p:nvPicPr>
        <p:blipFill>
          <a:blip r:embed="rId3"/>
          <a:stretch>
            <a:fillRect/>
          </a:stretch>
        </p:blipFill>
        <p:spPr>
          <a:xfrm>
            <a:off x="969458" y="1150302"/>
            <a:ext cx="6125430" cy="2619741"/>
          </a:xfrm>
          <a:prstGeom prst="rect">
            <a:avLst/>
          </a:prstGeom>
        </p:spPr>
      </p:pic>
    </p:spTree>
    <p:extLst>
      <p:ext uri="{BB962C8B-B14F-4D97-AF65-F5344CB8AC3E}">
        <p14:creationId xmlns:p14="http://schemas.microsoft.com/office/powerpoint/2010/main" val="1645161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25A7ADE9-870A-CC76-F1D0-2BF635CAEC7D}"/>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10A4E7C3-FD9A-DA48-51D2-4508D2B4F50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Contoh</a:t>
            </a:r>
            <a:endParaRPr dirty="0"/>
          </a:p>
        </p:txBody>
      </p:sp>
      <p:grpSp>
        <p:nvGrpSpPr>
          <p:cNvPr id="667" name="Google Shape;667;p38">
            <a:extLst>
              <a:ext uri="{FF2B5EF4-FFF2-40B4-BE49-F238E27FC236}">
                <a16:creationId xmlns:a16="http://schemas.microsoft.com/office/drawing/2014/main" id="{DE858C64-D3C0-6383-786D-65BC51DD1C51}"/>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E9BED77F-2449-ADCF-33E8-9D900CA2383E}"/>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BB622227-3EBC-4A8A-4EA8-9FB79D57ADA3}"/>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550CE649-A1BF-DF91-6711-B60211DBCB18}"/>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03ADA994-7705-FC35-D9C9-916FA46DA5E6}"/>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57A3AE3C-CF78-2B92-538F-7C7885DAADDC}"/>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DC68DE12-543D-533A-F9FC-A786DA3F390B}"/>
              </a:ext>
            </a:extLst>
          </p:cNvPr>
          <p:cNvSpPr txBox="1"/>
          <p:nvPr/>
        </p:nvSpPr>
        <p:spPr>
          <a:xfrm>
            <a:off x="969458" y="3808261"/>
            <a:ext cx="7188608" cy="646331"/>
          </a:xfrm>
          <a:prstGeom prst="rect">
            <a:avLst/>
          </a:prstGeom>
          <a:noFill/>
        </p:spPr>
        <p:txBody>
          <a:bodyPr wrap="square">
            <a:spAutoFit/>
          </a:bodyPr>
          <a:lstStyle/>
          <a:p>
            <a:pPr marL="457200" lvl="0" indent="-457200" algn="l" rtl="0">
              <a:spcBef>
                <a:spcPts val="0"/>
              </a:spcBef>
              <a:spcAft>
                <a:spcPts val="600"/>
              </a:spcAft>
              <a:buFont typeface="Wingdings" panose="05000000000000000000" pitchFamily="2" charset="2"/>
              <a:buChar char="q"/>
            </a:pP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Method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manakah</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yang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seharusnya</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akan</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menangani</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kesalahan</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method yang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dipanggil</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atau</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method yang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memanggil</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a:t>
            </a:r>
            <a:endParaRPr lang="en" sz="18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pic>
        <p:nvPicPr>
          <p:cNvPr id="3" name="Picture 2">
            <a:extLst>
              <a:ext uri="{FF2B5EF4-FFF2-40B4-BE49-F238E27FC236}">
                <a16:creationId xmlns:a16="http://schemas.microsoft.com/office/drawing/2014/main" id="{02552FE7-24F9-8660-0C49-376227CB82B7}"/>
              </a:ext>
            </a:extLst>
          </p:cNvPr>
          <p:cNvPicPr>
            <a:picLocks noChangeAspect="1"/>
          </p:cNvPicPr>
          <p:nvPr/>
        </p:nvPicPr>
        <p:blipFill>
          <a:blip r:embed="rId3"/>
          <a:stretch>
            <a:fillRect/>
          </a:stretch>
        </p:blipFill>
        <p:spPr>
          <a:xfrm>
            <a:off x="969458" y="1121721"/>
            <a:ext cx="5868219" cy="2505425"/>
          </a:xfrm>
          <a:prstGeom prst="rect">
            <a:avLst/>
          </a:prstGeom>
        </p:spPr>
      </p:pic>
    </p:spTree>
    <p:extLst>
      <p:ext uri="{BB962C8B-B14F-4D97-AF65-F5344CB8AC3E}">
        <p14:creationId xmlns:p14="http://schemas.microsoft.com/office/powerpoint/2010/main" val="1310666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F01AD5AE-F2F2-D0B5-96ED-82E354515B4E}"/>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1882D61A-4C5E-268C-673E-2940A55DD82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Contoh</a:t>
            </a:r>
            <a:endParaRPr dirty="0"/>
          </a:p>
        </p:txBody>
      </p:sp>
      <p:grpSp>
        <p:nvGrpSpPr>
          <p:cNvPr id="667" name="Google Shape;667;p38">
            <a:extLst>
              <a:ext uri="{FF2B5EF4-FFF2-40B4-BE49-F238E27FC236}">
                <a16:creationId xmlns:a16="http://schemas.microsoft.com/office/drawing/2014/main" id="{BA985D73-6902-E918-06CA-EFC581C06FE7}"/>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343BA9BF-0117-54D0-4D47-13ADDB9A5CDB}"/>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E4BBCB0D-D606-D00A-7F98-8570D6A51DA6}"/>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EF67BA6B-39FD-B4E8-C537-27AC6959CDA2}"/>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AE17383E-1EA1-DFB9-7CA2-39C70101A4E7}"/>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AC656235-8DA6-5220-9148-726338108A65}"/>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AB0F193F-7D55-781D-216C-FFDBB0E9293F}"/>
              </a:ext>
            </a:extLst>
          </p:cNvPr>
          <p:cNvSpPr txBox="1"/>
          <p:nvPr/>
        </p:nvSpPr>
        <p:spPr>
          <a:xfrm>
            <a:off x="822932" y="4259456"/>
            <a:ext cx="7188608" cy="646331"/>
          </a:xfrm>
          <a:prstGeom prst="rect">
            <a:avLst/>
          </a:prstGeom>
          <a:noFill/>
        </p:spPr>
        <p:txBody>
          <a:bodyPr wrap="square">
            <a:spAutoFit/>
          </a:bodyPr>
          <a:lstStyle/>
          <a:p>
            <a:pPr marL="457200" lvl="0" indent="-457200" algn="l" rtl="0">
              <a:spcBef>
                <a:spcPts val="0"/>
              </a:spcBef>
              <a:spcAft>
                <a:spcPts val="600"/>
              </a:spcAft>
              <a:buFont typeface="Wingdings" panose="05000000000000000000" pitchFamily="2" charset="2"/>
              <a:buChar char="q"/>
            </a:pP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Method yang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dipanggil</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tidak</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seharusnya</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menghentikan</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program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begitu</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saja</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sym typeface="Lato"/>
              </a:rPr>
              <a:t>.</a:t>
            </a:r>
            <a:endParaRPr lang="en" sz="18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pic>
        <p:nvPicPr>
          <p:cNvPr id="5" name="Picture 4">
            <a:extLst>
              <a:ext uri="{FF2B5EF4-FFF2-40B4-BE49-F238E27FC236}">
                <a16:creationId xmlns:a16="http://schemas.microsoft.com/office/drawing/2014/main" id="{3CCF0AA2-40B2-DC87-B62F-AE033C627E19}"/>
              </a:ext>
            </a:extLst>
          </p:cNvPr>
          <p:cNvPicPr>
            <a:picLocks noChangeAspect="1"/>
          </p:cNvPicPr>
          <p:nvPr/>
        </p:nvPicPr>
        <p:blipFill>
          <a:blip r:embed="rId3"/>
          <a:stretch>
            <a:fillRect/>
          </a:stretch>
        </p:blipFill>
        <p:spPr>
          <a:xfrm>
            <a:off x="856891" y="1017725"/>
            <a:ext cx="5715798" cy="3191320"/>
          </a:xfrm>
          <a:prstGeom prst="rect">
            <a:avLst/>
          </a:prstGeom>
        </p:spPr>
      </p:pic>
    </p:spTree>
    <p:extLst>
      <p:ext uri="{BB962C8B-B14F-4D97-AF65-F5344CB8AC3E}">
        <p14:creationId xmlns:p14="http://schemas.microsoft.com/office/powerpoint/2010/main" val="1931203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3F7189BC-5C0F-02D2-C1F0-1FA1D39F7587}"/>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79181F17-DAFF-49F6-ED2B-1C8FAFDB79F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Contoh</a:t>
            </a:r>
            <a:endParaRPr dirty="0"/>
          </a:p>
        </p:txBody>
      </p:sp>
      <p:sp>
        <p:nvSpPr>
          <p:cNvPr id="664" name="Google Shape;664;p38">
            <a:extLst>
              <a:ext uri="{FF2B5EF4-FFF2-40B4-BE49-F238E27FC236}">
                <a16:creationId xmlns:a16="http://schemas.microsoft.com/office/drawing/2014/main" id="{68D09687-7441-9BDD-1C4A-FD035B556AD9}"/>
              </a:ext>
            </a:extLst>
          </p:cNvPr>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Solusi: </a:t>
            </a:r>
            <a:r>
              <a:rPr lang="en-US" sz="2000" dirty="0" err="1">
                <a:latin typeface="Lato" panose="020F0502020204030203" pitchFamily="34" charset="0"/>
                <a:ea typeface="Lato" panose="020F0502020204030203" pitchFamily="34" charset="0"/>
                <a:cs typeface="Lato" panose="020F0502020204030203" pitchFamily="34" charset="0"/>
              </a:rPr>
              <a:t>menggunakan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mekanisme</a:t>
            </a:r>
            <a:r>
              <a:rPr lang="en-US" sz="2000" dirty="0">
                <a:latin typeface="Lato" panose="020F0502020204030203" pitchFamily="34" charset="0"/>
                <a:ea typeface="Lato" panose="020F0502020204030203" pitchFamily="34" charset="0"/>
                <a:cs typeface="Lato" panose="020F0502020204030203" pitchFamily="34" charset="0"/>
              </a:rPr>
              <a:t> </a:t>
            </a:r>
            <a:r>
              <a:rPr lang="en-US" sz="2000" b="1" i="1" dirty="0">
                <a:latin typeface="Lato" panose="020F0502020204030203" pitchFamily="34" charset="0"/>
                <a:ea typeface="Lato" panose="020F0502020204030203" pitchFamily="34" charset="0"/>
                <a:cs typeface="Lato" panose="020F0502020204030203" pitchFamily="34" charset="0"/>
              </a:rPr>
              <a:t>exception</a:t>
            </a:r>
            <a:r>
              <a:rPr lang="en-US" sz="2000" dirty="0">
                <a:latin typeface="Lato" panose="020F0502020204030203" pitchFamily="34" charset="0"/>
                <a:ea typeface="Lato" panose="020F0502020204030203" pitchFamily="34" charset="0"/>
                <a:cs typeface="Lato" panose="020F0502020204030203" pitchFamily="34" charset="0"/>
              </a:rPr>
              <a:t>.</a:t>
            </a:r>
          </a:p>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Jika </a:t>
            </a:r>
            <a:r>
              <a:rPr lang="en-US" sz="2000" dirty="0" err="1">
                <a:latin typeface="Lato" panose="020F0502020204030203" pitchFamily="34" charset="0"/>
                <a:ea typeface="Lato" panose="020F0502020204030203" pitchFamily="34" charset="0"/>
                <a:cs typeface="Lato" panose="020F0502020204030203" pitchFamily="34" charset="0"/>
              </a:rPr>
              <a:t>terjadi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kesalahan</a:t>
            </a:r>
            <a:r>
              <a:rPr lang="en-US" sz="2000" dirty="0">
                <a:latin typeface="Lato" panose="020F0502020204030203" pitchFamily="34" charset="0"/>
                <a:ea typeface="Lato" panose="020F0502020204030203" pitchFamily="34" charset="0"/>
                <a:cs typeface="Lato" panose="020F0502020204030203" pitchFamily="34" charset="0"/>
              </a:rPr>
              <a:t> pada </a:t>
            </a:r>
            <a:r>
              <a:rPr lang="en-US" sz="2000" dirty="0" err="1">
                <a:latin typeface="Lato" panose="020F0502020204030203" pitchFamily="34" charset="0"/>
                <a:ea typeface="Lato" panose="020F0502020204030203" pitchFamily="34" charset="0"/>
                <a:cs typeface="Lato" panose="020F0502020204030203" pitchFamily="34" charset="0"/>
              </a:rPr>
              <a:t>sebuah</a:t>
            </a:r>
            <a:r>
              <a:rPr lang="en-US" sz="2000" dirty="0">
                <a:latin typeface="Lato" panose="020F0502020204030203" pitchFamily="34" charset="0"/>
                <a:ea typeface="Lato" panose="020F0502020204030203" pitchFamily="34" charset="0"/>
                <a:cs typeface="Lato" panose="020F0502020204030203" pitchFamily="34" charset="0"/>
              </a:rPr>
              <a:t> method yang </a:t>
            </a:r>
            <a:r>
              <a:rPr lang="en-US" sz="2000" dirty="0" err="1">
                <a:latin typeface="Lato" panose="020F0502020204030203" pitchFamily="34" charset="0"/>
                <a:ea typeface="Lato" panose="020F0502020204030203" pitchFamily="34" charset="0"/>
                <a:cs typeface="Lato" panose="020F0502020204030203" pitchFamily="34" charset="0"/>
              </a:rPr>
              <a:t>dipanggil</a:t>
            </a:r>
            <a:r>
              <a:rPr lang="en-US" sz="2000" dirty="0">
                <a:latin typeface="Lato" panose="020F0502020204030203" pitchFamily="34" charset="0"/>
                <a:ea typeface="Lato" panose="020F0502020204030203" pitchFamily="34" charset="0"/>
                <a:cs typeface="Lato" panose="020F0502020204030203" pitchFamily="34" charset="0"/>
              </a:rPr>
              <a:t>, method </a:t>
            </a:r>
            <a:r>
              <a:rPr lang="en-US" sz="2000" dirty="0" err="1">
                <a:latin typeface="Lato" panose="020F0502020204030203" pitchFamily="34" charset="0"/>
                <a:ea typeface="Lato" panose="020F0502020204030203" pitchFamily="34" charset="0"/>
                <a:cs typeface="Lato" panose="020F0502020204030203" pitchFamily="34" charset="0"/>
              </a:rPr>
              <a:t>tersebut</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dapat</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melemparkan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b="1" i="1" dirty="0">
                <a:latin typeface="Lato" panose="020F0502020204030203" pitchFamily="34" charset="0"/>
                <a:ea typeface="Lato" panose="020F0502020204030203" pitchFamily="34" charset="0"/>
                <a:cs typeface="Lato" panose="020F0502020204030203" pitchFamily="34" charset="0"/>
              </a:rPr>
              <a:t>throw</a:t>
            </a:r>
            <a:r>
              <a:rPr lang="en-US" sz="2000" dirty="0">
                <a:latin typeface="Lato" panose="020F0502020204030203" pitchFamily="34" charset="0"/>
                <a:ea typeface="Lato" panose="020F0502020204030203" pitchFamily="34" charset="0"/>
                <a:cs typeface="Lato" panose="020F0502020204030203" pitchFamily="34" charset="0"/>
              </a:rPr>
              <a:t>) exception.</a:t>
            </a:r>
          </a:p>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Exception </a:t>
            </a:r>
            <a:r>
              <a:rPr lang="en-US" sz="2000" dirty="0" err="1">
                <a:latin typeface="Lato" panose="020F0502020204030203" pitchFamily="34" charset="0"/>
                <a:ea typeface="Lato" panose="020F0502020204030203" pitchFamily="34" charset="0"/>
                <a:cs typeface="Lato" panose="020F0502020204030203" pitchFamily="34" charset="0"/>
              </a:rPr>
              <a:t>tersebut</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selanjutnya</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dapat</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ditangkap</a:t>
            </a:r>
            <a:r>
              <a:rPr lang="en-US" sz="2000" dirty="0">
                <a:latin typeface="Lato" panose="020F0502020204030203" pitchFamily="34" charset="0"/>
                <a:ea typeface="Lato" panose="020F0502020204030203" pitchFamily="34" charset="0"/>
                <a:cs typeface="Lato" panose="020F0502020204030203" pitchFamily="34" charset="0"/>
              </a:rPr>
              <a:t> (</a:t>
            </a:r>
            <a:r>
              <a:rPr lang="en-US" sz="2000" b="1" i="1" dirty="0">
                <a:latin typeface="Lato" panose="020F0502020204030203" pitchFamily="34" charset="0"/>
                <a:ea typeface="Lato" panose="020F0502020204030203" pitchFamily="34" charset="0"/>
                <a:cs typeface="Lato" panose="020F0502020204030203" pitchFamily="34" charset="0"/>
              </a:rPr>
              <a:t>catch</a:t>
            </a:r>
            <a:r>
              <a:rPr lang="en-US" sz="2000" dirty="0">
                <a:latin typeface="Lato" panose="020F0502020204030203" pitchFamily="34" charset="0"/>
                <a:ea typeface="Lato" panose="020F0502020204030203" pitchFamily="34" charset="0"/>
                <a:cs typeface="Lato" panose="020F0502020204030203" pitchFamily="34" charset="0"/>
              </a:rPr>
              <a:t>) dan </a:t>
            </a:r>
            <a:r>
              <a:rPr lang="en-US" sz="2000" dirty="0" err="1">
                <a:latin typeface="Lato" panose="020F0502020204030203" pitchFamily="34" charset="0"/>
                <a:ea typeface="Lato" panose="020F0502020204030203" pitchFamily="34" charset="0"/>
                <a:cs typeface="Lato" panose="020F0502020204030203" pitchFamily="34" charset="0"/>
              </a:rPr>
              <a:t>ditangani</a:t>
            </a:r>
            <a:r>
              <a:rPr lang="en-US" sz="2000" dirty="0">
                <a:latin typeface="Lato" panose="020F0502020204030203" pitchFamily="34" charset="0"/>
                <a:ea typeface="Lato" panose="020F0502020204030203" pitchFamily="34" charset="0"/>
                <a:cs typeface="Lato" panose="020F0502020204030203" pitchFamily="34" charset="0"/>
              </a:rPr>
              <a:t> oleh method yang </a:t>
            </a:r>
            <a:r>
              <a:rPr lang="en-US" sz="2000" dirty="0" err="1">
                <a:latin typeface="Lato" panose="020F0502020204030203" pitchFamily="34" charset="0"/>
                <a:ea typeface="Lato" panose="020F0502020204030203" pitchFamily="34" charset="0"/>
                <a:cs typeface="Lato" panose="020F0502020204030203" pitchFamily="34" charset="0"/>
              </a:rPr>
              <a:t>memanggil</a:t>
            </a:r>
            <a:r>
              <a:rPr lang="en-US" sz="2000" dirty="0">
                <a:latin typeface="Lato" panose="020F0502020204030203" pitchFamily="34" charset="0"/>
                <a:ea typeface="Lato" panose="020F0502020204030203" pitchFamily="34" charset="0"/>
                <a:cs typeface="Lato" panose="020F0502020204030203" pitchFamily="34" charset="0"/>
              </a:rPr>
              <a:t>.</a:t>
            </a:r>
            <a:endParaRPr lang="en-ID" sz="2000" dirty="0">
              <a:latin typeface="Lato" panose="020F0502020204030203" pitchFamily="34" charset="0"/>
              <a:ea typeface="Lato" panose="020F0502020204030203" pitchFamily="34" charset="0"/>
              <a:cs typeface="Lato" panose="020F0502020204030203" pitchFamily="34" charset="0"/>
            </a:endParaRPr>
          </a:p>
        </p:txBody>
      </p:sp>
      <p:grpSp>
        <p:nvGrpSpPr>
          <p:cNvPr id="667" name="Google Shape;667;p38">
            <a:extLst>
              <a:ext uri="{FF2B5EF4-FFF2-40B4-BE49-F238E27FC236}">
                <a16:creationId xmlns:a16="http://schemas.microsoft.com/office/drawing/2014/main" id="{5BF05981-E1B4-A5B7-13AE-F3D71E9AA746}"/>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EB5C8CCD-08CD-75A6-97E4-B0A041629E2E}"/>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FD7A8E38-C603-C086-C3A3-53A48CE8CFB5}"/>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BA1A4C0B-785D-71B8-A4D1-BBDA4A07AD28}"/>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6296B2A8-1AFA-92DD-5851-1D803CC86575}"/>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937ECEF7-4F92-5638-5BA8-FDEDDAB6535D}"/>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20886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8448A60F-5B26-980F-A77D-302FAEAFB6BD}"/>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47AD20AA-A4DB-1227-E6D1-A6C5A13C3457}"/>
              </a:ext>
            </a:extLst>
          </p:cNvPr>
          <p:cNvSpPr txBox="1">
            <a:spLocks noGrp="1"/>
          </p:cNvSpPr>
          <p:nvPr>
            <p:ph type="title"/>
          </p:nvPr>
        </p:nvSpPr>
        <p:spPr>
          <a:xfrm>
            <a:off x="720000" y="35688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Contoh</a:t>
            </a:r>
            <a:endParaRPr dirty="0"/>
          </a:p>
        </p:txBody>
      </p:sp>
      <p:grpSp>
        <p:nvGrpSpPr>
          <p:cNvPr id="667" name="Google Shape;667;p38">
            <a:extLst>
              <a:ext uri="{FF2B5EF4-FFF2-40B4-BE49-F238E27FC236}">
                <a16:creationId xmlns:a16="http://schemas.microsoft.com/office/drawing/2014/main" id="{0766AAB7-AB1C-4113-8B59-821AA796B8FB}"/>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63DF3171-428C-069E-6673-CB7990BA0055}"/>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2B92D5B0-A636-733B-82B6-7F48A776A83B}"/>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3DF51E66-B1D1-945D-3268-C62851FC5300}"/>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F3BA54AD-EDAB-1CB3-0B72-C00E66BFE9E2}"/>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F4A736E3-E584-F3DC-561B-EF6DF1351359}"/>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4929B352-16F4-5C89-5D88-9018832C6A85}"/>
              </a:ext>
            </a:extLst>
          </p:cNvPr>
          <p:cNvPicPr>
            <a:picLocks noChangeAspect="1"/>
          </p:cNvPicPr>
          <p:nvPr/>
        </p:nvPicPr>
        <p:blipFill>
          <a:blip r:embed="rId3"/>
          <a:stretch>
            <a:fillRect/>
          </a:stretch>
        </p:blipFill>
        <p:spPr>
          <a:xfrm>
            <a:off x="1466416" y="929589"/>
            <a:ext cx="6211167" cy="3867690"/>
          </a:xfrm>
          <a:prstGeom prst="rect">
            <a:avLst/>
          </a:prstGeom>
        </p:spPr>
      </p:pic>
    </p:spTree>
    <p:extLst>
      <p:ext uri="{BB962C8B-B14F-4D97-AF65-F5344CB8AC3E}">
        <p14:creationId xmlns:p14="http://schemas.microsoft.com/office/powerpoint/2010/main" val="567569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8">
          <a:extLst>
            <a:ext uri="{FF2B5EF4-FFF2-40B4-BE49-F238E27FC236}">
              <a16:creationId xmlns:a16="http://schemas.microsoft.com/office/drawing/2014/main" id="{24511471-684E-BC95-87A4-DD0E5188F3DD}"/>
            </a:ext>
          </a:extLst>
        </p:cNvPr>
        <p:cNvGrpSpPr/>
        <p:nvPr/>
      </p:nvGrpSpPr>
      <p:grpSpPr>
        <a:xfrm>
          <a:off x="0" y="0"/>
          <a:ext cx="0" cy="0"/>
          <a:chOff x="0" y="0"/>
          <a:chExt cx="0" cy="0"/>
        </a:xfrm>
      </p:grpSpPr>
      <p:sp>
        <p:nvSpPr>
          <p:cNvPr id="909" name="Google Shape;909;p41">
            <a:extLst>
              <a:ext uri="{FF2B5EF4-FFF2-40B4-BE49-F238E27FC236}">
                <a16:creationId xmlns:a16="http://schemas.microsoft.com/office/drawing/2014/main" id="{D1309FF7-9168-6EB7-6861-17415F0D29D1}"/>
              </a:ext>
            </a:extLst>
          </p:cNvPr>
          <p:cNvSpPr txBox="1">
            <a:spLocks noGrp="1"/>
          </p:cNvSpPr>
          <p:nvPr>
            <p:ph type="title"/>
          </p:nvPr>
        </p:nvSpPr>
        <p:spPr>
          <a:xfrm>
            <a:off x="713091" y="2318497"/>
            <a:ext cx="461992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400" dirty="0"/>
              <a:t>Exception</a:t>
            </a:r>
            <a:endParaRPr sz="4400" dirty="0"/>
          </a:p>
        </p:txBody>
      </p:sp>
      <p:sp>
        <p:nvSpPr>
          <p:cNvPr id="910" name="Google Shape;910;p41">
            <a:extLst>
              <a:ext uri="{FF2B5EF4-FFF2-40B4-BE49-F238E27FC236}">
                <a16:creationId xmlns:a16="http://schemas.microsoft.com/office/drawing/2014/main" id="{961A56EB-728F-9808-9747-3915DCA10700}"/>
              </a:ext>
            </a:extLst>
          </p:cNvPr>
          <p:cNvSpPr txBox="1">
            <a:spLocks noGrp="1"/>
          </p:cNvSpPr>
          <p:nvPr>
            <p:ph type="title" idx="2"/>
          </p:nvPr>
        </p:nvSpPr>
        <p:spPr>
          <a:xfrm>
            <a:off x="708165" y="1791810"/>
            <a:ext cx="1377681" cy="67227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a:t>02</a:t>
            </a:r>
            <a:endParaRPr sz="4800" dirty="0"/>
          </a:p>
        </p:txBody>
      </p:sp>
      <p:sp>
        <p:nvSpPr>
          <p:cNvPr id="911" name="Google Shape;911;p41">
            <a:extLst>
              <a:ext uri="{FF2B5EF4-FFF2-40B4-BE49-F238E27FC236}">
                <a16:creationId xmlns:a16="http://schemas.microsoft.com/office/drawing/2014/main" id="{D466C972-0998-6DDB-F63D-250835681794}"/>
              </a:ext>
            </a:extLst>
          </p:cNvPr>
          <p:cNvSpPr txBox="1">
            <a:spLocks noGrp="1"/>
          </p:cNvSpPr>
          <p:nvPr>
            <p:ph type="subTitle" idx="1"/>
          </p:nvPr>
        </p:nvSpPr>
        <p:spPr>
          <a:xfrm>
            <a:off x="713225" y="3209796"/>
            <a:ext cx="44445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12" name="Google Shape;912;p41">
            <a:extLst>
              <a:ext uri="{FF2B5EF4-FFF2-40B4-BE49-F238E27FC236}">
                <a16:creationId xmlns:a16="http://schemas.microsoft.com/office/drawing/2014/main" id="{8E2FD146-EA55-5543-F210-D283514EAF50}"/>
              </a:ext>
            </a:extLst>
          </p:cNvPr>
          <p:cNvSpPr/>
          <p:nvPr/>
        </p:nvSpPr>
        <p:spPr>
          <a:xfrm>
            <a:off x="5294150" y="101292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3" name="Google Shape;913;p41">
            <a:extLst>
              <a:ext uri="{FF2B5EF4-FFF2-40B4-BE49-F238E27FC236}">
                <a16:creationId xmlns:a16="http://schemas.microsoft.com/office/drawing/2014/main" id="{C8658EDA-3E99-5B20-6C29-40219462A601}"/>
              </a:ext>
            </a:extLst>
          </p:cNvPr>
          <p:cNvGrpSpPr/>
          <p:nvPr/>
        </p:nvGrpSpPr>
        <p:grpSpPr>
          <a:xfrm>
            <a:off x="4091402" y="4414375"/>
            <a:ext cx="367931" cy="258297"/>
            <a:chOff x="4992850" y="4345375"/>
            <a:chExt cx="619413" cy="638400"/>
          </a:xfrm>
        </p:grpSpPr>
        <p:sp>
          <p:nvSpPr>
            <p:cNvPr id="914" name="Google Shape;914;p41">
              <a:extLst>
                <a:ext uri="{FF2B5EF4-FFF2-40B4-BE49-F238E27FC236}">
                  <a16:creationId xmlns:a16="http://schemas.microsoft.com/office/drawing/2014/main" id="{173ED1F2-C40E-205C-EF8E-DECFED8266D7}"/>
                </a:ext>
              </a:extLst>
            </p:cNvPr>
            <p:cNvSpPr/>
            <p:nvPr/>
          </p:nvSpPr>
          <p:spPr>
            <a:xfrm>
              <a:off x="4992850"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1">
              <a:extLst>
                <a:ext uri="{FF2B5EF4-FFF2-40B4-BE49-F238E27FC236}">
                  <a16:creationId xmlns:a16="http://schemas.microsoft.com/office/drawing/2014/main" id="{D86DC725-2FEB-432F-CDC6-E8C480C4C48E}"/>
                </a:ext>
              </a:extLst>
            </p:cNvPr>
            <p:cNvSpPr/>
            <p:nvPr/>
          </p:nvSpPr>
          <p:spPr>
            <a:xfrm rot="10800000">
              <a:off x="5386363"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6" name="Google Shape;916;p41">
            <a:extLst>
              <a:ext uri="{FF2B5EF4-FFF2-40B4-BE49-F238E27FC236}">
                <a16:creationId xmlns:a16="http://schemas.microsoft.com/office/drawing/2014/main" id="{0E5F13F4-14AF-5C71-4A7F-1CE5ED7089A1}"/>
              </a:ext>
            </a:extLst>
          </p:cNvPr>
          <p:cNvSpPr/>
          <p:nvPr/>
        </p:nvSpPr>
        <p:spPr>
          <a:xfrm>
            <a:off x="6956400" y="4144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41">
            <a:extLst>
              <a:ext uri="{FF2B5EF4-FFF2-40B4-BE49-F238E27FC236}">
                <a16:creationId xmlns:a16="http://schemas.microsoft.com/office/drawing/2014/main" id="{08AA20FE-E3C8-DD8E-4836-90942F6251B0}"/>
              </a:ext>
            </a:extLst>
          </p:cNvPr>
          <p:cNvGrpSpPr/>
          <p:nvPr/>
        </p:nvGrpSpPr>
        <p:grpSpPr>
          <a:xfrm>
            <a:off x="5293908" y="1087072"/>
            <a:ext cx="3381870" cy="3516739"/>
            <a:chOff x="5222815" y="1012953"/>
            <a:chExt cx="3453354" cy="3591074"/>
          </a:xfrm>
        </p:grpSpPr>
        <p:sp>
          <p:nvSpPr>
            <p:cNvPr id="918" name="Google Shape;918;p41">
              <a:extLst>
                <a:ext uri="{FF2B5EF4-FFF2-40B4-BE49-F238E27FC236}">
                  <a16:creationId xmlns:a16="http://schemas.microsoft.com/office/drawing/2014/main" id="{7A5268D9-D326-25E6-49FE-FA6A795EA655}"/>
                </a:ext>
              </a:extLst>
            </p:cNvPr>
            <p:cNvSpPr/>
            <p:nvPr/>
          </p:nvSpPr>
          <p:spPr>
            <a:xfrm>
              <a:off x="5222815" y="1012953"/>
              <a:ext cx="3453354" cy="3346964"/>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41">
              <a:extLst>
                <a:ext uri="{FF2B5EF4-FFF2-40B4-BE49-F238E27FC236}">
                  <a16:creationId xmlns:a16="http://schemas.microsoft.com/office/drawing/2014/main" id="{9F5688BE-AE05-5C99-84E6-4B5680F03919}"/>
                </a:ext>
              </a:extLst>
            </p:cNvPr>
            <p:cNvGrpSpPr/>
            <p:nvPr/>
          </p:nvGrpSpPr>
          <p:grpSpPr>
            <a:xfrm>
              <a:off x="6352264" y="1624259"/>
              <a:ext cx="378942" cy="384502"/>
              <a:chOff x="5033016" y="2415353"/>
              <a:chExt cx="132303" cy="134249"/>
            </a:xfrm>
          </p:grpSpPr>
          <p:sp>
            <p:nvSpPr>
              <p:cNvPr id="920" name="Google Shape;920;p41">
                <a:extLst>
                  <a:ext uri="{FF2B5EF4-FFF2-40B4-BE49-F238E27FC236}">
                    <a16:creationId xmlns:a16="http://schemas.microsoft.com/office/drawing/2014/main" id="{05814CC7-E43E-369A-8329-EDE5D3498094}"/>
                  </a:ext>
                </a:extLst>
              </p:cNvPr>
              <p:cNvSpPr/>
              <p:nvPr/>
            </p:nvSpPr>
            <p:spPr>
              <a:xfrm>
                <a:off x="5033016" y="2415353"/>
                <a:ext cx="132303" cy="134249"/>
              </a:xfrm>
              <a:custGeom>
                <a:avLst/>
                <a:gdLst/>
                <a:ahLst/>
                <a:cxnLst/>
                <a:rect l="l" t="t" r="r" b="b"/>
                <a:pathLst>
                  <a:path w="3807" h="3863" extrusionOk="0">
                    <a:moveTo>
                      <a:pt x="1925" y="963"/>
                    </a:moveTo>
                    <a:cubicBezTo>
                      <a:pt x="2394" y="963"/>
                      <a:pt x="2807" y="1326"/>
                      <a:pt x="2858" y="1804"/>
                    </a:cubicBezTo>
                    <a:cubicBezTo>
                      <a:pt x="2922" y="2335"/>
                      <a:pt x="2568" y="2830"/>
                      <a:pt x="2038" y="2922"/>
                    </a:cubicBezTo>
                    <a:cubicBezTo>
                      <a:pt x="2003" y="2926"/>
                      <a:pt x="1968" y="2927"/>
                      <a:pt x="1933" y="2927"/>
                    </a:cubicBezTo>
                    <a:cubicBezTo>
                      <a:pt x="1446" y="2927"/>
                      <a:pt x="1027" y="2562"/>
                      <a:pt x="948" y="2066"/>
                    </a:cubicBezTo>
                    <a:cubicBezTo>
                      <a:pt x="884" y="1535"/>
                      <a:pt x="1238" y="1033"/>
                      <a:pt x="1769" y="976"/>
                    </a:cubicBezTo>
                    <a:cubicBezTo>
                      <a:pt x="1821" y="967"/>
                      <a:pt x="1874" y="963"/>
                      <a:pt x="1925" y="963"/>
                    </a:cubicBezTo>
                    <a:close/>
                    <a:moveTo>
                      <a:pt x="1974" y="0"/>
                    </a:moveTo>
                    <a:lnTo>
                      <a:pt x="1974" y="36"/>
                    </a:lnTo>
                    <a:cubicBezTo>
                      <a:pt x="2009" y="212"/>
                      <a:pt x="1889" y="389"/>
                      <a:pt x="1712" y="389"/>
                    </a:cubicBezTo>
                    <a:cubicBezTo>
                      <a:pt x="1695" y="392"/>
                      <a:pt x="1678" y="393"/>
                      <a:pt x="1661" y="393"/>
                    </a:cubicBezTo>
                    <a:cubicBezTo>
                      <a:pt x="1507" y="393"/>
                      <a:pt x="1384" y="280"/>
                      <a:pt x="1358" y="120"/>
                    </a:cubicBezTo>
                    <a:lnTo>
                      <a:pt x="1358" y="92"/>
                    </a:lnTo>
                    <a:cubicBezTo>
                      <a:pt x="1238" y="120"/>
                      <a:pt x="1125" y="177"/>
                      <a:pt x="1005" y="241"/>
                    </a:cubicBezTo>
                    <a:cubicBezTo>
                      <a:pt x="1033" y="241"/>
                      <a:pt x="1033" y="241"/>
                      <a:pt x="1033" y="269"/>
                    </a:cubicBezTo>
                    <a:cubicBezTo>
                      <a:pt x="1153" y="389"/>
                      <a:pt x="1125" y="594"/>
                      <a:pt x="976" y="708"/>
                    </a:cubicBezTo>
                    <a:cubicBezTo>
                      <a:pt x="923" y="748"/>
                      <a:pt x="854" y="771"/>
                      <a:pt x="783" y="771"/>
                    </a:cubicBezTo>
                    <a:cubicBezTo>
                      <a:pt x="692" y="771"/>
                      <a:pt x="598" y="734"/>
                      <a:pt x="531" y="651"/>
                    </a:cubicBezTo>
                    <a:lnTo>
                      <a:pt x="531" y="623"/>
                    </a:lnTo>
                    <a:cubicBezTo>
                      <a:pt x="446" y="708"/>
                      <a:pt x="354" y="800"/>
                      <a:pt x="297" y="920"/>
                    </a:cubicBezTo>
                    <a:lnTo>
                      <a:pt x="326" y="920"/>
                    </a:lnTo>
                    <a:cubicBezTo>
                      <a:pt x="502" y="976"/>
                      <a:pt x="559" y="1182"/>
                      <a:pt x="502" y="1330"/>
                    </a:cubicBezTo>
                    <a:cubicBezTo>
                      <a:pt x="460" y="1463"/>
                      <a:pt x="349" y="1528"/>
                      <a:pt x="222" y="1528"/>
                    </a:cubicBezTo>
                    <a:cubicBezTo>
                      <a:pt x="180" y="1528"/>
                      <a:pt x="136" y="1521"/>
                      <a:pt x="92" y="1507"/>
                    </a:cubicBezTo>
                    <a:lnTo>
                      <a:pt x="64" y="1507"/>
                    </a:lnTo>
                    <a:cubicBezTo>
                      <a:pt x="28" y="1627"/>
                      <a:pt x="0" y="1741"/>
                      <a:pt x="0" y="1861"/>
                    </a:cubicBezTo>
                    <a:lnTo>
                      <a:pt x="64" y="1861"/>
                    </a:lnTo>
                    <a:cubicBezTo>
                      <a:pt x="78" y="1858"/>
                      <a:pt x="93" y="1856"/>
                      <a:pt x="108" y="1856"/>
                    </a:cubicBezTo>
                    <a:cubicBezTo>
                      <a:pt x="240" y="1856"/>
                      <a:pt x="382" y="1964"/>
                      <a:pt x="382" y="2123"/>
                    </a:cubicBezTo>
                    <a:cubicBezTo>
                      <a:pt x="417" y="2299"/>
                      <a:pt x="297" y="2476"/>
                      <a:pt x="120" y="2476"/>
                    </a:cubicBezTo>
                    <a:lnTo>
                      <a:pt x="92" y="2476"/>
                    </a:lnTo>
                    <a:cubicBezTo>
                      <a:pt x="120" y="2625"/>
                      <a:pt x="177" y="2745"/>
                      <a:pt x="241" y="2830"/>
                    </a:cubicBezTo>
                    <a:lnTo>
                      <a:pt x="269" y="2802"/>
                    </a:lnTo>
                    <a:cubicBezTo>
                      <a:pt x="318" y="2765"/>
                      <a:pt x="385" y="2744"/>
                      <a:pt x="454" y="2744"/>
                    </a:cubicBezTo>
                    <a:cubicBezTo>
                      <a:pt x="546" y="2744"/>
                      <a:pt x="643" y="2781"/>
                      <a:pt x="708" y="2865"/>
                    </a:cubicBezTo>
                    <a:cubicBezTo>
                      <a:pt x="800" y="3007"/>
                      <a:pt x="771" y="3219"/>
                      <a:pt x="651" y="3304"/>
                    </a:cubicBezTo>
                    <a:cubicBezTo>
                      <a:pt x="623" y="3332"/>
                      <a:pt x="623" y="3332"/>
                      <a:pt x="594" y="3332"/>
                    </a:cubicBezTo>
                    <a:cubicBezTo>
                      <a:pt x="708" y="3424"/>
                      <a:pt x="800" y="3509"/>
                      <a:pt x="913" y="3573"/>
                    </a:cubicBezTo>
                    <a:lnTo>
                      <a:pt x="913" y="3537"/>
                    </a:lnTo>
                    <a:cubicBezTo>
                      <a:pt x="959" y="3408"/>
                      <a:pt x="1067" y="3327"/>
                      <a:pt x="1191" y="3327"/>
                    </a:cubicBezTo>
                    <a:cubicBezTo>
                      <a:pt x="1236" y="3327"/>
                      <a:pt x="1283" y="3338"/>
                      <a:pt x="1330" y="3361"/>
                    </a:cubicBezTo>
                    <a:cubicBezTo>
                      <a:pt x="1479" y="3424"/>
                      <a:pt x="1564" y="3601"/>
                      <a:pt x="1507" y="3778"/>
                    </a:cubicBezTo>
                    <a:lnTo>
                      <a:pt x="1479" y="3806"/>
                    </a:lnTo>
                    <a:cubicBezTo>
                      <a:pt x="1592" y="3835"/>
                      <a:pt x="1712" y="3863"/>
                      <a:pt x="1861" y="3863"/>
                    </a:cubicBezTo>
                    <a:cubicBezTo>
                      <a:pt x="1861" y="3835"/>
                      <a:pt x="1832" y="3835"/>
                      <a:pt x="1832" y="3806"/>
                    </a:cubicBezTo>
                    <a:cubicBezTo>
                      <a:pt x="1797" y="3629"/>
                      <a:pt x="1946" y="3481"/>
                      <a:pt x="2094" y="3453"/>
                    </a:cubicBezTo>
                    <a:cubicBezTo>
                      <a:pt x="2112" y="3450"/>
                      <a:pt x="2131" y="3448"/>
                      <a:pt x="2149" y="3448"/>
                    </a:cubicBezTo>
                    <a:cubicBezTo>
                      <a:pt x="2305" y="3448"/>
                      <a:pt x="2448" y="3556"/>
                      <a:pt x="2448" y="3714"/>
                    </a:cubicBezTo>
                    <a:lnTo>
                      <a:pt x="2448" y="3778"/>
                    </a:lnTo>
                    <a:cubicBezTo>
                      <a:pt x="2596" y="3750"/>
                      <a:pt x="2717" y="3686"/>
                      <a:pt x="2802" y="3629"/>
                    </a:cubicBezTo>
                    <a:lnTo>
                      <a:pt x="2773" y="3601"/>
                    </a:lnTo>
                    <a:cubicBezTo>
                      <a:pt x="2681" y="3453"/>
                      <a:pt x="2681" y="3247"/>
                      <a:pt x="2830" y="3155"/>
                    </a:cubicBezTo>
                    <a:cubicBezTo>
                      <a:pt x="2891" y="3109"/>
                      <a:pt x="2957" y="3086"/>
                      <a:pt x="3022" y="3086"/>
                    </a:cubicBezTo>
                    <a:cubicBezTo>
                      <a:pt x="3115" y="3086"/>
                      <a:pt x="3205" y="3132"/>
                      <a:pt x="3276" y="3219"/>
                    </a:cubicBezTo>
                    <a:lnTo>
                      <a:pt x="3304" y="3247"/>
                    </a:lnTo>
                    <a:cubicBezTo>
                      <a:pt x="3389" y="3155"/>
                      <a:pt x="3452" y="3042"/>
                      <a:pt x="3537" y="2950"/>
                    </a:cubicBezTo>
                    <a:cubicBezTo>
                      <a:pt x="3509" y="2950"/>
                      <a:pt x="3509" y="2950"/>
                      <a:pt x="3481" y="2922"/>
                    </a:cubicBezTo>
                    <a:cubicBezTo>
                      <a:pt x="3332" y="2865"/>
                      <a:pt x="3247" y="2688"/>
                      <a:pt x="3304" y="2512"/>
                    </a:cubicBezTo>
                    <a:cubicBezTo>
                      <a:pt x="3348" y="2396"/>
                      <a:pt x="3483" y="2314"/>
                      <a:pt x="3610" y="2314"/>
                    </a:cubicBezTo>
                    <a:cubicBezTo>
                      <a:pt x="3646" y="2314"/>
                      <a:pt x="3681" y="2321"/>
                      <a:pt x="3714" y="2335"/>
                    </a:cubicBezTo>
                    <a:lnTo>
                      <a:pt x="3742" y="2363"/>
                    </a:lnTo>
                    <a:cubicBezTo>
                      <a:pt x="3778" y="2243"/>
                      <a:pt x="3806" y="2123"/>
                      <a:pt x="3806" y="1981"/>
                    </a:cubicBezTo>
                    <a:lnTo>
                      <a:pt x="3806" y="1981"/>
                    </a:lnTo>
                    <a:lnTo>
                      <a:pt x="3778" y="2009"/>
                    </a:lnTo>
                    <a:cubicBezTo>
                      <a:pt x="3601" y="2009"/>
                      <a:pt x="3424" y="1889"/>
                      <a:pt x="3424" y="1712"/>
                    </a:cubicBezTo>
                    <a:cubicBezTo>
                      <a:pt x="3389" y="1535"/>
                      <a:pt x="3509" y="1387"/>
                      <a:pt x="3686" y="1359"/>
                    </a:cubicBezTo>
                    <a:lnTo>
                      <a:pt x="3714" y="1359"/>
                    </a:lnTo>
                    <a:cubicBezTo>
                      <a:pt x="3686" y="1238"/>
                      <a:pt x="3629" y="1125"/>
                      <a:pt x="3566" y="1005"/>
                    </a:cubicBezTo>
                    <a:cubicBezTo>
                      <a:pt x="3566" y="1033"/>
                      <a:pt x="3566" y="1033"/>
                      <a:pt x="3537" y="1033"/>
                    </a:cubicBezTo>
                    <a:cubicBezTo>
                      <a:pt x="3490" y="1084"/>
                      <a:pt x="3424" y="1108"/>
                      <a:pt x="3356" y="1108"/>
                    </a:cubicBezTo>
                    <a:cubicBezTo>
                      <a:pt x="3263" y="1108"/>
                      <a:pt x="3164" y="1062"/>
                      <a:pt x="3099" y="976"/>
                    </a:cubicBezTo>
                    <a:cubicBezTo>
                      <a:pt x="3007" y="856"/>
                      <a:pt x="3035" y="651"/>
                      <a:pt x="3155" y="531"/>
                    </a:cubicBezTo>
                    <a:lnTo>
                      <a:pt x="3184" y="531"/>
                    </a:lnTo>
                    <a:cubicBezTo>
                      <a:pt x="3099" y="446"/>
                      <a:pt x="3007" y="354"/>
                      <a:pt x="2894" y="297"/>
                    </a:cubicBezTo>
                    <a:lnTo>
                      <a:pt x="2894" y="326"/>
                    </a:lnTo>
                    <a:cubicBezTo>
                      <a:pt x="2844" y="442"/>
                      <a:pt x="2725" y="523"/>
                      <a:pt x="2592" y="523"/>
                    </a:cubicBezTo>
                    <a:cubicBezTo>
                      <a:pt x="2554" y="523"/>
                      <a:pt x="2515" y="517"/>
                      <a:pt x="2476" y="503"/>
                    </a:cubicBezTo>
                    <a:cubicBezTo>
                      <a:pt x="2328" y="446"/>
                      <a:pt x="2243" y="241"/>
                      <a:pt x="2299" y="92"/>
                    </a:cubicBezTo>
                    <a:lnTo>
                      <a:pt x="2328" y="64"/>
                    </a:lnTo>
                    <a:cubicBezTo>
                      <a:pt x="2214" y="36"/>
                      <a:pt x="2094" y="0"/>
                      <a:pt x="19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1">
                <a:extLst>
                  <a:ext uri="{FF2B5EF4-FFF2-40B4-BE49-F238E27FC236}">
                    <a16:creationId xmlns:a16="http://schemas.microsoft.com/office/drawing/2014/main" id="{59B3E791-E268-0166-42FF-60FD4C3045D9}"/>
                  </a:ext>
                </a:extLst>
              </p:cNvPr>
              <p:cNvSpPr/>
              <p:nvPr/>
            </p:nvSpPr>
            <p:spPr>
              <a:xfrm>
                <a:off x="5056613" y="2442148"/>
                <a:ext cx="85074" cy="80904"/>
              </a:xfrm>
              <a:custGeom>
                <a:avLst/>
                <a:gdLst/>
                <a:ahLst/>
                <a:cxnLst/>
                <a:rect l="l" t="t" r="r" b="b"/>
                <a:pathLst>
                  <a:path w="2448" h="2328" extrusionOk="0">
                    <a:moveTo>
                      <a:pt x="1238" y="57"/>
                    </a:moveTo>
                    <a:cubicBezTo>
                      <a:pt x="1769" y="57"/>
                      <a:pt x="2243" y="467"/>
                      <a:pt x="2299" y="998"/>
                    </a:cubicBezTo>
                    <a:cubicBezTo>
                      <a:pt x="2391" y="1620"/>
                      <a:pt x="1974" y="2179"/>
                      <a:pt x="1387" y="2271"/>
                    </a:cubicBezTo>
                    <a:lnTo>
                      <a:pt x="1238" y="2271"/>
                    </a:lnTo>
                    <a:cubicBezTo>
                      <a:pt x="679" y="2271"/>
                      <a:pt x="205" y="1854"/>
                      <a:pt x="149" y="1323"/>
                    </a:cubicBezTo>
                    <a:cubicBezTo>
                      <a:pt x="57" y="708"/>
                      <a:pt x="474" y="149"/>
                      <a:pt x="1090" y="57"/>
                    </a:cubicBezTo>
                    <a:close/>
                    <a:moveTo>
                      <a:pt x="1061" y="0"/>
                    </a:moveTo>
                    <a:cubicBezTo>
                      <a:pt x="446" y="85"/>
                      <a:pt x="0" y="679"/>
                      <a:pt x="92" y="1323"/>
                    </a:cubicBezTo>
                    <a:cubicBezTo>
                      <a:pt x="177" y="1882"/>
                      <a:pt x="651" y="2328"/>
                      <a:pt x="1238" y="2328"/>
                    </a:cubicBezTo>
                    <a:lnTo>
                      <a:pt x="1387" y="2328"/>
                    </a:lnTo>
                    <a:cubicBezTo>
                      <a:pt x="2002" y="2236"/>
                      <a:pt x="2448" y="1649"/>
                      <a:pt x="2356" y="998"/>
                    </a:cubicBezTo>
                    <a:cubicBezTo>
                      <a:pt x="2299" y="439"/>
                      <a:pt x="1797" y="0"/>
                      <a:pt x="1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41">
              <a:extLst>
                <a:ext uri="{FF2B5EF4-FFF2-40B4-BE49-F238E27FC236}">
                  <a16:creationId xmlns:a16="http://schemas.microsoft.com/office/drawing/2014/main" id="{4AC141EE-117D-991A-86F4-1C035C968181}"/>
                </a:ext>
              </a:extLst>
            </p:cNvPr>
            <p:cNvGrpSpPr/>
            <p:nvPr/>
          </p:nvGrpSpPr>
          <p:grpSpPr>
            <a:xfrm>
              <a:off x="8150729" y="2571746"/>
              <a:ext cx="461359" cy="469107"/>
              <a:chOff x="5894466" y="2926705"/>
              <a:chExt cx="161078" cy="163789"/>
            </a:xfrm>
          </p:grpSpPr>
          <p:sp>
            <p:nvSpPr>
              <p:cNvPr id="923" name="Google Shape;923;p41">
                <a:extLst>
                  <a:ext uri="{FF2B5EF4-FFF2-40B4-BE49-F238E27FC236}">
                    <a16:creationId xmlns:a16="http://schemas.microsoft.com/office/drawing/2014/main" id="{837D2C02-B3EB-2DE9-F456-16BE4E27770B}"/>
                  </a:ext>
                </a:extLst>
              </p:cNvPr>
              <p:cNvSpPr/>
              <p:nvPr/>
            </p:nvSpPr>
            <p:spPr>
              <a:xfrm>
                <a:off x="5894466" y="2926705"/>
                <a:ext cx="161078" cy="163789"/>
              </a:xfrm>
              <a:custGeom>
                <a:avLst/>
                <a:gdLst/>
                <a:ahLst/>
                <a:cxnLst/>
                <a:rect l="l" t="t" r="r" b="b"/>
                <a:pathLst>
                  <a:path w="4635" h="4713" extrusionOk="0">
                    <a:moveTo>
                      <a:pt x="2310" y="1165"/>
                    </a:moveTo>
                    <a:cubicBezTo>
                      <a:pt x="2893" y="1165"/>
                      <a:pt x="3403" y="1609"/>
                      <a:pt x="3481" y="2208"/>
                    </a:cubicBezTo>
                    <a:cubicBezTo>
                      <a:pt x="3573" y="2859"/>
                      <a:pt x="3128" y="3446"/>
                      <a:pt x="2477" y="3566"/>
                    </a:cubicBezTo>
                    <a:cubicBezTo>
                      <a:pt x="2426" y="3573"/>
                      <a:pt x="2375" y="3576"/>
                      <a:pt x="2325" y="3576"/>
                    </a:cubicBezTo>
                    <a:cubicBezTo>
                      <a:pt x="1742" y="3576"/>
                      <a:pt x="1232" y="3133"/>
                      <a:pt x="1154" y="2534"/>
                    </a:cubicBezTo>
                    <a:cubicBezTo>
                      <a:pt x="1062" y="1883"/>
                      <a:pt x="1507" y="1267"/>
                      <a:pt x="2158" y="1175"/>
                    </a:cubicBezTo>
                    <a:cubicBezTo>
                      <a:pt x="2209" y="1169"/>
                      <a:pt x="2260" y="1165"/>
                      <a:pt x="2310" y="1165"/>
                    </a:cubicBezTo>
                    <a:close/>
                    <a:moveTo>
                      <a:pt x="2392" y="1"/>
                    </a:moveTo>
                    <a:lnTo>
                      <a:pt x="2392" y="58"/>
                    </a:lnTo>
                    <a:cubicBezTo>
                      <a:pt x="2420" y="263"/>
                      <a:pt x="2272" y="468"/>
                      <a:pt x="2066" y="496"/>
                    </a:cubicBezTo>
                    <a:cubicBezTo>
                      <a:pt x="2046" y="500"/>
                      <a:pt x="2026" y="501"/>
                      <a:pt x="2007" y="501"/>
                    </a:cubicBezTo>
                    <a:cubicBezTo>
                      <a:pt x="1828" y="501"/>
                      <a:pt x="1682" y="359"/>
                      <a:pt x="1656" y="142"/>
                    </a:cubicBezTo>
                    <a:cubicBezTo>
                      <a:pt x="1628" y="142"/>
                      <a:pt x="1628" y="114"/>
                      <a:pt x="1628" y="114"/>
                    </a:cubicBezTo>
                    <a:cubicBezTo>
                      <a:pt x="1507" y="142"/>
                      <a:pt x="1359" y="206"/>
                      <a:pt x="1210" y="291"/>
                    </a:cubicBezTo>
                    <a:cubicBezTo>
                      <a:pt x="1239" y="291"/>
                      <a:pt x="1239" y="291"/>
                      <a:pt x="1239" y="319"/>
                    </a:cubicBezTo>
                    <a:cubicBezTo>
                      <a:pt x="1387" y="496"/>
                      <a:pt x="1359" y="737"/>
                      <a:pt x="1182" y="850"/>
                    </a:cubicBezTo>
                    <a:cubicBezTo>
                      <a:pt x="1105" y="914"/>
                      <a:pt x="1017" y="946"/>
                      <a:pt x="933" y="946"/>
                    </a:cubicBezTo>
                    <a:cubicBezTo>
                      <a:pt x="823" y="946"/>
                      <a:pt x="719" y="893"/>
                      <a:pt x="651" y="793"/>
                    </a:cubicBezTo>
                    <a:lnTo>
                      <a:pt x="623" y="765"/>
                    </a:lnTo>
                    <a:cubicBezTo>
                      <a:pt x="531" y="850"/>
                      <a:pt x="418" y="998"/>
                      <a:pt x="354" y="1119"/>
                    </a:cubicBezTo>
                    <a:lnTo>
                      <a:pt x="390" y="1119"/>
                    </a:lnTo>
                    <a:cubicBezTo>
                      <a:pt x="595" y="1204"/>
                      <a:pt x="680" y="1444"/>
                      <a:pt x="595" y="1649"/>
                    </a:cubicBezTo>
                    <a:cubicBezTo>
                      <a:pt x="546" y="1784"/>
                      <a:pt x="399" y="1886"/>
                      <a:pt x="241" y="1886"/>
                    </a:cubicBezTo>
                    <a:cubicBezTo>
                      <a:pt x="192" y="1886"/>
                      <a:pt x="141" y="1876"/>
                      <a:pt x="93" y="1854"/>
                    </a:cubicBezTo>
                    <a:lnTo>
                      <a:pt x="64" y="1826"/>
                    </a:lnTo>
                    <a:cubicBezTo>
                      <a:pt x="36" y="1975"/>
                      <a:pt x="1" y="2123"/>
                      <a:pt x="1" y="2265"/>
                    </a:cubicBezTo>
                    <a:lnTo>
                      <a:pt x="36" y="2265"/>
                    </a:lnTo>
                    <a:cubicBezTo>
                      <a:pt x="55" y="2262"/>
                      <a:pt x="74" y="2261"/>
                      <a:pt x="92" y="2261"/>
                    </a:cubicBezTo>
                    <a:cubicBezTo>
                      <a:pt x="298" y="2261"/>
                      <a:pt x="449" y="2402"/>
                      <a:pt x="475" y="2590"/>
                    </a:cubicBezTo>
                    <a:cubicBezTo>
                      <a:pt x="503" y="2831"/>
                      <a:pt x="354" y="3008"/>
                      <a:pt x="149" y="3036"/>
                    </a:cubicBezTo>
                    <a:lnTo>
                      <a:pt x="93" y="3036"/>
                    </a:lnTo>
                    <a:cubicBezTo>
                      <a:pt x="149" y="3184"/>
                      <a:pt x="213" y="3326"/>
                      <a:pt x="269" y="3474"/>
                    </a:cubicBezTo>
                    <a:cubicBezTo>
                      <a:pt x="269" y="3446"/>
                      <a:pt x="298" y="3446"/>
                      <a:pt x="298" y="3446"/>
                    </a:cubicBezTo>
                    <a:cubicBezTo>
                      <a:pt x="375" y="3381"/>
                      <a:pt x="462" y="3350"/>
                      <a:pt x="549" y="3350"/>
                    </a:cubicBezTo>
                    <a:cubicBezTo>
                      <a:pt x="662" y="3350"/>
                      <a:pt x="773" y="3403"/>
                      <a:pt x="857" y="3503"/>
                    </a:cubicBezTo>
                    <a:cubicBezTo>
                      <a:pt x="977" y="3680"/>
                      <a:pt x="949" y="3920"/>
                      <a:pt x="772" y="4033"/>
                    </a:cubicBezTo>
                    <a:cubicBezTo>
                      <a:pt x="772" y="4069"/>
                      <a:pt x="743" y="4069"/>
                      <a:pt x="743" y="4097"/>
                    </a:cubicBezTo>
                    <a:cubicBezTo>
                      <a:pt x="828" y="4182"/>
                      <a:pt x="977" y="4274"/>
                      <a:pt x="1097" y="4359"/>
                    </a:cubicBezTo>
                    <a:cubicBezTo>
                      <a:pt x="1097" y="4359"/>
                      <a:pt x="1097" y="4330"/>
                      <a:pt x="1125" y="4302"/>
                    </a:cubicBezTo>
                    <a:cubicBezTo>
                      <a:pt x="1169" y="4167"/>
                      <a:pt x="1315" y="4065"/>
                      <a:pt x="1460" y="4065"/>
                    </a:cubicBezTo>
                    <a:cubicBezTo>
                      <a:pt x="1505" y="4065"/>
                      <a:pt x="1550" y="4075"/>
                      <a:pt x="1592" y="4097"/>
                    </a:cubicBezTo>
                    <a:cubicBezTo>
                      <a:pt x="1805" y="4182"/>
                      <a:pt x="1889" y="4387"/>
                      <a:pt x="1833" y="4599"/>
                    </a:cubicBezTo>
                    <a:cubicBezTo>
                      <a:pt x="1805" y="4628"/>
                      <a:pt x="1805" y="4656"/>
                      <a:pt x="1805" y="4656"/>
                    </a:cubicBezTo>
                    <a:cubicBezTo>
                      <a:pt x="1946" y="4684"/>
                      <a:pt x="2095" y="4712"/>
                      <a:pt x="2243" y="4712"/>
                    </a:cubicBezTo>
                    <a:lnTo>
                      <a:pt x="2243" y="4656"/>
                    </a:lnTo>
                    <a:cubicBezTo>
                      <a:pt x="2215" y="4451"/>
                      <a:pt x="2363" y="4246"/>
                      <a:pt x="2569" y="4210"/>
                    </a:cubicBezTo>
                    <a:cubicBezTo>
                      <a:pt x="2585" y="4208"/>
                      <a:pt x="2602" y="4207"/>
                      <a:pt x="2618" y="4207"/>
                    </a:cubicBezTo>
                    <a:cubicBezTo>
                      <a:pt x="2802" y="4207"/>
                      <a:pt x="2953" y="4350"/>
                      <a:pt x="2979" y="4564"/>
                    </a:cubicBezTo>
                    <a:cubicBezTo>
                      <a:pt x="3007" y="4564"/>
                      <a:pt x="3007" y="4599"/>
                      <a:pt x="2979" y="4628"/>
                    </a:cubicBezTo>
                    <a:cubicBezTo>
                      <a:pt x="3156" y="4564"/>
                      <a:pt x="3276" y="4507"/>
                      <a:pt x="3425" y="4451"/>
                    </a:cubicBezTo>
                    <a:cubicBezTo>
                      <a:pt x="3396" y="4422"/>
                      <a:pt x="3396" y="4422"/>
                      <a:pt x="3396" y="4387"/>
                    </a:cubicBezTo>
                    <a:cubicBezTo>
                      <a:pt x="3248" y="4210"/>
                      <a:pt x="3276" y="3977"/>
                      <a:pt x="3453" y="3856"/>
                    </a:cubicBezTo>
                    <a:cubicBezTo>
                      <a:pt x="3529" y="3796"/>
                      <a:pt x="3615" y="3766"/>
                      <a:pt x="3698" y="3766"/>
                    </a:cubicBezTo>
                    <a:cubicBezTo>
                      <a:pt x="3809" y="3766"/>
                      <a:pt x="3915" y="3819"/>
                      <a:pt x="3984" y="3920"/>
                    </a:cubicBezTo>
                    <a:cubicBezTo>
                      <a:pt x="4012" y="3948"/>
                      <a:pt x="4012" y="3948"/>
                      <a:pt x="4012" y="3977"/>
                    </a:cubicBezTo>
                    <a:cubicBezTo>
                      <a:pt x="4132" y="3856"/>
                      <a:pt x="4217" y="3743"/>
                      <a:pt x="4309" y="3595"/>
                    </a:cubicBezTo>
                    <a:lnTo>
                      <a:pt x="4245" y="3595"/>
                    </a:lnTo>
                    <a:cubicBezTo>
                      <a:pt x="4040" y="3503"/>
                      <a:pt x="3955" y="3269"/>
                      <a:pt x="4040" y="3064"/>
                    </a:cubicBezTo>
                    <a:cubicBezTo>
                      <a:pt x="4089" y="2929"/>
                      <a:pt x="4236" y="2827"/>
                      <a:pt x="4394" y="2827"/>
                    </a:cubicBezTo>
                    <a:cubicBezTo>
                      <a:pt x="4443" y="2827"/>
                      <a:pt x="4494" y="2837"/>
                      <a:pt x="4542" y="2859"/>
                    </a:cubicBezTo>
                    <a:lnTo>
                      <a:pt x="4571" y="2887"/>
                    </a:lnTo>
                    <a:cubicBezTo>
                      <a:pt x="4599" y="2739"/>
                      <a:pt x="4634" y="2590"/>
                      <a:pt x="4634" y="2413"/>
                    </a:cubicBezTo>
                    <a:lnTo>
                      <a:pt x="4634" y="2413"/>
                    </a:lnTo>
                    <a:cubicBezTo>
                      <a:pt x="4634" y="2442"/>
                      <a:pt x="4599" y="2442"/>
                      <a:pt x="4599" y="2442"/>
                    </a:cubicBezTo>
                    <a:cubicBezTo>
                      <a:pt x="4576" y="2445"/>
                      <a:pt x="4553" y="2447"/>
                      <a:pt x="4531" y="2447"/>
                    </a:cubicBezTo>
                    <a:cubicBezTo>
                      <a:pt x="4332" y="2447"/>
                      <a:pt x="4186" y="2308"/>
                      <a:pt x="4160" y="2123"/>
                    </a:cubicBezTo>
                    <a:cubicBezTo>
                      <a:pt x="4132" y="1883"/>
                      <a:pt x="4281" y="1706"/>
                      <a:pt x="4486" y="1678"/>
                    </a:cubicBezTo>
                    <a:lnTo>
                      <a:pt x="4542" y="1678"/>
                    </a:lnTo>
                    <a:cubicBezTo>
                      <a:pt x="4486" y="1529"/>
                      <a:pt x="4422" y="1380"/>
                      <a:pt x="4366" y="1239"/>
                    </a:cubicBezTo>
                    <a:lnTo>
                      <a:pt x="4337" y="1267"/>
                    </a:lnTo>
                    <a:cubicBezTo>
                      <a:pt x="4262" y="1330"/>
                      <a:pt x="4177" y="1360"/>
                      <a:pt x="4092" y="1360"/>
                    </a:cubicBezTo>
                    <a:cubicBezTo>
                      <a:pt x="3977" y="1360"/>
                      <a:pt x="3864" y="1305"/>
                      <a:pt x="3778" y="1204"/>
                    </a:cubicBezTo>
                    <a:cubicBezTo>
                      <a:pt x="3658" y="1027"/>
                      <a:pt x="3686" y="793"/>
                      <a:pt x="3863" y="645"/>
                    </a:cubicBezTo>
                    <a:lnTo>
                      <a:pt x="3892" y="645"/>
                    </a:lnTo>
                    <a:cubicBezTo>
                      <a:pt x="3778" y="531"/>
                      <a:pt x="3658" y="440"/>
                      <a:pt x="3538" y="355"/>
                    </a:cubicBezTo>
                    <a:cubicBezTo>
                      <a:pt x="3538" y="383"/>
                      <a:pt x="3538" y="383"/>
                      <a:pt x="3510" y="411"/>
                    </a:cubicBezTo>
                    <a:cubicBezTo>
                      <a:pt x="3466" y="546"/>
                      <a:pt x="3320" y="648"/>
                      <a:pt x="3159" y="648"/>
                    </a:cubicBezTo>
                    <a:cubicBezTo>
                      <a:pt x="3109" y="648"/>
                      <a:pt x="3058" y="638"/>
                      <a:pt x="3007" y="616"/>
                    </a:cubicBezTo>
                    <a:cubicBezTo>
                      <a:pt x="2830" y="531"/>
                      <a:pt x="2745" y="291"/>
                      <a:pt x="2802" y="114"/>
                    </a:cubicBezTo>
                    <a:cubicBezTo>
                      <a:pt x="2830" y="86"/>
                      <a:pt x="2830" y="86"/>
                      <a:pt x="2830" y="58"/>
                    </a:cubicBezTo>
                    <a:cubicBezTo>
                      <a:pt x="2689" y="29"/>
                      <a:pt x="2540" y="29"/>
                      <a:pt x="23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1">
                <a:extLst>
                  <a:ext uri="{FF2B5EF4-FFF2-40B4-BE49-F238E27FC236}">
                    <a16:creationId xmlns:a16="http://schemas.microsoft.com/office/drawing/2014/main" id="{9D81BBCE-CB6A-72C3-BB26-2068B2A76BBD}"/>
                  </a:ext>
                </a:extLst>
              </p:cNvPr>
              <p:cNvSpPr/>
              <p:nvPr/>
            </p:nvSpPr>
            <p:spPr>
              <a:xfrm>
                <a:off x="5923241" y="2959407"/>
                <a:ext cx="103528" cy="98384"/>
              </a:xfrm>
              <a:custGeom>
                <a:avLst/>
                <a:gdLst/>
                <a:ahLst/>
                <a:cxnLst/>
                <a:rect l="l" t="t" r="r" b="b"/>
                <a:pathLst>
                  <a:path w="2979" h="2831" extrusionOk="0">
                    <a:moveTo>
                      <a:pt x="1507" y="57"/>
                    </a:moveTo>
                    <a:cubicBezTo>
                      <a:pt x="2151" y="57"/>
                      <a:pt x="2710" y="560"/>
                      <a:pt x="2802" y="1239"/>
                    </a:cubicBezTo>
                    <a:cubicBezTo>
                      <a:pt x="2922" y="1975"/>
                      <a:pt x="2391" y="2682"/>
                      <a:pt x="1684" y="2774"/>
                    </a:cubicBezTo>
                    <a:lnTo>
                      <a:pt x="1472" y="2774"/>
                    </a:lnTo>
                    <a:cubicBezTo>
                      <a:pt x="828" y="2774"/>
                      <a:pt x="269" y="2272"/>
                      <a:pt x="177" y="1621"/>
                    </a:cubicBezTo>
                    <a:cubicBezTo>
                      <a:pt x="57" y="857"/>
                      <a:pt x="588" y="178"/>
                      <a:pt x="1295" y="86"/>
                    </a:cubicBezTo>
                    <a:cubicBezTo>
                      <a:pt x="1359" y="57"/>
                      <a:pt x="1415" y="57"/>
                      <a:pt x="1507" y="57"/>
                    </a:cubicBezTo>
                    <a:close/>
                    <a:moveTo>
                      <a:pt x="1507" y="1"/>
                    </a:moveTo>
                    <a:cubicBezTo>
                      <a:pt x="1415" y="1"/>
                      <a:pt x="1359" y="1"/>
                      <a:pt x="1295" y="29"/>
                    </a:cubicBezTo>
                    <a:cubicBezTo>
                      <a:pt x="531" y="121"/>
                      <a:pt x="0" y="857"/>
                      <a:pt x="121" y="1621"/>
                    </a:cubicBezTo>
                    <a:cubicBezTo>
                      <a:pt x="206" y="2328"/>
                      <a:pt x="800" y="2831"/>
                      <a:pt x="1472" y="2831"/>
                    </a:cubicBezTo>
                    <a:lnTo>
                      <a:pt x="1684" y="2831"/>
                    </a:lnTo>
                    <a:cubicBezTo>
                      <a:pt x="2448" y="2710"/>
                      <a:pt x="2979" y="2003"/>
                      <a:pt x="2858" y="1239"/>
                    </a:cubicBezTo>
                    <a:cubicBezTo>
                      <a:pt x="2773" y="531"/>
                      <a:pt x="2179" y="1"/>
                      <a:pt x="15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 name="Google Shape;925;p41">
              <a:extLst>
                <a:ext uri="{FF2B5EF4-FFF2-40B4-BE49-F238E27FC236}">
                  <a16:creationId xmlns:a16="http://schemas.microsoft.com/office/drawing/2014/main" id="{5A2447AB-A5D8-961F-0441-206CCD690CA1}"/>
                </a:ext>
              </a:extLst>
            </p:cNvPr>
            <p:cNvGrpSpPr/>
            <p:nvPr/>
          </p:nvGrpSpPr>
          <p:grpSpPr>
            <a:xfrm>
              <a:off x="7790216" y="1173355"/>
              <a:ext cx="522575" cy="528230"/>
              <a:chOff x="5695820" y="2175629"/>
              <a:chExt cx="182451" cy="184432"/>
            </a:xfrm>
          </p:grpSpPr>
          <p:sp>
            <p:nvSpPr>
              <p:cNvPr id="926" name="Google Shape;926;p41">
                <a:extLst>
                  <a:ext uri="{FF2B5EF4-FFF2-40B4-BE49-F238E27FC236}">
                    <a16:creationId xmlns:a16="http://schemas.microsoft.com/office/drawing/2014/main" id="{588943B4-66D0-87E1-CA70-D6214E89CAED}"/>
                  </a:ext>
                </a:extLst>
              </p:cNvPr>
              <p:cNvSpPr/>
              <p:nvPr/>
            </p:nvSpPr>
            <p:spPr>
              <a:xfrm>
                <a:off x="5695820" y="2175629"/>
                <a:ext cx="182451" cy="184432"/>
              </a:xfrm>
              <a:custGeom>
                <a:avLst/>
                <a:gdLst/>
                <a:ahLst/>
                <a:cxnLst/>
                <a:rect l="l" t="t" r="r" b="b"/>
                <a:pathLst>
                  <a:path w="5250" h="5307" extrusionOk="0">
                    <a:moveTo>
                      <a:pt x="2625" y="828"/>
                    </a:moveTo>
                    <a:cubicBezTo>
                      <a:pt x="3594" y="828"/>
                      <a:pt x="4394" y="1628"/>
                      <a:pt x="4394" y="2625"/>
                    </a:cubicBezTo>
                    <a:cubicBezTo>
                      <a:pt x="4422" y="3630"/>
                      <a:pt x="3630" y="4458"/>
                      <a:pt x="2625" y="4458"/>
                    </a:cubicBezTo>
                    <a:cubicBezTo>
                      <a:pt x="1649" y="4458"/>
                      <a:pt x="857" y="3658"/>
                      <a:pt x="857" y="2654"/>
                    </a:cubicBezTo>
                    <a:cubicBezTo>
                      <a:pt x="828" y="1656"/>
                      <a:pt x="1621" y="857"/>
                      <a:pt x="2625" y="828"/>
                    </a:cubicBezTo>
                    <a:close/>
                    <a:moveTo>
                      <a:pt x="2179" y="1"/>
                    </a:moveTo>
                    <a:cubicBezTo>
                      <a:pt x="2003" y="36"/>
                      <a:pt x="1861" y="64"/>
                      <a:pt x="1684" y="121"/>
                    </a:cubicBezTo>
                    <a:cubicBezTo>
                      <a:pt x="1713" y="149"/>
                      <a:pt x="1713" y="149"/>
                      <a:pt x="1713" y="178"/>
                    </a:cubicBezTo>
                    <a:cubicBezTo>
                      <a:pt x="1826" y="390"/>
                      <a:pt x="1769" y="652"/>
                      <a:pt x="1564" y="772"/>
                    </a:cubicBezTo>
                    <a:cubicBezTo>
                      <a:pt x="1494" y="810"/>
                      <a:pt x="1417" y="829"/>
                      <a:pt x="1341" y="829"/>
                    </a:cubicBezTo>
                    <a:cubicBezTo>
                      <a:pt x="1194" y="829"/>
                      <a:pt x="1051" y="759"/>
                      <a:pt x="977" y="623"/>
                    </a:cubicBezTo>
                    <a:cubicBezTo>
                      <a:pt x="941" y="595"/>
                      <a:pt x="941" y="595"/>
                      <a:pt x="941" y="567"/>
                    </a:cubicBezTo>
                    <a:cubicBezTo>
                      <a:pt x="800" y="680"/>
                      <a:pt x="680" y="800"/>
                      <a:pt x="588" y="949"/>
                    </a:cubicBezTo>
                    <a:cubicBezTo>
                      <a:pt x="588" y="949"/>
                      <a:pt x="623" y="949"/>
                      <a:pt x="623" y="977"/>
                    </a:cubicBezTo>
                    <a:cubicBezTo>
                      <a:pt x="828" y="1097"/>
                      <a:pt x="913" y="1359"/>
                      <a:pt x="800" y="1564"/>
                    </a:cubicBezTo>
                    <a:cubicBezTo>
                      <a:pt x="716" y="1707"/>
                      <a:pt x="561" y="1795"/>
                      <a:pt x="396" y="1795"/>
                    </a:cubicBezTo>
                    <a:cubicBezTo>
                      <a:pt x="323" y="1795"/>
                      <a:pt x="249" y="1778"/>
                      <a:pt x="177" y="1741"/>
                    </a:cubicBezTo>
                    <a:cubicBezTo>
                      <a:pt x="177" y="1713"/>
                      <a:pt x="149" y="1713"/>
                      <a:pt x="149" y="1713"/>
                    </a:cubicBezTo>
                    <a:cubicBezTo>
                      <a:pt x="93" y="1861"/>
                      <a:pt x="29" y="2038"/>
                      <a:pt x="1" y="2215"/>
                    </a:cubicBezTo>
                    <a:lnTo>
                      <a:pt x="57" y="2215"/>
                    </a:lnTo>
                    <a:cubicBezTo>
                      <a:pt x="298" y="2215"/>
                      <a:pt x="503" y="2392"/>
                      <a:pt x="503" y="2654"/>
                    </a:cubicBezTo>
                    <a:cubicBezTo>
                      <a:pt x="503" y="2894"/>
                      <a:pt x="326" y="3099"/>
                      <a:pt x="57" y="3099"/>
                    </a:cubicBezTo>
                    <a:lnTo>
                      <a:pt x="1" y="3099"/>
                    </a:lnTo>
                    <a:cubicBezTo>
                      <a:pt x="29" y="3276"/>
                      <a:pt x="93" y="3425"/>
                      <a:pt x="149" y="3602"/>
                    </a:cubicBezTo>
                    <a:cubicBezTo>
                      <a:pt x="149" y="3602"/>
                      <a:pt x="177" y="3573"/>
                      <a:pt x="206" y="3573"/>
                    </a:cubicBezTo>
                    <a:cubicBezTo>
                      <a:pt x="277" y="3522"/>
                      <a:pt x="356" y="3498"/>
                      <a:pt x="434" y="3498"/>
                    </a:cubicBezTo>
                    <a:cubicBezTo>
                      <a:pt x="580" y="3498"/>
                      <a:pt x="721" y="3581"/>
                      <a:pt x="800" y="3715"/>
                    </a:cubicBezTo>
                    <a:cubicBezTo>
                      <a:pt x="913" y="3927"/>
                      <a:pt x="857" y="4189"/>
                      <a:pt x="651" y="4337"/>
                    </a:cubicBezTo>
                    <a:cubicBezTo>
                      <a:pt x="623" y="4337"/>
                      <a:pt x="588" y="4337"/>
                      <a:pt x="559" y="4366"/>
                    </a:cubicBezTo>
                    <a:cubicBezTo>
                      <a:pt x="680" y="4486"/>
                      <a:pt x="800" y="4634"/>
                      <a:pt x="941" y="4719"/>
                    </a:cubicBezTo>
                    <a:cubicBezTo>
                      <a:pt x="941" y="4719"/>
                      <a:pt x="977" y="4691"/>
                      <a:pt x="977" y="4663"/>
                    </a:cubicBezTo>
                    <a:cubicBezTo>
                      <a:pt x="1052" y="4527"/>
                      <a:pt x="1194" y="4454"/>
                      <a:pt x="1341" y="4454"/>
                    </a:cubicBezTo>
                    <a:cubicBezTo>
                      <a:pt x="1417" y="4454"/>
                      <a:pt x="1494" y="4473"/>
                      <a:pt x="1564" y="4514"/>
                    </a:cubicBezTo>
                    <a:cubicBezTo>
                      <a:pt x="1769" y="4634"/>
                      <a:pt x="1861" y="4896"/>
                      <a:pt x="1741" y="5101"/>
                    </a:cubicBezTo>
                    <a:cubicBezTo>
                      <a:pt x="1713" y="5130"/>
                      <a:pt x="1713" y="5130"/>
                      <a:pt x="1684" y="5165"/>
                    </a:cubicBezTo>
                    <a:cubicBezTo>
                      <a:pt x="1861" y="5222"/>
                      <a:pt x="2038" y="5278"/>
                      <a:pt x="2215" y="5306"/>
                    </a:cubicBezTo>
                    <a:cubicBezTo>
                      <a:pt x="2215" y="5278"/>
                      <a:pt x="2179" y="5250"/>
                      <a:pt x="2179" y="5222"/>
                    </a:cubicBezTo>
                    <a:cubicBezTo>
                      <a:pt x="2179" y="4988"/>
                      <a:pt x="2392" y="4776"/>
                      <a:pt x="2625" y="4776"/>
                    </a:cubicBezTo>
                    <a:cubicBezTo>
                      <a:pt x="2859" y="4776"/>
                      <a:pt x="3064" y="4988"/>
                      <a:pt x="3064" y="5222"/>
                    </a:cubicBezTo>
                    <a:lnTo>
                      <a:pt x="3064" y="5306"/>
                    </a:lnTo>
                    <a:cubicBezTo>
                      <a:pt x="3241" y="5278"/>
                      <a:pt x="3417" y="5222"/>
                      <a:pt x="3566" y="5165"/>
                    </a:cubicBezTo>
                    <a:cubicBezTo>
                      <a:pt x="3566" y="5130"/>
                      <a:pt x="3538" y="5130"/>
                      <a:pt x="3538" y="5101"/>
                    </a:cubicBezTo>
                    <a:cubicBezTo>
                      <a:pt x="3417" y="4896"/>
                      <a:pt x="3481" y="4599"/>
                      <a:pt x="3686" y="4486"/>
                    </a:cubicBezTo>
                    <a:cubicBezTo>
                      <a:pt x="3758" y="4444"/>
                      <a:pt x="3836" y="4424"/>
                      <a:pt x="3914" y="4424"/>
                    </a:cubicBezTo>
                    <a:cubicBezTo>
                      <a:pt x="4059" y="4424"/>
                      <a:pt x="4200" y="4496"/>
                      <a:pt x="4273" y="4634"/>
                    </a:cubicBezTo>
                    <a:cubicBezTo>
                      <a:pt x="4302" y="4663"/>
                      <a:pt x="4302" y="4691"/>
                      <a:pt x="4302" y="4719"/>
                    </a:cubicBezTo>
                    <a:cubicBezTo>
                      <a:pt x="4450" y="4599"/>
                      <a:pt x="4571" y="4458"/>
                      <a:pt x="4691" y="4337"/>
                    </a:cubicBezTo>
                    <a:cubicBezTo>
                      <a:pt x="4655" y="4309"/>
                      <a:pt x="4655" y="4309"/>
                      <a:pt x="4627" y="4309"/>
                    </a:cubicBezTo>
                    <a:cubicBezTo>
                      <a:pt x="4422" y="4189"/>
                      <a:pt x="4337" y="3927"/>
                      <a:pt x="4450" y="3686"/>
                    </a:cubicBezTo>
                    <a:cubicBezTo>
                      <a:pt x="4530" y="3551"/>
                      <a:pt x="4670" y="3480"/>
                      <a:pt x="4826" y="3480"/>
                    </a:cubicBezTo>
                    <a:cubicBezTo>
                      <a:pt x="4907" y="3480"/>
                      <a:pt x="4991" y="3499"/>
                      <a:pt x="5073" y="3538"/>
                    </a:cubicBezTo>
                    <a:cubicBezTo>
                      <a:pt x="5073" y="3538"/>
                      <a:pt x="5101" y="3538"/>
                      <a:pt x="5101" y="3573"/>
                    </a:cubicBezTo>
                    <a:cubicBezTo>
                      <a:pt x="5158" y="3396"/>
                      <a:pt x="5221" y="3220"/>
                      <a:pt x="5250" y="3043"/>
                    </a:cubicBezTo>
                    <a:lnTo>
                      <a:pt x="5250" y="3043"/>
                    </a:lnTo>
                    <a:cubicBezTo>
                      <a:pt x="5221" y="3071"/>
                      <a:pt x="5221" y="3071"/>
                      <a:pt x="5186" y="3071"/>
                    </a:cubicBezTo>
                    <a:cubicBezTo>
                      <a:pt x="4953" y="3071"/>
                      <a:pt x="4747" y="2866"/>
                      <a:pt x="4747" y="2625"/>
                    </a:cubicBezTo>
                    <a:cubicBezTo>
                      <a:pt x="4747" y="2364"/>
                      <a:pt x="4924" y="2187"/>
                      <a:pt x="5186" y="2187"/>
                    </a:cubicBezTo>
                    <a:lnTo>
                      <a:pt x="5250" y="2187"/>
                    </a:lnTo>
                    <a:cubicBezTo>
                      <a:pt x="5221" y="2010"/>
                      <a:pt x="5158" y="1833"/>
                      <a:pt x="5101" y="1684"/>
                    </a:cubicBezTo>
                    <a:cubicBezTo>
                      <a:pt x="5073" y="1684"/>
                      <a:pt x="5073" y="1684"/>
                      <a:pt x="5045" y="1713"/>
                    </a:cubicBezTo>
                    <a:cubicBezTo>
                      <a:pt x="4974" y="1753"/>
                      <a:pt x="4899" y="1772"/>
                      <a:pt x="4824" y="1772"/>
                    </a:cubicBezTo>
                    <a:cubicBezTo>
                      <a:pt x="4675" y="1772"/>
                      <a:pt x="4531" y="1692"/>
                      <a:pt x="4450" y="1536"/>
                    </a:cubicBezTo>
                    <a:cubicBezTo>
                      <a:pt x="4337" y="1331"/>
                      <a:pt x="4394" y="1062"/>
                      <a:pt x="4599" y="949"/>
                    </a:cubicBezTo>
                    <a:cubicBezTo>
                      <a:pt x="4627" y="920"/>
                      <a:pt x="4655" y="920"/>
                      <a:pt x="4655" y="920"/>
                    </a:cubicBezTo>
                    <a:cubicBezTo>
                      <a:pt x="4542" y="772"/>
                      <a:pt x="4422" y="652"/>
                      <a:pt x="4302" y="567"/>
                    </a:cubicBezTo>
                    <a:cubicBezTo>
                      <a:pt x="4273" y="567"/>
                      <a:pt x="4273" y="595"/>
                      <a:pt x="4273" y="595"/>
                    </a:cubicBezTo>
                    <a:cubicBezTo>
                      <a:pt x="4195" y="738"/>
                      <a:pt x="4040" y="822"/>
                      <a:pt x="3885" y="822"/>
                    </a:cubicBezTo>
                    <a:cubicBezTo>
                      <a:pt x="3817" y="822"/>
                      <a:pt x="3749" y="806"/>
                      <a:pt x="3686" y="772"/>
                    </a:cubicBezTo>
                    <a:cubicBezTo>
                      <a:pt x="3481" y="652"/>
                      <a:pt x="3389" y="390"/>
                      <a:pt x="3509" y="149"/>
                    </a:cubicBezTo>
                    <a:lnTo>
                      <a:pt x="3538" y="121"/>
                    </a:lnTo>
                    <a:cubicBezTo>
                      <a:pt x="3389" y="64"/>
                      <a:pt x="3212" y="1"/>
                      <a:pt x="3035" y="1"/>
                    </a:cubicBezTo>
                    <a:lnTo>
                      <a:pt x="3064" y="36"/>
                    </a:lnTo>
                    <a:cubicBezTo>
                      <a:pt x="3064" y="270"/>
                      <a:pt x="2859" y="475"/>
                      <a:pt x="2625" y="475"/>
                    </a:cubicBezTo>
                    <a:cubicBezTo>
                      <a:pt x="2392" y="475"/>
                      <a:pt x="2179" y="298"/>
                      <a:pt x="2179" y="36"/>
                    </a:cubicBezTo>
                    <a:lnTo>
                      <a:pt x="21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1">
                <a:extLst>
                  <a:ext uri="{FF2B5EF4-FFF2-40B4-BE49-F238E27FC236}">
                    <a16:creationId xmlns:a16="http://schemas.microsoft.com/office/drawing/2014/main" id="{1E45F7B1-E739-B9F2-C6CF-D839D99432F3}"/>
                  </a:ext>
                </a:extLst>
              </p:cNvPr>
              <p:cNvSpPr/>
              <p:nvPr/>
            </p:nvSpPr>
            <p:spPr>
              <a:xfrm>
                <a:off x="5710068" y="2196342"/>
                <a:ext cx="154927" cy="142937"/>
              </a:xfrm>
              <a:custGeom>
                <a:avLst/>
                <a:gdLst/>
                <a:ahLst/>
                <a:cxnLst/>
                <a:rect l="l" t="t" r="r" b="b"/>
                <a:pathLst>
                  <a:path w="4458" h="4113" extrusionOk="0">
                    <a:moveTo>
                      <a:pt x="2208" y="669"/>
                    </a:moveTo>
                    <a:cubicBezTo>
                      <a:pt x="2309" y="669"/>
                      <a:pt x="2411" y="681"/>
                      <a:pt x="2512" y="706"/>
                    </a:cubicBezTo>
                    <a:cubicBezTo>
                      <a:pt x="3248" y="883"/>
                      <a:pt x="3715" y="1619"/>
                      <a:pt x="3538" y="2355"/>
                    </a:cubicBezTo>
                    <a:cubicBezTo>
                      <a:pt x="3386" y="2986"/>
                      <a:pt x="2823" y="3425"/>
                      <a:pt x="2219" y="3425"/>
                    </a:cubicBezTo>
                    <a:cubicBezTo>
                      <a:pt x="2119" y="3425"/>
                      <a:pt x="2018" y="3413"/>
                      <a:pt x="1918" y="3388"/>
                    </a:cubicBezTo>
                    <a:cubicBezTo>
                      <a:pt x="1182" y="3239"/>
                      <a:pt x="708" y="2475"/>
                      <a:pt x="885" y="1739"/>
                    </a:cubicBezTo>
                    <a:cubicBezTo>
                      <a:pt x="1037" y="1103"/>
                      <a:pt x="1604" y="669"/>
                      <a:pt x="2208" y="669"/>
                    </a:cubicBezTo>
                    <a:close/>
                    <a:moveTo>
                      <a:pt x="2228" y="1"/>
                    </a:moveTo>
                    <a:cubicBezTo>
                      <a:pt x="1302" y="1"/>
                      <a:pt x="466" y="655"/>
                      <a:pt x="241" y="1591"/>
                    </a:cubicBezTo>
                    <a:cubicBezTo>
                      <a:pt x="1" y="2708"/>
                      <a:pt x="680" y="3798"/>
                      <a:pt x="1741" y="4067"/>
                    </a:cubicBezTo>
                    <a:cubicBezTo>
                      <a:pt x="1885" y="4098"/>
                      <a:pt x="2030" y="4113"/>
                      <a:pt x="2173" y="4113"/>
                    </a:cubicBezTo>
                    <a:cubicBezTo>
                      <a:pt x="3106" y="4113"/>
                      <a:pt x="3962" y="3473"/>
                      <a:pt x="4189" y="2503"/>
                    </a:cubicBezTo>
                    <a:cubicBezTo>
                      <a:pt x="4458" y="1414"/>
                      <a:pt x="3750" y="289"/>
                      <a:pt x="2689" y="56"/>
                    </a:cubicBezTo>
                    <a:cubicBezTo>
                      <a:pt x="2534" y="19"/>
                      <a:pt x="2380" y="1"/>
                      <a:pt x="2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1">
                <a:extLst>
                  <a:ext uri="{FF2B5EF4-FFF2-40B4-BE49-F238E27FC236}">
                    <a16:creationId xmlns:a16="http://schemas.microsoft.com/office/drawing/2014/main" id="{11B16BB1-5CFA-0DE2-282A-DE01A4647974}"/>
                  </a:ext>
                </a:extLst>
              </p:cNvPr>
              <p:cNvSpPr/>
              <p:nvPr/>
            </p:nvSpPr>
            <p:spPr>
              <a:xfrm>
                <a:off x="5724595" y="2209548"/>
                <a:ext cx="124935" cy="115830"/>
              </a:xfrm>
              <a:custGeom>
                <a:avLst/>
                <a:gdLst/>
                <a:ahLst/>
                <a:cxnLst/>
                <a:rect l="l" t="t" r="r" b="b"/>
                <a:pathLst>
                  <a:path w="3595" h="3333" extrusionOk="0">
                    <a:moveTo>
                      <a:pt x="1797" y="58"/>
                    </a:moveTo>
                    <a:cubicBezTo>
                      <a:pt x="1917" y="58"/>
                      <a:pt x="2031" y="86"/>
                      <a:pt x="2151" y="121"/>
                    </a:cubicBezTo>
                    <a:cubicBezTo>
                      <a:pt x="3007" y="298"/>
                      <a:pt x="3537" y="1182"/>
                      <a:pt x="3332" y="2031"/>
                    </a:cubicBezTo>
                    <a:cubicBezTo>
                      <a:pt x="3155" y="2739"/>
                      <a:pt x="2505" y="3269"/>
                      <a:pt x="1797" y="3269"/>
                    </a:cubicBezTo>
                    <a:cubicBezTo>
                      <a:pt x="1677" y="3269"/>
                      <a:pt x="1564" y="3241"/>
                      <a:pt x="1443" y="3213"/>
                    </a:cubicBezTo>
                    <a:cubicBezTo>
                      <a:pt x="587" y="3036"/>
                      <a:pt x="57" y="2180"/>
                      <a:pt x="262" y="1324"/>
                    </a:cubicBezTo>
                    <a:cubicBezTo>
                      <a:pt x="439" y="588"/>
                      <a:pt x="1090" y="58"/>
                      <a:pt x="1797" y="58"/>
                    </a:cubicBezTo>
                    <a:close/>
                    <a:moveTo>
                      <a:pt x="1797" y="1"/>
                    </a:moveTo>
                    <a:cubicBezTo>
                      <a:pt x="1061" y="1"/>
                      <a:pt x="382" y="560"/>
                      <a:pt x="205" y="1296"/>
                    </a:cubicBezTo>
                    <a:cubicBezTo>
                      <a:pt x="0" y="2180"/>
                      <a:pt x="559" y="3064"/>
                      <a:pt x="1443" y="3269"/>
                    </a:cubicBezTo>
                    <a:cubicBezTo>
                      <a:pt x="1564" y="3305"/>
                      <a:pt x="1677" y="3333"/>
                      <a:pt x="1797" y="3333"/>
                    </a:cubicBezTo>
                    <a:cubicBezTo>
                      <a:pt x="2533" y="3333"/>
                      <a:pt x="3212" y="2774"/>
                      <a:pt x="3389" y="2031"/>
                    </a:cubicBezTo>
                    <a:cubicBezTo>
                      <a:pt x="3594" y="1147"/>
                      <a:pt x="3035" y="263"/>
                      <a:pt x="2179" y="58"/>
                    </a:cubicBezTo>
                    <a:cubicBezTo>
                      <a:pt x="2031" y="29"/>
                      <a:pt x="1917" y="1"/>
                      <a:pt x="1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1">
              <a:extLst>
                <a:ext uri="{FF2B5EF4-FFF2-40B4-BE49-F238E27FC236}">
                  <a16:creationId xmlns:a16="http://schemas.microsoft.com/office/drawing/2014/main" id="{9A8F41C6-DF7F-43DF-D50D-CB25F81525D3}"/>
                </a:ext>
              </a:extLst>
            </p:cNvPr>
            <p:cNvGrpSpPr/>
            <p:nvPr/>
          </p:nvGrpSpPr>
          <p:grpSpPr>
            <a:xfrm>
              <a:off x="7112761" y="1457153"/>
              <a:ext cx="1499343" cy="988678"/>
              <a:chOff x="5561570" y="3414250"/>
              <a:chExt cx="523477" cy="345197"/>
            </a:xfrm>
          </p:grpSpPr>
          <p:sp>
            <p:nvSpPr>
              <p:cNvPr id="930" name="Google Shape;930;p41">
                <a:extLst>
                  <a:ext uri="{FF2B5EF4-FFF2-40B4-BE49-F238E27FC236}">
                    <a16:creationId xmlns:a16="http://schemas.microsoft.com/office/drawing/2014/main" id="{72211D97-4F9C-0FBA-E583-7B4F31327820}"/>
                  </a:ext>
                </a:extLst>
              </p:cNvPr>
              <p:cNvSpPr/>
              <p:nvPr/>
            </p:nvSpPr>
            <p:spPr>
              <a:xfrm>
                <a:off x="5561570" y="3414250"/>
                <a:ext cx="523477" cy="345197"/>
              </a:xfrm>
              <a:custGeom>
                <a:avLst/>
                <a:gdLst/>
                <a:ahLst/>
                <a:cxnLst/>
                <a:rect l="l" t="t" r="r" b="b"/>
                <a:pathLst>
                  <a:path w="15063" h="9933" extrusionOk="0">
                    <a:moveTo>
                      <a:pt x="178" y="0"/>
                    </a:moveTo>
                    <a:cubicBezTo>
                      <a:pt x="65" y="0"/>
                      <a:pt x="1" y="85"/>
                      <a:pt x="1" y="177"/>
                    </a:cubicBezTo>
                    <a:lnTo>
                      <a:pt x="1" y="9756"/>
                    </a:lnTo>
                    <a:cubicBezTo>
                      <a:pt x="1" y="9848"/>
                      <a:pt x="65" y="9933"/>
                      <a:pt x="178" y="9933"/>
                    </a:cubicBezTo>
                    <a:lnTo>
                      <a:pt x="14885" y="9933"/>
                    </a:lnTo>
                    <a:cubicBezTo>
                      <a:pt x="14977" y="9933"/>
                      <a:pt x="15062" y="9848"/>
                      <a:pt x="15062" y="9756"/>
                    </a:cubicBezTo>
                    <a:lnTo>
                      <a:pt x="15062" y="177"/>
                    </a:lnTo>
                    <a:cubicBezTo>
                      <a:pt x="15062" y="85"/>
                      <a:pt x="14977" y="0"/>
                      <a:pt x="148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1">
                <a:extLst>
                  <a:ext uri="{FF2B5EF4-FFF2-40B4-BE49-F238E27FC236}">
                    <a16:creationId xmlns:a16="http://schemas.microsoft.com/office/drawing/2014/main" id="{5BCE34A5-B424-1EAF-0C46-4C84250725E4}"/>
                  </a:ext>
                </a:extLst>
              </p:cNvPr>
              <p:cNvSpPr/>
              <p:nvPr/>
            </p:nvSpPr>
            <p:spPr>
              <a:xfrm>
                <a:off x="5609772" y="3650742"/>
                <a:ext cx="118784" cy="8410"/>
              </a:xfrm>
              <a:custGeom>
                <a:avLst/>
                <a:gdLst/>
                <a:ahLst/>
                <a:cxnLst/>
                <a:rect l="l" t="t" r="r" b="b"/>
                <a:pathLst>
                  <a:path w="3418" h="242" extrusionOk="0">
                    <a:moveTo>
                      <a:pt x="1" y="1"/>
                    </a:moveTo>
                    <a:lnTo>
                      <a:pt x="1" y="241"/>
                    </a:lnTo>
                    <a:lnTo>
                      <a:pt x="3417" y="241"/>
                    </a:lnTo>
                    <a:lnTo>
                      <a:pt x="34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1">
                <a:extLst>
                  <a:ext uri="{FF2B5EF4-FFF2-40B4-BE49-F238E27FC236}">
                    <a16:creationId xmlns:a16="http://schemas.microsoft.com/office/drawing/2014/main" id="{10D84CB9-7BB0-360A-CD85-7C1E6E936EAD}"/>
                  </a:ext>
                </a:extLst>
              </p:cNvPr>
              <p:cNvSpPr/>
              <p:nvPr/>
            </p:nvSpPr>
            <p:spPr>
              <a:xfrm>
                <a:off x="5748192" y="3650742"/>
                <a:ext cx="47958" cy="8410"/>
              </a:xfrm>
              <a:custGeom>
                <a:avLst/>
                <a:gdLst/>
                <a:ahLst/>
                <a:cxnLst/>
                <a:rect l="l" t="t" r="r" b="b"/>
                <a:pathLst>
                  <a:path w="1380" h="242" extrusionOk="0">
                    <a:moveTo>
                      <a:pt x="0" y="1"/>
                    </a:moveTo>
                    <a:lnTo>
                      <a:pt x="0" y="241"/>
                    </a:lnTo>
                    <a:lnTo>
                      <a:pt x="1380" y="241"/>
                    </a:lnTo>
                    <a:lnTo>
                      <a:pt x="13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1">
                <a:extLst>
                  <a:ext uri="{FF2B5EF4-FFF2-40B4-BE49-F238E27FC236}">
                    <a16:creationId xmlns:a16="http://schemas.microsoft.com/office/drawing/2014/main" id="{D14BB7EE-C97A-40CA-810F-21B719778A9F}"/>
                  </a:ext>
                </a:extLst>
              </p:cNvPr>
              <p:cNvSpPr/>
              <p:nvPr/>
            </p:nvSpPr>
            <p:spPr>
              <a:xfrm>
                <a:off x="5808419" y="3650742"/>
                <a:ext cx="30756" cy="8410"/>
              </a:xfrm>
              <a:custGeom>
                <a:avLst/>
                <a:gdLst/>
                <a:ahLst/>
                <a:cxnLst/>
                <a:rect l="l" t="t" r="r" b="b"/>
                <a:pathLst>
                  <a:path w="885" h="242" extrusionOk="0">
                    <a:moveTo>
                      <a:pt x="1" y="1"/>
                    </a:moveTo>
                    <a:lnTo>
                      <a:pt x="1" y="241"/>
                    </a:lnTo>
                    <a:lnTo>
                      <a:pt x="885" y="241"/>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1">
                <a:extLst>
                  <a:ext uri="{FF2B5EF4-FFF2-40B4-BE49-F238E27FC236}">
                    <a16:creationId xmlns:a16="http://schemas.microsoft.com/office/drawing/2014/main" id="{5266ED89-927F-41D5-11C3-099D8DA2D460}"/>
                  </a:ext>
                </a:extLst>
              </p:cNvPr>
              <p:cNvSpPr/>
              <p:nvPr/>
            </p:nvSpPr>
            <p:spPr>
              <a:xfrm>
                <a:off x="5848488" y="3650742"/>
                <a:ext cx="12337" cy="8410"/>
              </a:xfrm>
              <a:custGeom>
                <a:avLst/>
                <a:gdLst/>
                <a:ahLst/>
                <a:cxnLst/>
                <a:rect l="l" t="t" r="r" b="b"/>
                <a:pathLst>
                  <a:path w="355" h="242" extrusionOk="0">
                    <a:moveTo>
                      <a:pt x="1" y="1"/>
                    </a:moveTo>
                    <a:lnTo>
                      <a:pt x="1" y="241"/>
                    </a:lnTo>
                    <a:lnTo>
                      <a:pt x="354" y="241"/>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1">
                <a:extLst>
                  <a:ext uri="{FF2B5EF4-FFF2-40B4-BE49-F238E27FC236}">
                    <a16:creationId xmlns:a16="http://schemas.microsoft.com/office/drawing/2014/main" id="{DBEFD07E-A65E-4BA7-B5A4-3F697469001D}"/>
                  </a:ext>
                </a:extLst>
              </p:cNvPr>
              <p:cNvSpPr/>
              <p:nvPr/>
            </p:nvSpPr>
            <p:spPr>
              <a:xfrm>
                <a:off x="5878237" y="3650742"/>
                <a:ext cx="126916" cy="8410"/>
              </a:xfrm>
              <a:custGeom>
                <a:avLst/>
                <a:gdLst/>
                <a:ahLst/>
                <a:cxnLst/>
                <a:rect l="l" t="t" r="r" b="b"/>
                <a:pathLst>
                  <a:path w="3652" h="242" extrusionOk="0">
                    <a:moveTo>
                      <a:pt x="1" y="1"/>
                    </a:moveTo>
                    <a:lnTo>
                      <a:pt x="1" y="241"/>
                    </a:lnTo>
                    <a:lnTo>
                      <a:pt x="3651" y="241"/>
                    </a:lnTo>
                    <a:lnTo>
                      <a:pt x="36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1">
                <a:extLst>
                  <a:ext uri="{FF2B5EF4-FFF2-40B4-BE49-F238E27FC236}">
                    <a16:creationId xmlns:a16="http://schemas.microsoft.com/office/drawing/2014/main" id="{B8B5D705-2447-C823-2828-F5FC363F1641}"/>
                  </a:ext>
                </a:extLst>
              </p:cNvPr>
              <p:cNvSpPr/>
              <p:nvPr/>
            </p:nvSpPr>
            <p:spPr>
              <a:xfrm>
                <a:off x="5712293" y="3620021"/>
                <a:ext cx="135257" cy="9383"/>
              </a:xfrm>
              <a:custGeom>
                <a:avLst/>
                <a:gdLst/>
                <a:ahLst/>
                <a:cxnLst/>
                <a:rect l="l" t="t" r="r" b="b"/>
                <a:pathLst>
                  <a:path w="3892" h="270" extrusionOk="0">
                    <a:moveTo>
                      <a:pt x="1" y="1"/>
                    </a:moveTo>
                    <a:lnTo>
                      <a:pt x="1" y="269"/>
                    </a:lnTo>
                    <a:lnTo>
                      <a:pt x="3891" y="269"/>
                    </a:lnTo>
                    <a:lnTo>
                      <a:pt x="38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1">
                <a:extLst>
                  <a:ext uri="{FF2B5EF4-FFF2-40B4-BE49-F238E27FC236}">
                    <a16:creationId xmlns:a16="http://schemas.microsoft.com/office/drawing/2014/main" id="{082617E5-772D-B23B-1FB6-F7DEF9523A57}"/>
                  </a:ext>
                </a:extLst>
              </p:cNvPr>
              <p:cNvSpPr/>
              <p:nvPr/>
            </p:nvSpPr>
            <p:spPr>
              <a:xfrm>
                <a:off x="5869896" y="3623218"/>
                <a:ext cx="14527" cy="9140"/>
              </a:xfrm>
              <a:custGeom>
                <a:avLst/>
                <a:gdLst/>
                <a:ahLst/>
                <a:cxnLst/>
                <a:rect l="l" t="t" r="r" b="b"/>
                <a:pathLst>
                  <a:path w="418" h="263" extrusionOk="0">
                    <a:moveTo>
                      <a:pt x="0" y="1"/>
                    </a:moveTo>
                    <a:lnTo>
                      <a:pt x="0" y="262"/>
                    </a:lnTo>
                    <a:lnTo>
                      <a:pt x="418" y="262"/>
                    </a:lnTo>
                    <a:lnTo>
                      <a:pt x="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1">
                <a:extLst>
                  <a:ext uri="{FF2B5EF4-FFF2-40B4-BE49-F238E27FC236}">
                    <a16:creationId xmlns:a16="http://schemas.microsoft.com/office/drawing/2014/main" id="{CDDE06FB-AF4C-1F73-EABC-8D6C667A4402}"/>
                  </a:ext>
                </a:extLst>
              </p:cNvPr>
              <p:cNvSpPr/>
              <p:nvPr/>
            </p:nvSpPr>
            <p:spPr>
              <a:xfrm>
                <a:off x="5912920" y="3623218"/>
                <a:ext cx="67628" cy="9140"/>
              </a:xfrm>
              <a:custGeom>
                <a:avLst/>
                <a:gdLst/>
                <a:ahLst/>
                <a:cxnLst/>
                <a:rect l="l" t="t" r="r" b="b"/>
                <a:pathLst>
                  <a:path w="1946" h="263" extrusionOk="0">
                    <a:moveTo>
                      <a:pt x="0" y="1"/>
                    </a:moveTo>
                    <a:lnTo>
                      <a:pt x="0" y="262"/>
                    </a:lnTo>
                    <a:lnTo>
                      <a:pt x="1946" y="262"/>
                    </a:lnTo>
                    <a:lnTo>
                      <a:pt x="19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1">
                <a:extLst>
                  <a:ext uri="{FF2B5EF4-FFF2-40B4-BE49-F238E27FC236}">
                    <a16:creationId xmlns:a16="http://schemas.microsoft.com/office/drawing/2014/main" id="{B601670C-EBA5-18FB-5C45-9DC85A21BFB7}"/>
                  </a:ext>
                </a:extLst>
              </p:cNvPr>
              <p:cNvSpPr/>
              <p:nvPr/>
            </p:nvSpPr>
            <p:spPr>
              <a:xfrm>
                <a:off x="6002165" y="3623218"/>
                <a:ext cx="39861" cy="9140"/>
              </a:xfrm>
              <a:custGeom>
                <a:avLst/>
                <a:gdLst/>
                <a:ahLst/>
                <a:cxnLst/>
                <a:rect l="l" t="t" r="r" b="b"/>
                <a:pathLst>
                  <a:path w="1147" h="263" extrusionOk="0">
                    <a:moveTo>
                      <a:pt x="0" y="1"/>
                    </a:moveTo>
                    <a:lnTo>
                      <a:pt x="0" y="262"/>
                    </a:lnTo>
                    <a:lnTo>
                      <a:pt x="1146" y="262"/>
                    </a:lnTo>
                    <a:lnTo>
                      <a:pt x="11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1">
                <a:extLst>
                  <a:ext uri="{FF2B5EF4-FFF2-40B4-BE49-F238E27FC236}">
                    <a16:creationId xmlns:a16="http://schemas.microsoft.com/office/drawing/2014/main" id="{A459294C-6554-D7E8-C7FB-25AFEE077148}"/>
                  </a:ext>
                </a:extLst>
              </p:cNvPr>
              <p:cNvSpPr/>
              <p:nvPr/>
            </p:nvSpPr>
            <p:spPr>
              <a:xfrm>
                <a:off x="5673196" y="3592497"/>
                <a:ext cx="55361" cy="9140"/>
              </a:xfrm>
              <a:custGeom>
                <a:avLst/>
                <a:gdLst/>
                <a:ahLst/>
                <a:cxnLst/>
                <a:rect l="l" t="t" r="r" b="b"/>
                <a:pathLst>
                  <a:path w="1593" h="263" extrusionOk="0">
                    <a:moveTo>
                      <a:pt x="1" y="0"/>
                    </a:moveTo>
                    <a:lnTo>
                      <a:pt x="1" y="262"/>
                    </a:lnTo>
                    <a:lnTo>
                      <a:pt x="1592" y="262"/>
                    </a:lnTo>
                    <a:lnTo>
                      <a:pt x="15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1">
                <a:extLst>
                  <a:ext uri="{FF2B5EF4-FFF2-40B4-BE49-F238E27FC236}">
                    <a16:creationId xmlns:a16="http://schemas.microsoft.com/office/drawing/2014/main" id="{3290D36B-924C-9998-23A9-7B13D4462AE8}"/>
                  </a:ext>
                </a:extLst>
              </p:cNvPr>
              <p:cNvSpPr/>
              <p:nvPr/>
            </p:nvSpPr>
            <p:spPr>
              <a:xfrm>
                <a:off x="5748192" y="3592497"/>
                <a:ext cx="47958" cy="9140"/>
              </a:xfrm>
              <a:custGeom>
                <a:avLst/>
                <a:gdLst/>
                <a:ahLst/>
                <a:cxnLst/>
                <a:rect l="l" t="t" r="r" b="b"/>
                <a:pathLst>
                  <a:path w="1380" h="263" extrusionOk="0">
                    <a:moveTo>
                      <a:pt x="0" y="0"/>
                    </a:moveTo>
                    <a:lnTo>
                      <a:pt x="0" y="262"/>
                    </a:lnTo>
                    <a:lnTo>
                      <a:pt x="1380" y="262"/>
                    </a:lnTo>
                    <a:lnTo>
                      <a:pt x="13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1">
                <a:extLst>
                  <a:ext uri="{FF2B5EF4-FFF2-40B4-BE49-F238E27FC236}">
                    <a16:creationId xmlns:a16="http://schemas.microsoft.com/office/drawing/2014/main" id="{EC9EC912-A577-9033-3B95-C7682581EE5C}"/>
                  </a:ext>
                </a:extLst>
              </p:cNvPr>
              <p:cNvSpPr/>
              <p:nvPr/>
            </p:nvSpPr>
            <p:spPr>
              <a:xfrm>
                <a:off x="5808419" y="3592497"/>
                <a:ext cx="30756" cy="9140"/>
              </a:xfrm>
              <a:custGeom>
                <a:avLst/>
                <a:gdLst/>
                <a:ahLst/>
                <a:cxnLst/>
                <a:rect l="l" t="t" r="r" b="b"/>
                <a:pathLst>
                  <a:path w="885" h="263" extrusionOk="0">
                    <a:moveTo>
                      <a:pt x="1" y="0"/>
                    </a:moveTo>
                    <a:lnTo>
                      <a:pt x="1" y="262"/>
                    </a:lnTo>
                    <a:lnTo>
                      <a:pt x="885" y="262"/>
                    </a:lnTo>
                    <a:lnTo>
                      <a:pt x="8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1">
                <a:extLst>
                  <a:ext uri="{FF2B5EF4-FFF2-40B4-BE49-F238E27FC236}">
                    <a16:creationId xmlns:a16="http://schemas.microsoft.com/office/drawing/2014/main" id="{F445E226-9C3A-C777-E800-CB00F044A8CC}"/>
                  </a:ext>
                </a:extLst>
              </p:cNvPr>
              <p:cNvSpPr/>
              <p:nvPr/>
            </p:nvSpPr>
            <p:spPr>
              <a:xfrm>
                <a:off x="5848488" y="3592497"/>
                <a:ext cx="12337" cy="9140"/>
              </a:xfrm>
              <a:custGeom>
                <a:avLst/>
                <a:gdLst/>
                <a:ahLst/>
                <a:cxnLst/>
                <a:rect l="l" t="t" r="r" b="b"/>
                <a:pathLst>
                  <a:path w="355" h="263" extrusionOk="0">
                    <a:moveTo>
                      <a:pt x="1" y="0"/>
                    </a:moveTo>
                    <a:lnTo>
                      <a:pt x="1"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1">
                <a:extLst>
                  <a:ext uri="{FF2B5EF4-FFF2-40B4-BE49-F238E27FC236}">
                    <a16:creationId xmlns:a16="http://schemas.microsoft.com/office/drawing/2014/main" id="{420C7883-D71D-32ED-B9E9-A2255E581B2F}"/>
                  </a:ext>
                </a:extLst>
              </p:cNvPr>
              <p:cNvSpPr/>
              <p:nvPr/>
            </p:nvSpPr>
            <p:spPr>
              <a:xfrm>
                <a:off x="5878237" y="3592497"/>
                <a:ext cx="126916" cy="9140"/>
              </a:xfrm>
              <a:custGeom>
                <a:avLst/>
                <a:gdLst/>
                <a:ahLst/>
                <a:cxnLst/>
                <a:rect l="l" t="t" r="r" b="b"/>
                <a:pathLst>
                  <a:path w="3652" h="263" extrusionOk="0">
                    <a:moveTo>
                      <a:pt x="1" y="0"/>
                    </a:moveTo>
                    <a:lnTo>
                      <a:pt x="1" y="262"/>
                    </a:lnTo>
                    <a:lnTo>
                      <a:pt x="3651" y="262"/>
                    </a:lnTo>
                    <a:lnTo>
                      <a:pt x="36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1">
                <a:extLst>
                  <a:ext uri="{FF2B5EF4-FFF2-40B4-BE49-F238E27FC236}">
                    <a16:creationId xmlns:a16="http://schemas.microsoft.com/office/drawing/2014/main" id="{0DA5FB9B-3466-5B4B-309C-85668D2AC716}"/>
                  </a:ext>
                </a:extLst>
              </p:cNvPr>
              <p:cNvSpPr/>
              <p:nvPr/>
            </p:nvSpPr>
            <p:spPr>
              <a:xfrm>
                <a:off x="5609772" y="3565946"/>
                <a:ext cx="77985" cy="9140"/>
              </a:xfrm>
              <a:custGeom>
                <a:avLst/>
                <a:gdLst/>
                <a:ahLst/>
                <a:cxnLst/>
                <a:rect l="l" t="t" r="r" b="b"/>
                <a:pathLst>
                  <a:path w="2244" h="263" extrusionOk="0">
                    <a:moveTo>
                      <a:pt x="1" y="0"/>
                    </a:moveTo>
                    <a:lnTo>
                      <a:pt x="1" y="262"/>
                    </a:lnTo>
                    <a:lnTo>
                      <a:pt x="2243" y="262"/>
                    </a:lnTo>
                    <a:lnTo>
                      <a:pt x="22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1">
                <a:extLst>
                  <a:ext uri="{FF2B5EF4-FFF2-40B4-BE49-F238E27FC236}">
                    <a16:creationId xmlns:a16="http://schemas.microsoft.com/office/drawing/2014/main" id="{7CF485E4-AAB1-6CF4-CFBE-6FC04239D373}"/>
                  </a:ext>
                </a:extLst>
              </p:cNvPr>
              <p:cNvSpPr/>
              <p:nvPr/>
            </p:nvSpPr>
            <p:spPr>
              <a:xfrm>
                <a:off x="5712293" y="3565946"/>
                <a:ext cx="111660" cy="9140"/>
              </a:xfrm>
              <a:custGeom>
                <a:avLst/>
                <a:gdLst/>
                <a:ahLst/>
                <a:cxnLst/>
                <a:rect l="l" t="t" r="r" b="b"/>
                <a:pathLst>
                  <a:path w="3213" h="263" extrusionOk="0">
                    <a:moveTo>
                      <a:pt x="1" y="0"/>
                    </a:moveTo>
                    <a:lnTo>
                      <a:pt x="1" y="262"/>
                    </a:lnTo>
                    <a:lnTo>
                      <a:pt x="3212" y="262"/>
                    </a:lnTo>
                    <a:lnTo>
                      <a:pt x="32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1">
                <a:extLst>
                  <a:ext uri="{FF2B5EF4-FFF2-40B4-BE49-F238E27FC236}">
                    <a16:creationId xmlns:a16="http://schemas.microsoft.com/office/drawing/2014/main" id="{D7076859-457D-FF87-05AE-BB7F780D2BA1}"/>
                  </a:ext>
                </a:extLst>
              </p:cNvPr>
              <p:cNvSpPr/>
              <p:nvPr/>
            </p:nvSpPr>
            <p:spPr>
              <a:xfrm>
                <a:off x="5853667" y="3565946"/>
                <a:ext cx="12302" cy="9140"/>
              </a:xfrm>
              <a:custGeom>
                <a:avLst/>
                <a:gdLst/>
                <a:ahLst/>
                <a:cxnLst/>
                <a:rect l="l" t="t" r="r" b="b"/>
                <a:pathLst>
                  <a:path w="354" h="263" extrusionOk="0">
                    <a:moveTo>
                      <a:pt x="0" y="0"/>
                    </a:moveTo>
                    <a:lnTo>
                      <a:pt x="0"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1">
                <a:extLst>
                  <a:ext uri="{FF2B5EF4-FFF2-40B4-BE49-F238E27FC236}">
                    <a16:creationId xmlns:a16="http://schemas.microsoft.com/office/drawing/2014/main" id="{9CD954AA-A710-010C-165B-81F9C15C1FD8}"/>
                  </a:ext>
                </a:extLst>
              </p:cNvPr>
              <p:cNvSpPr/>
              <p:nvPr/>
            </p:nvSpPr>
            <p:spPr>
              <a:xfrm>
                <a:off x="5886369" y="3565946"/>
                <a:ext cx="94179" cy="9140"/>
              </a:xfrm>
              <a:custGeom>
                <a:avLst/>
                <a:gdLst/>
                <a:ahLst/>
                <a:cxnLst/>
                <a:rect l="l" t="t" r="r" b="b"/>
                <a:pathLst>
                  <a:path w="2710" h="263" extrusionOk="0">
                    <a:moveTo>
                      <a:pt x="0" y="0"/>
                    </a:moveTo>
                    <a:lnTo>
                      <a:pt x="0" y="262"/>
                    </a:lnTo>
                    <a:lnTo>
                      <a:pt x="2710" y="262"/>
                    </a:lnTo>
                    <a:lnTo>
                      <a:pt x="27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1">
                <a:extLst>
                  <a:ext uri="{FF2B5EF4-FFF2-40B4-BE49-F238E27FC236}">
                    <a16:creationId xmlns:a16="http://schemas.microsoft.com/office/drawing/2014/main" id="{A872EBCA-630F-4542-75AB-AE07DD4C0D68}"/>
                  </a:ext>
                </a:extLst>
              </p:cNvPr>
              <p:cNvSpPr/>
              <p:nvPr/>
            </p:nvSpPr>
            <p:spPr>
              <a:xfrm>
                <a:off x="5994033" y="3565946"/>
                <a:ext cx="27593" cy="10113"/>
              </a:xfrm>
              <a:custGeom>
                <a:avLst/>
                <a:gdLst/>
                <a:ahLst/>
                <a:cxnLst/>
                <a:rect l="l" t="t" r="r" b="b"/>
                <a:pathLst>
                  <a:path w="794" h="291" extrusionOk="0">
                    <a:moveTo>
                      <a:pt x="1" y="0"/>
                    </a:moveTo>
                    <a:lnTo>
                      <a:pt x="1" y="262"/>
                    </a:lnTo>
                    <a:lnTo>
                      <a:pt x="765" y="290"/>
                    </a:lnTo>
                    <a:lnTo>
                      <a:pt x="793" y="2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1">
                <a:extLst>
                  <a:ext uri="{FF2B5EF4-FFF2-40B4-BE49-F238E27FC236}">
                    <a16:creationId xmlns:a16="http://schemas.microsoft.com/office/drawing/2014/main" id="{DBFE19D3-2AB7-FC7E-1DB1-C3029F02293A}"/>
                  </a:ext>
                </a:extLst>
              </p:cNvPr>
              <p:cNvSpPr/>
              <p:nvPr/>
            </p:nvSpPr>
            <p:spPr>
              <a:xfrm>
                <a:off x="6069759" y="3527822"/>
                <a:ext cx="1008" cy="16507"/>
              </a:xfrm>
              <a:custGeom>
                <a:avLst/>
                <a:gdLst/>
                <a:ahLst/>
                <a:cxnLst/>
                <a:rect l="l" t="t" r="r" b="b"/>
                <a:pathLst>
                  <a:path w="29" h="475" extrusionOk="0">
                    <a:moveTo>
                      <a:pt x="1" y="1"/>
                    </a:moveTo>
                    <a:lnTo>
                      <a:pt x="1" y="475"/>
                    </a:lnTo>
                    <a:lnTo>
                      <a:pt x="29" y="475"/>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1">
                <a:extLst>
                  <a:ext uri="{FF2B5EF4-FFF2-40B4-BE49-F238E27FC236}">
                    <a16:creationId xmlns:a16="http://schemas.microsoft.com/office/drawing/2014/main" id="{9E7484A7-0024-EDEE-2ACE-C725FDA12D04}"/>
                  </a:ext>
                </a:extLst>
              </p:cNvPr>
              <p:cNvSpPr/>
              <p:nvPr/>
            </p:nvSpPr>
            <p:spPr>
              <a:xfrm>
                <a:off x="6069759" y="3480871"/>
                <a:ext cx="1008" cy="33710"/>
              </a:xfrm>
              <a:custGeom>
                <a:avLst/>
                <a:gdLst/>
                <a:ahLst/>
                <a:cxnLst/>
                <a:rect l="l" t="t" r="r" b="b"/>
                <a:pathLst>
                  <a:path w="29" h="970" extrusionOk="0">
                    <a:moveTo>
                      <a:pt x="1" y="1"/>
                    </a:moveTo>
                    <a:lnTo>
                      <a:pt x="1" y="970"/>
                    </a:lnTo>
                    <a:lnTo>
                      <a:pt x="29" y="970"/>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2" name="Google Shape;952;p41">
              <a:extLst>
                <a:ext uri="{FF2B5EF4-FFF2-40B4-BE49-F238E27FC236}">
                  <a16:creationId xmlns:a16="http://schemas.microsoft.com/office/drawing/2014/main" id="{59804A0C-A698-4DC3-865F-11BEB5142296}"/>
                </a:ext>
              </a:extLst>
            </p:cNvPr>
            <p:cNvSpPr/>
            <p:nvPr/>
          </p:nvSpPr>
          <p:spPr>
            <a:xfrm>
              <a:off x="5912220" y="3661765"/>
              <a:ext cx="710598" cy="111380"/>
            </a:xfrm>
            <a:custGeom>
              <a:avLst/>
              <a:gdLst/>
              <a:ahLst/>
              <a:cxnLst/>
              <a:rect l="l" t="t" r="r" b="b"/>
              <a:pathLst>
                <a:path w="7139" h="1119" extrusionOk="0">
                  <a:moveTo>
                    <a:pt x="149" y="0"/>
                  </a:moveTo>
                  <a:cubicBezTo>
                    <a:pt x="64" y="0"/>
                    <a:pt x="0" y="57"/>
                    <a:pt x="0" y="149"/>
                  </a:cubicBezTo>
                  <a:lnTo>
                    <a:pt x="0" y="1005"/>
                  </a:lnTo>
                  <a:cubicBezTo>
                    <a:pt x="0" y="1061"/>
                    <a:pt x="64" y="1118"/>
                    <a:pt x="149" y="1118"/>
                  </a:cubicBezTo>
                  <a:lnTo>
                    <a:pt x="6990" y="1118"/>
                  </a:lnTo>
                  <a:cubicBezTo>
                    <a:pt x="7075" y="1118"/>
                    <a:pt x="7138" y="1061"/>
                    <a:pt x="7138" y="1005"/>
                  </a:cubicBezTo>
                  <a:lnTo>
                    <a:pt x="7138" y="149"/>
                  </a:lnTo>
                  <a:cubicBezTo>
                    <a:pt x="7138" y="85"/>
                    <a:pt x="7075" y="0"/>
                    <a:pt x="69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1">
              <a:extLst>
                <a:ext uri="{FF2B5EF4-FFF2-40B4-BE49-F238E27FC236}">
                  <a16:creationId xmlns:a16="http://schemas.microsoft.com/office/drawing/2014/main" id="{8BAAB873-0D70-CB2E-BE45-96A2123579D2}"/>
                </a:ext>
              </a:extLst>
            </p:cNvPr>
            <p:cNvSpPr/>
            <p:nvPr/>
          </p:nvSpPr>
          <p:spPr>
            <a:xfrm>
              <a:off x="5912220" y="3717405"/>
              <a:ext cx="710598" cy="422526"/>
            </a:xfrm>
            <a:custGeom>
              <a:avLst/>
              <a:gdLst/>
              <a:ahLst/>
              <a:cxnLst/>
              <a:rect l="l" t="t" r="r" b="b"/>
              <a:pathLst>
                <a:path w="7139" h="4245" extrusionOk="0">
                  <a:moveTo>
                    <a:pt x="0" y="0"/>
                  </a:moveTo>
                  <a:lnTo>
                    <a:pt x="0" y="4245"/>
                  </a:lnTo>
                  <a:lnTo>
                    <a:pt x="7138" y="4245"/>
                  </a:lnTo>
                  <a:lnTo>
                    <a:pt x="71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1">
              <a:extLst>
                <a:ext uri="{FF2B5EF4-FFF2-40B4-BE49-F238E27FC236}">
                  <a16:creationId xmlns:a16="http://schemas.microsoft.com/office/drawing/2014/main" id="{3AAD6D92-6B3B-109B-100C-315240F64DDE}"/>
                </a:ext>
              </a:extLst>
            </p:cNvPr>
            <p:cNvSpPr/>
            <p:nvPr/>
          </p:nvSpPr>
          <p:spPr>
            <a:xfrm>
              <a:off x="6056551" y="3773045"/>
              <a:ext cx="413479" cy="12044"/>
            </a:xfrm>
            <a:custGeom>
              <a:avLst/>
              <a:gdLst/>
              <a:ahLst/>
              <a:cxnLst/>
              <a:rect l="l" t="t" r="r" b="b"/>
              <a:pathLst>
                <a:path w="4154" h="121" extrusionOk="0">
                  <a:moveTo>
                    <a:pt x="57" y="0"/>
                  </a:moveTo>
                  <a:cubicBezTo>
                    <a:pt x="29" y="0"/>
                    <a:pt x="1" y="28"/>
                    <a:pt x="1" y="64"/>
                  </a:cubicBezTo>
                  <a:cubicBezTo>
                    <a:pt x="1" y="92"/>
                    <a:pt x="29" y="120"/>
                    <a:pt x="57" y="120"/>
                  </a:cubicBezTo>
                  <a:lnTo>
                    <a:pt x="4097" y="120"/>
                  </a:lnTo>
                  <a:cubicBezTo>
                    <a:pt x="4125" y="120"/>
                    <a:pt x="4153" y="92"/>
                    <a:pt x="4153" y="64"/>
                  </a:cubicBezTo>
                  <a:cubicBezTo>
                    <a:pt x="4153" y="28"/>
                    <a:pt x="4125" y="0"/>
                    <a:pt x="4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1">
              <a:extLst>
                <a:ext uri="{FF2B5EF4-FFF2-40B4-BE49-F238E27FC236}">
                  <a16:creationId xmlns:a16="http://schemas.microsoft.com/office/drawing/2014/main" id="{366D248C-1D60-AD25-65FE-BBB43548AD03}"/>
                </a:ext>
              </a:extLst>
            </p:cNvPr>
            <p:cNvSpPr/>
            <p:nvPr/>
          </p:nvSpPr>
          <p:spPr>
            <a:xfrm>
              <a:off x="6056551" y="3834956"/>
              <a:ext cx="413479" cy="11347"/>
            </a:xfrm>
            <a:custGeom>
              <a:avLst/>
              <a:gdLst/>
              <a:ahLst/>
              <a:cxnLst/>
              <a:rect l="l" t="t" r="r" b="b"/>
              <a:pathLst>
                <a:path w="4154" h="114" extrusionOk="0">
                  <a:moveTo>
                    <a:pt x="57" y="1"/>
                  </a:moveTo>
                  <a:cubicBezTo>
                    <a:pt x="29" y="1"/>
                    <a:pt x="1" y="1"/>
                    <a:pt x="1" y="57"/>
                  </a:cubicBezTo>
                  <a:cubicBezTo>
                    <a:pt x="1" y="85"/>
                    <a:pt x="29" y="114"/>
                    <a:pt x="57" y="114"/>
                  </a:cubicBezTo>
                  <a:lnTo>
                    <a:pt x="4097" y="114"/>
                  </a:lnTo>
                  <a:cubicBezTo>
                    <a:pt x="4125" y="114"/>
                    <a:pt x="4153" y="85"/>
                    <a:pt x="4153" y="57"/>
                  </a:cubicBezTo>
                  <a:cubicBezTo>
                    <a:pt x="4153" y="1"/>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1">
              <a:extLst>
                <a:ext uri="{FF2B5EF4-FFF2-40B4-BE49-F238E27FC236}">
                  <a16:creationId xmlns:a16="http://schemas.microsoft.com/office/drawing/2014/main" id="{29F99F0D-8884-0797-AEF6-604E2B463DC5}"/>
                </a:ext>
              </a:extLst>
            </p:cNvPr>
            <p:cNvSpPr/>
            <p:nvPr/>
          </p:nvSpPr>
          <p:spPr>
            <a:xfrm>
              <a:off x="6056551" y="3893384"/>
              <a:ext cx="413479" cy="12143"/>
            </a:xfrm>
            <a:custGeom>
              <a:avLst/>
              <a:gdLst/>
              <a:ahLst/>
              <a:cxnLst/>
              <a:rect l="l" t="t" r="r" b="b"/>
              <a:pathLst>
                <a:path w="4154" h="122" extrusionOk="0">
                  <a:moveTo>
                    <a:pt x="57" y="1"/>
                  </a:moveTo>
                  <a:cubicBezTo>
                    <a:pt x="29" y="1"/>
                    <a:pt x="1" y="29"/>
                    <a:pt x="1" y="57"/>
                  </a:cubicBezTo>
                  <a:cubicBezTo>
                    <a:pt x="1" y="93"/>
                    <a:pt x="29" y="121"/>
                    <a:pt x="57" y="121"/>
                  </a:cubicBezTo>
                  <a:lnTo>
                    <a:pt x="4097" y="121"/>
                  </a:lnTo>
                  <a:cubicBezTo>
                    <a:pt x="4125" y="121"/>
                    <a:pt x="4153" y="93"/>
                    <a:pt x="4153" y="57"/>
                  </a:cubicBezTo>
                  <a:cubicBezTo>
                    <a:pt x="4153" y="29"/>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1">
              <a:extLst>
                <a:ext uri="{FF2B5EF4-FFF2-40B4-BE49-F238E27FC236}">
                  <a16:creationId xmlns:a16="http://schemas.microsoft.com/office/drawing/2014/main" id="{BFE8ED72-23A3-0644-DED2-10E4FC3A7BCC}"/>
                </a:ext>
              </a:extLst>
            </p:cNvPr>
            <p:cNvSpPr/>
            <p:nvPr/>
          </p:nvSpPr>
          <p:spPr>
            <a:xfrm>
              <a:off x="6056551" y="3951811"/>
              <a:ext cx="413479" cy="12143"/>
            </a:xfrm>
            <a:custGeom>
              <a:avLst/>
              <a:gdLst/>
              <a:ahLst/>
              <a:cxnLst/>
              <a:rect l="l" t="t" r="r" b="b"/>
              <a:pathLst>
                <a:path w="4154" h="122" extrusionOk="0">
                  <a:moveTo>
                    <a:pt x="57" y="1"/>
                  </a:moveTo>
                  <a:cubicBezTo>
                    <a:pt x="29" y="1"/>
                    <a:pt x="1" y="36"/>
                    <a:pt x="1" y="65"/>
                  </a:cubicBezTo>
                  <a:cubicBezTo>
                    <a:pt x="1" y="93"/>
                    <a:pt x="29" y="121"/>
                    <a:pt x="57" y="121"/>
                  </a:cubicBezTo>
                  <a:lnTo>
                    <a:pt x="4097" y="121"/>
                  </a:lnTo>
                  <a:cubicBezTo>
                    <a:pt x="4125" y="121"/>
                    <a:pt x="4153" y="93"/>
                    <a:pt x="4153" y="65"/>
                  </a:cubicBezTo>
                  <a:cubicBezTo>
                    <a:pt x="4153" y="36"/>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1">
              <a:extLst>
                <a:ext uri="{FF2B5EF4-FFF2-40B4-BE49-F238E27FC236}">
                  <a16:creationId xmlns:a16="http://schemas.microsoft.com/office/drawing/2014/main" id="{06CF5563-643F-E0BF-B1E7-2810819326E2}"/>
                </a:ext>
              </a:extLst>
            </p:cNvPr>
            <p:cNvSpPr/>
            <p:nvPr/>
          </p:nvSpPr>
          <p:spPr>
            <a:xfrm>
              <a:off x="5971346" y="3748560"/>
              <a:ext cx="52954" cy="62608"/>
            </a:xfrm>
            <a:custGeom>
              <a:avLst/>
              <a:gdLst/>
              <a:ahLst/>
              <a:cxnLst/>
              <a:rect l="l" t="t" r="r" b="b"/>
              <a:pathLst>
                <a:path w="532" h="629" extrusionOk="0">
                  <a:moveTo>
                    <a:pt x="61" y="1"/>
                  </a:moveTo>
                  <a:cubicBezTo>
                    <a:pt x="43" y="1"/>
                    <a:pt x="29" y="21"/>
                    <a:pt x="29" y="41"/>
                  </a:cubicBezTo>
                  <a:cubicBezTo>
                    <a:pt x="1" y="41"/>
                    <a:pt x="1" y="97"/>
                    <a:pt x="29" y="97"/>
                  </a:cubicBezTo>
                  <a:lnTo>
                    <a:pt x="326" y="310"/>
                  </a:lnTo>
                  <a:lnTo>
                    <a:pt x="29" y="543"/>
                  </a:lnTo>
                  <a:cubicBezTo>
                    <a:pt x="1" y="543"/>
                    <a:pt x="1" y="600"/>
                    <a:pt x="29" y="628"/>
                  </a:cubicBezTo>
                  <a:lnTo>
                    <a:pt x="85" y="628"/>
                  </a:lnTo>
                  <a:lnTo>
                    <a:pt x="531" y="310"/>
                  </a:lnTo>
                  <a:lnTo>
                    <a:pt x="85" y="13"/>
                  </a:lnTo>
                  <a:cubicBezTo>
                    <a:pt x="77" y="4"/>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9" name="Google Shape;959;p41">
              <a:extLst>
                <a:ext uri="{FF2B5EF4-FFF2-40B4-BE49-F238E27FC236}">
                  <a16:creationId xmlns:a16="http://schemas.microsoft.com/office/drawing/2014/main" id="{6E64EA81-D6EB-F078-C98F-A47B3997E7C1}"/>
                </a:ext>
              </a:extLst>
            </p:cNvPr>
            <p:cNvGrpSpPr/>
            <p:nvPr/>
          </p:nvGrpSpPr>
          <p:grpSpPr>
            <a:xfrm>
              <a:off x="6352280" y="2402410"/>
              <a:ext cx="2259826" cy="2201617"/>
              <a:chOff x="5193782" y="4186768"/>
              <a:chExt cx="788990" cy="768694"/>
            </a:xfrm>
          </p:grpSpPr>
          <p:sp>
            <p:nvSpPr>
              <p:cNvPr id="960" name="Google Shape;960;p41">
                <a:extLst>
                  <a:ext uri="{FF2B5EF4-FFF2-40B4-BE49-F238E27FC236}">
                    <a16:creationId xmlns:a16="http://schemas.microsoft.com/office/drawing/2014/main" id="{7F2E5662-E486-9770-AFBA-5532B3C64465}"/>
                  </a:ext>
                </a:extLst>
              </p:cNvPr>
              <p:cNvSpPr/>
              <p:nvPr/>
            </p:nvSpPr>
            <p:spPr>
              <a:xfrm>
                <a:off x="5229682" y="4210087"/>
                <a:ext cx="156873" cy="113224"/>
              </a:xfrm>
              <a:custGeom>
                <a:avLst/>
                <a:gdLst/>
                <a:ahLst/>
                <a:cxnLst/>
                <a:rect l="l" t="t" r="r" b="b"/>
                <a:pathLst>
                  <a:path w="4514" h="3258" extrusionOk="0">
                    <a:moveTo>
                      <a:pt x="3851" y="2390"/>
                    </a:moveTo>
                    <a:cubicBezTo>
                      <a:pt x="3886" y="2390"/>
                      <a:pt x="3923" y="2400"/>
                      <a:pt x="3955" y="2420"/>
                    </a:cubicBezTo>
                    <a:cubicBezTo>
                      <a:pt x="3983" y="2448"/>
                      <a:pt x="4012" y="2476"/>
                      <a:pt x="4012" y="2512"/>
                    </a:cubicBezTo>
                    <a:lnTo>
                      <a:pt x="4040" y="2512"/>
                    </a:lnTo>
                    <a:lnTo>
                      <a:pt x="4040" y="2540"/>
                    </a:lnTo>
                    <a:cubicBezTo>
                      <a:pt x="4040" y="2540"/>
                      <a:pt x="4040" y="2568"/>
                      <a:pt x="4068" y="2568"/>
                    </a:cubicBezTo>
                    <a:cubicBezTo>
                      <a:pt x="4097" y="2653"/>
                      <a:pt x="4012" y="2773"/>
                      <a:pt x="3920" y="2830"/>
                    </a:cubicBezTo>
                    <a:cubicBezTo>
                      <a:pt x="3863" y="2830"/>
                      <a:pt x="3807" y="2830"/>
                      <a:pt x="3743" y="2802"/>
                    </a:cubicBezTo>
                    <a:cubicBezTo>
                      <a:pt x="3724" y="2783"/>
                      <a:pt x="3705" y="2764"/>
                      <a:pt x="3686" y="2745"/>
                    </a:cubicBezTo>
                    <a:lnTo>
                      <a:pt x="3686" y="2745"/>
                    </a:lnTo>
                    <a:cubicBezTo>
                      <a:pt x="3630" y="2653"/>
                      <a:pt x="3630" y="2540"/>
                      <a:pt x="3686" y="2476"/>
                    </a:cubicBezTo>
                    <a:cubicBezTo>
                      <a:pt x="3723" y="2421"/>
                      <a:pt x="3786" y="2390"/>
                      <a:pt x="3851" y="2390"/>
                    </a:cubicBezTo>
                    <a:close/>
                    <a:moveTo>
                      <a:pt x="383" y="0"/>
                    </a:moveTo>
                    <a:lnTo>
                      <a:pt x="1" y="651"/>
                    </a:lnTo>
                    <a:lnTo>
                      <a:pt x="3184" y="2688"/>
                    </a:lnTo>
                    <a:cubicBezTo>
                      <a:pt x="3212" y="2830"/>
                      <a:pt x="3333" y="3070"/>
                      <a:pt x="3481" y="3155"/>
                    </a:cubicBezTo>
                    <a:cubicBezTo>
                      <a:pt x="3593" y="3225"/>
                      <a:pt x="3721" y="3258"/>
                      <a:pt x="3841" y="3258"/>
                    </a:cubicBezTo>
                    <a:cubicBezTo>
                      <a:pt x="3880" y="3258"/>
                      <a:pt x="3919" y="3254"/>
                      <a:pt x="3955" y="3247"/>
                    </a:cubicBezTo>
                    <a:cubicBezTo>
                      <a:pt x="4132" y="3219"/>
                      <a:pt x="4309" y="3099"/>
                      <a:pt x="4394" y="2922"/>
                    </a:cubicBezTo>
                    <a:cubicBezTo>
                      <a:pt x="4486" y="2773"/>
                      <a:pt x="4514" y="2596"/>
                      <a:pt x="4486" y="2420"/>
                    </a:cubicBezTo>
                    <a:cubicBezTo>
                      <a:pt x="4450" y="2243"/>
                      <a:pt x="4337" y="2094"/>
                      <a:pt x="4189" y="2009"/>
                    </a:cubicBezTo>
                    <a:cubicBezTo>
                      <a:pt x="4095" y="1969"/>
                      <a:pt x="3989" y="1920"/>
                      <a:pt x="3866" y="1920"/>
                    </a:cubicBezTo>
                    <a:cubicBezTo>
                      <a:pt x="3794" y="1920"/>
                      <a:pt x="3716" y="1937"/>
                      <a:pt x="3630" y="1981"/>
                    </a:cubicBezTo>
                    <a:lnTo>
                      <a:pt x="3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1">
                <a:extLst>
                  <a:ext uri="{FF2B5EF4-FFF2-40B4-BE49-F238E27FC236}">
                    <a16:creationId xmlns:a16="http://schemas.microsoft.com/office/drawing/2014/main" id="{3355BFC5-45CC-85F8-7569-665E0F80E80F}"/>
                  </a:ext>
                </a:extLst>
              </p:cNvPr>
              <p:cNvSpPr/>
              <p:nvPr/>
            </p:nvSpPr>
            <p:spPr>
              <a:xfrm>
                <a:off x="5233852" y="4225552"/>
                <a:ext cx="115830" cy="71833"/>
              </a:xfrm>
              <a:custGeom>
                <a:avLst/>
                <a:gdLst/>
                <a:ahLst/>
                <a:cxnLst/>
                <a:rect l="l" t="t" r="r" b="b"/>
                <a:pathLst>
                  <a:path w="3333" h="2067" extrusionOk="0">
                    <a:moveTo>
                      <a:pt x="1" y="1"/>
                    </a:moveTo>
                    <a:lnTo>
                      <a:pt x="1" y="57"/>
                    </a:lnTo>
                    <a:lnTo>
                      <a:pt x="3269" y="2067"/>
                    </a:lnTo>
                    <a:cubicBezTo>
                      <a:pt x="3305" y="2067"/>
                      <a:pt x="3305" y="2067"/>
                      <a:pt x="3305" y="2031"/>
                    </a:cubicBezTo>
                    <a:cubicBezTo>
                      <a:pt x="3333" y="2031"/>
                      <a:pt x="3305" y="2003"/>
                      <a:pt x="3305" y="2003"/>
                    </a:cubicBez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1">
                <a:extLst>
                  <a:ext uri="{FF2B5EF4-FFF2-40B4-BE49-F238E27FC236}">
                    <a16:creationId xmlns:a16="http://schemas.microsoft.com/office/drawing/2014/main" id="{2547FC8A-7E47-AF21-F839-83C58720E7AD}"/>
                  </a:ext>
                </a:extLst>
              </p:cNvPr>
              <p:cNvSpPr/>
              <p:nvPr/>
            </p:nvSpPr>
            <p:spPr>
              <a:xfrm>
                <a:off x="5238057" y="4218428"/>
                <a:ext cx="116803" cy="71590"/>
              </a:xfrm>
              <a:custGeom>
                <a:avLst/>
                <a:gdLst/>
                <a:ahLst/>
                <a:cxnLst/>
                <a:rect l="l" t="t" r="r" b="b"/>
                <a:pathLst>
                  <a:path w="3361" h="2060" extrusionOk="0">
                    <a:moveTo>
                      <a:pt x="28" y="1"/>
                    </a:moveTo>
                    <a:cubicBezTo>
                      <a:pt x="0" y="29"/>
                      <a:pt x="0" y="29"/>
                      <a:pt x="28" y="57"/>
                    </a:cubicBezTo>
                    <a:lnTo>
                      <a:pt x="3297" y="2059"/>
                    </a:lnTo>
                    <a:lnTo>
                      <a:pt x="3325" y="2059"/>
                    </a:lnTo>
                    <a:cubicBezTo>
                      <a:pt x="3360" y="2031"/>
                      <a:pt x="3325" y="2031"/>
                      <a:pt x="3325" y="2003"/>
                    </a:cubicBezTo>
                    <a:lnTo>
                      <a:pt x="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1">
                <a:extLst>
                  <a:ext uri="{FF2B5EF4-FFF2-40B4-BE49-F238E27FC236}">
                    <a16:creationId xmlns:a16="http://schemas.microsoft.com/office/drawing/2014/main" id="{AD9BAF33-DA0D-C0BF-CED0-C97584F29B4A}"/>
                  </a:ext>
                </a:extLst>
              </p:cNvPr>
              <p:cNvSpPr/>
              <p:nvPr/>
            </p:nvSpPr>
            <p:spPr>
              <a:xfrm>
                <a:off x="5193782" y="4186768"/>
                <a:ext cx="66655" cy="62798"/>
              </a:xfrm>
              <a:custGeom>
                <a:avLst/>
                <a:gdLst/>
                <a:ahLst/>
                <a:cxnLst/>
                <a:rect l="l" t="t" r="r" b="b"/>
                <a:pathLst>
                  <a:path w="1918" h="1807" extrusionOk="0">
                    <a:moveTo>
                      <a:pt x="874" y="0"/>
                    </a:moveTo>
                    <a:cubicBezTo>
                      <a:pt x="627" y="0"/>
                      <a:pt x="387" y="105"/>
                      <a:pt x="213" y="317"/>
                    </a:cubicBezTo>
                    <a:lnTo>
                      <a:pt x="121" y="438"/>
                    </a:lnTo>
                    <a:lnTo>
                      <a:pt x="920" y="558"/>
                    </a:lnTo>
                    <a:lnTo>
                      <a:pt x="828" y="1202"/>
                    </a:lnTo>
                    <a:lnTo>
                      <a:pt x="1" y="1060"/>
                    </a:lnTo>
                    <a:lnTo>
                      <a:pt x="36" y="1202"/>
                    </a:lnTo>
                    <a:cubicBezTo>
                      <a:pt x="121" y="1379"/>
                      <a:pt x="241" y="1555"/>
                      <a:pt x="418" y="1676"/>
                    </a:cubicBezTo>
                    <a:cubicBezTo>
                      <a:pt x="575" y="1768"/>
                      <a:pt x="733" y="1806"/>
                      <a:pt x="903" y="1806"/>
                    </a:cubicBezTo>
                    <a:cubicBezTo>
                      <a:pt x="955" y="1806"/>
                      <a:pt x="1007" y="1803"/>
                      <a:pt x="1062" y="1796"/>
                    </a:cubicBezTo>
                    <a:cubicBezTo>
                      <a:pt x="1062" y="1796"/>
                      <a:pt x="1097" y="1796"/>
                      <a:pt x="1097" y="1768"/>
                    </a:cubicBezTo>
                    <a:cubicBezTo>
                      <a:pt x="1331" y="1704"/>
                      <a:pt x="1536" y="1591"/>
                      <a:pt x="1656" y="1379"/>
                    </a:cubicBezTo>
                    <a:cubicBezTo>
                      <a:pt x="1918" y="940"/>
                      <a:pt x="1769" y="381"/>
                      <a:pt x="1359" y="141"/>
                    </a:cubicBezTo>
                    <a:cubicBezTo>
                      <a:pt x="1206" y="47"/>
                      <a:pt x="1038" y="0"/>
                      <a:pt x="8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1">
                <a:extLst>
                  <a:ext uri="{FF2B5EF4-FFF2-40B4-BE49-F238E27FC236}">
                    <a16:creationId xmlns:a16="http://schemas.microsoft.com/office/drawing/2014/main" id="{1F0BD9D2-370E-0BA5-8B28-D525A49D4897}"/>
                  </a:ext>
                </a:extLst>
              </p:cNvPr>
              <p:cNvSpPr/>
              <p:nvPr/>
            </p:nvSpPr>
            <p:spPr>
              <a:xfrm>
                <a:off x="5343532" y="4283832"/>
                <a:ext cx="37880" cy="34961"/>
              </a:xfrm>
              <a:custGeom>
                <a:avLst/>
                <a:gdLst/>
                <a:ahLst/>
                <a:cxnLst/>
                <a:rect l="l" t="t" r="r" b="b"/>
                <a:pathLst>
                  <a:path w="1090" h="1006" extrusionOk="0">
                    <a:moveTo>
                      <a:pt x="587" y="64"/>
                    </a:moveTo>
                    <a:cubicBezTo>
                      <a:pt x="707" y="64"/>
                      <a:pt x="856" y="121"/>
                      <a:pt x="941" y="241"/>
                    </a:cubicBezTo>
                    <a:cubicBezTo>
                      <a:pt x="998" y="326"/>
                      <a:pt x="1033" y="446"/>
                      <a:pt x="998" y="566"/>
                    </a:cubicBezTo>
                    <a:cubicBezTo>
                      <a:pt x="998" y="680"/>
                      <a:pt x="941" y="800"/>
                      <a:pt x="821" y="856"/>
                    </a:cubicBezTo>
                    <a:cubicBezTo>
                      <a:pt x="764" y="920"/>
                      <a:pt x="679" y="948"/>
                      <a:pt x="587" y="948"/>
                    </a:cubicBezTo>
                    <a:cubicBezTo>
                      <a:pt x="439" y="948"/>
                      <a:pt x="290" y="885"/>
                      <a:pt x="205" y="772"/>
                    </a:cubicBezTo>
                    <a:cubicBezTo>
                      <a:pt x="85" y="566"/>
                      <a:pt x="113" y="269"/>
                      <a:pt x="325" y="149"/>
                    </a:cubicBezTo>
                    <a:cubicBezTo>
                      <a:pt x="382" y="92"/>
                      <a:pt x="467" y="64"/>
                      <a:pt x="587" y="64"/>
                    </a:cubicBezTo>
                    <a:close/>
                    <a:moveTo>
                      <a:pt x="587" y="0"/>
                    </a:moveTo>
                    <a:cubicBezTo>
                      <a:pt x="467" y="0"/>
                      <a:pt x="354" y="36"/>
                      <a:pt x="290" y="92"/>
                    </a:cubicBezTo>
                    <a:cubicBezTo>
                      <a:pt x="57" y="269"/>
                      <a:pt x="0" y="566"/>
                      <a:pt x="177" y="800"/>
                    </a:cubicBezTo>
                    <a:cubicBezTo>
                      <a:pt x="262" y="920"/>
                      <a:pt x="410" y="1005"/>
                      <a:pt x="587" y="1005"/>
                    </a:cubicBezTo>
                    <a:cubicBezTo>
                      <a:pt x="679" y="1005"/>
                      <a:pt x="792" y="977"/>
                      <a:pt x="884" y="920"/>
                    </a:cubicBezTo>
                    <a:cubicBezTo>
                      <a:pt x="969" y="828"/>
                      <a:pt x="1061" y="708"/>
                      <a:pt x="1061" y="566"/>
                    </a:cubicBezTo>
                    <a:cubicBezTo>
                      <a:pt x="1089" y="446"/>
                      <a:pt x="1061" y="298"/>
                      <a:pt x="969" y="213"/>
                    </a:cubicBezTo>
                    <a:cubicBezTo>
                      <a:pt x="884" y="64"/>
                      <a:pt x="736" y="0"/>
                      <a:pt x="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1">
                <a:extLst>
                  <a:ext uri="{FF2B5EF4-FFF2-40B4-BE49-F238E27FC236}">
                    <a16:creationId xmlns:a16="http://schemas.microsoft.com/office/drawing/2014/main" id="{E3D4503D-32B8-1649-23D1-84AF1A6987DD}"/>
                  </a:ext>
                </a:extLst>
              </p:cNvPr>
              <p:cNvSpPr/>
              <p:nvPr/>
            </p:nvSpPr>
            <p:spPr>
              <a:xfrm>
                <a:off x="5292132" y="4263432"/>
                <a:ext cx="333172" cy="243094"/>
              </a:xfrm>
              <a:custGeom>
                <a:avLst/>
                <a:gdLst/>
                <a:ahLst/>
                <a:cxnLst/>
                <a:rect l="l" t="t" r="r" b="b"/>
                <a:pathLst>
                  <a:path w="9587" h="6995" extrusionOk="0">
                    <a:moveTo>
                      <a:pt x="1033" y="0"/>
                    </a:moveTo>
                    <a:cubicBezTo>
                      <a:pt x="1005" y="205"/>
                      <a:pt x="1005" y="411"/>
                      <a:pt x="856" y="531"/>
                    </a:cubicBezTo>
                    <a:cubicBezTo>
                      <a:pt x="780" y="613"/>
                      <a:pt x="657" y="626"/>
                      <a:pt x="530" y="626"/>
                    </a:cubicBezTo>
                    <a:cubicBezTo>
                      <a:pt x="471" y="626"/>
                      <a:pt x="411" y="623"/>
                      <a:pt x="354" y="623"/>
                    </a:cubicBezTo>
                    <a:cubicBezTo>
                      <a:pt x="318" y="608"/>
                      <a:pt x="287" y="599"/>
                      <a:pt x="258" y="599"/>
                    </a:cubicBezTo>
                    <a:cubicBezTo>
                      <a:pt x="220" y="599"/>
                      <a:pt x="186" y="615"/>
                      <a:pt x="149" y="651"/>
                    </a:cubicBezTo>
                    <a:cubicBezTo>
                      <a:pt x="0" y="828"/>
                      <a:pt x="418" y="1507"/>
                      <a:pt x="503" y="1684"/>
                    </a:cubicBezTo>
                    <a:cubicBezTo>
                      <a:pt x="828" y="2476"/>
                      <a:pt x="1182" y="3276"/>
                      <a:pt x="1507" y="4040"/>
                    </a:cubicBezTo>
                    <a:cubicBezTo>
                      <a:pt x="1741" y="4599"/>
                      <a:pt x="2010" y="5158"/>
                      <a:pt x="2363" y="5660"/>
                    </a:cubicBezTo>
                    <a:cubicBezTo>
                      <a:pt x="2866" y="6311"/>
                      <a:pt x="3686" y="6487"/>
                      <a:pt x="4422" y="6693"/>
                    </a:cubicBezTo>
                    <a:cubicBezTo>
                      <a:pt x="5310" y="6899"/>
                      <a:pt x="6197" y="6995"/>
                      <a:pt x="7080" y="6995"/>
                    </a:cubicBezTo>
                    <a:cubicBezTo>
                      <a:pt x="7196" y="6995"/>
                      <a:pt x="7312" y="6993"/>
                      <a:pt x="7429" y="6990"/>
                    </a:cubicBezTo>
                    <a:cubicBezTo>
                      <a:pt x="7903" y="6954"/>
                      <a:pt x="8313" y="6898"/>
                      <a:pt x="8702" y="6636"/>
                    </a:cubicBezTo>
                    <a:cubicBezTo>
                      <a:pt x="9056" y="6396"/>
                      <a:pt x="9317" y="6070"/>
                      <a:pt x="9466" y="5688"/>
                    </a:cubicBezTo>
                    <a:cubicBezTo>
                      <a:pt x="9523" y="5511"/>
                      <a:pt x="9586" y="5306"/>
                      <a:pt x="9551" y="5129"/>
                    </a:cubicBezTo>
                    <a:cubicBezTo>
                      <a:pt x="9551" y="4924"/>
                      <a:pt x="9466" y="4747"/>
                      <a:pt x="9346" y="4599"/>
                    </a:cubicBezTo>
                    <a:cubicBezTo>
                      <a:pt x="9233" y="4514"/>
                      <a:pt x="9084" y="4450"/>
                      <a:pt x="8935" y="4393"/>
                    </a:cubicBezTo>
                    <a:cubicBezTo>
                      <a:pt x="8396" y="4230"/>
                      <a:pt x="7856" y="4179"/>
                      <a:pt x="7316" y="4179"/>
                    </a:cubicBezTo>
                    <a:cubicBezTo>
                      <a:pt x="7177" y="4179"/>
                      <a:pt x="7037" y="4183"/>
                      <a:pt x="6898" y="4188"/>
                    </a:cubicBezTo>
                    <a:cubicBezTo>
                      <a:pt x="6544" y="4188"/>
                      <a:pt x="6191" y="4217"/>
                      <a:pt x="5837" y="4217"/>
                    </a:cubicBezTo>
                    <a:cubicBezTo>
                      <a:pt x="5776" y="4222"/>
                      <a:pt x="5716" y="4224"/>
                      <a:pt x="5657" y="4224"/>
                    </a:cubicBezTo>
                    <a:cubicBezTo>
                      <a:pt x="5405" y="4224"/>
                      <a:pt x="5165" y="4183"/>
                      <a:pt x="4924" y="4160"/>
                    </a:cubicBezTo>
                    <a:cubicBezTo>
                      <a:pt x="4634" y="4125"/>
                      <a:pt x="4280" y="4096"/>
                      <a:pt x="4104" y="3835"/>
                    </a:cubicBezTo>
                    <a:cubicBezTo>
                      <a:pt x="3248" y="2773"/>
                      <a:pt x="2540" y="1620"/>
                      <a:pt x="1684" y="559"/>
                    </a:cubicBezTo>
                    <a:cubicBezTo>
                      <a:pt x="1628" y="503"/>
                      <a:pt x="1592" y="474"/>
                      <a:pt x="1536" y="411"/>
                    </a:cubicBezTo>
                    <a:cubicBezTo>
                      <a:pt x="1387" y="234"/>
                      <a:pt x="1274" y="92"/>
                      <a:pt x="1033"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1">
                <a:extLst>
                  <a:ext uri="{FF2B5EF4-FFF2-40B4-BE49-F238E27FC236}">
                    <a16:creationId xmlns:a16="http://schemas.microsoft.com/office/drawing/2014/main" id="{6A7D3282-6E1B-A3F3-A264-0788E517F594}"/>
                  </a:ext>
                </a:extLst>
              </p:cNvPr>
              <p:cNvSpPr/>
              <p:nvPr/>
            </p:nvSpPr>
            <p:spPr>
              <a:xfrm>
                <a:off x="5380404" y="4803316"/>
                <a:ext cx="560315" cy="2016"/>
              </a:xfrm>
              <a:custGeom>
                <a:avLst/>
                <a:gdLst/>
                <a:ahLst/>
                <a:cxnLst/>
                <a:rect l="l" t="t" r="r" b="b"/>
                <a:pathLst>
                  <a:path w="16123" h="58" extrusionOk="0">
                    <a:moveTo>
                      <a:pt x="28" y="1"/>
                    </a:moveTo>
                    <a:cubicBezTo>
                      <a:pt x="0" y="1"/>
                      <a:pt x="0" y="1"/>
                      <a:pt x="0" y="29"/>
                    </a:cubicBezTo>
                    <a:cubicBezTo>
                      <a:pt x="0" y="29"/>
                      <a:pt x="0" y="57"/>
                      <a:pt x="28" y="57"/>
                    </a:cubicBezTo>
                    <a:lnTo>
                      <a:pt x="16094" y="57"/>
                    </a:lnTo>
                    <a:cubicBezTo>
                      <a:pt x="16123" y="57"/>
                      <a:pt x="16123" y="29"/>
                      <a:pt x="16123" y="29"/>
                    </a:cubicBezTo>
                    <a:cubicBezTo>
                      <a:pt x="16123" y="1"/>
                      <a:pt x="16123" y="1"/>
                      <a:pt x="16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1">
                <a:extLst>
                  <a:ext uri="{FF2B5EF4-FFF2-40B4-BE49-F238E27FC236}">
                    <a16:creationId xmlns:a16="http://schemas.microsoft.com/office/drawing/2014/main" id="{0F42D2CC-F950-EA4A-1785-CCE3D00CCF0B}"/>
                  </a:ext>
                </a:extLst>
              </p:cNvPr>
              <p:cNvSpPr/>
              <p:nvPr/>
            </p:nvSpPr>
            <p:spPr>
              <a:xfrm>
                <a:off x="5344505" y="4784897"/>
                <a:ext cx="625962" cy="1981"/>
              </a:xfrm>
              <a:custGeom>
                <a:avLst/>
                <a:gdLst/>
                <a:ahLst/>
                <a:cxnLst/>
                <a:rect l="l" t="t" r="r" b="b"/>
                <a:pathLst>
                  <a:path w="18012" h="57" extrusionOk="0">
                    <a:moveTo>
                      <a:pt x="29" y="0"/>
                    </a:moveTo>
                    <a:lnTo>
                      <a:pt x="0" y="28"/>
                    </a:lnTo>
                    <a:cubicBezTo>
                      <a:pt x="0" y="57"/>
                      <a:pt x="29" y="57"/>
                      <a:pt x="29" y="57"/>
                    </a:cubicBezTo>
                    <a:lnTo>
                      <a:pt x="17983" y="57"/>
                    </a:lnTo>
                    <a:cubicBezTo>
                      <a:pt x="17983" y="57"/>
                      <a:pt x="18012" y="57"/>
                      <a:pt x="18012" y="28"/>
                    </a:cubicBezTo>
                    <a:lnTo>
                      <a:pt x="179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1">
                <a:extLst>
                  <a:ext uri="{FF2B5EF4-FFF2-40B4-BE49-F238E27FC236}">
                    <a16:creationId xmlns:a16="http://schemas.microsoft.com/office/drawing/2014/main" id="{848FB45B-A558-1F1C-52CA-0DC19C465BF8}"/>
                  </a:ext>
                </a:extLst>
              </p:cNvPr>
              <p:cNvSpPr/>
              <p:nvPr/>
            </p:nvSpPr>
            <p:spPr>
              <a:xfrm>
                <a:off x="5959141" y="4803316"/>
                <a:ext cx="23632" cy="2016"/>
              </a:xfrm>
              <a:custGeom>
                <a:avLst/>
                <a:gdLst/>
                <a:ahLst/>
                <a:cxnLst/>
                <a:rect l="l" t="t" r="r" b="b"/>
                <a:pathLst>
                  <a:path w="680" h="58" extrusionOk="0">
                    <a:moveTo>
                      <a:pt x="28" y="1"/>
                    </a:moveTo>
                    <a:cubicBezTo>
                      <a:pt x="0" y="1"/>
                      <a:pt x="0" y="1"/>
                      <a:pt x="0" y="29"/>
                    </a:cubicBezTo>
                    <a:cubicBezTo>
                      <a:pt x="0" y="29"/>
                      <a:pt x="0" y="57"/>
                      <a:pt x="28" y="57"/>
                    </a:cubicBezTo>
                    <a:lnTo>
                      <a:pt x="651" y="57"/>
                    </a:lnTo>
                    <a:cubicBezTo>
                      <a:pt x="679" y="57"/>
                      <a:pt x="679" y="29"/>
                      <a:pt x="679" y="29"/>
                    </a:cubicBezTo>
                    <a:cubicBezTo>
                      <a:pt x="679" y="1"/>
                      <a:pt x="679" y="1"/>
                      <a:pt x="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1">
                <a:extLst>
                  <a:ext uri="{FF2B5EF4-FFF2-40B4-BE49-F238E27FC236}">
                    <a16:creationId xmlns:a16="http://schemas.microsoft.com/office/drawing/2014/main" id="{B189CC32-7AEA-3512-0E04-1ED80EF0A5B5}"/>
                  </a:ext>
                </a:extLst>
              </p:cNvPr>
              <p:cNvSpPr/>
              <p:nvPr/>
            </p:nvSpPr>
            <p:spPr>
              <a:xfrm>
                <a:off x="5586175" y="4228541"/>
                <a:ext cx="174353" cy="238367"/>
              </a:xfrm>
              <a:custGeom>
                <a:avLst/>
                <a:gdLst/>
                <a:ahLst/>
                <a:cxnLst/>
                <a:rect l="l" t="t" r="r" b="b"/>
                <a:pathLst>
                  <a:path w="5017" h="6859" extrusionOk="0">
                    <a:moveTo>
                      <a:pt x="1785" y="0"/>
                    </a:moveTo>
                    <a:cubicBezTo>
                      <a:pt x="1456" y="0"/>
                      <a:pt x="1123" y="104"/>
                      <a:pt x="856" y="297"/>
                    </a:cubicBezTo>
                    <a:cubicBezTo>
                      <a:pt x="206" y="799"/>
                      <a:pt x="177" y="1712"/>
                      <a:pt x="298" y="2419"/>
                    </a:cubicBezTo>
                    <a:cubicBezTo>
                      <a:pt x="375" y="3093"/>
                      <a:pt x="708" y="3796"/>
                      <a:pt x="1415" y="3796"/>
                    </a:cubicBezTo>
                    <a:cubicBezTo>
                      <a:pt x="1480" y="3796"/>
                      <a:pt x="1549" y="3790"/>
                      <a:pt x="1620" y="3777"/>
                    </a:cubicBezTo>
                    <a:lnTo>
                      <a:pt x="1620" y="3777"/>
                    </a:lnTo>
                    <a:cubicBezTo>
                      <a:pt x="1592" y="3926"/>
                      <a:pt x="1564" y="4067"/>
                      <a:pt x="1536" y="4216"/>
                    </a:cubicBezTo>
                    <a:cubicBezTo>
                      <a:pt x="1536" y="4336"/>
                      <a:pt x="1507" y="4457"/>
                      <a:pt x="1444" y="4541"/>
                    </a:cubicBezTo>
                    <a:cubicBezTo>
                      <a:pt x="1238" y="4810"/>
                      <a:pt x="736" y="4775"/>
                      <a:pt x="446" y="4839"/>
                    </a:cubicBezTo>
                    <a:cubicBezTo>
                      <a:pt x="0" y="4987"/>
                      <a:pt x="64" y="5482"/>
                      <a:pt x="121" y="5900"/>
                    </a:cubicBezTo>
                    <a:lnTo>
                      <a:pt x="121" y="6013"/>
                    </a:lnTo>
                    <a:cubicBezTo>
                      <a:pt x="149" y="6190"/>
                      <a:pt x="206" y="6338"/>
                      <a:pt x="298" y="6487"/>
                    </a:cubicBezTo>
                    <a:cubicBezTo>
                      <a:pt x="477" y="6772"/>
                      <a:pt x="810" y="6859"/>
                      <a:pt x="1180" y="6859"/>
                    </a:cubicBezTo>
                    <a:cubicBezTo>
                      <a:pt x="1655" y="6859"/>
                      <a:pt x="2190" y="6715"/>
                      <a:pt x="2540" y="6664"/>
                    </a:cubicBezTo>
                    <a:cubicBezTo>
                      <a:pt x="3389" y="6515"/>
                      <a:pt x="4217" y="6282"/>
                      <a:pt x="5016" y="5928"/>
                    </a:cubicBezTo>
                    <a:cubicBezTo>
                      <a:pt x="4691" y="5631"/>
                      <a:pt x="4394" y="5249"/>
                      <a:pt x="4068" y="4923"/>
                    </a:cubicBezTo>
                    <a:cubicBezTo>
                      <a:pt x="4012" y="4867"/>
                      <a:pt x="3778" y="4895"/>
                      <a:pt x="3686" y="4839"/>
                    </a:cubicBezTo>
                    <a:cubicBezTo>
                      <a:pt x="3566" y="4775"/>
                      <a:pt x="3481" y="4690"/>
                      <a:pt x="3424" y="4570"/>
                    </a:cubicBezTo>
                    <a:cubicBezTo>
                      <a:pt x="3276" y="4308"/>
                      <a:pt x="3248" y="3983"/>
                      <a:pt x="3248" y="3685"/>
                    </a:cubicBezTo>
                    <a:cubicBezTo>
                      <a:pt x="3276" y="3247"/>
                      <a:pt x="3248" y="2511"/>
                      <a:pt x="3276" y="2094"/>
                    </a:cubicBezTo>
                    <a:cubicBezTo>
                      <a:pt x="3276" y="1712"/>
                      <a:pt x="3424" y="1563"/>
                      <a:pt x="3304" y="1209"/>
                    </a:cubicBezTo>
                    <a:cubicBezTo>
                      <a:pt x="3156" y="707"/>
                      <a:pt x="2802" y="269"/>
                      <a:pt x="2300" y="92"/>
                    </a:cubicBezTo>
                    <a:cubicBezTo>
                      <a:pt x="2136" y="30"/>
                      <a:pt x="1961" y="0"/>
                      <a:pt x="1785"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1">
                <a:extLst>
                  <a:ext uri="{FF2B5EF4-FFF2-40B4-BE49-F238E27FC236}">
                    <a16:creationId xmlns:a16="http://schemas.microsoft.com/office/drawing/2014/main" id="{42F8E7C5-1277-3401-B512-8959036A85C2}"/>
                  </a:ext>
                </a:extLst>
              </p:cNvPr>
              <p:cNvSpPr/>
              <p:nvPr/>
            </p:nvSpPr>
            <p:spPr>
              <a:xfrm>
                <a:off x="5497173" y="4393477"/>
                <a:ext cx="341999" cy="333172"/>
              </a:xfrm>
              <a:custGeom>
                <a:avLst/>
                <a:gdLst/>
                <a:ahLst/>
                <a:cxnLst/>
                <a:rect l="l" t="t" r="r" b="b"/>
                <a:pathLst>
                  <a:path w="9841" h="9587" extrusionOk="0">
                    <a:moveTo>
                      <a:pt x="3538" y="1"/>
                    </a:moveTo>
                    <a:cubicBezTo>
                      <a:pt x="2356" y="121"/>
                      <a:pt x="1175" y="269"/>
                      <a:pt x="0" y="383"/>
                    </a:cubicBezTo>
                    <a:cubicBezTo>
                      <a:pt x="85" y="560"/>
                      <a:pt x="57" y="828"/>
                      <a:pt x="85" y="1033"/>
                    </a:cubicBezTo>
                    <a:cubicBezTo>
                      <a:pt x="85" y="1267"/>
                      <a:pt x="114" y="1507"/>
                      <a:pt x="114" y="1741"/>
                    </a:cubicBezTo>
                    <a:cubicBezTo>
                      <a:pt x="177" y="2187"/>
                      <a:pt x="206" y="2654"/>
                      <a:pt x="291" y="3128"/>
                    </a:cubicBezTo>
                    <a:cubicBezTo>
                      <a:pt x="291" y="3248"/>
                      <a:pt x="326" y="3389"/>
                      <a:pt x="354" y="3510"/>
                    </a:cubicBezTo>
                    <a:cubicBezTo>
                      <a:pt x="695" y="3475"/>
                      <a:pt x="1299" y="3417"/>
                      <a:pt x="1712" y="3417"/>
                    </a:cubicBezTo>
                    <a:cubicBezTo>
                      <a:pt x="1976" y="3417"/>
                      <a:pt x="2162" y="3441"/>
                      <a:pt x="2151" y="3510"/>
                    </a:cubicBezTo>
                    <a:cubicBezTo>
                      <a:pt x="2151" y="3778"/>
                      <a:pt x="2179" y="4012"/>
                      <a:pt x="2179" y="4274"/>
                    </a:cubicBezTo>
                    <a:cubicBezTo>
                      <a:pt x="2179" y="4804"/>
                      <a:pt x="2236" y="5306"/>
                      <a:pt x="2236" y="5809"/>
                    </a:cubicBezTo>
                    <a:cubicBezTo>
                      <a:pt x="2271" y="6339"/>
                      <a:pt x="2300" y="6898"/>
                      <a:pt x="2356" y="7429"/>
                    </a:cubicBezTo>
                    <a:cubicBezTo>
                      <a:pt x="2413" y="8051"/>
                      <a:pt x="2505" y="8638"/>
                      <a:pt x="2653" y="9261"/>
                    </a:cubicBezTo>
                    <a:cubicBezTo>
                      <a:pt x="3421" y="9504"/>
                      <a:pt x="4251" y="9586"/>
                      <a:pt x="5089" y="9586"/>
                    </a:cubicBezTo>
                    <a:cubicBezTo>
                      <a:pt x="5765" y="9586"/>
                      <a:pt x="6446" y="9532"/>
                      <a:pt x="7103" y="9466"/>
                    </a:cubicBezTo>
                    <a:cubicBezTo>
                      <a:pt x="7542" y="9438"/>
                      <a:pt x="7987" y="9374"/>
                      <a:pt x="8341" y="9169"/>
                    </a:cubicBezTo>
                    <a:cubicBezTo>
                      <a:pt x="9374" y="8554"/>
                      <a:pt x="9431" y="6750"/>
                      <a:pt x="9579" y="5688"/>
                    </a:cubicBezTo>
                    <a:cubicBezTo>
                      <a:pt x="9699" y="4896"/>
                      <a:pt x="9841" y="4132"/>
                      <a:pt x="9784" y="3304"/>
                    </a:cubicBezTo>
                    <a:cubicBezTo>
                      <a:pt x="9699" y="2243"/>
                      <a:pt x="9225" y="1154"/>
                      <a:pt x="8249" y="623"/>
                    </a:cubicBezTo>
                    <a:cubicBezTo>
                      <a:pt x="7895" y="446"/>
                      <a:pt x="7513" y="326"/>
                      <a:pt x="7131" y="206"/>
                    </a:cubicBezTo>
                    <a:cubicBezTo>
                      <a:pt x="6806" y="149"/>
                      <a:pt x="6481" y="121"/>
                      <a:pt x="6191" y="29"/>
                    </a:cubicBezTo>
                    <a:cubicBezTo>
                      <a:pt x="6070" y="326"/>
                      <a:pt x="5893" y="475"/>
                      <a:pt x="5596" y="595"/>
                    </a:cubicBezTo>
                    <a:cubicBezTo>
                      <a:pt x="5418" y="681"/>
                      <a:pt x="5202" y="718"/>
                      <a:pt x="4994" y="718"/>
                    </a:cubicBezTo>
                    <a:cubicBezTo>
                      <a:pt x="4930" y="718"/>
                      <a:pt x="4866" y="715"/>
                      <a:pt x="4804" y="708"/>
                    </a:cubicBezTo>
                    <a:cubicBezTo>
                      <a:pt x="4535" y="680"/>
                      <a:pt x="4302" y="623"/>
                      <a:pt x="4068" y="503"/>
                    </a:cubicBezTo>
                    <a:cubicBezTo>
                      <a:pt x="3976" y="446"/>
                      <a:pt x="3863" y="354"/>
                      <a:pt x="3771" y="269"/>
                    </a:cubicBezTo>
                    <a:cubicBezTo>
                      <a:pt x="3715" y="206"/>
                      <a:pt x="3651" y="121"/>
                      <a:pt x="3594" y="29"/>
                    </a:cubicBezTo>
                    <a:lnTo>
                      <a:pt x="35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1">
                <a:extLst>
                  <a:ext uri="{FF2B5EF4-FFF2-40B4-BE49-F238E27FC236}">
                    <a16:creationId xmlns:a16="http://schemas.microsoft.com/office/drawing/2014/main" id="{FC1A9160-F5C8-22D0-C9F3-A29756C51877}"/>
                  </a:ext>
                </a:extLst>
              </p:cNvPr>
              <p:cNvSpPr/>
              <p:nvPr/>
            </p:nvSpPr>
            <p:spPr>
              <a:xfrm>
                <a:off x="5506279" y="4504130"/>
                <a:ext cx="61477" cy="11329"/>
              </a:xfrm>
              <a:custGeom>
                <a:avLst/>
                <a:gdLst/>
                <a:ahLst/>
                <a:cxnLst/>
                <a:rect l="l" t="t" r="r" b="b"/>
                <a:pathLst>
                  <a:path w="1769" h="326" extrusionOk="0">
                    <a:moveTo>
                      <a:pt x="29" y="0"/>
                    </a:moveTo>
                    <a:lnTo>
                      <a:pt x="0" y="28"/>
                    </a:lnTo>
                    <a:cubicBezTo>
                      <a:pt x="0" y="92"/>
                      <a:pt x="29" y="120"/>
                      <a:pt x="29" y="149"/>
                    </a:cubicBezTo>
                    <a:lnTo>
                      <a:pt x="29" y="297"/>
                    </a:lnTo>
                    <a:lnTo>
                      <a:pt x="29" y="326"/>
                    </a:lnTo>
                    <a:lnTo>
                      <a:pt x="64" y="326"/>
                    </a:lnTo>
                    <a:cubicBezTo>
                      <a:pt x="559" y="326"/>
                      <a:pt x="1267" y="297"/>
                      <a:pt x="1741" y="269"/>
                    </a:cubicBezTo>
                    <a:lnTo>
                      <a:pt x="1769" y="241"/>
                    </a:lnTo>
                    <a:cubicBezTo>
                      <a:pt x="1769" y="205"/>
                      <a:pt x="1741" y="205"/>
                      <a:pt x="1741" y="205"/>
                    </a:cubicBezTo>
                    <a:cubicBezTo>
                      <a:pt x="1267" y="241"/>
                      <a:pt x="559" y="269"/>
                      <a:pt x="92" y="269"/>
                    </a:cubicBezTo>
                    <a:lnTo>
                      <a:pt x="92" y="149"/>
                    </a:lnTo>
                    <a:cubicBezTo>
                      <a:pt x="64" y="120"/>
                      <a:pt x="64" y="64"/>
                      <a:pt x="64" y="28"/>
                    </a:cubicBezTo>
                    <a:cubicBezTo>
                      <a:pt x="64" y="28"/>
                      <a:pt x="6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1">
                <a:extLst>
                  <a:ext uri="{FF2B5EF4-FFF2-40B4-BE49-F238E27FC236}">
                    <a16:creationId xmlns:a16="http://schemas.microsoft.com/office/drawing/2014/main" id="{0964903D-3BD6-00B9-04AB-7ECFE2EFE5A0}"/>
                  </a:ext>
                </a:extLst>
              </p:cNvPr>
              <p:cNvSpPr/>
              <p:nvPr/>
            </p:nvSpPr>
            <p:spPr>
              <a:xfrm>
                <a:off x="5497173" y="4397647"/>
                <a:ext cx="73780" cy="14318"/>
              </a:xfrm>
              <a:custGeom>
                <a:avLst/>
                <a:gdLst/>
                <a:ahLst/>
                <a:cxnLst/>
                <a:rect l="l" t="t" r="r" b="b"/>
                <a:pathLst>
                  <a:path w="2123" h="412" extrusionOk="0">
                    <a:moveTo>
                      <a:pt x="2094" y="1"/>
                    </a:moveTo>
                    <a:cubicBezTo>
                      <a:pt x="1854" y="29"/>
                      <a:pt x="1529" y="57"/>
                      <a:pt x="1210" y="86"/>
                    </a:cubicBezTo>
                    <a:cubicBezTo>
                      <a:pt x="765" y="149"/>
                      <a:pt x="354" y="178"/>
                      <a:pt x="29" y="206"/>
                    </a:cubicBezTo>
                    <a:lnTo>
                      <a:pt x="0" y="206"/>
                    </a:lnTo>
                    <a:lnTo>
                      <a:pt x="0" y="263"/>
                    </a:lnTo>
                    <a:lnTo>
                      <a:pt x="0" y="326"/>
                    </a:lnTo>
                    <a:lnTo>
                      <a:pt x="0" y="383"/>
                    </a:lnTo>
                    <a:cubicBezTo>
                      <a:pt x="0" y="411"/>
                      <a:pt x="29" y="411"/>
                      <a:pt x="29" y="411"/>
                    </a:cubicBezTo>
                    <a:lnTo>
                      <a:pt x="57" y="411"/>
                    </a:lnTo>
                    <a:lnTo>
                      <a:pt x="57" y="383"/>
                    </a:lnTo>
                    <a:lnTo>
                      <a:pt x="57" y="326"/>
                    </a:lnTo>
                    <a:lnTo>
                      <a:pt x="57" y="263"/>
                    </a:lnTo>
                    <a:cubicBezTo>
                      <a:pt x="383" y="234"/>
                      <a:pt x="793" y="206"/>
                      <a:pt x="1210" y="149"/>
                    </a:cubicBezTo>
                    <a:cubicBezTo>
                      <a:pt x="1529" y="121"/>
                      <a:pt x="1854" y="86"/>
                      <a:pt x="2094" y="57"/>
                    </a:cubicBezTo>
                    <a:cubicBezTo>
                      <a:pt x="2123" y="57"/>
                      <a:pt x="2123" y="57"/>
                      <a:pt x="2123" y="29"/>
                    </a:cubicBezTo>
                    <a:cubicBezTo>
                      <a:pt x="2123" y="29"/>
                      <a:pt x="2123" y="1"/>
                      <a:pt x="2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1">
                <a:extLst>
                  <a:ext uri="{FF2B5EF4-FFF2-40B4-BE49-F238E27FC236}">
                    <a16:creationId xmlns:a16="http://schemas.microsoft.com/office/drawing/2014/main" id="{47C2364C-A80C-407C-9BF9-920CEA9E8D34}"/>
                  </a:ext>
                </a:extLst>
              </p:cNvPr>
              <p:cNvSpPr/>
              <p:nvPr/>
            </p:nvSpPr>
            <p:spPr>
              <a:xfrm>
                <a:off x="5570919" y="4515424"/>
                <a:ext cx="7159" cy="108706"/>
              </a:xfrm>
              <a:custGeom>
                <a:avLst/>
                <a:gdLst/>
                <a:ahLst/>
                <a:cxnLst/>
                <a:rect l="l" t="t" r="r" b="b"/>
                <a:pathLst>
                  <a:path w="206" h="3128" extrusionOk="0">
                    <a:moveTo>
                      <a:pt x="57" y="1"/>
                    </a:moveTo>
                    <a:cubicBezTo>
                      <a:pt x="29" y="1"/>
                      <a:pt x="29" y="1"/>
                      <a:pt x="29" y="29"/>
                    </a:cubicBezTo>
                    <a:cubicBezTo>
                      <a:pt x="1" y="1033"/>
                      <a:pt x="29" y="2066"/>
                      <a:pt x="149" y="3099"/>
                    </a:cubicBezTo>
                    <a:cubicBezTo>
                      <a:pt x="149" y="3099"/>
                      <a:pt x="149" y="3127"/>
                      <a:pt x="178" y="3127"/>
                    </a:cubicBezTo>
                    <a:cubicBezTo>
                      <a:pt x="178" y="3127"/>
                      <a:pt x="206" y="3099"/>
                      <a:pt x="206" y="3064"/>
                    </a:cubicBezTo>
                    <a:cubicBezTo>
                      <a:pt x="86" y="2066"/>
                      <a:pt x="57" y="1033"/>
                      <a:pt x="86" y="29"/>
                    </a:cubicBezTo>
                    <a:cubicBezTo>
                      <a:pt x="86" y="1"/>
                      <a:pt x="57"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1">
                <a:extLst>
                  <a:ext uri="{FF2B5EF4-FFF2-40B4-BE49-F238E27FC236}">
                    <a16:creationId xmlns:a16="http://schemas.microsoft.com/office/drawing/2014/main" id="{2F17202F-C011-F95D-5B04-9829833BE99D}"/>
                  </a:ext>
                </a:extLst>
              </p:cNvPr>
              <p:cNvSpPr/>
              <p:nvPr/>
            </p:nvSpPr>
            <p:spPr>
              <a:xfrm>
                <a:off x="5455123" y="4818294"/>
                <a:ext cx="182451" cy="90600"/>
              </a:xfrm>
              <a:custGeom>
                <a:avLst/>
                <a:gdLst/>
                <a:ahLst/>
                <a:cxnLst/>
                <a:rect l="l" t="t" r="r" b="b"/>
                <a:pathLst>
                  <a:path w="5250" h="2607" extrusionOk="0">
                    <a:moveTo>
                      <a:pt x="3538" y="1"/>
                    </a:moveTo>
                    <a:cubicBezTo>
                      <a:pt x="2953" y="1"/>
                      <a:pt x="2398" y="247"/>
                      <a:pt x="1890" y="511"/>
                    </a:cubicBezTo>
                    <a:cubicBezTo>
                      <a:pt x="1359" y="779"/>
                      <a:pt x="737" y="1069"/>
                      <a:pt x="383" y="1543"/>
                    </a:cubicBezTo>
                    <a:cubicBezTo>
                      <a:pt x="354" y="1572"/>
                      <a:pt x="354" y="1600"/>
                      <a:pt x="326" y="1635"/>
                    </a:cubicBezTo>
                    <a:cubicBezTo>
                      <a:pt x="178" y="1840"/>
                      <a:pt x="1" y="2131"/>
                      <a:pt x="149" y="2399"/>
                    </a:cubicBezTo>
                    <a:cubicBezTo>
                      <a:pt x="216" y="2553"/>
                      <a:pt x="343" y="2607"/>
                      <a:pt x="497" y="2607"/>
                    </a:cubicBezTo>
                    <a:cubicBezTo>
                      <a:pt x="818" y="2607"/>
                      <a:pt x="1252" y="2370"/>
                      <a:pt x="1472" y="2307"/>
                    </a:cubicBezTo>
                    <a:cubicBezTo>
                      <a:pt x="1854" y="2194"/>
                      <a:pt x="2208" y="2046"/>
                      <a:pt x="2562" y="1925"/>
                    </a:cubicBezTo>
                    <a:cubicBezTo>
                      <a:pt x="3269" y="1664"/>
                      <a:pt x="4012" y="1458"/>
                      <a:pt x="4748" y="1423"/>
                    </a:cubicBezTo>
                    <a:cubicBezTo>
                      <a:pt x="4925" y="1423"/>
                      <a:pt x="5158" y="1423"/>
                      <a:pt x="5215" y="1246"/>
                    </a:cubicBezTo>
                    <a:cubicBezTo>
                      <a:pt x="5250" y="1190"/>
                      <a:pt x="5250" y="1105"/>
                      <a:pt x="5215" y="1041"/>
                    </a:cubicBezTo>
                    <a:cubicBezTo>
                      <a:pt x="5101" y="426"/>
                      <a:pt x="4302" y="44"/>
                      <a:pt x="3715" y="8"/>
                    </a:cubicBezTo>
                    <a:cubicBezTo>
                      <a:pt x="3656" y="3"/>
                      <a:pt x="3597" y="1"/>
                      <a:pt x="35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1">
                <a:extLst>
                  <a:ext uri="{FF2B5EF4-FFF2-40B4-BE49-F238E27FC236}">
                    <a16:creationId xmlns:a16="http://schemas.microsoft.com/office/drawing/2014/main" id="{D07066C2-01FC-B2FF-A7D5-838554CFD82D}"/>
                  </a:ext>
                </a:extLst>
              </p:cNvPr>
              <p:cNvSpPr/>
              <p:nvPr/>
            </p:nvSpPr>
            <p:spPr>
              <a:xfrm>
                <a:off x="5334183" y="4634696"/>
                <a:ext cx="623008" cy="252790"/>
              </a:xfrm>
              <a:custGeom>
                <a:avLst/>
                <a:gdLst/>
                <a:ahLst/>
                <a:cxnLst/>
                <a:rect l="l" t="t" r="r" b="b"/>
                <a:pathLst>
                  <a:path w="17927" h="7274" extrusionOk="0">
                    <a:moveTo>
                      <a:pt x="2256" y="1"/>
                    </a:moveTo>
                    <a:cubicBezTo>
                      <a:pt x="2076" y="1"/>
                      <a:pt x="1894" y="15"/>
                      <a:pt x="1712" y="49"/>
                    </a:cubicBezTo>
                    <a:cubicBezTo>
                      <a:pt x="1267" y="134"/>
                      <a:pt x="856" y="375"/>
                      <a:pt x="531" y="693"/>
                    </a:cubicBezTo>
                    <a:cubicBezTo>
                      <a:pt x="446" y="813"/>
                      <a:pt x="354" y="933"/>
                      <a:pt x="297" y="1047"/>
                    </a:cubicBezTo>
                    <a:cubicBezTo>
                      <a:pt x="0" y="1641"/>
                      <a:pt x="241" y="2377"/>
                      <a:pt x="502" y="2935"/>
                    </a:cubicBezTo>
                    <a:cubicBezTo>
                      <a:pt x="913" y="3735"/>
                      <a:pt x="1564" y="4322"/>
                      <a:pt x="2299" y="4761"/>
                    </a:cubicBezTo>
                    <a:cubicBezTo>
                      <a:pt x="3155" y="5291"/>
                      <a:pt x="4096" y="5617"/>
                      <a:pt x="5044" y="5970"/>
                    </a:cubicBezTo>
                    <a:cubicBezTo>
                      <a:pt x="6105" y="6352"/>
                      <a:pt x="7195" y="6741"/>
                      <a:pt x="8256" y="7123"/>
                    </a:cubicBezTo>
                    <a:cubicBezTo>
                      <a:pt x="8461" y="7180"/>
                      <a:pt x="8843" y="7237"/>
                      <a:pt x="9048" y="7272"/>
                    </a:cubicBezTo>
                    <a:cubicBezTo>
                      <a:pt x="9053" y="7273"/>
                      <a:pt x="9058" y="7273"/>
                      <a:pt x="9063" y="7273"/>
                    </a:cubicBezTo>
                    <a:cubicBezTo>
                      <a:pt x="9229" y="7273"/>
                      <a:pt x="9290" y="6824"/>
                      <a:pt x="9345" y="6741"/>
                    </a:cubicBezTo>
                    <a:cubicBezTo>
                      <a:pt x="9511" y="6547"/>
                      <a:pt x="9756" y="6528"/>
                      <a:pt x="10001" y="6528"/>
                    </a:cubicBezTo>
                    <a:cubicBezTo>
                      <a:pt x="10059" y="6528"/>
                      <a:pt x="10117" y="6529"/>
                      <a:pt x="10173" y="6529"/>
                    </a:cubicBezTo>
                    <a:cubicBezTo>
                      <a:pt x="10376" y="6543"/>
                      <a:pt x="10578" y="6550"/>
                      <a:pt x="10778" y="6550"/>
                    </a:cubicBezTo>
                    <a:cubicBezTo>
                      <a:pt x="12666" y="6550"/>
                      <a:pt x="14413" y="5929"/>
                      <a:pt x="16038" y="4938"/>
                    </a:cubicBezTo>
                    <a:cubicBezTo>
                      <a:pt x="16540" y="4647"/>
                      <a:pt x="17042" y="4265"/>
                      <a:pt x="17396" y="3763"/>
                    </a:cubicBezTo>
                    <a:cubicBezTo>
                      <a:pt x="17806" y="3169"/>
                      <a:pt x="17927" y="2377"/>
                      <a:pt x="17481" y="1754"/>
                    </a:cubicBezTo>
                    <a:cubicBezTo>
                      <a:pt x="17042" y="1195"/>
                      <a:pt x="16391" y="841"/>
                      <a:pt x="15684" y="728"/>
                    </a:cubicBezTo>
                    <a:cubicBezTo>
                      <a:pt x="15547" y="701"/>
                      <a:pt x="15414" y="688"/>
                      <a:pt x="15285" y="688"/>
                    </a:cubicBezTo>
                    <a:cubicBezTo>
                      <a:pt x="14580" y="688"/>
                      <a:pt x="13983" y="1063"/>
                      <a:pt x="13385" y="1464"/>
                    </a:cubicBezTo>
                    <a:cubicBezTo>
                      <a:pt x="13328" y="1521"/>
                      <a:pt x="13236" y="1577"/>
                      <a:pt x="13151" y="1641"/>
                    </a:cubicBezTo>
                    <a:cubicBezTo>
                      <a:pt x="12793" y="1523"/>
                      <a:pt x="12398" y="1491"/>
                      <a:pt x="11997" y="1491"/>
                    </a:cubicBezTo>
                    <a:cubicBezTo>
                      <a:pt x="11701" y="1491"/>
                      <a:pt x="11402" y="1509"/>
                      <a:pt x="11114" y="1521"/>
                    </a:cubicBezTo>
                    <a:cubicBezTo>
                      <a:pt x="10853" y="1541"/>
                      <a:pt x="10587" y="1547"/>
                      <a:pt x="10320" y="1547"/>
                    </a:cubicBezTo>
                    <a:cubicBezTo>
                      <a:pt x="10027" y="1547"/>
                      <a:pt x="9731" y="1540"/>
                      <a:pt x="9435" y="1540"/>
                    </a:cubicBezTo>
                    <a:cubicBezTo>
                      <a:pt x="9268" y="1540"/>
                      <a:pt x="9102" y="1542"/>
                      <a:pt x="8935" y="1549"/>
                    </a:cubicBezTo>
                    <a:cubicBezTo>
                      <a:pt x="8638" y="1583"/>
                      <a:pt x="8388" y="1615"/>
                      <a:pt x="8136" y="1615"/>
                    </a:cubicBezTo>
                    <a:cubicBezTo>
                      <a:pt x="7914" y="1615"/>
                      <a:pt x="7690" y="1590"/>
                      <a:pt x="7428" y="1521"/>
                    </a:cubicBezTo>
                    <a:cubicBezTo>
                      <a:pt x="6134" y="1167"/>
                      <a:pt x="4896" y="580"/>
                      <a:pt x="3601" y="226"/>
                    </a:cubicBezTo>
                    <a:cubicBezTo>
                      <a:pt x="3173" y="99"/>
                      <a:pt x="2720" y="1"/>
                      <a:pt x="22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1">
                <a:extLst>
                  <a:ext uri="{FF2B5EF4-FFF2-40B4-BE49-F238E27FC236}">
                    <a16:creationId xmlns:a16="http://schemas.microsoft.com/office/drawing/2014/main" id="{54F17A4E-108E-2DC2-616D-4A7DAB9E45D8}"/>
                  </a:ext>
                </a:extLst>
              </p:cNvPr>
              <p:cNvSpPr/>
              <p:nvPr/>
            </p:nvSpPr>
            <p:spPr>
              <a:xfrm>
                <a:off x="5641501" y="4714071"/>
                <a:ext cx="173102" cy="82155"/>
              </a:xfrm>
              <a:custGeom>
                <a:avLst/>
                <a:gdLst/>
                <a:ahLst/>
                <a:cxnLst/>
                <a:rect l="l" t="t" r="r" b="b"/>
                <a:pathLst>
                  <a:path w="4981" h="2364" extrusionOk="0">
                    <a:moveTo>
                      <a:pt x="4924" y="1"/>
                    </a:moveTo>
                    <a:cubicBezTo>
                      <a:pt x="4690" y="121"/>
                      <a:pt x="4450" y="213"/>
                      <a:pt x="4216" y="326"/>
                    </a:cubicBezTo>
                    <a:cubicBezTo>
                      <a:pt x="3863" y="475"/>
                      <a:pt x="3481" y="623"/>
                      <a:pt x="3127" y="857"/>
                    </a:cubicBezTo>
                    <a:cubicBezTo>
                      <a:pt x="2978" y="949"/>
                      <a:pt x="2802" y="1062"/>
                      <a:pt x="2653" y="1154"/>
                    </a:cubicBezTo>
                    <a:cubicBezTo>
                      <a:pt x="2243" y="1415"/>
                      <a:pt x="1832" y="1684"/>
                      <a:pt x="1387" y="1889"/>
                    </a:cubicBezTo>
                    <a:cubicBezTo>
                      <a:pt x="1210" y="1981"/>
                      <a:pt x="976" y="2038"/>
                      <a:pt x="736" y="2066"/>
                    </a:cubicBezTo>
                    <a:cubicBezTo>
                      <a:pt x="502" y="2158"/>
                      <a:pt x="205" y="2215"/>
                      <a:pt x="0" y="2335"/>
                    </a:cubicBezTo>
                    <a:lnTo>
                      <a:pt x="0" y="2363"/>
                    </a:lnTo>
                    <a:lnTo>
                      <a:pt x="28" y="2363"/>
                    </a:lnTo>
                    <a:cubicBezTo>
                      <a:pt x="241" y="2271"/>
                      <a:pt x="502" y="2215"/>
                      <a:pt x="771" y="2123"/>
                    </a:cubicBezTo>
                    <a:cubicBezTo>
                      <a:pt x="1005" y="2066"/>
                      <a:pt x="1210" y="2010"/>
                      <a:pt x="1415" y="1946"/>
                    </a:cubicBezTo>
                    <a:cubicBezTo>
                      <a:pt x="1861" y="1741"/>
                      <a:pt x="2271" y="1479"/>
                      <a:pt x="2681" y="1210"/>
                    </a:cubicBezTo>
                    <a:cubicBezTo>
                      <a:pt x="2830" y="1097"/>
                      <a:pt x="3007" y="1005"/>
                      <a:pt x="3155" y="885"/>
                    </a:cubicBezTo>
                    <a:cubicBezTo>
                      <a:pt x="3509" y="680"/>
                      <a:pt x="3891" y="531"/>
                      <a:pt x="4245" y="390"/>
                    </a:cubicBezTo>
                    <a:cubicBezTo>
                      <a:pt x="4485" y="269"/>
                      <a:pt x="4719" y="177"/>
                      <a:pt x="4952" y="64"/>
                    </a:cubicBezTo>
                    <a:cubicBezTo>
                      <a:pt x="4980" y="36"/>
                      <a:pt x="4980" y="36"/>
                      <a:pt x="4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1">
                <a:extLst>
                  <a:ext uri="{FF2B5EF4-FFF2-40B4-BE49-F238E27FC236}">
                    <a16:creationId xmlns:a16="http://schemas.microsoft.com/office/drawing/2014/main" id="{5EF09BF7-C315-3DF5-6470-59227A8F3DE2}"/>
                  </a:ext>
                </a:extLst>
              </p:cNvPr>
              <p:cNvSpPr/>
              <p:nvPr/>
            </p:nvSpPr>
            <p:spPr>
              <a:xfrm>
                <a:off x="5653769" y="4825940"/>
                <a:ext cx="142381" cy="129523"/>
              </a:xfrm>
              <a:custGeom>
                <a:avLst/>
                <a:gdLst/>
                <a:ahLst/>
                <a:cxnLst/>
                <a:rect l="l" t="t" r="r" b="b"/>
                <a:pathLst>
                  <a:path w="4097" h="3727" extrusionOk="0">
                    <a:moveTo>
                      <a:pt x="680" y="0"/>
                    </a:moveTo>
                    <a:cubicBezTo>
                      <a:pt x="560" y="262"/>
                      <a:pt x="447" y="496"/>
                      <a:pt x="326" y="764"/>
                    </a:cubicBezTo>
                    <a:cubicBezTo>
                      <a:pt x="298" y="885"/>
                      <a:pt x="241" y="1026"/>
                      <a:pt x="178" y="1146"/>
                    </a:cubicBezTo>
                    <a:cubicBezTo>
                      <a:pt x="149" y="1238"/>
                      <a:pt x="1" y="1415"/>
                      <a:pt x="65" y="1500"/>
                    </a:cubicBezTo>
                    <a:cubicBezTo>
                      <a:pt x="121" y="1529"/>
                      <a:pt x="326" y="1557"/>
                      <a:pt x="383" y="1557"/>
                    </a:cubicBezTo>
                    <a:cubicBezTo>
                      <a:pt x="503" y="1592"/>
                      <a:pt x="623" y="1649"/>
                      <a:pt x="737" y="1677"/>
                    </a:cubicBezTo>
                    <a:cubicBezTo>
                      <a:pt x="885" y="1797"/>
                      <a:pt x="1126" y="1854"/>
                      <a:pt x="1303" y="1974"/>
                    </a:cubicBezTo>
                    <a:cubicBezTo>
                      <a:pt x="1508" y="2087"/>
                      <a:pt x="1713" y="2300"/>
                      <a:pt x="1918" y="2441"/>
                    </a:cubicBezTo>
                    <a:cubicBezTo>
                      <a:pt x="2328" y="2795"/>
                      <a:pt x="2746" y="3149"/>
                      <a:pt x="3184" y="3502"/>
                    </a:cubicBezTo>
                    <a:cubicBezTo>
                      <a:pt x="3310" y="3604"/>
                      <a:pt x="3457" y="3727"/>
                      <a:pt x="3624" y="3727"/>
                    </a:cubicBezTo>
                    <a:cubicBezTo>
                      <a:pt x="3654" y="3727"/>
                      <a:pt x="3684" y="3723"/>
                      <a:pt x="3715" y="3714"/>
                    </a:cubicBezTo>
                    <a:cubicBezTo>
                      <a:pt x="3920" y="3651"/>
                      <a:pt x="4012" y="3389"/>
                      <a:pt x="4040" y="3184"/>
                    </a:cubicBezTo>
                    <a:cubicBezTo>
                      <a:pt x="4097" y="2561"/>
                      <a:pt x="3863" y="2151"/>
                      <a:pt x="3453" y="1705"/>
                    </a:cubicBezTo>
                    <a:cubicBezTo>
                      <a:pt x="3128" y="1380"/>
                      <a:pt x="2717" y="1062"/>
                      <a:pt x="2477" y="616"/>
                    </a:cubicBezTo>
                    <a:cubicBezTo>
                      <a:pt x="2364" y="382"/>
                      <a:pt x="2215" y="142"/>
                      <a:pt x="1918" y="142"/>
                    </a:cubicBezTo>
                    <a:cubicBezTo>
                      <a:pt x="1769" y="142"/>
                      <a:pt x="1621" y="177"/>
                      <a:pt x="1444" y="206"/>
                    </a:cubicBezTo>
                    <a:cubicBezTo>
                      <a:pt x="1415" y="208"/>
                      <a:pt x="1386" y="210"/>
                      <a:pt x="1358" y="210"/>
                    </a:cubicBezTo>
                    <a:cubicBezTo>
                      <a:pt x="1106" y="210"/>
                      <a:pt x="890" y="102"/>
                      <a:pt x="6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1">
                <a:extLst>
                  <a:ext uri="{FF2B5EF4-FFF2-40B4-BE49-F238E27FC236}">
                    <a16:creationId xmlns:a16="http://schemas.microsoft.com/office/drawing/2014/main" id="{A3077472-9BFC-0AB3-5C91-357578EB5A8E}"/>
                  </a:ext>
                </a:extLst>
              </p:cNvPr>
              <p:cNvSpPr/>
              <p:nvPr/>
            </p:nvSpPr>
            <p:spPr>
              <a:xfrm>
                <a:off x="5612969" y="4475980"/>
                <a:ext cx="242677" cy="254284"/>
              </a:xfrm>
              <a:custGeom>
                <a:avLst/>
                <a:gdLst/>
                <a:ahLst/>
                <a:cxnLst/>
                <a:rect l="l" t="t" r="r" b="b"/>
                <a:pathLst>
                  <a:path w="6983" h="7317" extrusionOk="0">
                    <a:moveTo>
                      <a:pt x="5454" y="0"/>
                    </a:moveTo>
                    <a:cubicBezTo>
                      <a:pt x="4901" y="0"/>
                      <a:pt x="4358" y="478"/>
                      <a:pt x="4245" y="1136"/>
                    </a:cubicBezTo>
                    <a:cubicBezTo>
                      <a:pt x="4125" y="1758"/>
                      <a:pt x="4097" y="2345"/>
                      <a:pt x="4125" y="2961"/>
                    </a:cubicBezTo>
                    <a:cubicBezTo>
                      <a:pt x="4153" y="3286"/>
                      <a:pt x="4153" y="3583"/>
                      <a:pt x="4181" y="3909"/>
                    </a:cubicBezTo>
                    <a:cubicBezTo>
                      <a:pt x="4181" y="4086"/>
                      <a:pt x="4210" y="4234"/>
                      <a:pt x="4210" y="4411"/>
                    </a:cubicBezTo>
                    <a:cubicBezTo>
                      <a:pt x="4210" y="4496"/>
                      <a:pt x="4273" y="4616"/>
                      <a:pt x="4245" y="4729"/>
                    </a:cubicBezTo>
                    <a:cubicBezTo>
                      <a:pt x="4245" y="4850"/>
                      <a:pt x="4245" y="4821"/>
                      <a:pt x="4153" y="4878"/>
                    </a:cubicBezTo>
                    <a:cubicBezTo>
                      <a:pt x="4033" y="4906"/>
                      <a:pt x="3920" y="4942"/>
                      <a:pt x="3799" y="4970"/>
                    </a:cubicBezTo>
                    <a:cubicBezTo>
                      <a:pt x="3361" y="5083"/>
                      <a:pt x="2915" y="5203"/>
                      <a:pt x="2441" y="5352"/>
                    </a:cubicBezTo>
                    <a:cubicBezTo>
                      <a:pt x="2236" y="5408"/>
                      <a:pt x="2003" y="5472"/>
                      <a:pt x="1797" y="5500"/>
                    </a:cubicBezTo>
                    <a:cubicBezTo>
                      <a:pt x="1500" y="5557"/>
                      <a:pt x="1203" y="5677"/>
                      <a:pt x="913" y="5734"/>
                    </a:cubicBezTo>
                    <a:cubicBezTo>
                      <a:pt x="616" y="5790"/>
                      <a:pt x="319" y="6003"/>
                      <a:pt x="142" y="6236"/>
                    </a:cubicBezTo>
                    <a:cubicBezTo>
                      <a:pt x="29" y="6441"/>
                      <a:pt x="1" y="6710"/>
                      <a:pt x="57" y="6915"/>
                    </a:cubicBezTo>
                    <a:cubicBezTo>
                      <a:pt x="114" y="7064"/>
                      <a:pt x="177" y="7120"/>
                      <a:pt x="234" y="7149"/>
                    </a:cubicBezTo>
                    <a:cubicBezTo>
                      <a:pt x="319" y="7205"/>
                      <a:pt x="439" y="7205"/>
                      <a:pt x="588" y="7205"/>
                    </a:cubicBezTo>
                    <a:cubicBezTo>
                      <a:pt x="1134" y="7258"/>
                      <a:pt x="1816" y="7317"/>
                      <a:pt x="2525" y="7317"/>
                    </a:cubicBezTo>
                    <a:cubicBezTo>
                      <a:pt x="4186" y="7317"/>
                      <a:pt x="6001" y="6996"/>
                      <a:pt x="6601" y="5529"/>
                    </a:cubicBezTo>
                    <a:cubicBezTo>
                      <a:pt x="6926" y="4701"/>
                      <a:pt x="6983" y="3817"/>
                      <a:pt x="6955" y="2904"/>
                    </a:cubicBezTo>
                    <a:cubicBezTo>
                      <a:pt x="6926" y="2112"/>
                      <a:pt x="6806" y="1192"/>
                      <a:pt x="6332" y="520"/>
                    </a:cubicBezTo>
                    <a:cubicBezTo>
                      <a:pt x="6088" y="155"/>
                      <a:pt x="5770" y="0"/>
                      <a:pt x="5454"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1">
                <a:extLst>
                  <a:ext uri="{FF2B5EF4-FFF2-40B4-BE49-F238E27FC236}">
                    <a16:creationId xmlns:a16="http://schemas.microsoft.com/office/drawing/2014/main" id="{B493AA1A-FA08-91B9-E4D4-80B11615B3AC}"/>
                  </a:ext>
                </a:extLst>
              </p:cNvPr>
              <p:cNvSpPr/>
              <p:nvPr/>
            </p:nvSpPr>
            <p:spPr>
              <a:xfrm>
                <a:off x="5585202" y="4217489"/>
                <a:ext cx="138419" cy="124900"/>
              </a:xfrm>
              <a:custGeom>
                <a:avLst/>
                <a:gdLst/>
                <a:ahLst/>
                <a:cxnLst/>
                <a:rect l="l" t="t" r="r" b="b"/>
                <a:pathLst>
                  <a:path w="3983" h="3594" extrusionOk="0">
                    <a:moveTo>
                      <a:pt x="1872" y="0"/>
                    </a:moveTo>
                    <a:cubicBezTo>
                      <a:pt x="1778" y="0"/>
                      <a:pt x="1684" y="9"/>
                      <a:pt x="1592" y="28"/>
                    </a:cubicBezTo>
                    <a:cubicBezTo>
                      <a:pt x="1535" y="56"/>
                      <a:pt x="1507" y="56"/>
                      <a:pt x="1443" y="56"/>
                    </a:cubicBezTo>
                    <a:cubicBezTo>
                      <a:pt x="856" y="233"/>
                      <a:pt x="382" y="735"/>
                      <a:pt x="149" y="1322"/>
                    </a:cubicBezTo>
                    <a:cubicBezTo>
                      <a:pt x="0" y="1676"/>
                      <a:pt x="587" y="1648"/>
                      <a:pt x="800" y="1676"/>
                    </a:cubicBezTo>
                    <a:cubicBezTo>
                      <a:pt x="941" y="1676"/>
                      <a:pt x="1061" y="1704"/>
                      <a:pt x="1182" y="1704"/>
                    </a:cubicBezTo>
                    <a:cubicBezTo>
                      <a:pt x="1472" y="1733"/>
                      <a:pt x="1769" y="1733"/>
                      <a:pt x="2038" y="1733"/>
                    </a:cubicBezTo>
                    <a:cubicBezTo>
                      <a:pt x="2476" y="1733"/>
                      <a:pt x="2179" y="2086"/>
                      <a:pt x="2420" y="2263"/>
                    </a:cubicBezTo>
                    <a:cubicBezTo>
                      <a:pt x="2596" y="2383"/>
                      <a:pt x="2710" y="2504"/>
                      <a:pt x="2802" y="2681"/>
                    </a:cubicBezTo>
                    <a:cubicBezTo>
                      <a:pt x="2858" y="2886"/>
                      <a:pt x="2886" y="3091"/>
                      <a:pt x="3007" y="3268"/>
                    </a:cubicBezTo>
                    <a:cubicBezTo>
                      <a:pt x="3035" y="3296"/>
                      <a:pt x="3063" y="3324"/>
                      <a:pt x="3099" y="3388"/>
                    </a:cubicBezTo>
                    <a:cubicBezTo>
                      <a:pt x="3184" y="3445"/>
                      <a:pt x="3240" y="3537"/>
                      <a:pt x="3304" y="3593"/>
                    </a:cubicBezTo>
                    <a:cubicBezTo>
                      <a:pt x="3332" y="3565"/>
                      <a:pt x="3360" y="3537"/>
                      <a:pt x="3360" y="3473"/>
                    </a:cubicBezTo>
                    <a:cubicBezTo>
                      <a:pt x="3658" y="2681"/>
                      <a:pt x="3983" y="1796"/>
                      <a:pt x="3537" y="997"/>
                    </a:cubicBezTo>
                    <a:cubicBezTo>
                      <a:pt x="3228" y="434"/>
                      <a:pt x="2534" y="0"/>
                      <a:pt x="18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1">
                <a:extLst>
                  <a:ext uri="{FF2B5EF4-FFF2-40B4-BE49-F238E27FC236}">
                    <a16:creationId xmlns:a16="http://schemas.microsoft.com/office/drawing/2014/main" id="{ED91921C-A1B0-03D6-91CB-787637FE98AB}"/>
                  </a:ext>
                </a:extLst>
              </p:cNvPr>
              <p:cNvSpPr/>
              <p:nvPr/>
            </p:nvSpPr>
            <p:spPr>
              <a:xfrm>
                <a:off x="5453176" y="4677893"/>
                <a:ext cx="229401" cy="152007"/>
              </a:xfrm>
              <a:custGeom>
                <a:avLst/>
                <a:gdLst/>
                <a:ahLst/>
                <a:cxnLst/>
                <a:rect l="l" t="t" r="r" b="b"/>
                <a:pathLst>
                  <a:path w="6601" h="4374" extrusionOk="0">
                    <a:moveTo>
                      <a:pt x="21" y="0"/>
                    </a:moveTo>
                    <a:cubicBezTo>
                      <a:pt x="13" y="0"/>
                      <a:pt x="0" y="16"/>
                      <a:pt x="0" y="16"/>
                    </a:cubicBezTo>
                    <a:cubicBezTo>
                      <a:pt x="0" y="44"/>
                      <a:pt x="0" y="44"/>
                      <a:pt x="28" y="44"/>
                    </a:cubicBezTo>
                    <a:cubicBezTo>
                      <a:pt x="793" y="398"/>
                      <a:pt x="1500" y="957"/>
                      <a:pt x="2179" y="1459"/>
                    </a:cubicBezTo>
                    <a:cubicBezTo>
                      <a:pt x="2533" y="1749"/>
                      <a:pt x="2887" y="2018"/>
                      <a:pt x="3269" y="2280"/>
                    </a:cubicBezTo>
                    <a:cubicBezTo>
                      <a:pt x="4301" y="2959"/>
                      <a:pt x="5419" y="3461"/>
                      <a:pt x="6544" y="3963"/>
                    </a:cubicBezTo>
                    <a:cubicBezTo>
                      <a:pt x="6509" y="4020"/>
                      <a:pt x="6480" y="4084"/>
                      <a:pt x="6480" y="4140"/>
                    </a:cubicBezTo>
                    <a:cubicBezTo>
                      <a:pt x="6452" y="4197"/>
                      <a:pt x="6424" y="4260"/>
                      <a:pt x="6395" y="4317"/>
                    </a:cubicBezTo>
                    <a:cubicBezTo>
                      <a:pt x="6395" y="4345"/>
                      <a:pt x="6395" y="4345"/>
                      <a:pt x="6424" y="4345"/>
                    </a:cubicBezTo>
                    <a:lnTo>
                      <a:pt x="6424" y="4374"/>
                    </a:lnTo>
                    <a:lnTo>
                      <a:pt x="6452" y="4345"/>
                    </a:lnTo>
                    <a:cubicBezTo>
                      <a:pt x="6480" y="4289"/>
                      <a:pt x="6509" y="4197"/>
                      <a:pt x="6509" y="4140"/>
                    </a:cubicBezTo>
                    <a:cubicBezTo>
                      <a:pt x="6544" y="4084"/>
                      <a:pt x="6572" y="4020"/>
                      <a:pt x="6601" y="3963"/>
                    </a:cubicBezTo>
                    <a:lnTo>
                      <a:pt x="6601" y="3935"/>
                    </a:lnTo>
                    <a:lnTo>
                      <a:pt x="6572" y="3935"/>
                    </a:lnTo>
                    <a:cubicBezTo>
                      <a:pt x="5483" y="3433"/>
                      <a:pt x="4330" y="2902"/>
                      <a:pt x="3297" y="2223"/>
                    </a:cubicBezTo>
                    <a:cubicBezTo>
                      <a:pt x="2915" y="1990"/>
                      <a:pt x="2561" y="1692"/>
                      <a:pt x="2207" y="1431"/>
                    </a:cubicBezTo>
                    <a:cubicBezTo>
                      <a:pt x="1528" y="900"/>
                      <a:pt x="821" y="370"/>
                      <a:pt x="28" y="16"/>
                    </a:cubicBezTo>
                    <a:cubicBezTo>
                      <a:pt x="28" y="4"/>
                      <a:pt x="25" y="0"/>
                      <a:pt x="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1">
                <a:extLst>
                  <a:ext uri="{FF2B5EF4-FFF2-40B4-BE49-F238E27FC236}">
                    <a16:creationId xmlns:a16="http://schemas.microsoft.com/office/drawing/2014/main" id="{1786EEC0-DA5A-CF24-702F-028B3993D64B}"/>
                  </a:ext>
                </a:extLst>
              </p:cNvPr>
              <p:cNvSpPr/>
              <p:nvPr/>
            </p:nvSpPr>
            <p:spPr>
              <a:xfrm>
                <a:off x="5610745" y="4321400"/>
                <a:ext cx="22659" cy="12858"/>
              </a:xfrm>
              <a:custGeom>
                <a:avLst/>
                <a:gdLst/>
                <a:ahLst/>
                <a:cxnLst/>
                <a:rect l="l" t="t" r="r" b="b"/>
                <a:pathLst>
                  <a:path w="652" h="370" extrusionOk="0">
                    <a:moveTo>
                      <a:pt x="616" y="0"/>
                    </a:moveTo>
                    <a:cubicBezTo>
                      <a:pt x="608" y="0"/>
                      <a:pt x="595" y="16"/>
                      <a:pt x="595" y="16"/>
                    </a:cubicBezTo>
                    <a:cubicBezTo>
                      <a:pt x="560" y="129"/>
                      <a:pt x="475" y="221"/>
                      <a:pt x="383" y="278"/>
                    </a:cubicBezTo>
                    <a:cubicBezTo>
                      <a:pt x="303" y="298"/>
                      <a:pt x="219" y="318"/>
                      <a:pt x="147" y="318"/>
                    </a:cubicBezTo>
                    <a:cubicBezTo>
                      <a:pt x="117" y="318"/>
                      <a:pt x="89" y="314"/>
                      <a:pt x="65" y="306"/>
                    </a:cubicBezTo>
                    <a:cubicBezTo>
                      <a:pt x="53" y="297"/>
                      <a:pt x="42" y="293"/>
                      <a:pt x="32" y="293"/>
                    </a:cubicBezTo>
                    <a:cubicBezTo>
                      <a:pt x="13" y="293"/>
                      <a:pt x="1" y="306"/>
                      <a:pt x="1" y="306"/>
                    </a:cubicBezTo>
                    <a:cubicBezTo>
                      <a:pt x="1" y="334"/>
                      <a:pt x="1" y="334"/>
                      <a:pt x="29" y="334"/>
                    </a:cubicBezTo>
                    <a:cubicBezTo>
                      <a:pt x="65" y="370"/>
                      <a:pt x="121" y="370"/>
                      <a:pt x="178" y="370"/>
                    </a:cubicBezTo>
                    <a:cubicBezTo>
                      <a:pt x="270" y="370"/>
                      <a:pt x="326" y="370"/>
                      <a:pt x="418" y="306"/>
                    </a:cubicBezTo>
                    <a:cubicBezTo>
                      <a:pt x="531" y="249"/>
                      <a:pt x="623" y="157"/>
                      <a:pt x="652" y="44"/>
                    </a:cubicBezTo>
                    <a:cubicBezTo>
                      <a:pt x="652" y="16"/>
                      <a:pt x="652" y="16"/>
                      <a:pt x="623" y="16"/>
                    </a:cubicBezTo>
                    <a:cubicBezTo>
                      <a:pt x="623" y="4"/>
                      <a:pt x="620"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1">
                <a:extLst>
                  <a:ext uri="{FF2B5EF4-FFF2-40B4-BE49-F238E27FC236}">
                    <a16:creationId xmlns:a16="http://schemas.microsoft.com/office/drawing/2014/main" id="{95AE4910-15AF-DB75-E2C3-BC1F55E83DAF}"/>
                  </a:ext>
                </a:extLst>
              </p:cNvPr>
              <p:cNvSpPr/>
              <p:nvPr/>
            </p:nvSpPr>
            <p:spPr>
              <a:xfrm>
                <a:off x="5664091" y="4287203"/>
                <a:ext cx="35378" cy="33223"/>
              </a:xfrm>
              <a:custGeom>
                <a:avLst/>
                <a:gdLst/>
                <a:ahLst/>
                <a:cxnLst/>
                <a:rect l="l" t="t" r="r" b="b"/>
                <a:pathLst>
                  <a:path w="1018" h="956" extrusionOk="0">
                    <a:moveTo>
                      <a:pt x="477" y="0"/>
                    </a:moveTo>
                    <a:cubicBezTo>
                      <a:pt x="274" y="0"/>
                      <a:pt x="67" y="136"/>
                      <a:pt x="1" y="377"/>
                    </a:cubicBezTo>
                    <a:lnTo>
                      <a:pt x="298" y="936"/>
                    </a:lnTo>
                    <a:cubicBezTo>
                      <a:pt x="346" y="949"/>
                      <a:pt x="392" y="955"/>
                      <a:pt x="436" y="955"/>
                    </a:cubicBezTo>
                    <a:cubicBezTo>
                      <a:pt x="796" y="955"/>
                      <a:pt x="1018" y="551"/>
                      <a:pt x="885" y="293"/>
                    </a:cubicBezTo>
                    <a:cubicBezTo>
                      <a:pt x="806" y="92"/>
                      <a:pt x="643" y="0"/>
                      <a:pt x="477"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1">
                <a:extLst>
                  <a:ext uri="{FF2B5EF4-FFF2-40B4-BE49-F238E27FC236}">
                    <a16:creationId xmlns:a16="http://schemas.microsoft.com/office/drawing/2014/main" id="{3CB4EE53-9963-1678-F2FF-B1A241E7AD44}"/>
                  </a:ext>
                </a:extLst>
              </p:cNvPr>
              <p:cNvSpPr/>
              <p:nvPr/>
            </p:nvSpPr>
            <p:spPr>
              <a:xfrm>
                <a:off x="5669269" y="4294501"/>
                <a:ext cx="14283" cy="10009"/>
              </a:xfrm>
              <a:custGeom>
                <a:avLst/>
                <a:gdLst/>
                <a:ahLst/>
                <a:cxnLst/>
                <a:rect l="l" t="t" r="r" b="b"/>
                <a:pathLst>
                  <a:path w="411" h="288" extrusionOk="0">
                    <a:moveTo>
                      <a:pt x="271" y="0"/>
                    </a:moveTo>
                    <a:cubicBezTo>
                      <a:pt x="219" y="0"/>
                      <a:pt x="168" y="14"/>
                      <a:pt x="114" y="47"/>
                    </a:cubicBezTo>
                    <a:cubicBezTo>
                      <a:pt x="29" y="111"/>
                      <a:pt x="1" y="196"/>
                      <a:pt x="1" y="259"/>
                    </a:cubicBezTo>
                    <a:cubicBezTo>
                      <a:pt x="1" y="288"/>
                      <a:pt x="1" y="288"/>
                      <a:pt x="29" y="288"/>
                    </a:cubicBezTo>
                    <a:cubicBezTo>
                      <a:pt x="29" y="288"/>
                      <a:pt x="57" y="288"/>
                      <a:pt x="57" y="259"/>
                    </a:cubicBezTo>
                    <a:cubicBezTo>
                      <a:pt x="57" y="196"/>
                      <a:pt x="85" y="139"/>
                      <a:pt x="149" y="111"/>
                    </a:cubicBezTo>
                    <a:cubicBezTo>
                      <a:pt x="182" y="74"/>
                      <a:pt x="223" y="59"/>
                      <a:pt x="270" y="59"/>
                    </a:cubicBezTo>
                    <a:cubicBezTo>
                      <a:pt x="305" y="59"/>
                      <a:pt x="343" y="67"/>
                      <a:pt x="383" y="83"/>
                    </a:cubicBezTo>
                    <a:lnTo>
                      <a:pt x="411" y="47"/>
                    </a:lnTo>
                    <a:cubicBezTo>
                      <a:pt x="411" y="19"/>
                      <a:pt x="411" y="19"/>
                      <a:pt x="383" y="19"/>
                    </a:cubicBezTo>
                    <a:cubicBezTo>
                      <a:pt x="344" y="7"/>
                      <a:pt x="308" y="0"/>
                      <a:pt x="2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1">
                <a:extLst>
                  <a:ext uri="{FF2B5EF4-FFF2-40B4-BE49-F238E27FC236}">
                    <a16:creationId xmlns:a16="http://schemas.microsoft.com/office/drawing/2014/main" id="{802DDC0E-C1A8-4B81-FFE1-1A63BD7267F7}"/>
                  </a:ext>
                </a:extLst>
              </p:cNvPr>
              <p:cNvSpPr/>
              <p:nvPr/>
            </p:nvSpPr>
            <p:spPr>
              <a:xfrm>
                <a:off x="5746976" y="4431357"/>
                <a:ext cx="106725" cy="137446"/>
              </a:xfrm>
              <a:custGeom>
                <a:avLst/>
                <a:gdLst/>
                <a:ahLst/>
                <a:cxnLst/>
                <a:rect l="l" t="t" r="r" b="b"/>
                <a:pathLst>
                  <a:path w="3071" h="3955" extrusionOk="0">
                    <a:moveTo>
                      <a:pt x="1655" y="0"/>
                    </a:moveTo>
                    <a:lnTo>
                      <a:pt x="0" y="1507"/>
                    </a:lnTo>
                    <a:cubicBezTo>
                      <a:pt x="120" y="2009"/>
                      <a:pt x="149" y="3099"/>
                      <a:pt x="149" y="3955"/>
                    </a:cubicBezTo>
                    <a:cubicBezTo>
                      <a:pt x="474" y="3926"/>
                      <a:pt x="799" y="3863"/>
                      <a:pt x="1097" y="3806"/>
                    </a:cubicBezTo>
                    <a:cubicBezTo>
                      <a:pt x="1769" y="3686"/>
                      <a:pt x="2419" y="3481"/>
                      <a:pt x="3070" y="3219"/>
                    </a:cubicBezTo>
                    <a:cubicBezTo>
                      <a:pt x="2865" y="2009"/>
                      <a:pt x="2540" y="856"/>
                      <a:pt x="16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1">
                <a:extLst>
                  <a:ext uri="{FF2B5EF4-FFF2-40B4-BE49-F238E27FC236}">
                    <a16:creationId xmlns:a16="http://schemas.microsoft.com/office/drawing/2014/main" id="{02353C31-C45E-B60F-CAD9-1C3A988AA298}"/>
                  </a:ext>
                </a:extLst>
              </p:cNvPr>
              <p:cNvSpPr/>
              <p:nvPr/>
            </p:nvSpPr>
            <p:spPr>
              <a:xfrm>
                <a:off x="5509476" y="4735722"/>
                <a:ext cx="248828" cy="12302"/>
              </a:xfrm>
              <a:custGeom>
                <a:avLst/>
                <a:gdLst/>
                <a:ahLst/>
                <a:cxnLst/>
                <a:rect l="l" t="t" r="r" b="b"/>
                <a:pathLst>
                  <a:path w="7160" h="354" extrusionOk="0">
                    <a:moveTo>
                      <a:pt x="177" y="0"/>
                    </a:moveTo>
                    <a:cubicBezTo>
                      <a:pt x="85" y="0"/>
                      <a:pt x="0" y="57"/>
                      <a:pt x="0" y="177"/>
                    </a:cubicBezTo>
                    <a:cubicBezTo>
                      <a:pt x="0" y="262"/>
                      <a:pt x="85" y="354"/>
                      <a:pt x="177" y="354"/>
                    </a:cubicBezTo>
                    <a:lnTo>
                      <a:pt x="6983" y="354"/>
                    </a:lnTo>
                    <a:cubicBezTo>
                      <a:pt x="7075" y="354"/>
                      <a:pt x="7159" y="262"/>
                      <a:pt x="7159" y="177"/>
                    </a:cubicBezTo>
                    <a:cubicBezTo>
                      <a:pt x="7159" y="57"/>
                      <a:pt x="7075" y="0"/>
                      <a:pt x="69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1">
                <a:extLst>
                  <a:ext uri="{FF2B5EF4-FFF2-40B4-BE49-F238E27FC236}">
                    <a16:creationId xmlns:a16="http://schemas.microsoft.com/office/drawing/2014/main" id="{602B3B49-090B-682C-A48E-FF1C436621CF}"/>
                  </a:ext>
                </a:extLst>
              </p:cNvPr>
              <p:cNvSpPr/>
              <p:nvPr/>
            </p:nvSpPr>
            <p:spPr>
              <a:xfrm>
                <a:off x="5465444" y="4626042"/>
                <a:ext cx="252060" cy="112668"/>
              </a:xfrm>
              <a:custGeom>
                <a:avLst/>
                <a:gdLst/>
                <a:ahLst/>
                <a:cxnLst/>
                <a:rect l="l" t="t" r="r" b="b"/>
                <a:pathLst>
                  <a:path w="7253" h="3242" extrusionOk="0">
                    <a:moveTo>
                      <a:pt x="178" y="1"/>
                    </a:moveTo>
                    <a:cubicBezTo>
                      <a:pt x="86" y="1"/>
                      <a:pt x="1" y="93"/>
                      <a:pt x="57" y="206"/>
                    </a:cubicBezTo>
                    <a:lnTo>
                      <a:pt x="1296" y="3241"/>
                    </a:lnTo>
                    <a:lnTo>
                      <a:pt x="7252" y="3241"/>
                    </a:lnTo>
                    <a:lnTo>
                      <a:pt x="5950" y="93"/>
                    </a:lnTo>
                    <a:cubicBezTo>
                      <a:pt x="5922" y="29"/>
                      <a:pt x="5894" y="1"/>
                      <a:pt x="5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1">
                <a:extLst>
                  <a:ext uri="{FF2B5EF4-FFF2-40B4-BE49-F238E27FC236}">
                    <a16:creationId xmlns:a16="http://schemas.microsoft.com/office/drawing/2014/main" id="{23C15B59-914B-5F96-543B-054E9257F7FC}"/>
                  </a:ext>
                </a:extLst>
              </p:cNvPr>
              <p:cNvSpPr/>
              <p:nvPr/>
            </p:nvSpPr>
            <p:spPr>
              <a:xfrm>
                <a:off x="5567721" y="4671047"/>
                <a:ext cx="29783" cy="22659"/>
              </a:xfrm>
              <a:custGeom>
                <a:avLst/>
                <a:gdLst/>
                <a:ahLst/>
                <a:cxnLst/>
                <a:rect l="l" t="t" r="r" b="b"/>
                <a:pathLst>
                  <a:path w="857" h="652" extrusionOk="0">
                    <a:moveTo>
                      <a:pt x="326" y="64"/>
                    </a:moveTo>
                    <a:cubicBezTo>
                      <a:pt x="503" y="64"/>
                      <a:pt x="708" y="177"/>
                      <a:pt x="772" y="326"/>
                    </a:cubicBezTo>
                    <a:cubicBezTo>
                      <a:pt x="800" y="418"/>
                      <a:pt x="800" y="475"/>
                      <a:pt x="772" y="503"/>
                    </a:cubicBezTo>
                    <a:cubicBezTo>
                      <a:pt x="708" y="567"/>
                      <a:pt x="652" y="595"/>
                      <a:pt x="560" y="595"/>
                    </a:cubicBezTo>
                    <a:cubicBezTo>
                      <a:pt x="355" y="595"/>
                      <a:pt x="149" y="475"/>
                      <a:pt x="93" y="326"/>
                    </a:cubicBezTo>
                    <a:cubicBezTo>
                      <a:pt x="64" y="269"/>
                      <a:pt x="93" y="213"/>
                      <a:pt x="121" y="149"/>
                    </a:cubicBezTo>
                    <a:cubicBezTo>
                      <a:pt x="149" y="93"/>
                      <a:pt x="241" y="64"/>
                      <a:pt x="326" y="64"/>
                    </a:cubicBezTo>
                    <a:close/>
                    <a:moveTo>
                      <a:pt x="326" y="1"/>
                    </a:moveTo>
                    <a:cubicBezTo>
                      <a:pt x="206" y="1"/>
                      <a:pt x="121" y="36"/>
                      <a:pt x="64" y="121"/>
                    </a:cubicBezTo>
                    <a:cubicBezTo>
                      <a:pt x="29" y="177"/>
                      <a:pt x="1" y="269"/>
                      <a:pt x="29" y="326"/>
                    </a:cubicBezTo>
                    <a:cubicBezTo>
                      <a:pt x="121" y="503"/>
                      <a:pt x="326" y="651"/>
                      <a:pt x="560" y="651"/>
                    </a:cubicBezTo>
                    <a:cubicBezTo>
                      <a:pt x="652" y="651"/>
                      <a:pt x="772" y="623"/>
                      <a:pt x="800" y="531"/>
                    </a:cubicBezTo>
                    <a:cubicBezTo>
                      <a:pt x="857" y="475"/>
                      <a:pt x="857" y="418"/>
                      <a:pt x="829" y="326"/>
                    </a:cubicBezTo>
                    <a:cubicBezTo>
                      <a:pt x="772" y="149"/>
                      <a:pt x="531" y="1"/>
                      <a:pt x="3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1">
                <a:extLst>
                  <a:ext uri="{FF2B5EF4-FFF2-40B4-BE49-F238E27FC236}">
                    <a16:creationId xmlns:a16="http://schemas.microsoft.com/office/drawing/2014/main" id="{7CCCCAB8-D1E1-19A9-14B3-EA36924F6578}"/>
                  </a:ext>
                </a:extLst>
              </p:cNvPr>
              <p:cNvSpPr/>
              <p:nvPr/>
            </p:nvSpPr>
            <p:spPr>
              <a:xfrm>
                <a:off x="5640493" y="4353650"/>
                <a:ext cx="18488" cy="17481"/>
              </a:xfrm>
              <a:custGeom>
                <a:avLst/>
                <a:gdLst/>
                <a:ahLst/>
                <a:cxnLst/>
                <a:rect l="l" t="t" r="r" b="b"/>
                <a:pathLst>
                  <a:path w="532" h="503" extrusionOk="0">
                    <a:moveTo>
                      <a:pt x="531" y="1"/>
                    </a:moveTo>
                    <a:cubicBezTo>
                      <a:pt x="383" y="85"/>
                      <a:pt x="178" y="149"/>
                      <a:pt x="1" y="149"/>
                    </a:cubicBezTo>
                    <a:lnTo>
                      <a:pt x="1" y="503"/>
                    </a:lnTo>
                    <a:cubicBezTo>
                      <a:pt x="234" y="411"/>
                      <a:pt x="447" y="234"/>
                      <a:pt x="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1">
                <a:extLst>
                  <a:ext uri="{FF2B5EF4-FFF2-40B4-BE49-F238E27FC236}">
                    <a16:creationId xmlns:a16="http://schemas.microsoft.com/office/drawing/2014/main" id="{1A53902A-1D82-820D-FFE3-23A5A7BAE126}"/>
                  </a:ext>
                </a:extLst>
              </p:cNvPr>
              <p:cNvSpPr/>
              <p:nvPr/>
            </p:nvSpPr>
            <p:spPr>
              <a:xfrm>
                <a:off x="5257971" y="4238828"/>
                <a:ext cx="103041" cy="82224"/>
              </a:xfrm>
              <a:custGeom>
                <a:avLst/>
                <a:gdLst/>
                <a:ahLst/>
                <a:cxnLst/>
                <a:rect l="l" t="t" r="r" b="b"/>
                <a:pathLst>
                  <a:path w="2965" h="2366" extrusionOk="0">
                    <a:moveTo>
                      <a:pt x="1160" y="1"/>
                    </a:moveTo>
                    <a:cubicBezTo>
                      <a:pt x="1132" y="1"/>
                      <a:pt x="1047" y="29"/>
                      <a:pt x="1104" y="57"/>
                    </a:cubicBezTo>
                    <a:cubicBezTo>
                      <a:pt x="1132" y="93"/>
                      <a:pt x="1160" y="121"/>
                      <a:pt x="1224" y="149"/>
                    </a:cubicBezTo>
                    <a:cubicBezTo>
                      <a:pt x="1252" y="149"/>
                      <a:pt x="1281" y="178"/>
                      <a:pt x="1309" y="206"/>
                    </a:cubicBezTo>
                    <a:cubicBezTo>
                      <a:pt x="1401" y="298"/>
                      <a:pt x="1486" y="355"/>
                      <a:pt x="1549" y="447"/>
                    </a:cubicBezTo>
                    <a:cubicBezTo>
                      <a:pt x="1634" y="560"/>
                      <a:pt x="1663" y="708"/>
                      <a:pt x="1726" y="829"/>
                    </a:cubicBezTo>
                    <a:cubicBezTo>
                      <a:pt x="1755" y="1034"/>
                      <a:pt x="1726" y="1295"/>
                      <a:pt x="1457" y="1295"/>
                    </a:cubicBezTo>
                    <a:cubicBezTo>
                      <a:pt x="1443" y="1298"/>
                      <a:pt x="1429" y="1299"/>
                      <a:pt x="1415" y="1299"/>
                    </a:cubicBezTo>
                    <a:cubicBezTo>
                      <a:pt x="1192" y="1299"/>
                      <a:pt x="944" y="1051"/>
                      <a:pt x="778" y="885"/>
                    </a:cubicBezTo>
                    <a:cubicBezTo>
                      <a:pt x="665" y="765"/>
                      <a:pt x="517" y="588"/>
                      <a:pt x="340" y="503"/>
                    </a:cubicBezTo>
                    <a:cubicBezTo>
                      <a:pt x="317" y="496"/>
                      <a:pt x="294" y="492"/>
                      <a:pt x="272" y="492"/>
                    </a:cubicBezTo>
                    <a:cubicBezTo>
                      <a:pt x="122" y="492"/>
                      <a:pt x="1" y="646"/>
                      <a:pt x="99" y="800"/>
                    </a:cubicBezTo>
                    <a:cubicBezTo>
                      <a:pt x="163" y="857"/>
                      <a:pt x="219" y="913"/>
                      <a:pt x="276" y="1005"/>
                    </a:cubicBezTo>
                    <a:cubicBezTo>
                      <a:pt x="311" y="1034"/>
                      <a:pt x="340" y="1119"/>
                      <a:pt x="368" y="1182"/>
                    </a:cubicBezTo>
                    <a:cubicBezTo>
                      <a:pt x="488" y="1416"/>
                      <a:pt x="630" y="1649"/>
                      <a:pt x="807" y="1861"/>
                    </a:cubicBezTo>
                    <a:cubicBezTo>
                      <a:pt x="1132" y="2215"/>
                      <a:pt x="1514" y="2272"/>
                      <a:pt x="1960" y="2357"/>
                    </a:cubicBezTo>
                    <a:cubicBezTo>
                      <a:pt x="2011" y="2363"/>
                      <a:pt x="2061" y="2366"/>
                      <a:pt x="2110" y="2366"/>
                    </a:cubicBezTo>
                    <a:cubicBezTo>
                      <a:pt x="2345" y="2366"/>
                      <a:pt x="2554" y="2293"/>
                      <a:pt x="2724" y="2123"/>
                    </a:cubicBezTo>
                    <a:cubicBezTo>
                      <a:pt x="2752" y="2123"/>
                      <a:pt x="2752" y="2095"/>
                      <a:pt x="2787" y="2095"/>
                    </a:cubicBezTo>
                    <a:cubicBezTo>
                      <a:pt x="2844" y="2038"/>
                      <a:pt x="2901" y="1975"/>
                      <a:pt x="2929" y="1890"/>
                    </a:cubicBezTo>
                    <a:cubicBezTo>
                      <a:pt x="2964" y="1798"/>
                      <a:pt x="2964" y="1685"/>
                      <a:pt x="2964" y="1593"/>
                    </a:cubicBezTo>
                    <a:cubicBezTo>
                      <a:pt x="2964" y="1387"/>
                      <a:pt x="2929" y="1182"/>
                      <a:pt x="2872" y="1005"/>
                    </a:cubicBezTo>
                    <a:cubicBezTo>
                      <a:pt x="2844" y="913"/>
                      <a:pt x="2787" y="829"/>
                      <a:pt x="2724" y="737"/>
                    </a:cubicBezTo>
                    <a:cubicBezTo>
                      <a:pt x="2695" y="652"/>
                      <a:pt x="2639" y="560"/>
                      <a:pt x="2547" y="503"/>
                    </a:cubicBezTo>
                    <a:cubicBezTo>
                      <a:pt x="2462" y="411"/>
                      <a:pt x="2370" y="355"/>
                      <a:pt x="2257" y="270"/>
                    </a:cubicBezTo>
                    <a:cubicBezTo>
                      <a:pt x="2193" y="234"/>
                      <a:pt x="2165" y="206"/>
                      <a:pt x="2108" y="178"/>
                    </a:cubicBezTo>
                    <a:cubicBezTo>
                      <a:pt x="2045" y="149"/>
                      <a:pt x="1988" y="121"/>
                      <a:pt x="1931" y="93"/>
                    </a:cubicBezTo>
                    <a:cubicBezTo>
                      <a:pt x="1811" y="57"/>
                      <a:pt x="1663" y="29"/>
                      <a:pt x="1514" y="29"/>
                    </a:cubicBezTo>
                    <a:cubicBezTo>
                      <a:pt x="1401" y="1"/>
                      <a:pt x="1281" y="1"/>
                      <a:pt x="1160"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1">
                <a:extLst>
                  <a:ext uri="{FF2B5EF4-FFF2-40B4-BE49-F238E27FC236}">
                    <a16:creationId xmlns:a16="http://schemas.microsoft.com/office/drawing/2014/main" id="{DCE43A4D-21F2-AFCD-267F-96F32F8FBEE4}"/>
                  </a:ext>
                </a:extLst>
              </p:cNvPr>
              <p:cNvSpPr/>
              <p:nvPr/>
            </p:nvSpPr>
            <p:spPr>
              <a:xfrm>
                <a:off x="5244174" y="4208662"/>
                <a:ext cx="8167" cy="23076"/>
              </a:xfrm>
              <a:custGeom>
                <a:avLst/>
                <a:gdLst/>
                <a:ahLst/>
                <a:cxnLst/>
                <a:rect l="l" t="t" r="r" b="b"/>
                <a:pathLst>
                  <a:path w="235" h="664" extrusionOk="0">
                    <a:moveTo>
                      <a:pt x="152" y="0"/>
                    </a:moveTo>
                    <a:cubicBezTo>
                      <a:pt x="146" y="0"/>
                      <a:pt x="142" y="3"/>
                      <a:pt x="142" y="13"/>
                    </a:cubicBezTo>
                    <a:cubicBezTo>
                      <a:pt x="114" y="13"/>
                      <a:pt x="114" y="13"/>
                      <a:pt x="114" y="41"/>
                    </a:cubicBezTo>
                    <a:cubicBezTo>
                      <a:pt x="178" y="218"/>
                      <a:pt x="114" y="459"/>
                      <a:pt x="1" y="635"/>
                    </a:cubicBezTo>
                    <a:lnTo>
                      <a:pt x="1" y="664"/>
                    </a:lnTo>
                    <a:lnTo>
                      <a:pt x="58" y="664"/>
                    </a:lnTo>
                    <a:cubicBezTo>
                      <a:pt x="178" y="487"/>
                      <a:pt x="234" y="253"/>
                      <a:pt x="178" y="13"/>
                    </a:cubicBezTo>
                    <a:cubicBezTo>
                      <a:pt x="178" y="13"/>
                      <a:pt x="162" y="0"/>
                      <a:pt x="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1">
                <a:extLst>
                  <a:ext uri="{FF2B5EF4-FFF2-40B4-BE49-F238E27FC236}">
                    <a16:creationId xmlns:a16="http://schemas.microsoft.com/office/drawing/2014/main" id="{3DEDF1D9-9A52-C06A-4D6E-6E481A6CE086}"/>
                  </a:ext>
                </a:extLst>
              </p:cNvPr>
              <p:cNvSpPr/>
              <p:nvPr/>
            </p:nvSpPr>
            <p:spPr>
              <a:xfrm>
                <a:off x="5234860" y="4234657"/>
                <a:ext cx="7159" cy="5213"/>
              </a:xfrm>
              <a:custGeom>
                <a:avLst/>
                <a:gdLst/>
                <a:ahLst/>
                <a:cxnLst/>
                <a:rect l="l" t="t" r="r" b="b"/>
                <a:pathLst>
                  <a:path w="206" h="150" extrusionOk="0">
                    <a:moveTo>
                      <a:pt x="149" y="1"/>
                    </a:moveTo>
                    <a:cubicBezTo>
                      <a:pt x="120" y="64"/>
                      <a:pt x="92" y="64"/>
                      <a:pt x="28" y="93"/>
                    </a:cubicBezTo>
                    <a:lnTo>
                      <a:pt x="0" y="121"/>
                    </a:lnTo>
                    <a:lnTo>
                      <a:pt x="28" y="149"/>
                    </a:lnTo>
                    <a:lnTo>
                      <a:pt x="57" y="149"/>
                    </a:lnTo>
                    <a:cubicBezTo>
                      <a:pt x="120" y="121"/>
                      <a:pt x="149" y="93"/>
                      <a:pt x="177" y="64"/>
                    </a:cubicBezTo>
                    <a:cubicBezTo>
                      <a:pt x="205" y="36"/>
                      <a:pt x="205" y="36"/>
                      <a:pt x="1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1">
                <a:extLst>
                  <a:ext uri="{FF2B5EF4-FFF2-40B4-BE49-F238E27FC236}">
                    <a16:creationId xmlns:a16="http://schemas.microsoft.com/office/drawing/2014/main" id="{4E950BD7-FF0E-0722-BC21-1FBE311D3111}"/>
                  </a:ext>
                </a:extLst>
              </p:cNvPr>
              <p:cNvSpPr/>
              <p:nvPr/>
            </p:nvSpPr>
            <p:spPr>
              <a:xfrm>
                <a:off x="5389475" y="4458152"/>
                <a:ext cx="8410" cy="8132"/>
              </a:xfrm>
              <a:custGeom>
                <a:avLst/>
                <a:gdLst/>
                <a:ahLst/>
                <a:cxnLst/>
                <a:rect l="l" t="t" r="r" b="b"/>
                <a:pathLst>
                  <a:path w="242" h="234" extrusionOk="0">
                    <a:moveTo>
                      <a:pt x="1" y="0"/>
                    </a:moveTo>
                    <a:cubicBezTo>
                      <a:pt x="1" y="57"/>
                      <a:pt x="1" y="113"/>
                      <a:pt x="65" y="177"/>
                    </a:cubicBezTo>
                    <a:cubicBezTo>
                      <a:pt x="93" y="205"/>
                      <a:pt x="149" y="234"/>
                      <a:pt x="178" y="234"/>
                    </a:cubicBezTo>
                    <a:lnTo>
                      <a:pt x="206" y="234"/>
                    </a:lnTo>
                    <a:cubicBezTo>
                      <a:pt x="206" y="234"/>
                      <a:pt x="241" y="234"/>
                      <a:pt x="241" y="205"/>
                    </a:cubicBezTo>
                    <a:cubicBezTo>
                      <a:pt x="241" y="177"/>
                      <a:pt x="206" y="177"/>
                      <a:pt x="206" y="177"/>
                    </a:cubicBezTo>
                    <a:cubicBezTo>
                      <a:pt x="149" y="177"/>
                      <a:pt x="121" y="177"/>
                      <a:pt x="93" y="149"/>
                    </a:cubicBezTo>
                    <a:cubicBezTo>
                      <a:pt x="65" y="85"/>
                      <a:pt x="65" y="57"/>
                      <a:pt x="65" y="28"/>
                    </a:cubicBezTo>
                    <a:cubicBezTo>
                      <a:pt x="65" y="0"/>
                      <a:pt x="65"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1">
                <a:extLst>
                  <a:ext uri="{FF2B5EF4-FFF2-40B4-BE49-F238E27FC236}">
                    <a16:creationId xmlns:a16="http://schemas.microsoft.com/office/drawing/2014/main" id="{90C4070E-5A6D-6998-D0C5-472C76CE342C}"/>
                  </a:ext>
                </a:extLst>
              </p:cNvPr>
              <p:cNvSpPr/>
              <p:nvPr/>
            </p:nvSpPr>
            <p:spPr>
              <a:xfrm>
                <a:off x="5690676" y="4886583"/>
                <a:ext cx="37880" cy="34544"/>
              </a:xfrm>
              <a:custGeom>
                <a:avLst/>
                <a:gdLst/>
                <a:ahLst/>
                <a:cxnLst/>
                <a:rect l="l" t="t" r="r" b="b"/>
                <a:pathLst>
                  <a:path w="1090" h="994" extrusionOk="0">
                    <a:moveTo>
                      <a:pt x="513" y="0"/>
                    </a:moveTo>
                    <a:cubicBezTo>
                      <a:pt x="485" y="0"/>
                      <a:pt x="454" y="9"/>
                      <a:pt x="417" y="24"/>
                    </a:cubicBezTo>
                    <a:cubicBezTo>
                      <a:pt x="241" y="81"/>
                      <a:pt x="92" y="229"/>
                      <a:pt x="0" y="406"/>
                    </a:cubicBezTo>
                    <a:cubicBezTo>
                      <a:pt x="0" y="434"/>
                      <a:pt x="0" y="491"/>
                      <a:pt x="28" y="491"/>
                    </a:cubicBezTo>
                    <a:cubicBezTo>
                      <a:pt x="64" y="491"/>
                      <a:pt x="92" y="491"/>
                      <a:pt x="120" y="463"/>
                    </a:cubicBezTo>
                    <a:cubicBezTo>
                      <a:pt x="177" y="314"/>
                      <a:pt x="297" y="201"/>
                      <a:pt x="474" y="137"/>
                    </a:cubicBezTo>
                    <a:cubicBezTo>
                      <a:pt x="488" y="123"/>
                      <a:pt x="502" y="116"/>
                      <a:pt x="513" y="116"/>
                    </a:cubicBezTo>
                    <a:cubicBezTo>
                      <a:pt x="524" y="116"/>
                      <a:pt x="531" y="123"/>
                      <a:pt x="531" y="137"/>
                    </a:cubicBezTo>
                    <a:cubicBezTo>
                      <a:pt x="531" y="137"/>
                      <a:pt x="531" y="166"/>
                      <a:pt x="474" y="229"/>
                    </a:cubicBezTo>
                    <a:cubicBezTo>
                      <a:pt x="417" y="342"/>
                      <a:pt x="354" y="463"/>
                      <a:pt x="325" y="583"/>
                    </a:cubicBezTo>
                    <a:cubicBezTo>
                      <a:pt x="325" y="611"/>
                      <a:pt x="297" y="696"/>
                      <a:pt x="354" y="760"/>
                    </a:cubicBezTo>
                    <a:cubicBezTo>
                      <a:pt x="391" y="793"/>
                      <a:pt x="436" y="807"/>
                      <a:pt x="478" y="807"/>
                    </a:cubicBezTo>
                    <a:cubicBezTo>
                      <a:pt x="507" y="807"/>
                      <a:pt x="535" y="800"/>
                      <a:pt x="559" y="788"/>
                    </a:cubicBezTo>
                    <a:cubicBezTo>
                      <a:pt x="594" y="760"/>
                      <a:pt x="623" y="731"/>
                      <a:pt x="651" y="696"/>
                    </a:cubicBezTo>
                    <a:lnTo>
                      <a:pt x="679" y="668"/>
                    </a:lnTo>
                    <a:cubicBezTo>
                      <a:pt x="735" y="583"/>
                      <a:pt x="855" y="520"/>
                      <a:pt x="946" y="491"/>
                    </a:cubicBezTo>
                    <a:lnTo>
                      <a:pt x="946" y="491"/>
                    </a:lnTo>
                    <a:cubicBezTo>
                      <a:pt x="944" y="507"/>
                      <a:pt x="935" y="519"/>
                      <a:pt x="913" y="519"/>
                    </a:cubicBezTo>
                    <a:cubicBezTo>
                      <a:pt x="828" y="640"/>
                      <a:pt x="799" y="788"/>
                      <a:pt x="799" y="937"/>
                    </a:cubicBezTo>
                    <a:cubicBezTo>
                      <a:pt x="799" y="965"/>
                      <a:pt x="828" y="993"/>
                      <a:pt x="856" y="993"/>
                    </a:cubicBezTo>
                    <a:cubicBezTo>
                      <a:pt x="913" y="993"/>
                      <a:pt x="913" y="965"/>
                      <a:pt x="913" y="937"/>
                    </a:cubicBezTo>
                    <a:cubicBezTo>
                      <a:pt x="913" y="816"/>
                      <a:pt x="948" y="696"/>
                      <a:pt x="1005" y="611"/>
                    </a:cubicBezTo>
                    <a:cubicBezTo>
                      <a:pt x="1033" y="583"/>
                      <a:pt x="1089" y="491"/>
                      <a:pt x="1061" y="434"/>
                    </a:cubicBezTo>
                    <a:cubicBezTo>
                      <a:pt x="1061" y="406"/>
                      <a:pt x="1033" y="378"/>
                      <a:pt x="1005" y="342"/>
                    </a:cubicBezTo>
                    <a:cubicBezTo>
                      <a:pt x="948" y="342"/>
                      <a:pt x="913" y="378"/>
                      <a:pt x="884" y="378"/>
                    </a:cubicBezTo>
                    <a:cubicBezTo>
                      <a:pt x="771" y="434"/>
                      <a:pt x="679" y="491"/>
                      <a:pt x="594" y="611"/>
                    </a:cubicBezTo>
                    <a:lnTo>
                      <a:pt x="559" y="611"/>
                    </a:lnTo>
                    <a:cubicBezTo>
                      <a:pt x="559" y="640"/>
                      <a:pt x="531" y="668"/>
                      <a:pt x="502" y="668"/>
                    </a:cubicBezTo>
                    <a:cubicBezTo>
                      <a:pt x="474" y="696"/>
                      <a:pt x="446" y="696"/>
                      <a:pt x="446" y="696"/>
                    </a:cubicBezTo>
                    <a:cubicBezTo>
                      <a:pt x="446" y="668"/>
                      <a:pt x="417" y="668"/>
                      <a:pt x="446" y="611"/>
                    </a:cubicBezTo>
                    <a:cubicBezTo>
                      <a:pt x="474" y="491"/>
                      <a:pt x="502" y="378"/>
                      <a:pt x="594" y="286"/>
                    </a:cubicBezTo>
                    <a:cubicBezTo>
                      <a:pt x="651" y="201"/>
                      <a:pt x="679" y="109"/>
                      <a:pt x="623" y="52"/>
                    </a:cubicBezTo>
                    <a:cubicBezTo>
                      <a:pt x="586" y="16"/>
                      <a:pt x="552" y="0"/>
                      <a:pt x="5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1">
                <a:extLst>
                  <a:ext uri="{FF2B5EF4-FFF2-40B4-BE49-F238E27FC236}">
                    <a16:creationId xmlns:a16="http://schemas.microsoft.com/office/drawing/2014/main" id="{B2707D75-5CFE-2703-F77E-5CC7EF3D94A5}"/>
                  </a:ext>
                </a:extLst>
              </p:cNvPr>
              <p:cNvSpPr/>
              <p:nvPr/>
            </p:nvSpPr>
            <p:spPr>
              <a:xfrm>
                <a:off x="5530849" y="4869311"/>
                <a:ext cx="39131" cy="31416"/>
              </a:xfrm>
              <a:custGeom>
                <a:avLst/>
                <a:gdLst/>
                <a:ahLst/>
                <a:cxnLst/>
                <a:rect l="l" t="t" r="r" b="b"/>
                <a:pathLst>
                  <a:path w="1126" h="904" extrusionOk="0">
                    <a:moveTo>
                      <a:pt x="818" y="0"/>
                    </a:moveTo>
                    <a:cubicBezTo>
                      <a:pt x="783" y="0"/>
                      <a:pt x="746" y="7"/>
                      <a:pt x="708" y="19"/>
                    </a:cubicBezTo>
                    <a:cubicBezTo>
                      <a:pt x="652" y="47"/>
                      <a:pt x="595" y="104"/>
                      <a:pt x="595" y="167"/>
                    </a:cubicBezTo>
                    <a:cubicBezTo>
                      <a:pt x="595" y="196"/>
                      <a:pt x="623" y="224"/>
                      <a:pt x="623" y="252"/>
                    </a:cubicBezTo>
                    <a:lnTo>
                      <a:pt x="623" y="309"/>
                    </a:lnTo>
                    <a:cubicBezTo>
                      <a:pt x="652" y="344"/>
                      <a:pt x="623" y="401"/>
                      <a:pt x="595" y="429"/>
                    </a:cubicBezTo>
                    <a:cubicBezTo>
                      <a:pt x="560" y="429"/>
                      <a:pt x="531" y="429"/>
                      <a:pt x="503" y="401"/>
                    </a:cubicBezTo>
                    <a:cubicBezTo>
                      <a:pt x="475" y="401"/>
                      <a:pt x="475" y="372"/>
                      <a:pt x="475" y="309"/>
                    </a:cubicBezTo>
                    <a:cubicBezTo>
                      <a:pt x="475" y="281"/>
                      <a:pt x="475" y="224"/>
                      <a:pt x="418" y="167"/>
                    </a:cubicBezTo>
                    <a:cubicBezTo>
                      <a:pt x="383" y="132"/>
                      <a:pt x="326" y="104"/>
                      <a:pt x="270" y="104"/>
                    </a:cubicBezTo>
                    <a:cubicBezTo>
                      <a:pt x="206" y="132"/>
                      <a:pt x="121" y="167"/>
                      <a:pt x="93" y="252"/>
                    </a:cubicBezTo>
                    <a:cubicBezTo>
                      <a:pt x="64" y="344"/>
                      <a:pt x="64" y="429"/>
                      <a:pt x="64" y="521"/>
                    </a:cubicBezTo>
                    <a:lnTo>
                      <a:pt x="93" y="578"/>
                    </a:lnTo>
                    <a:cubicBezTo>
                      <a:pt x="93" y="663"/>
                      <a:pt x="64" y="754"/>
                      <a:pt x="29" y="783"/>
                    </a:cubicBezTo>
                    <a:cubicBezTo>
                      <a:pt x="1" y="811"/>
                      <a:pt x="1" y="839"/>
                      <a:pt x="29" y="875"/>
                    </a:cubicBezTo>
                    <a:cubicBezTo>
                      <a:pt x="29" y="903"/>
                      <a:pt x="64" y="903"/>
                      <a:pt x="64" y="903"/>
                    </a:cubicBezTo>
                    <a:cubicBezTo>
                      <a:pt x="93" y="903"/>
                      <a:pt x="93" y="903"/>
                      <a:pt x="121" y="875"/>
                    </a:cubicBezTo>
                    <a:cubicBezTo>
                      <a:pt x="178" y="811"/>
                      <a:pt x="206" y="698"/>
                      <a:pt x="206" y="549"/>
                    </a:cubicBezTo>
                    <a:lnTo>
                      <a:pt x="178" y="521"/>
                    </a:lnTo>
                    <a:cubicBezTo>
                      <a:pt x="178" y="429"/>
                      <a:pt x="178" y="372"/>
                      <a:pt x="206" y="281"/>
                    </a:cubicBezTo>
                    <a:cubicBezTo>
                      <a:pt x="206" y="252"/>
                      <a:pt x="241" y="224"/>
                      <a:pt x="298" y="224"/>
                    </a:cubicBezTo>
                    <a:cubicBezTo>
                      <a:pt x="326" y="224"/>
                      <a:pt x="326" y="224"/>
                      <a:pt x="326" y="252"/>
                    </a:cubicBezTo>
                    <a:cubicBezTo>
                      <a:pt x="354" y="252"/>
                      <a:pt x="354" y="281"/>
                      <a:pt x="354" y="344"/>
                    </a:cubicBezTo>
                    <a:cubicBezTo>
                      <a:pt x="354" y="372"/>
                      <a:pt x="383" y="429"/>
                      <a:pt x="418" y="486"/>
                    </a:cubicBezTo>
                    <a:cubicBezTo>
                      <a:pt x="453" y="526"/>
                      <a:pt x="514" y="552"/>
                      <a:pt x="575" y="552"/>
                    </a:cubicBezTo>
                    <a:cubicBezTo>
                      <a:pt x="611" y="552"/>
                      <a:pt x="648" y="542"/>
                      <a:pt x="680" y="521"/>
                    </a:cubicBezTo>
                    <a:cubicBezTo>
                      <a:pt x="736" y="457"/>
                      <a:pt x="772" y="372"/>
                      <a:pt x="736" y="281"/>
                    </a:cubicBezTo>
                    <a:lnTo>
                      <a:pt x="736" y="224"/>
                    </a:lnTo>
                    <a:cubicBezTo>
                      <a:pt x="708" y="196"/>
                      <a:pt x="708" y="196"/>
                      <a:pt x="708" y="167"/>
                    </a:cubicBezTo>
                    <a:cubicBezTo>
                      <a:pt x="708" y="132"/>
                      <a:pt x="736" y="132"/>
                      <a:pt x="772" y="104"/>
                    </a:cubicBezTo>
                    <a:cubicBezTo>
                      <a:pt x="800" y="104"/>
                      <a:pt x="857" y="104"/>
                      <a:pt x="885" y="132"/>
                    </a:cubicBezTo>
                    <a:cubicBezTo>
                      <a:pt x="949" y="196"/>
                      <a:pt x="977" y="281"/>
                      <a:pt x="977" y="401"/>
                    </a:cubicBezTo>
                    <a:cubicBezTo>
                      <a:pt x="997" y="421"/>
                      <a:pt x="1017" y="441"/>
                      <a:pt x="1037" y="441"/>
                    </a:cubicBezTo>
                    <a:cubicBezTo>
                      <a:pt x="1045" y="441"/>
                      <a:pt x="1054" y="437"/>
                      <a:pt x="1062" y="429"/>
                    </a:cubicBezTo>
                    <a:cubicBezTo>
                      <a:pt x="1090" y="429"/>
                      <a:pt x="1125" y="401"/>
                      <a:pt x="1090" y="372"/>
                    </a:cubicBezTo>
                    <a:cubicBezTo>
                      <a:pt x="1090" y="281"/>
                      <a:pt x="1062" y="132"/>
                      <a:pt x="949" y="47"/>
                    </a:cubicBezTo>
                    <a:cubicBezTo>
                      <a:pt x="911" y="14"/>
                      <a:pt x="867" y="0"/>
                      <a:pt x="8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1">
                <a:extLst>
                  <a:ext uri="{FF2B5EF4-FFF2-40B4-BE49-F238E27FC236}">
                    <a16:creationId xmlns:a16="http://schemas.microsoft.com/office/drawing/2014/main" id="{875EA3E3-B8F4-8A3F-F426-AEAB88236D8A}"/>
                  </a:ext>
                </a:extLst>
              </p:cNvPr>
              <p:cNvSpPr/>
              <p:nvPr/>
            </p:nvSpPr>
            <p:spPr>
              <a:xfrm>
                <a:off x="5816794" y="4543192"/>
                <a:ext cx="36907" cy="18488"/>
              </a:xfrm>
              <a:custGeom>
                <a:avLst/>
                <a:gdLst/>
                <a:ahLst/>
                <a:cxnLst/>
                <a:rect l="l" t="t" r="r" b="b"/>
                <a:pathLst>
                  <a:path w="1062" h="532" extrusionOk="0">
                    <a:moveTo>
                      <a:pt x="998" y="1"/>
                    </a:moveTo>
                    <a:cubicBezTo>
                      <a:pt x="969" y="29"/>
                      <a:pt x="913" y="58"/>
                      <a:pt x="884" y="86"/>
                    </a:cubicBezTo>
                    <a:cubicBezTo>
                      <a:pt x="821" y="114"/>
                      <a:pt x="764" y="142"/>
                      <a:pt x="708" y="142"/>
                    </a:cubicBezTo>
                    <a:cubicBezTo>
                      <a:pt x="531" y="206"/>
                      <a:pt x="354" y="263"/>
                      <a:pt x="205" y="291"/>
                    </a:cubicBezTo>
                    <a:cubicBezTo>
                      <a:pt x="113" y="319"/>
                      <a:pt x="57" y="355"/>
                      <a:pt x="0" y="383"/>
                    </a:cubicBezTo>
                    <a:cubicBezTo>
                      <a:pt x="79" y="363"/>
                      <a:pt x="176" y="340"/>
                      <a:pt x="259" y="340"/>
                    </a:cubicBezTo>
                    <a:cubicBezTo>
                      <a:pt x="294" y="340"/>
                      <a:pt x="326" y="344"/>
                      <a:pt x="354" y="355"/>
                    </a:cubicBezTo>
                    <a:cubicBezTo>
                      <a:pt x="410" y="383"/>
                      <a:pt x="439" y="383"/>
                      <a:pt x="467" y="411"/>
                    </a:cubicBezTo>
                    <a:cubicBezTo>
                      <a:pt x="531" y="411"/>
                      <a:pt x="559" y="411"/>
                      <a:pt x="587" y="383"/>
                    </a:cubicBezTo>
                    <a:cubicBezTo>
                      <a:pt x="616" y="383"/>
                      <a:pt x="616" y="355"/>
                      <a:pt x="644" y="355"/>
                    </a:cubicBezTo>
                    <a:cubicBezTo>
                      <a:pt x="656" y="343"/>
                      <a:pt x="667" y="339"/>
                      <a:pt x="678" y="339"/>
                    </a:cubicBezTo>
                    <a:cubicBezTo>
                      <a:pt x="701" y="339"/>
                      <a:pt x="726" y="355"/>
                      <a:pt x="764" y="355"/>
                    </a:cubicBezTo>
                    <a:lnTo>
                      <a:pt x="856" y="440"/>
                    </a:lnTo>
                    <a:cubicBezTo>
                      <a:pt x="884" y="496"/>
                      <a:pt x="913" y="496"/>
                      <a:pt x="941" y="532"/>
                    </a:cubicBezTo>
                    <a:cubicBezTo>
                      <a:pt x="1033" y="532"/>
                      <a:pt x="1061" y="411"/>
                      <a:pt x="1061" y="411"/>
                    </a:cubicBezTo>
                    <a:cubicBezTo>
                      <a:pt x="1061" y="383"/>
                      <a:pt x="1033" y="142"/>
                      <a:pt x="1033" y="114"/>
                    </a:cubicBezTo>
                    <a:cubicBezTo>
                      <a:pt x="998" y="58"/>
                      <a:pt x="998" y="58"/>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1">
                <a:extLst>
                  <a:ext uri="{FF2B5EF4-FFF2-40B4-BE49-F238E27FC236}">
                    <a16:creationId xmlns:a16="http://schemas.microsoft.com/office/drawing/2014/main" id="{8E9C51D5-5EB9-7E81-133C-096545A2F3A7}"/>
                  </a:ext>
                </a:extLst>
              </p:cNvPr>
              <p:cNvSpPr/>
              <p:nvPr/>
            </p:nvSpPr>
            <p:spPr>
              <a:xfrm>
                <a:off x="5920287" y="4713619"/>
                <a:ext cx="32737" cy="50183"/>
              </a:xfrm>
              <a:custGeom>
                <a:avLst/>
                <a:gdLst/>
                <a:ahLst/>
                <a:cxnLst/>
                <a:rect l="l" t="t" r="r" b="b"/>
                <a:pathLst>
                  <a:path w="942" h="1444" extrusionOk="0">
                    <a:moveTo>
                      <a:pt x="620" y="1"/>
                    </a:moveTo>
                    <a:cubicBezTo>
                      <a:pt x="529" y="1"/>
                      <a:pt x="436" y="52"/>
                      <a:pt x="382" y="162"/>
                    </a:cubicBezTo>
                    <a:cubicBezTo>
                      <a:pt x="319" y="282"/>
                      <a:pt x="354" y="431"/>
                      <a:pt x="291" y="580"/>
                    </a:cubicBezTo>
                    <a:cubicBezTo>
                      <a:pt x="234" y="664"/>
                      <a:pt x="142" y="721"/>
                      <a:pt x="85" y="813"/>
                    </a:cubicBezTo>
                    <a:cubicBezTo>
                      <a:pt x="0" y="962"/>
                      <a:pt x="0" y="1138"/>
                      <a:pt x="85" y="1287"/>
                    </a:cubicBezTo>
                    <a:cubicBezTo>
                      <a:pt x="148" y="1383"/>
                      <a:pt x="249" y="1443"/>
                      <a:pt x="352" y="1443"/>
                    </a:cubicBezTo>
                    <a:cubicBezTo>
                      <a:pt x="401" y="1443"/>
                      <a:pt x="450" y="1430"/>
                      <a:pt x="496" y="1400"/>
                    </a:cubicBezTo>
                    <a:cubicBezTo>
                      <a:pt x="616" y="1344"/>
                      <a:pt x="708" y="1223"/>
                      <a:pt x="736" y="1110"/>
                    </a:cubicBezTo>
                    <a:cubicBezTo>
                      <a:pt x="821" y="841"/>
                      <a:pt x="941" y="459"/>
                      <a:pt x="849" y="190"/>
                    </a:cubicBezTo>
                    <a:cubicBezTo>
                      <a:pt x="819" y="67"/>
                      <a:pt x="722" y="1"/>
                      <a:pt x="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1">
                <a:extLst>
                  <a:ext uri="{FF2B5EF4-FFF2-40B4-BE49-F238E27FC236}">
                    <a16:creationId xmlns:a16="http://schemas.microsoft.com/office/drawing/2014/main" id="{52755217-00AF-D583-4469-C36356EE3E4E}"/>
                  </a:ext>
                </a:extLst>
              </p:cNvPr>
              <p:cNvSpPr/>
              <p:nvPr/>
            </p:nvSpPr>
            <p:spPr>
              <a:xfrm>
                <a:off x="5339327" y="4680847"/>
                <a:ext cx="28810" cy="50461"/>
              </a:xfrm>
              <a:custGeom>
                <a:avLst/>
                <a:gdLst/>
                <a:ahLst/>
                <a:cxnLst/>
                <a:rect l="l" t="t" r="r" b="b"/>
                <a:pathLst>
                  <a:path w="829" h="1452" extrusionOk="0">
                    <a:moveTo>
                      <a:pt x="325" y="1"/>
                    </a:moveTo>
                    <a:cubicBezTo>
                      <a:pt x="294" y="1"/>
                      <a:pt x="263" y="5"/>
                      <a:pt x="234" y="16"/>
                    </a:cubicBezTo>
                    <a:cubicBezTo>
                      <a:pt x="206" y="16"/>
                      <a:pt x="149" y="72"/>
                      <a:pt x="121" y="108"/>
                    </a:cubicBezTo>
                    <a:cubicBezTo>
                      <a:pt x="93" y="164"/>
                      <a:pt x="57" y="221"/>
                      <a:pt x="57" y="285"/>
                    </a:cubicBezTo>
                    <a:cubicBezTo>
                      <a:pt x="1" y="546"/>
                      <a:pt x="93" y="751"/>
                      <a:pt x="121" y="1020"/>
                    </a:cubicBezTo>
                    <a:cubicBezTo>
                      <a:pt x="149" y="1169"/>
                      <a:pt x="178" y="1310"/>
                      <a:pt x="326" y="1402"/>
                    </a:cubicBezTo>
                    <a:cubicBezTo>
                      <a:pt x="374" y="1436"/>
                      <a:pt x="424" y="1452"/>
                      <a:pt x="476" y="1452"/>
                    </a:cubicBezTo>
                    <a:cubicBezTo>
                      <a:pt x="555" y="1452"/>
                      <a:pt x="635" y="1414"/>
                      <a:pt x="708" y="1346"/>
                    </a:cubicBezTo>
                    <a:cubicBezTo>
                      <a:pt x="800" y="1225"/>
                      <a:pt x="828" y="1077"/>
                      <a:pt x="765" y="928"/>
                    </a:cubicBezTo>
                    <a:cubicBezTo>
                      <a:pt x="736" y="843"/>
                      <a:pt x="680" y="751"/>
                      <a:pt x="680" y="667"/>
                    </a:cubicBezTo>
                    <a:cubicBezTo>
                      <a:pt x="680" y="603"/>
                      <a:pt x="736" y="518"/>
                      <a:pt x="736" y="461"/>
                    </a:cubicBezTo>
                    <a:cubicBezTo>
                      <a:pt x="792" y="250"/>
                      <a:pt x="548"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1">
                <a:extLst>
                  <a:ext uri="{FF2B5EF4-FFF2-40B4-BE49-F238E27FC236}">
                    <a16:creationId xmlns:a16="http://schemas.microsoft.com/office/drawing/2014/main" id="{933DDBFF-B6EA-D764-AA56-9D00B12EB34E}"/>
                  </a:ext>
                </a:extLst>
              </p:cNvPr>
              <p:cNvSpPr/>
              <p:nvPr/>
            </p:nvSpPr>
            <p:spPr>
              <a:xfrm>
                <a:off x="5823918" y="4660969"/>
                <a:ext cx="15256" cy="25613"/>
              </a:xfrm>
              <a:custGeom>
                <a:avLst/>
                <a:gdLst/>
                <a:ahLst/>
                <a:cxnLst/>
                <a:rect l="l" t="t" r="r" b="b"/>
                <a:pathLst>
                  <a:path w="439" h="737" extrusionOk="0">
                    <a:moveTo>
                      <a:pt x="411" y="1"/>
                    </a:moveTo>
                    <a:lnTo>
                      <a:pt x="382" y="29"/>
                    </a:lnTo>
                    <a:cubicBezTo>
                      <a:pt x="297" y="291"/>
                      <a:pt x="177" y="503"/>
                      <a:pt x="0" y="680"/>
                    </a:cubicBezTo>
                    <a:lnTo>
                      <a:pt x="0" y="736"/>
                    </a:lnTo>
                    <a:lnTo>
                      <a:pt x="29" y="736"/>
                    </a:lnTo>
                    <a:cubicBezTo>
                      <a:pt x="234" y="531"/>
                      <a:pt x="354" y="291"/>
                      <a:pt x="439" y="57"/>
                    </a:cubicBezTo>
                    <a:cubicBezTo>
                      <a:pt x="439" y="29"/>
                      <a:pt x="439" y="29"/>
                      <a:pt x="4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1">
                <a:extLst>
                  <a:ext uri="{FF2B5EF4-FFF2-40B4-BE49-F238E27FC236}">
                    <a16:creationId xmlns:a16="http://schemas.microsoft.com/office/drawing/2014/main" id="{0F37582F-DCF7-59D6-12EA-6287C82077F1}"/>
                  </a:ext>
                </a:extLst>
              </p:cNvPr>
              <p:cNvSpPr/>
              <p:nvPr/>
            </p:nvSpPr>
            <p:spPr>
              <a:xfrm>
                <a:off x="5811616" y="4689501"/>
                <a:ext cx="9140" cy="7402"/>
              </a:xfrm>
              <a:custGeom>
                <a:avLst/>
                <a:gdLst/>
                <a:ahLst/>
                <a:cxnLst/>
                <a:rect l="l" t="t" r="r" b="b"/>
                <a:pathLst>
                  <a:path w="263" h="213" extrusionOk="0">
                    <a:moveTo>
                      <a:pt x="206" y="0"/>
                    </a:moveTo>
                    <a:lnTo>
                      <a:pt x="29" y="149"/>
                    </a:lnTo>
                    <a:cubicBezTo>
                      <a:pt x="1" y="149"/>
                      <a:pt x="1" y="177"/>
                      <a:pt x="29" y="177"/>
                    </a:cubicBezTo>
                    <a:lnTo>
                      <a:pt x="29" y="212"/>
                    </a:lnTo>
                    <a:lnTo>
                      <a:pt x="57" y="212"/>
                    </a:lnTo>
                    <a:lnTo>
                      <a:pt x="262" y="36"/>
                    </a:lnTo>
                    <a:lnTo>
                      <a:pt x="2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1">
                <a:extLst>
                  <a:ext uri="{FF2B5EF4-FFF2-40B4-BE49-F238E27FC236}">
                    <a16:creationId xmlns:a16="http://schemas.microsoft.com/office/drawing/2014/main" id="{5E772D1D-2DEA-8A7D-C467-1B6CDCA77D47}"/>
                  </a:ext>
                </a:extLst>
              </p:cNvPr>
              <p:cNvSpPr/>
              <p:nvPr/>
            </p:nvSpPr>
            <p:spPr>
              <a:xfrm>
                <a:off x="5817767" y="4679422"/>
                <a:ext cx="6186" cy="6151"/>
              </a:xfrm>
              <a:custGeom>
                <a:avLst/>
                <a:gdLst/>
                <a:ahLst/>
                <a:cxnLst/>
                <a:rect l="l" t="t" r="r" b="b"/>
                <a:pathLst>
                  <a:path w="178" h="177" extrusionOk="0">
                    <a:moveTo>
                      <a:pt x="121" y="0"/>
                    </a:moveTo>
                    <a:lnTo>
                      <a:pt x="0" y="113"/>
                    </a:lnTo>
                    <a:lnTo>
                      <a:pt x="0" y="149"/>
                    </a:lnTo>
                    <a:cubicBezTo>
                      <a:pt x="0" y="177"/>
                      <a:pt x="29" y="177"/>
                      <a:pt x="29" y="177"/>
                    </a:cubicBezTo>
                    <a:lnTo>
                      <a:pt x="29" y="149"/>
                    </a:lnTo>
                    <a:lnTo>
                      <a:pt x="149" y="57"/>
                    </a:lnTo>
                    <a:cubicBezTo>
                      <a:pt x="177" y="28"/>
                      <a:pt x="177" y="28"/>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1">
                <a:extLst>
                  <a:ext uri="{FF2B5EF4-FFF2-40B4-BE49-F238E27FC236}">
                    <a16:creationId xmlns:a16="http://schemas.microsoft.com/office/drawing/2014/main" id="{BBAC227C-C95F-A084-7031-5768E602FA04}"/>
                  </a:ext>
                </a:extLst>
              </p:cNvPr>
              <p:cNvSpPr/>
              <p:nvPr/>
            </p:nvSpPr>
            <p:spPr>
              <a:xfrm>
                <a:off x="5822945" y="4538604"/>
                <a:ext cx="20434" cy="8584"/>
              </a:xfrm>
              <a:custGeom>
                <a:avLst/>
                <a:gdLst/>
                <a:ahLst/>
                <a:cxnLst/>
                <a:rect l="l" t="t" r="r" b="b"/>
                <a:pathLst>
                  <a:path w="588" h="247" extrusionOk="0">
                    <a:moveTo>
                      <a:pt x="566" y="0"/>
                    </a:moveTo>
                    <a:cubicBezTo>
                      <a:pt x="562" y="0"/>
                      <a:pt x="559" y="3"/>
                      <a:pt x="559" y="13"/>
                    </a:cubicBezTo>
                    <a:lnTo>
                      <a:pt x="28" y="190"/>
                    </a:lnTo>
                    <a:cubicBezTo>
                      <a:pt x="0" y="190"/>
                      <a:pt x="0" y="218"/>
                      <a:pt x="0" y="246"/>
                    </a:cubicBezTo>
                    <a:lnTo>
                      <a:pt x="57" y="246"/>
                    </a:lnTo>
                    <a:lnTo>
                      <a:pt x="559" y="69"/>
                    </a:lnTo>
                    <a:cubicBezTo>
                      <a:pt x="587" y="41"/>
                      <a:pt x="587" y="41"/>
                      <a:pt x="587" y="13"/>
                    </a:cubicBezTo>
                    <a:cubicBezTo>
                      <a:pt x="587" y="13"/>
                      <a:pt x="575"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1">
                <a:extLst>
                  <a:ext uri="{FF2B5EF4-FFF2-40B4-BE49-F238E27FC236}">
                    <a16:creationId xmlns:a16="http://schemas.microsoft.com/office/drawing/2014/main" id="{4C186387-F434-BF96-5472-9A0AA0BB2FFA}"/>
                  </a:ext>
                </a:extLst>
              </p:cNvPr>
              <p:cNvSpPr/>
              <p:nvPr/>
            </p:nvSpPr>
            <p:spPr>
              <a:xfrm>
                <a:off x="5824891" y="4475598"/>
                <a:ext cx="10356" cy="24605"/>
              </a:xfrm>
              <a:custGeom>
                <a:avLst/>
                <a:gdLst/>
                <a:ahLst/>
                <a:cxnLst/>
                <a:rect l="l" t="t" r="r" b="b"/>
                <a:pathLst>
                  <a:path w="298" h="708" extrusionOk="0">
                    <a:moveTo>
                      <a:pt x="29" y="0"/>
                    </a:moveTo>
                    <a:cubicBezTo>
                      <a:pt x="29" y="0"/>
                      <a:pt x="1" y="29"/>
                      <a:pt x="29" y="29"/>
                    </a:cubicBezTo>
                    <a:cubicBezTo>
                      <a:pt x="121" y="234"/>
                      <a:pt x="177" y="467"/>
                      <a:pt x="234" y="673"/>
                    </a:cubicBezTo>
                    <a:cubicBezTo>
                      <a:pt x="234" y="708"/>
                      <a:pt x="269" y="708"/>
                      <a:pt x="269" y="708"/>
                    </a:cubicBezTo>
                    <a:cubicBezTo>
                      <a:pt x="298" y="708"/>
                      <a:pt x="298" y="673"/>
                      <a:pt x="298" y="673"/>
                    </a:cubicBezTo>
                    <a:cubicBezTo>
                      <a:pt x="234" y="439"/>
                      <a:pt x="177" y="234"/>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1">
                <a:extLst>
                  <a:ext uri="{FF2B5EF4-FFF2-40B4-BE49-F238E27FC236}">
                    <a16:creationId xmlns:a16="http://schemas.microsoft.com/office/drawing/2014/main" id="{AF8149FF-6AFA-1FB4-AC8F-D800857437F9}"/>
                  </a:ext>
                </a:extLst>
              </p:cNvPr>
              <p:cNvSpPr/>
              <p:nvPr/>
            </p:nvSpPr>
            <p:spPr>
              <a:xfrm>
                <a:off x="5834240" y="4502149"/>
                <a:ext cx="3962" cy="9140"/>
              </a:xfrm>
              <a:custGeom>
                <a:avLst/>
                <a:gdLst/>
                <a:ahLst/>
                <a:cxnLst/>
                <a:rect l="l" t="t" r="r" b="b"/>
                <a:pathLst>
                  <a:path w="114" h="263" extrusionOk="0">
                    <a:moveTo>
                      <a:pt x="29" y="1"/>
                    </a:moveTo>
                    <a:cubicBezTo>
                      <a:pt x="29" y="29"/>
                      <a:pt x="0" y="29"/>
                      <a:pt x="0" y="57"/>
                    </a:cubicBezTo>
                    <a:lnTo>
                      <a:pt x="57" y="262"/>
                    </a:lnTo>
                    <a:lnTo>
                      <a:pt x="85" y="262"/>
                    </a:lnTo>
                    <a:cubicBezTo>
                      <a:pt x="114" y="262"/>
                      <a:pt x="114" y="262"/>
                      <a:pt x="114" y="234"/>
                    </a:cubicBezTo>
                    <a:lnTo>
                      <a:pt x="57" y="29"/>
                    </a:lnTo>
                    <a:cubicBezTo>
                      <a:pt x="57" y="29"/>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1">
                <a:extLst>
                  <a:ext uri="{FF2B5EF4-FFF2-40B4-BE49-F238E27FC236}">
                    <a16:creationId xmlns:a16="http://schemas.microsoft.com/office/drawing/2014/main" id="{089DBF5E-FB71-C3F9-0F19-B0ADD92F822E}"/>
                  </a:ext>
                </a:extLst>
              </p:cNvPr>
              <p:cNvSpPr/>
              <p:nvPr/>
            </p:nvSpPr>
            <p:spPr>
              <a:xfrm>
                <a:off x="5692866" y="4348507"/>
                <a:ext cx="2989" cy="22624"/>
              </a:xfrm>
              <a:custGeom>
                <a:avLst/>
                <a:gdLst/>
                <a:ahLst/>
                <a:cxnLst/>
                <a:rect l="l" t="t" r="r" b="b"/>
                <a:pathLst>
                  <a:path w="86" h="651" extrusionOk="0">
                    <a:moveTo>
                      <a:pt x="29" y="0"/>
                    </a:moveTo>
                    <a:cubicBezTo>
                      <a:pt x="1" y="0"/>
                      <a:pt x="1" y="0"/>
                      <a:pt x="1" y="28"/>
                    </a:cubicBezTo>
                    <a:cubicBezTo>
                      <a:pt x="1" y="233"/>
                      <a:pt x="1" y="439"/>
                      <a:pt x="29" y="651"/>
                    </a:cubicBezTo>
                    <a:lnTo>
                      <a:pt x="57" y="651"/>
                    </a:lnTo>
                    <a:cubicBezTo>
                      <a:pt x="86" y="651"/>
                      <a:pt x="86" y="651"/>
                      <a:pt x="86" y="615"/>
                    </a:cubicBezTo>
                    <a:cubicBezTo>
                      <a:pt x="57" y="410"/>
                      <a:pt x="57" y="205"/>
                      <a:pt x="57" y="28"/>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1">
                <a:extLst>
                  <a:ext uri="{FF2B5EF4-FFF2-40B4-BE49-F238E27FC236}">
                    <a16:creationId xmlns:a16="http://schemas.microsoft.com/office/drawing/2014/main" id="{DE1C3D67-1124-44A7-FC40-0036145CD8CA}"/>
                  </a:ext>
                </a:extLst>
              </p:cNvPr>
              <p:cNvSpPr/>
              <p:nvPr/>
            </p:nvSpPr>
            <p:spPr>
              <a:xfrm>
                <a:off x="5736863" y="4501176"/>
                <a:ext cx="22415" cy="68601"/>
              </a:xfrm>
              <a:custGeom>
                <a:avLst/>
                <a:gdLst/>
                <a:ahLst/>
                <a:cxnLst/>
                <a:rect l="l" t="t" r="r" b="b"/>
                <a:pathLst>
                  <a:path w="645" h="1974" extrusionOk="0">
                    <a:moveTo>
                      <a:pt x="29" y="0"/>
                    </a:moveTo>
                    <a:cubicBezTo>
                      <a:pt x="1" y="0"/>
                      <a:pt x="1" y="29"/>
                      <a:pt x="1" y="57"/>
                    </a:cubicBezTo>
                    <a:lnTo>
                      <a:pt x="326" y="1882"/>
                    </a:lnTo>
                    <a:cubicBezTo>
                      <a:pt x="326" y="1917"/>
                      <a:pt x="326" y="1946"/>
                      <a:pt x="355" y="1974"/>
                    </a:cubicBezTo>
                    <a:lnTo>
                      <a:pt x="616" y="1974"/>
                    </a:lnTo>
                    <a:cubicBezTo>
                      <a:pt x="645" y="1974"/>
                      <a:pt x="645" y="1974"/>
                      <a:pt x="645" y="1946"/>
                    </a:cubicBezTo>
                    <a:cubicBezTo>
                      <a:pt x="645" y="1946"/>
                      <a:pt x="645" y="1917"/>
                      <a:pt x="616" y="1917"/>
                    </a:cubicBezTo>
                    <a:lnTo>
                      <a:pt x="383" y="1917"/>
                    </a:lnTo>
                    <a:lnTo>
                      <a:pt x="383" y="1882"/>
                    </a:lnTo>
                    <a:lnTo>
                      <a:pt x="58" y="29"/>
                    </a:lnTo>
                    <a:cubicBezTo>
                      <a:pt x="58" y="29"/>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1">
                <a:extLst>
                  <a:ext uri="{FF2B5EF4-FFF2-40B4-BE49-F238E27FC236}">
                    <a16:creationId xmlns:a16="http://schemas.microsoft.com/office/drawing/2014/main" id="{A372D6B9-F079-7FF7-EC04-9BED38F15319}"/>
                  </a:ext>
                </a:extLst>
              </p:cNvPr>
              <p:cNvSpPr/>
              <p:nvPr/>
            </p:nvSpPr>
            <p:spPr>
              <a:xfrm>
                <a:off x="5570919" y="4504130"/>
                <a:ext cx="16264" cy="10356"/>
              </a:xfrm>
              <a:custGeom>
                <a:avLst/>
                <a:gdLst/>
                <a:ahLst/>
                <a:cxnLst/>
                <a:rect l="l" t="t" r="r" b="b"/>
                <a:pathLst>
                  <a:path w="468" h="298" extrusionOk="0">
                    <a:moveTo>
                      <a:pt x="411" y="0"/>
                    </a:moveTo>
                    <a:cubicBezTo>
                      <a:pt x="291" y="92"/>
                      <a:pt x="149" y="177"/>
                      <a:pt x="1" y="269"/>
                    </a:cubicBezTo>
                    <a:lnTo>
                      <a:pt x="1" y="297"/>
                    </a:lnTo>
                    <a:lnTo>
                      <a:pt x="29" y="297"/>
                    </a:lnTo>
                    <a:cubicBezTo>
                      <a:pt x="178" y="241"/>
                      <a:pt x="326" y="149"/>
                      <a:pt x="468" y="64"/>
                    </a:cubicBezTo>
                    <a:lnTo>
                      <a:pt x="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 name="Google Shape;1007;p41">
              <a:extLst>
                <a:ext uri="{FF2B5EF4-FFF2-40B4-BE49-F238E27FC236}">
                  <a16:creationId xmlns:a16="http://schemas.microsoft.com/office/drawing/2014/main" id="{93CB992E-E477-AFCB-5A03-B77DD8A5D0C4}"/>
                </a:ext>
              </a:extLst>
            </p:cNvPr>
            <p:cNvGrpSpPr/>
            <p:nvPr/>
          </p:nvGrpSpPr>
          <p:grpSpPr>
            <a:xfrm>
              <a:off x="5240433" y="2333504"/>
              <a:ext cx="1470385" cy="1003512"/>
              <a:chOff x="4805595" y="2633670"/>
              <a:chExt cx="513367" cy="350376"/>
            </a:xfrm>
          </p:grpSpPr>
          <p:sp>
            <p:nvSpPr>
              <p:cNvPr id="1008" name="Google Shape;1008;p41">
                <a:extLst>
                  <a:ext uri="{FF2B5EF4-FFF2-40B4-BE49-F238E27FC236}">
                    <a16:creationId xmlns:a16="http://schemas.microsoft.com/office/drawing/2014/main" id="{549167C2-273F-77A6-254B-93F6B2B87037}"/>
                  </a:ext>
                </a:extLst>
              </p:cNvPr>
              <p:cNvSpPr/>
              <p:nvPr/>
            </p:nvSpPr>
            <p:spPr>
              <a:xfrm>
                <a:off x="4811819" y="2641767"/>
                <a:ext cx="33953" cy="94457"/>
              </a:xfrm>
              <a:custGeom>
                <a:avLst/>
                <a:gdLst/>
                <a:ahLst/>
                <a:cxnLst/>
                <a:rect l="l" t="t" r="r" b="b"/>
                <a:pathLst>
                  <a:path w="977" h="2718" extrusionOk="0">
                    <a:moveTo>
                      <a:pt x="884" y="1"/>
                    </a:moveTo>
                    <a:cubicBezTo>
                      <a:pt x="594" y="1"/>
                      <a:pt x="325" y="241"/>
                      <a:pt x="325" y="560"/>
                    </a:cubicBezTo>
                    <a:lnTo>
                      <a:pt x="325" y="913"/>
                    </a:lnTo>
                    <a:cubicBezTo>
                      <a:pt x="325" y="1034"/>
                      <a:pt x="297" y="1126"/>
                      <a:pt x="212" y="1210"/>
                    </a:cubicBezTo>
                    <a:lnTo>
                      <a:pt x="0" y="1416"/>
                    </a:lnTo>
                    <a:lnTo>
                      <a:pt x="149" y="1564"/>
                    </a:lnTo>
                    <a:cubicBezTo>
                      <a:pt x="241" y="1656"/>
                      <a:pt x="297" y="1741"/>
                      <a:pt x="297" y="1861"/>
                    </a:cubicBezTo>
                    <a:lnTo>
                      <a:pt x="297" y="2187"/>
                    </a:lnTo>
                    <a:cubicBezTo>
                      <a:pt x="297" y="2477"/>
                      <a:pt x="531" y="2717"/>
                      <a:pt x="856" y="2717"/>
                    </a:cubicBezTo>
                    <a:lnTo>
                      <a:pt x="920" y="2717"/>
                    </a:lnTo>
                    <a:cubicBezTo>
                      <a:pt x="948" y="2717"/>
                      <a:pt x="976" y="2717"/>
                      <a:pt x="976" y="2654"/>
                    </a:cubicBezTo>
                    <a:cubicBezTo>
                      <a:pt x="976" y="2625"/>
                      <a:pt x="948" y="2597"/>
                      <a:pt x="920" y="2597"/>
                    </a:cubicBezTo>
                    <a:lnTo>
                      <a:pt x="856" y="2597"/>
                    </a:lnTo>
                    <a:cubicBezTo>
                      <a:pt x="594" y="2597"/>
                      <a:pt x="417" y="2420"/>
                      <a:pt x="417" y="2187"/>
                    </a:cubicBezTo>
                    <a:lnTo>
                      <a:pt x="417" y="1861"/>
                    </a:lnTo>
                    <a:cubicBezTo>
                      <a:pt x="417" y="1713"/>
                      <a:pt x="354" y="1564"/>
                      <a:pt x="241" y="1479"/>
                    </a:cubicBezTo>
                    <a:lnTo>
                      <a:pt x="177" y="1416"/>
                    </a:lnTo>
                    <a:lnTo>
                      <a:pt x="297" y="1302"/>
                    </a:lnTo>
                    <a:cubicBezTo>
                      <a:pt x="389" y="1210"/>
                      <a:pt x="446" y="1062"/>
                      <a:pt x="446" y="913"/>
                    </a:cubicBezTo>
                    <a:lnTo>
                      <a:pt x="446" y="560"/>
                    </a:lnTo>
                    <a:cubicBezTo>
                      <a:pt x="446" y="298"/>
                      <a:pt x="651" y="121"/>
                      <a:pt x="884" y="121"/>
                    </a:cubicBezTo>
                    <a:cubicBezTo>
                      <a:pt x="920" y="121"/>
                      <a:pt x="948" y="93"/>
                      <a:pt x="948" y="64"/>
                    </a:cubicBezTo>
                    <a:cubicBezTo>
                      <a:pt x="948" y="29"/>
                      <a:pt x="920"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1">
                <a:extLst>
                  <a:ext uri="{FF2B5EF4-FFF2-40B4-BE49-F238E27FC236}">
                    <a16:creationId xmlns:a16="http://schemas.microsoft.com/office/drawing/2014/main" id="{66729FD3-B52E-1586-B67F-9FF7A438B364}"/>
                  </a:ext>
                </a:extLst>
              </p:cNvPr>
              <p:cNvSpPr/>
              <p:nvPr/>
            </p:nvSpPr>
            <p:spPr>
              <a:xfrm>
                <a:off x="4901224" y="2641767"/>
                <a:ext cx="33710" cy="94457"/>
              </a:xfrm>
              <a:custGeom>
                <a:avLst/>
                <a:gdLst/>
                <a:ahLst/>
                <a:cxnLst/>
                <a:rect l="l" t="t" r="r" b="b"/>
                <a:pathLst>
                  <a:path w="970" h="2718" extrusionOk="0">
                    <a:moveTo>
                      <a:pt x="86" y="1"/>
                    </a:moveTo>
                    <a:cubicBezTo>
                      <a:pt x="57" y="1"/>
                      <a:pt x="29" y="29"/>
                      <a:pt x="29" y="64"/>
                    </a:cubicBezTo>
                    <a:cubicBezTo>
                      <a:pt x="29" y="93"/>
                      <a:pt x="57" y="121"/>
                      <a:pt x="86" y="121"/>
                    </a:cubicBezTo>
                    <a:cubicBezTo>
                      <a:pt x="326" y="121"/>
                      <a:pt x="531" y="298"/>
                      <a:pt x="531" y="560"/>
                    </a:cubicBezTo>
                    <a:lnTo>
                      <a:pt x="531" y="913"/>
                    </a:lnTo>
                    <a:cubicBezTo>
                      <a:pt x="531" y="1062"/>
                      <a:pt x="588" y="1210"/>
                      <a:pt x="680" y="1302"/>
                    </a:cubicBezTo>
                    <a:lnTo>
                      <a:pt x="793" y="1416"/>
                    </a:lnTo>
                    <a:lnTo>
                      <a:pt x="736" y="1479"/>
                    </a:lnTo>
                    <a:cubicBezTo>
                      <a:pt x="616" y="1564"/>
                      <a:pt x="559" y="1713"/>
                      <a:pt x="559" y="1861"/>
                    </a:cubicBezTo>
                    <a:lnTo>
                      <a:pt x="559" y="2187"/>
                    </a:lnTo>
                    <a:cubicBezTo>
                      <a:pt x="559" y="2420"/>
                      <a:pt x="383" y="2597"/>
                      <a:pt x="121" y="2597"/>
                    </a:cubicBezTo>
                    <a:lnTo>
                      <a:pt x="57" y="2597"/>
                    </a:lnTo>
                    <a:cubicBezTo>
                      <a:pt x="1" y="2597"/>
                      <a:pt x="1" y="2625"/>
                      <a:pt x="1" y="2654"/>
                    </a:cubicBezTo>
                    <a:cubicBezTo>
                      <a:pt x="1" y="2717"/>
                      <a:pt x="1" y="2717"/>
                      <a:pt x="57" y="2717"/>
                    </a:cubicBezTo>
                    <a:lnTo>
                      <a:pt x="121" y="2717"/>
                    </a:lnTo>
                    <a:cubicBezTo>
                      <a:pt x="439" y="2717"/>
                      <a:pt x="680" y="2477"/>
                      <a:pt x="680" y="2187"/>
                    </a:cubicBezTo>
                    <a:lnTo>
                      <a:pt x="680" y="1861"/>
                    </a:lnTo>
                    <a:cubicBezTo>
                      <a:pt x="680" y="1741"/>
                      <a:pt x="736" y="1656"/>
                      <a:pt x="828" y="1564"/>
                    </a:cubicBezTo>
                    <a:lnTo>
                      <a:pt x="970" y="1416"/>
                    </a:lnTo>
                    <a:lnTo>
                      <a:pt x="765" y="1210"/>
                    </a:lnTo>
                    <a:cubicBezTo>
                      <a:pt x="680" y="1126"/>
                      <a:pt x="651" y="1034"/>
                      <a:pt x="651" y="913"/>
                    </a:cubicBezTo>
                    <a:lnTo>
                      <a:pt x="651" y="560"/>
                    </a:lnTo>
                    <a:cubicBezTo>
                      <a:pt x="651" y="241"/>
                      <a:pt x="383" y="1"/>
                      <a:pt x="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1">
                <a:extLst>
                  <a:ext uri="{FF2B5EF4-FFF2-40B4-BE49-F238E27FC236}">
                    <a16:creationId xmlns:a16="http://schemas.microsoft.com/office/drawing/2014/main" id="{B54076BF-5223-6E40-5C47-65167117BC9E}"/>
                  </a:ext>
                </a:extLst>
              </p:cNvPr>
              <p:cNvSpPr/>
              <p:nvPr/>
            </p:nvSpPr>
            <p:spPr>
              <a:xfrm>
                <a:off x="4840009" y="2703836"/>
                <a:ext cx="12337" cy="23041"/>
              </a:xfrm>
              <a:custGeom>
                <a:avLst/>
                <a:gdLst/>
                <a:ahLst/>
                <a:cxnLst/>
                <a:rect l="l" t="t" r="r" b="b"/>
                <a:pathLst>
                  <a:path w="355" h="663" extrusionOk="0">
                    <a:moveTo>
                      <a:pt x="267" y="0"/>
                    </a:moveTo>
                    <a:cubicBezTo>
                      <a:pt x="248" y="0"/>
                      <a:pt x="234" y="22"/>
                      <a:pt x="234" y="47"/>
                    </a:cubicBezTo>
                    <a:lnTo>
                      <a:pt x="1" y="606"/>
                    </a:lnTo>
                    <a:cubicBezTo>
                      <a:pt x="1" y="634"/>
                      <a:pt x="1" y="662"/>
                      <a:pt x="29" y="662"/>
                    </a:cubicBezTo>
                    <a:lnTo>
                      <a:pt x="57" y="662"/>
                    </a:lnTo>
                    <a:cubicBezTo>
                      <a:pt x="85" y="662"/>
                      <a:pt x="114" y="662"/>
                      <a:pt x="114" y="634"/>
                    </a:cubicBezTo>
                    <a:lnTo>
                      <a:pt x="326" y="75"/>
                    </a:lnTo>
                    <a:cubicBezTo>
                      <a:pt x="354" y="47"/>
                      <a:pt x="326" y="12"/>
                      <a:pt x="291" y="12"/>
                    </a:cubicBezTo>
                    <a:cubicBezTo>
                      <a:pt x="283" y="4"/>
                      <a:pt x="274" y="0"/>
                      <a:pt x="2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1">
                <a:extLst>
                  <a:ext uri="{FF2B5EF4-FFF2-40B4-BE49-F238E27FC236}">
                    <a16:creationId xmlns:a16="http://schemas.microsoft.com/office/drawing/2014/main" id="{BCED2593-5A4D-9CF6-044A-DA4C22BE6FF7}"/>
                  </a:ext>
                </a:extLst>
              </p:cNvPr>
              <p:cNvSpPr/>
              <p:nvPr/>
            </p:nvSpPr>
            <p:spPr>
              <a:xfrm>
                <a:off x="5095432" y="2706025"/>
                <a:ext cx="12337" cy="22832"/>
              </a:xfrm>
              <a:custGeom>
                <a:avLst/>
                <a:gdLst/>
                <a:ahLst/>
                <a:cxnLst/>
                <a:rect l="l" t="t" r="r" b="b"/>
                <a:pathLst>
                  <a:path w="355" h="657" extrusionOk="0">
                    <a:moveTo>
                      <a:pt x="274" y="1"/>
                    </a:moveTo>
                    <a:cubicBezTo>
                      <a:pt x="256" y="1"/>
                      <a:pt x="242" y="21"/>
                      <a:pt x="242" y="41"/>
                    </a:cubicBezTo>
                    <a:lnTo>
                      <a:pt x="1" y="571"/>
                    </a:lnTo>
                    <a:cubicBezTo>
                      <a:pt x="1" y="599"/>
                      <a:pt x="36" y="656"/>
                      <a:pt x="65" y="656"/>
                    </a:cubicBezTo>
                    <a:cubicBezTo>
                      <a:pt x="93" y="656"/>
                      <a:pt x="121" y="656"/>
                      <a:pt x="121" y="628"/>
                    </a:cubicBezTo>
                    <a:lnTo>
                      <a:pt x="326" y="69"/>
                    </a:lnTo>
                    <a:cubicBezTo>
                      <a:pt x="355" y="41"/>
                      <a:pt x="326" y="12"/>
                      <a:pt x="298" y="12"/>
                    </a:cubicBezTo>
                    <a:cubicBezTo>
                      <a:pt x="290" y="4"/>
                      <a:pt x="282" y="1"/>
                      <a:pt x="2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1">
                <a:extLst>
                  <a:ext uri="{FF2B5EF4-FFF2-40B4-BE49-F238E27FC236}">
                    <a16:creationId xmlns:a16="http://schemas.microsoft.com/office/drawing/2014/main" id="{D3D7096C-7488-7888-428E-AD4A3C0CC9DF}"/>
                  </a:ext>
                </a:extLst>
              </p:cNvPr>
              <p:cNvSpPr/>
              <p:nvPr/>
            </p:nvSpPr>
            <p:spPr>
              <a:xfrm>
                <a:off x="5173382" y="2706025"/>
                <a:ext cx="12337" cy="22832"/>
              </a:xfrm>
              <a:custGeom>
                <a:avLst/>
                <a:gdLst/>
                <a:ahLst/>
                <a:cxnLst/>
                <a:rect l="l" t="t" r="r" b="b"/>
                <a:pathLst>
                  <a:path w="355" h="657" extrusionOk="0">
                    <a:moveTo>
                      <a:pt x="271" y="1"/>
                    </a:moveTo>
                    <a:cubicBezTo>
                      <a:pt x="249" y="1"/>
                      <a:pt x="226" y="21"/>
                      <a:pt x="206" y="41"/>
                    </a:cubicBezTo>
                    <a:lnTo>
                      <a:pt x="1" y="571"/>
                    </a:lnTo>
                    <a:cubicBezTo>
                      <a:pt x="1" y="599"/>
                      <a:pt x="1" y="656"/>
                      <a:pt x="29" y="656"/>
                    </a:cubicBezTo>
                    <a:lnTo>
                      <a:pt x="57" y="656"/>
                    </a:lnTo>
                    <a:cubicBezTo>
                      <a:pt x="93" y="656"/>
                      <a:pt x="121" y="656"/>
                      <a:pt x="121" y="628"/>
                    </a:cubicBezTo>
                    <a:lnTo>
                      <a:pt x="326" y="69"/>
                    </a:lnTo>
                    <a:cubicBezTo>
                      <a:pt x="354" y="41"/>
                      <a:pt x="326" y="12"/>
                      <a:pt x="298" y="12"/>
                    </a:cubicBezTo>
                    <a:cubicBezTo>
                      <a:pt x="289" y="4"/>
                      <a:pt x="281" y="1"/>
                      <a:pt x="2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1">
                <a:extLst>
                  <a:ext uri="{FF2B5EF4-FFF2-40B4-BE49-F238E27FC236}">
                    <a16:creationId xmlns:a16="http://schemas.microsoft.com/office/drawing/2014/main" id="{2D0AD682-4FB4-8150-B1D0-01618E8BC85C}"/>
                  </a:ext>
                </a:extLst>
              </p:cNvPr>
              <p:cNvSpPr/>
              <p:nvPr/>
            </p:nvSpPr>
            <p:spPr>
              <a:xfrm>
                <a:off x="5186658" y="2706025"/>
                <a:ext cx="12337" cy="22832"/>
              </a:xfrm>
              <a:custGeom>
                <a:avLst/>
                <a:gdLst/>
                <a:ahLst/>
                <a:cxnLst/>
                <a:rect l="l" t="t" r="r" b="b"/>
                <a:pathLst>
                  <a:path w="355" h="657" extrusionOk="0">
                    <a:moveTo>
                      <a:pt x="273" y="1"/>
                    </a:moveTo>
                    <a:cubicBezTo>
                      <a:pt x="252" y="1"/>
                      <a:pt x="231" y="21"/>
                      <a:pt x="206" y="41"/>
                    </a:cubicBezTo>
                    <a:lnTo>
                      <a:pt x="1" y="571"/>
                    </a:lnTo>
                    <a:cubicBezTo>
                      <a:pt x="1" y="599"/>
                      <a:pt x="1" y="656"/>
                      <a:pt x="29" y="656"/>
                    </a:cubicBezTo>
                    <a:lnTo>
                      <a:pt x="64" y="656"/>
                    </a:lnTo>
                    <a:cubicBezTo>
                      <a:pt x="93" y="656"/>
                      <a:pt x="121" y="656"/>
                      <a:pt x="121" y="628"/>
                    </a:cubicBezTo>
                    <a:lnTo>
                      <a:pt x="326" y="69"/>
                    </a:lnTo>
                    <a:cubicBezTo>
                      <a:pt x="354" y="41"/>
                      <a:pt x="326" y="12"/>
                      <a:pt x="298" y="12"/>
                    </a:cubicBezTo>
                    <a:cubicBezTo>
                      <a:pt x="289" y="4"/>
                      <a:pt x="281" y="1"/>
                      <a:pt x="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1">
                <a:extLst>
                  <a:ext uri="{FF2B5EF4-FFF2-40B4-BE49-F238E27FC236}">
                    <a16:creationId xmlns:a16="http://schemas.microsoft.com/office/drawing/2014/main" id="{A5585DE6-CB7D-476C-E57C-B2C5A765E883}"/>
                  </a:ext>
                </a:extLst>
              </p:cNvPr>
              <p:cNvSpPr/>
              <p:nvPr/>
            </p:nvSpPr>
            <p:spPr>
              <a:xfrm>
                <a:off x="4856959" y="2667345"/>
                <a:ext cx="51399" cy="46256"/>
              </a:xfrm>
              <a:custGeom>
                <a:avLst/>
                <a:gdLst/>
                <a:ahLst/>
                <a:cxnLst/>
                <a:rect l="l" t="t" r="r" b="b"/>
                <a:pathLst>
                  <a:path w="1479" h="1331" extrusionOk="0">
                    <a:moveTo>
                      <a:pt x="0" y="0"/>
                    </a:moveTo>
                    <a:lnTo>
                      <a:pt x="0" y="1330"/>
                    </a:lnTo>
                    <a:lnTo>
                      <a:pt x="1479" y="1330"/>
                    </a:lnTo>
                    <a:lnTo>
                      <a:pt x="1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1">
                <a:extLst>
                  <a:ext uri="{FF2B5EF4-FFF2-40B4-BE49-F238E27FC236}">
                    <a16:creationId xmlns:a16="http://schemas.microsoft.com/office/drawing/2014/main" id="{5D0E42CC-B7CC-796F-A0C4-28BF85A79E46}"/>
                  </a:ext>
                </a:extLst>
              </p:cNvPr>
              <p:cNvSpPr/>
              <p:nvPr/>
            </p:nvSpPr>
            <p:spPr>
              <a:xfrm>
                <a:off x="4963441" y="2633670"/>
                <a:ext cx="22624" cy="116803"/>
              </a:xfrm>
              <a:custGeom>
                <a:avLst/>
                <a:gdLst/>
                <a:ahLst/>
                <a:cxnLst/>
                <a:rect l="l" t="t" r="r" b="b"/>
                <a:pathLst>
                  <a:path w="651" h="3361" extrusionOk="0">
                    <a:moveTo>
                      <a:pt x="587" y="0"/>
                    </a:moveTo>
                    <a:cubicBezTo>
                      <a:pt x="559" y="0"/>
                      <a:pt x="531" y="0"/>
                      <a:pt x="531" y="29"/>
                    </a:cubicBezTo>
                    <a:cubicBezTo>
                      <a:pt x="0" y="1033"/>
                      <a:pt x="0" y="2299"/>
                      <a:pt x="502" y="3332"/>
                    </a:cubicBezTo>
                    <a:cubicBezTo>
                      <a:pt x="502" y="3361"/>
                      <a:pt x="531" y="3361"/>
                      <a:pt x="559" y="3361"/>
                    </a:cubicBezTo>
                    <a:lnTo>
                      <a:pt x="587" y="3361"/>
                    </a:lnTo>
                    <a:cubicBezTo>
                      <a:pt x="616" y="3332"/>
                      <a:pt x="616" y="3304"/>
                      <a:pt x="616" y="3269"/>
                    </a:cubicBezTo>
                    <a:cubicBezTo>
                      <a:pt x="120" y="2299"/>
                      <a:pt x="120" y="1061"/>
                      <a:pt x="616" y="85"/>
                    </a:cubicBezTo>
                    <a:cubicBezTo>
                      <a:pt x="651" y="57"/>
                      <a:pt x="616" y="29"/>
                      <a:pt x="5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1">
                <a:extLst>
                  <a:ext uri="{FF2B5EF4-FFF2-40B4-BE49-F238E27FC236}">
                    <a16:creationId xmlns:a16="http://schemas.microsoft.com/office/drawing/2014/main" id="{890D4157-4EAB-F1A4-3994-F38A51ED164F}"/>
                  </a:ext>
                </a:extLst>
              </p:cNvPr>
              <p:cNvSpPr/>
              <p:nvPr/>
            </p:nvSpPr>
            <p:spPr>
              <a:xfrm>
                <a:off x="4989993" y="2675686"/>
                <a:ext cx="103528" cy="32737"/>
              </a:xfrm>
              <a:custGeom>
                <a:avLst/>
                <a:gdLst/>
                <a:ahLst/>
                <a:cxnLst/>
                <a:rect l="l" t="t" r="r" b="b"/>
                <a:pathLst>
                  <a:path w="2979" h="942" extrusionOk="0">
                    <a:moveTo>
                      <a:pt x="0" y="1"/>
                    </a:moveTo>
                    <a:lnTo>
                      <a:pt x="0" y="942"/>
                    </a:lnTo>
                    <a:lnTo>
                      <a:pt x="2978" y="942"/>
                    </a:lnTo>
                    <a:lnTo>
                      <a:pt x="29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1">
                <a:extLst>
                  <a:ext uri="{FF2B5EF4-FFF2-40B4-BE49-F238E27FC236}">
                    <a16:creationId xmlns:a16="http://schemas.microsoft.com/office/drawing/2014/main" id="{3D641B13-4F68-3C67-50C2-B8DC19838FF6}"/>
                  </a:ext>
                </a:extLst>
              </p:cNvPr>
              <p:cNvSpPr/>
              <p:nvPr/>
            </p:nvSpPr>
            <p:spPr>
              <a:xfrm>
                <a:off x="5122261" y="2675686"/>
                <a:ext cx="48202" cy="32737"/>
              </a:xfrm>
              <a:custGeom>
                <a:avLst/>
                <a:gdLst/>
                <a:ahLst/>
                <a:cxnLst/>
                <a:rect l="l" t="t" r="r" b="b"/>
                <a:pathLst>
                  <a:path w="1387" h="942" extrusionOk="0">
                    <a:moveTo>
                      <a:pt x="0" y="1"/>
                    </a:moveTo>
                    <a:lnTo>
                      <a:pt x="0" y="942"/>
                    </a:lnTo>
                    <a:lnTo>
                      <a:pt x="1387" y="942"/>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1">
                <a:extLst>
                  <a:ext uri="{FF2B5EF4-FFF2-40B4-BE49-F238E27FC236}">
                    <a16:creationId xmlns:a16="http://schemas.microsoft.com/office/drawing/2014/main" id="{6099CD28-A2C2-E474-FFE0-AE8FC36C0919}"/>
                  </a:ext>
                </a:extLst>
              </p:cNvPr>
              <p:cNvSpPr/>
              <p:nvPr/>
            </p:nvSpPr>
            <p:spPr>
              <a:xfrm>
                <a:off x="5001287" y="2696121"/>
                <a:ext cx="75760" cy="4205"/>
              </a:xfrm>
              <a:custGeom>
                <a:avLst/>
                <a:gdLst/>
                <a:ahLst/>
                <a:cxnLst/>
                <a:rect l="l" t="t" r="r" b="b"/>
                <a:pathLst>
                  <a:path w="2180" h="121" extrusionOk="0">
                    <a:moveTo>
                      <a:pt x="57" y="0"/>
                    </a:moveTo>
                    <a:cubicBezTo>
                      <a:pt x="29" y="0"/>
                      <a:pt x="1" y="28"/>
                      <a:pt x="1" y="57"/>
                    </a:cubicBezTo>
                    <a:cubicBezTo>
                      <a:pt x="1" y="92"/>
                      <a:pt x="29" y="120"/>
                      <a:pt x="57" y="120"/>
                    </a:cubicBezTo>
                    <a:lnTo>
                      <a:pt x="2123" y="120"/>
                    </a:lnTo>
                    <a:cubicBezTo>
                      <a:pt x="2151" y="120"/>
                      <a:pt x="2179" y="92"/>
                      <a:pt x="2179" y="57"/>
                    </a:cubicBezTo>
                    <a:cubicBezTo>
                      <a:pt x="2179" y="28"/>
                      <a:pt x="2151" y="0"/>
                      <a:pt x="2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1">
                <a:extLst>
                  <a:ext uri="{FF2B5EF4-FFF2-40B4-BE49-F238E27FC236}">
                    <a16:creationId xmlns:a16="http://schemas.microsoft.com/office/drawing/2014/main" id="{7F2A08C9-0044-646B-DD1C-7FD85BB74E53}"/>
                  </a:ext>
                </a:extLst>
              </p:cNvPr>
              <p:cNvSpPr/>
              <p:nvPr/>
            </p:nvSpPr>
            <p:spPr>
              <a:xfrm>
                <a:off x="4892858" y="2675686"/>
                <a:ext cx="4205" cy="32737"/>
              </a:xfrm>
              <a:custGeom>
                <a:avLst/>
                <a:gdLst/>
                <a:ahLst/>
                <a:cxnLst/>
                <a:rect l="l" t="t" r="r" b="b"/>
                <a:pathLst>
                  <a:path w="121" h="942" extrusionOk="0">
                    <a:moveTo>
                      <a:pt x="64" y="1"/>
                    </a:moveTo>
                    <a:cubicBezTo>
                      <a:pt x="28" y="1"/>
                      <a:pt x="0" y="29"/>
                      <a:pt x="0" y="58"/>
                    </a:cubicBezTo>
                    <a:lnTo>
                      <a:pt x="0" y="885"/>
                    </a:lnTo>
                    <a:cubicBezTo>
                      <a:pt x="0" y="914"/>
                      <a:pt x="28" y="942"/>
                      <a:pt x="64" y="942"/>
                    </a:cubicBezTo>
                    <a:cubicBezTo>
                      <a:pt x="92" y="942"/>
                      <a:pt x="120" y="914"/>
                      <a:pt x="120" y="885"/>
                    </a:cubicBezTo>
                    <a:lnTo>
                      <a:pt x="120" y="58"/>
                    </a:lnTo>
                    <a:cubicBezTo>
                      <a:pt x="120" y="29"/>
                      <a:pt x="92"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1">
                <a:extLst>
                  <a:ext uri="{FF2B5EF4-FFF2-40B4-BE49-F238E27FC236}">
                    <a16:creationId xmlns:a16="http://schemas.microsoft.com/office/drawing/2014/main" id="{3AF1D126-7B24-F18A-BD15-F871768CB716}"/>
                  </a:ext>
                </a:extLst>
              </p:cNvPr>
              <p:cNvSpPr/>
              <p:nvPr/>
            </p:nvSpPr>
            <p:spPr>
              <a:xfrm>
                <a:off x="5180507" y="2670543"/>
                <a:ext cx="34961" cy="27559"/>
              </a:xfrm>
              <a:custGeom>
                <a:avLst/>
                <a:gdLst/>
                <a:ahLst/>
                <a:cxnLst/>
                <a:rect l="l" t="t" r="r" b="b"/>
                <a:pathLst>
                  <a:path w="1006" h="793" extrusionOk="0">
                    <a:moveTo>
                      <a:pt x="121" y="0"/>
                    </a:moveTo>
                    <a:lnTo>
                      <a:pt x="1" y="651"/>
                    </a:lnTo>
                    <a:lnTo>
                      <a:pt x="913" y="793"/>
                    </a:lnTo>
                    <a:lnTo>
                      <a:pt x="1005" y="149"/>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1">
                <a:extLst>
                  <a:ext uri="{FF2B5EF4-FFF2-40B4-BE49-F238E27FC236}">
                    <a16:creationId xmlns:a16="http://schemas.microsoft.com/office/drawing/2014/main" id="{7FEF5580-C524-ED99-3D3D-3E18CEACAE2E}"/>
                  </a:ext>
                </a:extLst>
              </p:cNvPr>
              <p:cNvSpPr/>
              <p:nvPr/>
            </p:nvSpPr>
            <p:spPr>
              <a:xfrm>
                <a:off x="4825021" y="2875340"/>
                <a:ext cx="33953" cy="95430"/>
              </a:xfrm>
              <a:custGeom>
                <a:avLst/>
                <a:gdLst/>
                <a:ahLst/>
                <a:cxnLst/>
                <a:rect l="l" t="t" r="r" b="b"/>
                <a:pathLst>
                  <a:path w="977" h="2746" extrusionOk="0">
                    <a:moveTo>
                      <a:pt x="884" y="0"/>
                    </a:moveTo>
                    <a:cubicBezTo>
                      <a:pt x="594" y="0"/>
                      <a:pt x="326" y="241"/>
                      <a:pt x="326" y="559"/>
                    </a:cubicBezTo>
                    <a:lnTo>
                      <a:pt x="326" y="913"/>
                    </a:lnTo>
                    <a:cubicBezTo>
                      <a:pt x="326" y="1033"/>
                      <a:pt x="269" y="1125"/>
                      <a:pt x="212" y="1210"/>
                    </a:cubicBezTo>
                    <a:lnTo>
                      <a:pt x="0" y="1415"/>
                    </a:lnTo>
                    <a:lnTo>
                      <a:pt x="149" y="1564"/>
                    </a:lnTo>
                    <a:cubicBezTo>
                      <a:pt x="241" y="1656"/>
                      <a:pt x="269" y="1741"/>
                      <a:pt x="269" y="1861"/>
                    </a:cubicBezTo>
                    <a:lnTo>
                      <a:pt x="269" y="2186"/>
                    </a:lnTo>
                    <a:cubicBezTo>
                      <a:pt x="269" y="2476"/>
                      <a:pt x="531" y="2745"/>
                      <a:pt x="828" y="2745"/>
                    </a:cubicBezTo>
                    <a:lnTo>
                      <a:pt x="920" y="2745"/>
                    </a:lnTo>
                    <a:cubicBezTo>
                      <a:pt x="948" y="2745"/>
                      <a:pt x="976" y="2717"/>
                      <a:pt x="976" y="2682"/>
                    </a:cubicBezTo>
                    <a:cubicBezTo>
                      <a:pt x="976" y="2625"/>
                      <a:pt x="948" y="2625"/>
                      <a:pt x="920" y="2625"/>
                    </a:cubicBezTo>
                    <a:lnTo>
                      <a:pt x="828" y="2625"/>
                    </a:lnTo>
                    <a:cubicBezTo>
                      <a:pt x="594" y="2625"/>
                      <a:pt x="389" y="2420"/>
                      <a:pt x="389" y="2186"/>
                    </a:cubicBezTo>
                    <a:lnTo>
                      <a:pt x="389" y="1861"/>
                    </a:lnTo>
                    <a:cubicBezTo>
                      <a:pt x="389" y="1712"/>
                      <a:pt x="326" y="1592"/>
                      <a:pt x="241" y="1479"/>
                    </a:cubicBezTo>
                    <a:lnTo>
                      <a:pt x="177" y="1415"/>
                    </a:lnTo>
                    <a:lnTo>
                      <a:pt x="269" y="1302"/>
                    </a:lnTo>
                    <a:cubicBezTo>
                      <a:pt x="389" y="1210"/>
                      <a:pt x="446" y="1062"/>
                      <a:pt x="446" y="913"/>
                    </a:cubicBezTo>
                    <a:lnTo>
                      <a:pt x="446" y="559"/>
                    </a:lnTo>
                    <a:cubicBezTo>
                      <a:pt x="446" y="297"/>
                      <a:pt x="651" y="121"/>
                      <a:pt x="884" y="121"/>
                    </a:cubicBezTo>
                    <a:cubicBezTo>
                      <a:pt x="920" y="121"/>
                      <a:pt x="948" y="92"/>
                      <a:pt x="948" y="64"/>
                    </a:cubicBezTo>
                    <a:cubicBezTo>
                      <a:pt x="948" y="29"/>
                      <a:pt x="920" y="0"/>
                      <a:pt x="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1">
                <a:extLst>
                  <a:ext uri="{FF2B5EF4-FFF2-40B4-BE49-F238E27FC236}">
                    <a16:creationId xmlns:a16="http://schemas.microsoft.com/office/drawing/2014/main" id="{6DEF145F-73B2-4E29-100B-CD04157ACDE8}"/>
                  </a:ext>
                </a:extLst>
              </p:cNvPr>
              <p:cNvSpPr/>
              <p:nvPr/>
            </p:nvSpPr>
            <p:spPr>
              <a:xfrm>
                <a:off x="4974736" y="2875340"/>
                <a:ext cx="33710" cy="95430"/>
              </a:xfrm>
              <a:custGeom>
                <a:avLst/>
                <a:gdLst/>
                <a:ahLst/>
                <a:cxnLst/>
                <a:rect l="l" t="t" r="r" b="b"/>
                <a:pathLst>
                  <a:path w="970" h="2746" extrusionOk="0">
                    <a:moveTo>
                      <a:pt x="114" y="0"/>
                    </a:moveTo>
                    <a:cubicBezTo>
                      <a:pt x="57" y="0"/>
                      <a:pt x="57" y="29"/>
                      <a:pt x="57" y="64"/>
                    </a:cubicBezTo>
                    <a:cubicBezTo>
                      <a:pt x="57" y="92"/>
                      <a:pt x="57" y="121"/>
                      <a:pt x="114" y="121"/>
                    </a:cubicBezTo>
                    <a:cubicBezTo>
                      <a:pt x="354" y="121"/>
                      <a:pt x="559" y="297"/>
                      <a:pt x="559" y="559"/>
                    </a:cubicBezTo>
                    <a:lnTo>
                      <a:pt x="559" y="913"/>
                    </a:lnTo>
                    <a:cubicBezTo>
                      <a:pt x="559" y="1062"/>
                      <a:pt x="588" y="1210"/>
                      <a:pt x="708" y="1302"/>
                    </a:cubicBezTo>
                    <a:lnTo>
                      <a:pt x="821" y="1415"/>
                    </a:lnTo>
                    <a:lnTo>
                      <a:pt x="765" y="1479"/>
                    </a:lnTo>
                    <a:cubicBezTo>
                      <a:pt x="644" y="1564"/>
                      <a:pt x="588" y="1712"/>
                      <a:pt x="588" y="1861"/>
                    </a:cubicBezTo>
                    <a:lnTo>
                      <a:pt x="588" y="2186"/>
                    </a:lnTo>
                    <a:cubicBezTo>
                      <a:pt x="588" y="2420"/>
                      <a:pt x="382" y="2625"/>
                      <a:pt x="149" y="2625"/>
                    </a:cubicBezTo>
                    <a:lnTo>
                      <a:pt x="57" y="2625"/>
                    </a:lnTo>
                    <a:cubicBezTo>
                      <a:pt x="29" y="2625"/>
                      <a:pt x="0" y="2625"/>
                      <a:pt x="0" y="2682"/>
                    </a:cubicBezTo>
                    <a:cubicBezTo>
                      <a:pt x="0" y="2717"/>
                      <a:pt x="29" y="2745"/>
                      <a:pt x="57" y="2745"/>
                    </a:cubicBezTo>
                    <a:lnTo>
                      <a:pt x="149" y="2745"/>
                    </a:lnTo>
                    <a:cubicBezTo>
                      <a:pt x="467" y="2745"/>
                      <a:pt x="708" y="2476"/>
                      <a:pt x="708" y="2186"/>
                    </a:cubicBezTo>
                    <a:lnTo>
                      <a:pt x="708" y="1861"/>
                    </a:lnTo>
                    <a:cubicBezTo>
                      <a:pt x="708" y="1741"/>
                      <a:pt x="765" y="1656"/>
                      <a:pt x="821" y="1564"/>
                    </a:cubicBezTo>
                    <a:lnTo>
                      <a:pt x="970" y="1415"/>
                    </a:lnTo>
                    <a:lnTo>
                      <a:pt x="793" y="1210"/>
                    </a:lnTo>
                    <a:cubicBezTo>
                      <a:pt x="708" y="1125"/>
                      <a:pt x="680" y="1033"/>
                      <a:pt x="680" y="913"/>
                    </a:cubicBezTo>
                    <a:lnTo>
                      <a:pt x="680" y="559"/>
                    </a:lnTo>
                    <a:cubicBezTo>
                      <a:pt x="680" y="241"/>
                      <a:pt x="411" y="0"/>
                      <a:pt x="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1">
                <a:extLst>
                  <a:ext uri="{FF2B5EF4-FFF2-40B4-BE49-F238E27FC236}">
                    <a16:creationId xmlns:a16="http://schemas.microsoft.com/office/drawing/2014/main" id="{10B2E8E4-9A0E-E899-E026-D5E6597A60C9}"/>
                  </a:ext>
                </a:extLst>
              </p:cNvPr>
              <p:cNvSpPr/>
              <p:nvPr/>
            </p:nvSpPr>
            <p:spPr>
              <a:xfrm>
                <a:off x="4858940" y="2899910"/>
                <a:ext cx="51156" cy="47263"/>
              </a:xfrm>
              <a:custGeom>
                <a:avLst/>
                <a:gdLst/>
                <a:ahLst/>
                <a:cxnLst/>
                <a:rect l="l" t="t" r="r" b="b"/>
                <a:pathLst>
                  <a:path w="1472" h="1360" extrusionOk="0">
                    <a:moveTo>
                      <a:pt x="0" y="1"/>
                    </a:moveTo>
                    <a:lnTo>
                      <a:pt x="0" y="1359"/>
                    </a:lnTo>
                    <a:lnTo>
                      <a:pt x="1472" y="1359"/>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1">
                <a:extLst>
                  <a:ext uri="{FF2B5EF4-FFF2-40B4-BE49-F238E27FC236}">
                    <a16:creationId xmlns:a16="http://schemas.microsoft.com/office/drawing/2014/main" id="{02E509D6-C8FC-25BF-168F-980436F5271D}"/>
                  </a:ext>
                </a:extLst>
              </p:cNvPr>
              <p:cNvSpPr/>
              <p:nvPr/>
            </p:nvSpPr>
            <p:spPr>
              <a:xfrm>
                <a:off x="5042330" y="2867208"/>
                <a:ext cx="23666" cy="116838"/>
              </a:xfrm>
              <a:custGeom>
                <a:avLst/>
                <a:gdLst/>
                <a:ahLst/>
                <a:cxnLst/>
                <a:rect l="l" t="t" r="r" b="b"/>
                <a:pathLst>
                  <a:path w="681" h="3362" extrusionOk="0">
                    <a:moveTo>
                      <a:pt x="616" y="1"/>
                    </a:moveTo>
                    <a:cubicBezTo>
                      <a:pt x="588" y="1"/>
                      <a:pt x="560" y="1"/>
                      <a:pt x="560" y="29"/>
                    </a:cubicBezTo>
                    <a:cubicBezTo>
                      <a:pt x="29" y="1034"/>
                      <a:pt x="1" y="2300"/>
                      <a:pt x="532" y="3333"/>
                    </a:cubicBezTo>
                    <a:cubicBezTo>
                      <a:pt x="532" y="3361"/>
                      <a:pt x="560" y="3361"/>
                      <a:pt x="588" y="3361"/>
                    </a:cubicBezTo>
                    <a:lnTo>
                      <a:pt x="616" y="3361"/>
                    </a:lnTo>
                    <a:cubicBezTo>
                      <a:pt x="645" y="3333"/>
                      <a:pt x="645" y="3305"/>
                      <a:pt x="645" y="3269"/>
                    </a:cubicBezTo>
                    <a:cubicBezTo>
                      <a:pt x="149" y="2300"/>
                      <a:pt x="149" y="1062"/>
                      <a:pt x="645" y="86"/>
                    </a:cubicBezTo>
                    <a:cubicBezTo>
                      <a:pt x="680" y="58"/>
                      <a:pt x="645" y="29"/>
                      <a:pt x="6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1">
                <a:extLst>
                  <a:ext uri="{FF2B5EF4-FFF2-40B4-BE49-F238E27FC236}">
                    <a16:creationId xmlns:a16="http://schemas.microsoft.com/office/drawing/2014/main" id="{51D27B29-A997-48C1-BF6F-32BB31484AC0}"/>
                  </a:ext>
                </a:extLst>
              </p:cNvPr>
              <p:cNvSpPr/>
              <p:nvPr/>
            </p:nvSpPr>
            <p:spPr>
              <a:xfrm>
                <a:off x="5296303" y="2867208"/>
                <a:ext cx="22659" cy="116838"/>
              </a:xfrm>
              <a:custGeom>
                <a:avLst/>
                <a:gdLst/>
                <a:ahLst/>
                <a:cxnLst/>
                <a:rect l="l" t="t" r="r" b="b"/>
                <a:pathLst>
                  <a:path w="652" h="3362" extrusionOk="0">
                    <a:moveTo>
                      <a:pt x="29" y="1"/>
                    </a:moveTo>
                    <a:cubicBezTo>
                      <a:pt x="1" y="29"/>
                      <a:pt x="1" y="58"/>
                      <a:pt x="1" y="86"/>
                    </a:cubicBezTo>
                    <a:cubicBezTo>
                      <a:pt x="531" y="1062"/>
                      <a:pt x="531" y="2300"/>
                      <a:pt x="29" y="3269"/>
                    </a:cubicBezTo>
                    <a:cubicBezTo>
                      <a:pt x="29" y="3305"/>
                      <a:pt x="29" y="3333"/>
                      <a:pt x="57" y="3361"/>
                    </a:cubicBezTo>
                    <a:lnTo>
                      <a:pt x="93" y="3361"/>
                    </a:lnTo>
                    <a:cubicBezTo>
                      <a:pt x="121" y="3361"/>
                      <a:pt x="121" y="3361"/>
                      <a:pt x="149" y="3333"/>
                    </a:cubicBezTo>
                    <a:cubicBezTo>
                      <a:pt x="652" y="2300"/>
                      <a:pt x="652" y="1034"/>
                      <a:pt x="121" y="29"/>
                    </a:cubicBezTo>
                    <a:cubicBezTo>
                      <a:pt x="121" y="1"/>
                      <a:pt x="57"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1">
                <a:extLst>
                  <a:ext uri="{FF2B5EF4-FFF2-40B4-BE49-F238E27FC236}">
                    <a16:creationId xmlns:a16="http://schemas.microsoft.com/office/drawing/2014/main" id="{4E043355-02D4-FDB7-DCB7-861D87689724}"/>
                  </a:ext>
                </a:extLst>
              </p:cNvPr>
              <p:cNvSpPr/>
              <p:nvPr/>
            </p:nvSpPr>
            <p:spPr>
              <a:xfrm>
                <a:off x="5069889"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1">
                <a:extLst>
                  <a:ext uri="{FF2B5EF4-FFF2-40B4-BE49-F238E27FC236}">
                    <a16:creationId xmlns:a16="http://schemas.microsoft.com/office/drawing/2014/main" id="{F7F777B3-8157-1113-316F-963D48E0AA52}"/>
                  </a:ext>
                </a:extLst>
              </p:cNvPr>
              <p:cNvSpPr/>
              <p:nvPr/>
            </p:nvSpPr>
            <p:spPr>
              <a:xfrm>
                <a:off x="5245182"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1">
                <a:extLst>
                  <a:ext uri="{FF2B5EF4-FFF2-40B4-BE49-F238E27FC236}">
                    <a16:creationId xmlns:a16="http://schemas.microsoft.com/office/drawing/2014/main" id="{110DC7F7-CE86-390C-3B8A-00D01BA609D3}"/>
                  </a:ext>
                </a:extLst>
              </p:cNvPr>
              <p:cNvSpPr/>
              <p:nvPr/>
            </p:nvSpPr>
            <p:spPr>
              <a:xfrm>
                <a:off x="5142661" y="2908286"/>
                <a:ext cx="50183" cy="33710"/>
              </a:xfrm>
              <a:custGeom>
                <a:avLst/>
                <a:gdLst/>
                <a:ahLst/>
                <a:cxnLst/>
                <a:rect l="l" t="t" r="r" b="b"/>
                <a:pathLst>
                  <a:path w="1444" h="970" extrusionOk="0">
                    <a:moveTo>
                      <a:pt x="0" y="0"/>
                    </a:moveTo>
                    <a:lnTo>
                      <a:pt x="0" y="970"/>
                    </a:lnTo>
                    <a:lnTo>
                      <a:pt x="1443" y="97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1">
                <a:extLst>
                  <a:ext uri="{FF2B5EF4-FFF2-40B4-BE49-F238E27FC236}">
                    <a16:creationId xmlns:a16="http://schemas.microsoft.com/office/drawing/2014/main" id="{5A0D90CE-C234-0456-0A8B-CA9860612B15}"/>
                  </a:ext>
                </a:extLst>
              </p:cNvPr>
              <p:cNvSpPr/>
              <p:nvPr/>
            </p:nvSpPr>
            <p:spPr>
              <a:xfrm>
                <a:off x="5175363" y="2908286"/>
                <a:ext cx="50426" cy="33710"/>
              </a:xfrm>
              <a:custGeom>
                <a:avLst/>
                <a:gdLst/>
                <a:ahLst/>
                <a:cxnLst/>
                <a:rect l="l" t="t" r="r" b="b"/>
                <a:pathLst>
                  <a:path w="1451" h="970" extrusionOk="0">
                    <a:moveTo>
                      <a:pt x="0" y="0"/>
                    </a:moveTo>
                    <a:lnTo>
                      <a:pt x="1450" y="970"/>
                    </a:lnTo>
                    <a:lnTo>
                      <a:pt x="14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1">
                <a:extLst>
                  <a:ext uri="{FF2B5EF4-FFF2-40B4-BE49-F238E27FC236}">
                    <a16:creationId xmlns:a16="http://schemas.microsoft.com/office/drawing/2014/main" id="{90D0039C-9A22-4D0A-B6F6-7C9EFDD8934F}"/>
                  </a:ext>
                </a:extLst>
              </p:cNvPr>
              <p:cNvSpPr/>
              <p:nvPr/>
            </p:nvSpPr>
            <p:spPr>
              <a:xfrm>
                <a:off x="5081184" y="2929659"/>
                <a:ext cx="31764" cy="4240"/>
              </a:xfrm>
              <a:custGeom>
                <a:avLst/>
                <a:gdLst/>
                <a:ahLst/>
                <a:cxnLst/>
                <a:rect l="l" t="t" r="r" b="b"/>
                <a:pathLst>
                  <a:path w="914" h="122" extrusionOk="0">
                    <a:moveTo>
                      <a:pt x="57" y="1"/>
                    </a:moveTo>
                    <a:cubicBezTo>
                      <a:pt x="29" y="1"/>
                      <a:pt x="1" y="29"/>
                      <a:pt x="1" y="57"/>
                    </a:cubicBezTo>
                    <a:cubicBezTo>
                      <a:pt x="1" y="93"/>
                      <a:pt x="29" y="121"/>
                      <a:pt x="57" y="121"/>
                    </a:cubicBezTo>
                    <a:lnTo>
                      <a:pt x="857" y="121"/>
                    </a:lnTo>
                    <a:cubicBezTo>
                      <a:pt x="885" y="121"/>
                      <a:pt x="913" y="93"/>
                      <a:pt x="913" y="57"/>
                    </a:cubicBezTo>
                    <a:cubicBezTo>
                      <a:pt x="913" y="29"/>
                      <a:pt x="885" y="1"/>
                      <a:pt x="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1">
                <a:extLst>
                  <a:ext uri="{FF2B5EF4-FFF2-40B4-BE49-F238E27FC236}">
                    <a16:creationId xmlns:a16="http://schemas.microsoft.com/office/drawing/2014/main" id="{33969585-C8D8-3224-B2EF-E49ABCD3215E}"/>
                  </a:ext>
                </a:extLst>
              </p:cNvPr>
              <p:cNvSpPr/>
              <p:nvPr/>
            </p:nvSpPr>
            <p:spPr>
              <a:xfrm>
                <a:off x="5254287" y="2929659"/>
                <a:ext cx="32945" cy="4240"/>
              </a:xfrm>
              <a:custGeom>
                <a:avLst/>
                <a:gdLst/>
                <a:ahLst/>
                <a:cxnLst/>
                <a:rect l="l" t="t" r="r" b="b"/>
                <a:pathLst>
                  <a:path w="948" h="122" extrusionOk="0">
                    <a:moveTo>
                      <a:pt x="64" y="1"/>
                    </a:moveTo>
                    <a:cubicBezTo>
                      <a:pt x="28" y="1"/>
                      <a:pt x="0" y="29"/>
                      <a:pt x="0" y="57"/>
                    </a:cubicBezTo>
                    <a:cubicBezTo>
                      <a:pt x="0" y="93"/>
                      <a:pt x="28" y="121"/>
                      <a:pt x="64" y="121"/>
                    </a:cubicBezTo>
                    <a:lnTo>
                      <a:pt x="884" y="121"/>
                    </a:lnTo>
                    <a:cubicBezTo>
                      <a:pt x="913" y="121"/>
                      <a:pt x="948" y="93"/>
                      <a:pt x="948" y="57"/>
                    </a:cubicBezTo>
                    <a:cubicBezTo>
                      <a:pt x="948" y="29"/>
                      <a:pt x="913"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1">
                <a:extLst>
                  <a:ext uri="{FF2B5EF4-FFF2-40B4-BE49-F238E27FC236}">
                    <a16:creationId xmlns:a16="http://schemas.microsoft.com/office/drawing/2014/main" id="{87E3BF77-467D-6849-9A81-49288FF9BDB2}"/>
                  </a:ext>
                </a:extLst>
              </p:cNvPr>
              <p:cNvSpPr/>
              <p:nvPr/>
            </p:nvSpPr>
            <p:spPr>
              <a:xfrm>
                <a:off x="4894840" y="2909259"/>
                <a:ext cx="3962" cy="31764"/>
              </a:xfrm>
              <a:custGeom>
                <a:avLst/>
                <a:gdLst/>
                <a:ahLst/>
                <a:cxnLst/>
                <a:rect l="l" t="t" r="r" b="b"/>
                <a:pathLst>
                  <a:path w="114" h="914" extrusionOk="0">
                    <a:moveTo>
                      <a:pt x="57" y="1"/>
                    </a:moveTo>
                    <a:cubicBezTo>
                      <a:pt x="29" y="1"/>
                      <a:pt x="0" y="1"/>
                      <a:pt x="0" y="57"/>
                    </a:cubicBezTo>
                    <a:lnTo>
                      <a:pt x="0" y="857"/>
                    </a:lnTo>
                    <a:cubicBezTo>
                      <a:pt x="0" y="885"/>
                      <a:pt x="29" y="913"/>
                      <a:pt x="57" y="913"/>
                    </a:cubicBezTo>
                    <a:cubicBezTo>
                      <a:pt x="85" y="913"/>
                      <a:pt x="114" y="885"/>
                      <a:pt x="114" y="857"/>
                    </a:cubicBezTo>
                    <a:lnTo>
                      <a:pt x="114" y="57"/>
                    </a:lnTo>
                    <a:cubicBezTo>
                      <a:pt x="114" y="1"/>
                      <a:pt x="85" y="1"/>
                      <a:pt x="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1">
                <a:extLst>
                  <a:ext uri="{FF2B5EF4-FFF2-40B4-BE49-F238E27FC236}">
                    <a16:creationId xmlns:a16="http://schemas.microsoft.com/office/drawing/2014/main" id="{A272300C-B154-E8A7-CBC8-E0A1E31C17E8}"/>
                  </a:ext>
                </a:extLst>
              </p:cNvPr>
              <p:cNvSpPr/>
              <p:nvPr/>
            </p:nvSpPr>
            <p:spPr>
              <a:xfrm>
                <a:off x="4923337" y="2899910"/>
                <a:ext cx="51434" cy="47263"/>
              </a:xfrm>
              <a:custGeom>
                <a:avLst/>
                <a:gdLst/>
                <a:ahLst/>
                <a:cxnLst/>
                <a:rect l="l" t="t" r="r" b="b"/>
                <a:pathLst>
                  <a:path w="1480" h="1360" extrusionOk="0">
                    <a:moveTo>
                      <a:pt x="1" y="1"/>
                    </a:moveTo>
                    <a:lnTo>
                      <a:pt x="1" y="1359"/>
                    </a:lnTo>
                    <a:lnTo>
                      <a:pt x="1479" y="1359"/>
                    </a:lnTo>
                    <a:lnTo>
                      <a:pt x="1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1">
                <a:extLst>
                  <a:ext uri="{FF2B5EF4-FFF2-40B4-BE49-F238E27FC236}">
                    <a16:creationId xmlns:a16="http://schemas.microsoft.com/office/drawing/2014/main" id="{0A8A903D-6571-732E-14EF-51967248CEC9}"/>
                  </a:ext>
                </a:extLst>
              </p:cNvPr>
              <p:cNvSpPr/>
              <p:nvPr/>
            </p:nvSpPr>
            <p:spPr>
              <a:xfrm>
                <a:off x="4959236" y="2909259"/>
                <a:ext cx="4240" cy="31764"/>
              </a:xfrm>
              <a:custGeom>
                <a:avLst/>
                <a:gdLst/>
                <a:ahLst/>
                <a:cxnLst/>
                <a:rect l="l" t="t" r="r" b="b"/>
                <a:pathLst>
                  <a:path w="122" h="914" extrusionOk="0">
                    <a:moveTo>
                      <a:pt x="64" y="1"/>
                    </a:moveTo>
                    <a:cubicBezTo>
                      <a:pt x="29" y="1"/>
                      <a:pt x="1" y="1"/>
                      <a:pt x="1" y="57"/>
                    </a:cubicBezTo>
                    <a:lnTo>
                      <a:pt x="1" y="857"/>
                    </a:lnTo>
                    <a:cubicBezTo>
                      <a:pt x="1" y="885"/>
                      <a:pt x="29" y="913"/>
                      <a:pt x="64" y="913"/>
                    </a:cubicBezTo>
                    <a:cubicBezTo>
                      <a:pt x="121" y="913"/>
                      <a:pt x="121" y="885"/>
                      <a:pt x="121" y="857"/>
                    </a:cubicBezTo>
                    <a:lnTo>
                      <a:pt x="121" y="57"/>
                    </a:lnTo>
                    <a:cubicBezTo>
                      <a:pt x="121" y="1"/>
                      <a:pt x="121"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1">
                <a:extLst>
                  <a:ext uri="{FF2B5EF4-FFF2-40B4-BE49-F238E27FC236}">
                    <a16:creationId xmlns:a16="http://schemas.microsoft.com/office/drawing/2014/main" id="{63FBF8D8-5688-93F6-F843-3BFD51782CDD}"/>
                  </a:ext>
                </a:extLst>
              </p:cNvPr>
              <p:cNvSpPr/>
              <p:nvPr/>
            </p:nvSpPr>
            <p:spPr>
              <a:xfrm>
                <a:off x="4805595" y="2781716"/>
                <a:ext cx="50183" cy="62937"/>
              </a:xfrm>
              <a:custGeom>
                <a:avLst/>
                <a:gdLst/>
                <a:ahLst/>
                <a:cxnLst/>
                <a:rect l="l" t="t" r="r" b="b"/>
                <a:pathLst>
                  <a:path w="1444" h="1811" extrusionOk="0">
                    <a:moveTo>
                      <a:pt x="1387" y="1"/>
                    </a:moveTo>
                    <a:cubicBezTo>
                      <a:pt x="1368" y="1"/>
                      <a:pt x="1349" y="13"/>
                      <a:pt x="1330" y="13"/>
                    </a:cubicBezTo>
                    <a:lnTo>
                      <a:pt x="29" y="1725"/>
                    </a:lnTo>
                    <a:cubicBezTo>
                      <a:pt x="0" y="1725"/>
                      <a:pt x="0" y="1782"/>
                      <a:pt x="29" y="1782"/>
                    </a:cubicBezTo>
                    <a:lnTo>
                      <a:pt x="64" y="1810"/>
                    </a:lnTo>
                    <a:cubicBezTo>
                      <a:pt x="92" y="1810"/>
                      <a:pt x="121" y="1782"/>
                      <a:pt x="121"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1">
                <a:extLst>
                  <a:ext uri="{FF2B5EF4-FFF2-40B4-BE49-F238E27FC236}">
                    <a16:creationId xmlns:a16="http://schemas.microsoft.com/office/drawing/2014/main" id="{ACD81E54-1084-3F64-0413-63AB18B86501}"/>
                  </a:ext>
                </a:extLst>
              </p:cNvPr>
              <p:cNvSpPr/>
              <p:nvPr/>
            </p:nvSpPr>
            <p:spPr>
              <a:xfrm>
                <a:off x="4841494" y="2781716"/>
                <a:ext cx="50183" cy="62937"/>
              </a:xfrm>
              <a:custGeom>
                <a:avLst/>
                <a:gdLst/>
                <a:ahLst/>
                <a:cxnLst/>
                <a:rect l="l" t="t" r="r" b="b"/>
                <a:pathLst>
                  <a:path w="1444" h="1811" extrusionOk="0">
                    <a:moveTo>
                      <a:pt x="1387" y="1"/>
                    </a:moveTo>
                    <a:cubicBezTo>
                      <a:pt x="1368" y="1"/>
                      <a:pt x="1349" y="13"/>
                      <a:pt x="1330" y="13"/>
                    </a:cubicBezTo>
                    <a:lnTo>
                      <a:pt x="28" y="1725"/>
                    </a:lnTo>
                    <a:cubicBezTo>
                      <a:pt x="0" y="1725"/>
                      <a:pt x="0" y="1782"/>
                      <a:pt x="28" y="1782"/>
                    </a:cubicBezTo>
                    <a:cubicBezTo>
                      <a:pt x="28" y="1810"/>
                      <a:pt x="57" y="1810"/>
                      <a:pt x="57" y="1810"/>
                    </a:cubicBezTo>
                    <a:cubicBezTo>
                      <a:pt x="92" y="1810"/>
                      <a:pt x="92" y="1782"/>
                      <a:pt x="120"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1">
                <a:extLst>
                  <a:ext uri="{FF2B5EF4-FFF2-40B4-BE49-F238E27FC236}">
                    <a16:creationId xmlns:a16="http://schemas.microsoft.com/office/drawing/2014/main" id="{12668901-3BB6-C9FF-5D47-5879436B6761}"/>
                  </a:ext>
                </a:extLst>
              </p:cNvPr>
              <p:cNvSpPr/>
              <p:nvPr/>
            </p:nvSpPr>
            <p:spPr>
              <a:xfrm>
                <a:off x="4996109" y="2781716"/>
                <a:ext cx="50217" cy="62937"/>
              </a:xfrm>
              <a:custGeom>
                <a:avLst/>
                <a:gdLst/>
                <a:ahLst/>
                <a:cxnLst/>
                <a:rect l="l" t="t" r="r" b="b"/>
                <a:pathLst>
                  <a:path w="1445" h="1811" extrusionOk="0">
                    <a:moveTo>
                      <a:pt x="1388" y="1"/>
                    </a:moveTo>
                    <a:cubicBezTo>
                      <a:pt x="1369" y="1"/>
                      <a:pt x="1350" y="13"/>
                      <a:pt x="1331" y="13"/>
                    </a:cubicBezTo>
                    <a:lnTo>
                      <a:pt x="29" y="1725"/>
                    </a:lnTo>
                    <a:cubicBezTo>
                      <a:pt x="1" y="1725"/>
                      <a:pt x="1" y="1782"/>
                      <a:pt x="29" y="1782"/>
                    </a:cubicBezTo>
                    <a:cubicBezTo>
                      <a:pt x="65" y="1810"/>
                      <a:pt x="65" y="1810"/>
                      <a:pt x="93" y="1810"/>
                    </a:cubicBezTo>
                    <a:lnTo>
                      <a:pt x="121" y="1782"/>
                    </a:lnTo>
                    <a:lnTo>
                      <a:pt x="1444" y="105"/>
                    </a:lnTo>
                    <a:cubicBezTo>
                      <a:pt x="1444" y="70"/>
                      <a:pt x="1444" y="41"/>
                      <a:pt x="1416" y="13"/>
                    </a:cubicBezTo>
                    <a:cubicBezTo>
                      <a:pt x="1406" y="4"/>
                      <a:pt x="1397" y="1"/>
                      <a:pt x="13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1">
                <a:extLst>
                  <a:ext uri="{FF2B5EF4-FFF2-40B4-BE49-F238E27FC236}">
                    <a16:creationId xmlns:a16="http://schemas.microsoft.com/office/drawing/2014/main" id="{D0B46AB4-6DED-523F-639D-C141BC393273}"/>
                  </a:ext>
                </a:extLst>
              </p:cNvPr>
              <p:cNvSpPr/>
              <p:nvPr/>
            </p:nvSpPr>
            <p:spPr>
              <a:xfrm>
                <a:off x="5032009" y="2781716"/>
                <a:ext cx="50183" cy="62937"/>
              </a:xfrm>
              <a:custGeom>
                <a:avLst/>
                <a:gdLst/>
                <a:ahLst/>
                <a:cxnLst/>
                <a:rect l="l" t="t" r="r" b="b"/>
                <a:pathLst>
                  <a:path w="1444" h="1811" extrusionOk="0">
                    <a:moveTo>
                      <a:pt x="1387" y="1"/>
                    </a:moveTo>
                    <a:cubicBezTo>
                      <a:pt x="1369" y="1"/>
                      <a:pt x="1350" y="13"/>
                      <a:pt x="1331" y="13"/>
                    </a:cubicBezTo>
                    <a:lnTo>
                      <a:pt x="29" y="1725"/>
                    </a:lnTo>
                    <a:cubicBezTo>
                      <a:pt x="1" y="1725"/>
                      <a:pt x="1" y="1782"/>
                      <a:pt x="29" y="1782"/>
                    </a:cubicBezTo>
                    <a:lnTo>
                      <a:pt x="57" y="1810"/>
                    </a:lnTo>
                    <a:cubicBezTo>
                      <a:pt x="93" y="1810"/>
                      <a:pt x="121" y="1782"/>
                      <a:pt x="121" y="1782"/>
                    </a:cubicBezTo>
                    <a:lnTo>
                      <a:pt x="1416" y="105"/>
                    </a:lnTo>
                    <a:cubicBezTo>
                      <a:pt x="1444" y="70"/>
                      <a:pt x="1444" y="41"/>
                      <a:pt x="1416" y="13"/>
                    </a:cubicBezTo>
                    <a:cubicBezTo>
                      <a:pt x="1406" y="4"/>
                      <a:pt x="1397"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1">
                <a:extLst>
                  <a:ext uri="{FF2B5EF4-FFF2-40B4-BE49-F238E27FC236}">
                    <a16:creationId xmlns:a16="http://schemas.microsoft.com/office/drawing/2014/main" id="{803FD78D-A176-F340-FF47-9790787C8238}"/>
                  </a:ext>
                </a:extLst>
              </p:cNvPr>
              <p:cNvSpPr/>
              <p:nvPr/>
            </p:nvSpPr>
            <p:spPr>
              <a:xfrm>
                <a:off x="5070862" y="2818068"/>
                <a:ext cx="36907" cy="4205"/>
              </a:xfrm>
              <a:custGeom>
                <a:avLst/>
                <a:gdLst/>
                <a:ahLst/>
                <a:cxnLst/>
                <a:rect l="l" t="t" r="r" b="b"/>
                <a:pathLst>
                  <a:path w="1062" h="121" extrusionOk="0">
                    <a:moveTo>
                      <a:pt x="64" y="0"/>
                    </a:moveTo>
                    <a:cubicBezTo>
                      <a:pt x="36" y="0"/>
                      <a:pt x="1" y="28"/>
                      <a:pt x="1" y="57"/>
                    </a:cubicBezTo>
                    <a:cubicBezTo>
                      <a:pt x="1" y="85"/>
                      <a:pt x="36" y="120"/>
                      <a:pt x="64" y="120"/>
                    </a:cubicBezTo>
                    <a:lnTo>
                      <a:pt x="1005" y="120"/>
                    </a:lnTo>
                    <a:cubicBezTo>
                      <a:pt x="1033" y="120"/>
                      <a:pt x="1062" y="85"/>
                      <a:pt x="1062" y="57"/>
                    </a:cubicBezTo>
                    <a:cubicBezTo>
                      <a:pt x="1062" y="28"/>
                      <a:pt x="1033" y="0"/>
                      <a:pt x="10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1">
                <a:extLst>
                  <a:ext uri="{FF2B5EF4-FFF2-40B4-BE49-F238E27FC236}">
                    <a16:creationId xmlns:a16="http://schemas.microsoft.com/office/drawing/2014/main" id="{61EFD7E3-E766-4CAF-5BA1-B189BE75AF0F}"/>
                  </a:ext>
                </a:extLst>
              </p:cNvPr>
              <p:cNvSpPr/>
              <p:nvPr/>
            </p:nvSpPr>
            <p:spPr>
              <a:xfrm>
                <a:off x="4956282" y="2818068"/>
                <a:ext cx="36942" cy="4205"/>
              </a:xfrm>
              <a:custGeom>
                <a:avLst/>
                <a:gdLst/>
                <a:ahLst/>
                <a:cxnLst/>
                <a:rect l="l" t="t" r="r" b="b"/>
                <a:pathLst>
                  <a:path w="1063" h="121" extrusionOk="0">
                    <a:moveTo>
                      <a:pt x="57" y="0"/>
                    </a:moveTo>
                    <a:cubicBezTo>
                      <a:pt x="29" y="0"/>
                      <a:pt x="1" y="28"/>
                      <a:pt x="1" y="57"/>
                    </a:cubicBezTo>
                    <a:cubicBezTo>
                      <a:pt x="1" y="85"/>
                      <a:pt x="29" y="120"/>
                      <a:pt x="57" y="120"/>
                    </a:cubicBezTo>
                    <a:lnTo>
                      <a:pt x="998" y="120"/>
                    </a:lnTo>
                    <a:cubicBezTo>
                      <a:pt x="1034" y="120"/>
                      <a:pt x="1062" y="85"/>
                      <a:pt x="1062" y="57"/>
                    </a:cubicBezTo>
                    <a:cubicBezTo>
                      <a:pt x="1062" y="28"/>
                      <a:pt x="1034" y="0"/>
                      <a:pt x="9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1">
                <a:extLst>
                  <a:ext uri="{FF2B5EF4-FFF2-40B4-BE49-F238E27FC236}">
                    <a16:creationId xmlns:a16="http://schemas.microsoft.com/office/drawing/2014/main" id="{9E6EC5CA-EC71-58F8-1B66-BA31EE88C135}"/>
                  </a:ext>
                </a:extLst>
              </p:cNvPr>
              <p:cNvSpPr/>
              <p:nvPr/>
            </p:nvSpPr>
            <p:spPr>
              <a:xfrm>
                <a:off x="4879340" y="2790995"/>
                <a:ext cx="43058" cy="59774"/>
              </a:xfrm>
              <a:custGeom>
                <a:avLst/>
                <a:gdLst/>
                <a:ahLst/>
                <a:cxnLst/>
                <a:rect l="l" t="t" r="r" b="b"/>
                <a:pathLst>
                  <a:path w="1239" h="1720" extrusionOk="0">
                    <a:moveTo>
                      <a:pt x="1179" y="0"/>
                    </a:moveTo>
                    <a:cubicBezTo>
                      <a:pt x="1171" y="0"/>
                      <a:pt x="1162" y="4"/>
                      <a:pt x="1154" y="15"/>
                    </a:cubicBezTo>
                    <a:lnTo>
                      <a:pt x="1" y="807"/>
                    </a:lnTo>
                    <a:lnTo>
                      <a:pt x="1005" y="1692"/>
                    </a:lnTo>
                    <a:lnTo>
                      <a:pt x="1033" y="1720"/>
                    </a:lnTo>
                    <a:cubicBezTo>
                      <a:pt x="1062" y="1720"/>
                      <a:pt x="1062" y="1692"/>
                      <a:pt x="1090" y="1692"/>
                    </a:cubicBezTo>
                    <a:cubicBezTo>
                      <a:pt x="1090" y="1663"/>
                      <a:pt x="1090" y="1635"/>
                      <a:pt x="1062" y="1607"/>
                    </a:cubicBezTo>
                    <a:lnTo>
                      <a:pt x="177" y="807"/>
                    </a:lnTo>
                    <a:lnTo>
                      <a:pt x="1210" y="100"/>
                    </a:lnTo>
                    <a:cubicBezTo>
                      <a:pt x="1239" y="100"/>
                      <a:pt x="1239" y="72"/>
                      <a:pt x="1239" y="43"/>
                    </a:cubicBezTo>
                    <a:cubicBezTo>
                      <a:pt x="1219" y="23"/>
                      <a:pt x="1199"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1">
                <a:extLst>
                  <a:ext uri="{FF2B5EF4-FFF2-40B4-BE49-F238E27FC236}">
                    <a16:creationId xmlns:a16="http://schemas.microsoft.com/office/drawing/2014/main" id="{C9F1CFEF-8C47-6F08-72DD-8351F0F108F6}"/>
                  </a:ext>
                </a:extLst>
              </p:cNvPr>
              <p:cNvSpPr/>
              <p:nvPr/>
            </p:nvSpPr>
            <p:spPr>
              <a:xfrm>
                <a:off x="4914266" y="2797633"/>
                <a:ext cx="31729" cy="50217"/>
              </a:xfrm>
              <a:custGeom>
                <a:avLst/>
                <a:gdLst/>
                <a:ahLst/>
                <a:cxnLst/>
                <a:rect l="l" t="t" r="r" b="b"/>
                <a:pathLst>
                  <a:path w="913" h="1445" extrusionOk="0">
                    <a:moveTo>
                      <a:pt x="913" y="1"/>
                    </a:moveTo>
                    <a:lnTo>
                      <a:pt x="0" y="616"/>
                    </a:lnTo>
                    <a:lnTo>
                      <a:pt x="913" y="1444"/>
                    </a:lnTo>
                    <a:lnTo>
                      <a:pt x="9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1">
                <a:extLst>
                  <a:ext uri="{FF2B5EF4-FFF2-40B4-BE49-F238E27FC236}">
                    <a16:creationId xmlns:a16="http://schemas.microsoft.com/office/drawing/2014/main" id="{530E35FD-6CB6-E050-3A5B-31E37B8305EF}"/>
                  </a:ext>
                </a:extLst>
              </p:cNvPr>
              <p:cNvSpPr/>
              <p:nvPr/>
            </p:nvSpPr>
            <p:spPr>
              <a:xfrm>
                <a:off x="4922364" y="2807329"/>
                <a:ext cx="19461" cy="13692"/>
              </a:xfrm>
              <a:custGeom>
                <a:avLst/>
                <a:gdLst/>
                <a:ahLst/>
                <a:cxnLst/>
                <a:rect l="l" t="t" r="r" b="b"/>
                <a:pathLst>
                  <a:path w="560" h="394" extrusionOk="0">
                    <a:moveTo>
                      <a:pt x="499" y="0"/>
                    </a:moveTo>
                    <a:cubicBezTo>
                      <a:pt x="491" y="0"/>
                      <a:pt x="483" y="4"/>
                      <a:pt x="475" y="12"/>
                    </a:cubicBezTo>
                    <a:lnTo>
                      <a:pt x="64" y="281"/>
                    </a:lnTo>
                    <a:cubicBezTo>
                      <a:pt x="29" y="281"/>
                      <a:pt x="1" y="337"/>
                      <a:pt x="29" y="366"/>
                    </a:cubicBezTo>
                    <a:cubicBezTo>
                      <a:pt x="29" y="366"/>
                      <a:pt x="64" y="394"/>
                      <a:pt x="93" y="394"/>
                    </a:cubicBezTo>
                    <a:cubicBezTo>
                      <a:pt x="93" y="394"/>
                      <a:pt x="93" y="366"/>
                      <a:pt x="121" y="366"/>
                    </a:cubicBezTo>
                    <a:lnTo>
                      <a:pt x="531" y="104"/>
                    </a:lnTo>
                    <a:cubicBezTo>
                      <a:pt x="560" y="104"/>
                      <a:pt x="560" y="76"/>
                      <a:pt x="560" y="40"/>
                    </a:cubicBezTo>
                    <a:cubicBezTo>
                      <a:pt x="540" y="20"/>
                      <a:pt x="519" y="0"/>
                      <a:pt x="4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1">
                <a:extLst>
                  <a:ext uri="{FF2B5EF4-FFF2-40B4-BE49-F238E27FC236}">
                    <a16:creationId xmlns:a16="http://schemas.microsoft.com/office/drawing/2014/main" id="{5F3C5E1E-0018-DBAA-6342-BFC2D3D4367F}"/>
                  </a:ext>
                </a:extLst>
              </p:cNvPr>
              <p:cNvSpPr/>
              <p:nvPr/>
            </p:nvSpPr>
            <p:spPr>
              <a:xfrm>
                <a:off x="5120037" y="2800587"/>
                <a:ext cx="65682" cy="36907"/>
              </a:xfrm>
              <a:custGeom>
                <a:avLst/>
                <a:gdLst/>
                <a:ahLst/>
                <a:cxnLst/>
                <a:rect l="l" t="t" r="r" b="b"/>
                <a:pathLst>
                  <a:path w="1890" h="1062" extrusionOk="0">
                    <a:moveTo>
                      <a:pt x="0" y="1"/>
                    </a:moveTo>
                    <a:lnTo>
                      <a:pt x="0" y="1062"/>
                    </a:lnTo>
                    <a:lnTo>
                      <a:pt x="1889" y="1062"/>
                    </a:lnTo>
                    <a:lnTo>
                      <a:pt x="1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1">
                <a:extLst>
                  <a:ext uri="{FF2B5EF4-FFF2-40B4-BE49-F238E27FC236}">
                    <a16:creationId xmlns:a16="http://schemas.microsoft.com/office/drawing/2014/main" id="{FD003C26-99DF-5D84-F9E0-55768D3034C0}"/>
                  </a:ext>
                </a:extLst>
              </p:cNvPr>
              <p:cNvSpPr/>
              <p:nvPr/>
            </p:nvSpPr>
            <p:spPr>
              <a:xfrm>
                <a:off x="5133556" y="2826165"/>
                <a:ext cx="49210" cy="4205"/>
              </a:xfrm>
              <a:custGeom>
                <a:avLst/>
                <a:gdLst/>
                <a:ahLst/>
                <a:cxnLst/>
                <a:rect l="l" t="t" r="r" b="b"/>
                <a:pathLst>
                  <a:path w="1416" h="121" extrusionOk="0">
                    <a:moveTo>
                      <a:pt x="57" y="0"/>
                    </a:moveTo>
                    <a:cubicBezTo>
                      <a:pt x="29" y="0"/>
                      <a:pt x="1" y="29"/>
                      <a:pt x="1" y="64"/>
                    </a:cubicBezTo>
                    <a:cubicBezTo>
                      <a:pt x="1" y="92"/>
                      <a:pt x="29" y="121"/>
                      <a:pt x="57" y="121"/>
                    </a:cubicBezTo>
                    <a:lnTo>
                      <a:pt x="1352" y="121"/>
                    </a:lnTo>
                    <a:cubicBezTo>
                      <a:pt x="1380" y="121"/>
                      <a:pt x="1415" y="92"/>
                      <a:pt x="1415" y="64"/>
                    </a:cubicBezTo>
                    <a:cubicBezTo>
                      <a:pt x="1415" y="29"/>
                      <a:pt x="1380" y="0"/>
                      <a:pt x="13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151839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1533FA7B-DDD8-7734-6533-EC7C8AB3077E}"/>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718919EC-EFE3-6D80-4830-67069C1582A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Exception</a:t>
            </a:r>
            <a:endParaRPr dirty="0"/>
          </a:p>
        </p:txBody>
      </p:sp>
      <p:sp>
        <p:nvSpPr>
          <p:cNvPr id="664" name="Google Shape;664;p38">
            <a:extLst>
              <a:ext uri="{FF2B5EF4-FFF2-40B4-BE49-F238E27FC236}">
                <a16:creationId xmlns:a16="http://schemas.microsoft.com/office/drawing/2014/main" id="{3F7FFD64-14C5-7779-A911-6D544F37FA44}"/>
              </a:ext>
            </a:extLst>
          </p:cNvPr>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ID" sz="2000" dirty="0" err="1">
                <a:effectLst/>
                <a:latin typeface="Lato" panose="020F0502020204030203" pitchFamily="34" charset="0"/>
                <a:ea typeface="Lato" panose="020F0502020204030203" pitchFamily="34" charset="0"/>
                <a:cs typeface="Lato" panose="020F0502020204030203" pitchFamily="34" charset="0"/>
              </a:rPr>
              <a:t>Eksepsi</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adalah</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kondisi</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eksekusi</a:t>
            </a:r>
            <a:r>
              <a:rPr lang="en-ID" sz="2000" dirty="0">
                <a:effectLst/>
                <a:latin typeface="Lato" panose="020F0502020204030203" pitchFamily="34" charset="0"/>
                <a:ea typeface="Lato" panose="020F0502020204030203" pitchFamily="34" charset="0"/>
                <a:cs typeface="Lato" panose="020F0502020204030203" pitchFamily="34" charset="0"/>
              </a:rPr>
              <a:t> program di </a:t>
            </a:r>
            <a:r>
              <a:rPr lang="en-ID" sz="2000" dirty="0" err="1">
                <a:effectLst/>
                <a:latin typeface="Lato" panose="020F0502020204030203" pitchFamily="34" charset="0"/>
                <a:ea typeface="Lato" panose="020F0502020204030203" pitchFamily="34" charset="0"/>
                <a:cs typeface="Lato" panose="020F0502020204030203" pitchFamily="34" charset="0"/>
              </a:rPr>
              <a:t>luar</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jalur</a:t>
            </a:r>
            <a:r>
              <a:rPr lang="en-ID" sz="2000" dirty="0">
                <a:effectLst/>
                <a:latin typeface="Lato" panose="020F0502020204030203" pitchFamily="34" charset="0"/>
                <a:ea typeface="Lato" panose="020F0502020204030203" pitchFamily="34" charset="0"/>
                <a:cs typeface="Lato" panose="020F0502020204030203" pitchFamily="34" charset="0"/>
              </a:rPr>
              <a:t> normal.</a:t>
            </a:r>
          </a:p>
          <a:p>
            <a:pPr marL="457200" lvl="0" indent="-457200" algn="l" rtl="0">
              <a:spcBef>
                <a:spcPts val="0"/>
              </a:spcBef>
              <a:spcAft>
                <a:spcPts val="600"/>
              </a:spcAft>
              <a:buFont typeface="Wingdings" panose="05000000000000000000" pitchFamily="2" charset="2"/>
              <a:buChar char="q"/>
            </a:pPr>
            <a:r>
              <a:rPr lang="en-ID" sz="2000" dirty="0" err="1">
                <a:latin typeface="Lato" panose="020F0502020204030203" pitchFamily="34" charset="0"/>
                <a:ea typeface="Lato" panose="020F0502020204030203" pitchFamily="34" charset="0"/>
                <a:cs typeface="Lato" panose="020F0502020204030203" pitchFamily="34" charset="0"/>
              </a:rPr>
              <a:t>Eksepsi</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dapat</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terjadi</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karena</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kesalahan-kesalahan</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tertentu</a:t>
            </a:r>
            <a:r>
              <a:rPr lang="en-ID" sz="2000" dirty="0">
                <a:latin typeface="Lato" panose="020F0502020204030203" pitchFamily="34" charset="0"/>
                <a:ea typeface="Lato" panose="020F0502020204030203" pitchFamily="34" charset="0"/>
                <a:cs typeface="Lato" panose="020F0502020204030203" pitchFamily="34" charset="0"/>
              </a:rPr>
              <a:t>.</a:t>
            </a:r>
          </a:p>
          <a:p>
            <a:pPr marL="457200" lvl="0" indent="-457200" algn="l" rtl="0">
              <a:spcBef>
                <a:spcPts val="0"/>
              </a:spcBef>
              <a:spcAft>
                <a:spcPts val="600"/>
              </a:spcAft>
              <a:buFont typeface="Wingdings" panose="05000000000000000000" pitchFamily="2" charset="2"/>
              <a:buChar char="q"/>
            </a:pPr>
            <a:r>
              <a:rPr lang="en-ID" sz="2000" dirty="0" err="1">
                <a:effectLst/>
                <a:latin typeface="Lato" panose="020F0502020204030203" pitchFamily="34" charset="0"/>
                <a:ea typeface="Lato" panose="020F0502020204030203" pitchFamily="34" charset="0"/>
                <a:cs typeface="Lato" panose="020F0502020204030203" pitchFamily="34" charset="0"/>
              </a:rPr>
              <a:t>Contoh</a:t>
            </a:r>
            <a:r>
              <a:rPr lang="en-ID" sz="2000" dirty="0">
                <a:effectLst/>
                <a:latin typeface="Lato" panose="020F0502020204030203" pitchFamily="34" charset="0"/>
                <a:ea typeface="Lato" panose="020F0502020204030203" pitchFamily="34" charset="0"/>
                <a:cs typeface="Lato" panose="020F0502020204030203" pitchFamily="34" charset="0"/>
              </a:rPr>
              <a:t>: </a:t>
            </a:r>
          </a:p>
          <a:p>
            <a:pPr marL="715963" lvl="1" indent="-263525">
              <a:spcAft>
                <a:spcPts val="600"/>
              </a:spcAft>
              <a:buFont typeface="Arial" panose="020B0604020202020204" pitchFamily="34" charset="0"/>
              <a:buChar char="•"/>
            </a:pPr>
            <a:r>
              <a:rPr lang="en-ID" sz="2000" dirty="0" err="1">
                <a:latin typeface="Lato" panose="020F0502020204030203" pitchFamily="34" charset="0"/>
                <a:ea typeface="Lato" panose="020F0502020204030203" pitchFamily="34" charset="0"/>
                <a:cs typeface="Lato" panose="020F0502020204030203" pitchFamily="34" charset="0"/>
              </a:rPr>
              <a:t>Mengakses</a:t>
            </a:r>
            <a:r>
              <a:rPr lang="en-ID" sz="2000" dirty="0">
                <a:latin typeface="Lato" panose="020F0502020204030203" pitchFamily="34" charset="0"/>
                <a:ea typeface="Lato" panose="020F0502020204030203" pitchFamily="34" charset="0"/>
                <a:cs typeface="Lato" panose="020F0502020204030203" pitchFamily="34" charset="0"/>
              </a:rPr>
              <a:t> array di </a:t>
            </a:r>
            <a:r>
              <a:rPr lang="en-ID" sz="2000" dirty="0" err="1">
                <a:latin typeface="Lato" panose="020F0502020204030203" pitchFamily="34" charset="0"/>
                <a:ea typeface="Lato" panose="020F0502020204030203" pitchFamily="34" charset="0"/>
                <a:cs typeface="Lato" panose="020F0502020204030203" pitchFamily="34" charset="0"/>
              </a:rPr>
              <a:t>luar</a:t>
            </a:r>
            <a:r>
              <a:rPr lang="en-ID" sz="2000" dirty="0">
                <a:latin typeface="Lato" panose="020F0502020204030203" pitchFamily="34" charset="0"/>
                <a:ea typeface="Lato" panose="020F0502020204030203" pitchFamily="34" charset="0"/>
                <a:cs typeface="Lato" panose="020F0502020204030203" pitchFamily="34" charset="0"/>
              </a:rPr>
              <a:t> Batasan </a:t>
            </a:r>
            <a:r>
              <a:rPr lang="en-ID" sz="2000" dirty="0" err="1">
                <a:latin typeface="Lato" panose="020F0502020204030203" pitchFamily="34" charset="0"/>
                <a:ea typeface="Lato" panose="020F0502020204030203" pitchFamily="34" charset="0"/>
                <a:cs typeface="Lato" panose="020F0502020204030203" pitchFamily="34" charset="0"/>
              </a:rPr>
              <a:t>indeks</a:t>
            </a:r>
            <a:r>
              <a:rPr lang="en-ID" sz="2000" dirty="0">
                <a:latin typeface="Lato" panose="020F0502020204030203" pitchFamily="34" charset="0"/>
                <a:ea typeface="Lato" panose="020F0502020204030203" pitchFamily="34" charset="0"/>
                <a:cs typeface="Lato" panose="020F0502020204030203" pitchFamily="34" charset="0"/>
              </a:rPr>
              <a:t> yang </a:t>
            </a:r>
            <a:r>
              <a:rPr lang="en-ID" sz="2000" dirty="0" err="1">
                <a:latin typeface="Lato" panose="020F0502020204030203" pitchFamily="34" charset="0"/>
                <a:ea typeface="Lato" panose="020F0502020204030203" pitchFamily="34" charset="0"/>
                <a:cs typeface="Lato" panose="020F0502020204030203" pitchFamily="34" charset="0"/>
              </a:rPr>
              <a:t>tersedia</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 </a:t>
            </a:r>
            <a:r>
              <a:rPr lang="en-ID" sz="1800" dirty="0" err="1">
                <a:solidFill>
                  <a:schemeClr val="accent5"/>
                </a:solidFill>
                <a:latin typeface="Courier New" panose="02070309020205020404" pitchFamily="49" charset="0"/>
                <a:ea typeface="Lato" panose="020F0502020204030203" pitchFamily="34" charset="0"/>
                <a:cs typeface="Courier New" panose="02070309020205020404" pitchFamily="49" charset="0"/>
                <a:sym typeface="Wingdings" panose="05000000000000000000" pitchFamily="2" charset="2"/>
              </a:rPr>
              <a:t>ArrayIndexOutOfBoundsException</a:t>
            </a:r>
            <a:endParaRPr lang="en-ID" sz="2000" dirty="0">
              <a:solidFill>
                <a:schemeClr val="accent5"/>
              </a:solidFill>
              <a:latin typeface="Courier New" panose="02070309020205020404" pitchFamily="49" charset="0"/>
              <a:ea typeface="Lato" panose="020F0502020204030203" pitchFamily="34" charset="0"/>
              <a:cs typeface="Courier New" panose="02070309020205020404" pitchFamily="49" charset="0"/>
            </a:endParaRPr>
          </a:p>
          <a:p>
            <a:pPr marL="715963" lvl="1" indent="-263525">
              <a:spcAft>
                <a:spcPts val="600"/>
              </a:spcAft>
              <a:buFont typeface="Arial" panose="020B0604020202020204" pitchFamily="34" charset="0"/>
              <a:buChar char="•"/>
            </a:pPr>
            <a:r>
              <a:rPr lang="en-ID" sz="2000" dirty="0" err="1">
                <a:effectLst/>
                <a:latin typeface="Lato" panose="020F0502020204030203" pitchFamily="34" charset="0"/>
                <a:ea typeface="Lato" panose="020F0502020204030203" pitchFamily="34" charset="0"/>
                <a:cs typeface="Lato" panose="020F0502020204030203" pitchFamily="34" charset="0"/>
              </a:rPr>
              <a:t>Mengeset</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nilai</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a:latin typeface="Lato" panose="020F0502020204030203" pitchFamily="34" charset="0"/>
                <a:ea typeface="Lato" panose="020F0502020204030203" pitchFamily="34" charset="0"/>
                <a:cs typeface="Lato" panose="020F0502020204030203" pitchFamily="34" charset="0"/>
              </a:rPr>
              <a:t>double pada parameter </a:t>
            </a:r>
            <a:r>
              <a:rPr lang="en-ID" sz="2000" dirty="0" err="1">
                <a:latin typeface="Lato" panose="020F0502020204030203" pitchFamily="34" charset="0"/>
                <a:ea typeface="Lato" panose="020F0502020204030203" pitchFamily="34" charset="0"/>
                <a:cs typeface="Lato" panose="020F0502020204030203" pitchFamily="34" charset="0"/>
              </a:rPr>
              <a:t>bertipe</a:t>
            </a:r>
            <a:r>
              <a:rPr lang="en-ID" sz="2000" dirty="0">
                <a:latin typeface="Lato" panose="020F0502020204030203" pitchFamily="34" charset="0"/>
                <a:ea typeface="Lato" panose="020F0502020204030203" pitchFamily="34" charset="0"/>
                <a:cs typeface="Lato" panose="020F0502020204030203" pitchFamily="34" charset="0"/>
              </a:rPr>
              <a:t> integer</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a:effectLst/>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 </a:t>
            </a:r>
            <a:r>
              <a:rPr lang="en-ID" sz="1800" dirty="0" err="1">
                <a:solidFill>
                  <a:schemeClr val="accent5"/>
                </a:solidFill>
                <a:latin typeface="Courier New" panose="02070309020205020404" pitchFamily="49" charset="0"/>
                <a:ea typeface="Lato" panose="020F0502020204030203" pitchFamily="34" charset="0"/>
                <a:cs typeface="Courier New" panose="02070309020205020404" pitchFamily="49" charset="0"/>
                <a:sym typeface="Wingdings" panose="05000000000000000000" pitchFamily="2" charset="2"/>
              </a:rPr>
              <a:t>InputMismatchException</a:t>
            </a:r>
            <a:endParaRPr lang="en" sz="1800" dirty="0">
              <a:solidFill>
                <a:schemeClr val="accent5"/>
              </a:solidFill>
              <a:latin typeface="Courier New" panose="02070309020205020404" pitchFamily="49" charset="0"/>
              <a:ea typeface="Lato" panose="020F0502020204030203" pitchFamily="34" charset="0"/>
              <a:cs typeface="Courier New" panose="02070309020205020404" pitchFamily="49" charset="0"/>
              <a:sym typeface="Lato"/>
            </a:endParaRPr>
          </a:p>
        </p:txBody>
      </p:sp>
      <p:grpSp>
        <p:nvGrpSpPr>
          <p:cNvPr id="667" name="Google Shape;667;p38">
            <a:extLst>
              <a:ext uri="{FF2B5EF4-FFF2-40B4-BE49-F238E27FC236}">
                <a16:creationId xmlns:a16="http://schemas.microsoft.com/office/drawing/2014/main" id="{ADE44972-35F5-8EDE-85AF-11165E00ABF8}"/>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F3F6C81D-6C4E-9C6F-288B-B2E1A6E7463F}"/>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E1463381-8AA9-C83F-A6AE-5E81A52B0DA0}"/>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C60158D9-4B30-A358-EA81-88FA1C233A07}"/>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BFCCAED3-BA65-E189-3D77-B29FC29835F9}"/>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496D3500-1697-AE81-A8D9-95E5A22C94A3}"/>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77661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D13B0BDC-5283-0E70-361D-99F2542FFF31}"/>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4E504CFA-19D8-CBA8-3626-644EE001247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Exception</a:t>
            </a:r>
            <a:endParaRPr dirty="0"/>
          </a:p>
        </p:txBody>
      </p:sp>
      <p:sp>
        <p:nvSpPr>
          <p:cNvPr id="664" name="Google Shape;664;p38">
            <a:extLst>
              <a:ext uri="{FF2B5EF4-FFF2-40B4-BE49-F238E27FC236}">
                <a16:creationId xmlns:a16="http://schemas.microsoft.com/office/drawing/2014/main" id="{90EBD4B0-95BE-7C5B-9886-81A242F65814}"/>
              </a:ext>
            </a:extLst>
          </p:cNvPr>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ID" sz="2000" dirty="0">
                <a:effectLst/>
                <a:latin typeface="Lato" panose="020F0502020204030203" pitchFamily="34" charset="0"/>
                <a:ea typeface="Lato" panose="020F0502020204030203" pitchFamily="34" charset="0"/>
                <a:cs typeface="Lato" panose="020F0502020204030203" pitchFamily="34" charset="0"/>
              </a:rPr>
              <a:t>Jika </a:t>
            </a:r>
            <a:r>
              <a:rPr lang="en-ID" sz="2000" dirty="0" err="1">
                <a:effectLst/>
                <a:latin typeface="Lato" panose="020F0502020204030203" pitchFamily="34" charset="0"/>
                <a:ea typeface="Lato" panose="020F0502020204030203" pitchFamily="34" charset="0"/>
                <a:cs typeface="Lato" panose="020F0502020204030203" pitchFamily="34" charset="0"/>
              </a:rPr>
              <a:t>tidak</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ditangani</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dapat</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menjadikan</a:t>
            </a:r>
            <a:r>
              <a:rPr lang="en-ID" sz="2000" dirty="0">
                <a:effectLst/>
                <a:latin typeface="Lato" panose="020F0502020204030203" pitchFamily="34" charset="0"/>
                <a:ea typeface="Lato" panose="020F0502020204030203" pitchFamily="34" charset="0"/>
                <a:cs typeface="Lato" panose="020F0502020204030203" pitchFamily="34" charset="0"/>
              </a:rPr>
              <a:t> program </a:t>
            </a:r>
            <a:r>
              <a:rPr lang="en-ID" sz="2000" dirty="0" err="1">
                <a:effectLst/>
                <a:latin typeface="Lato" panose="020F0502020204030203" pitchFamily="34" charset="0"/>
                <a:ea typeface="Lato" panose="020F0502020204030203" pitchFamily="34" charset="0"/>
                <a:cs typeface="Lato" panose="020F0502020204030203" pitchFamily="34" charset="0"/>
              </a:rPr>
              <a:t>berkahir</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secara</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tidak</a:t>
            </a:r>
            <a:r>
              <a:rPr lang="en-ID" sz="2000" dirty="0">
                <a:effectLst/>
                <a:latin typeface="Lato" panose="020F0502020204030203" pitchFamily="34" charset="0"/>
                <a:ea typeface="Lato" panose="020F0502020204030203" pitchFamily="34" charset="0"/>
                <a:cs typeface="Lato" panose="020F0502020204030203" pitchFamily="34" charset="0"/>
              </a:rPr>
              <a:t> normal.</a:t>
            </a:r>
          </a:p>
          <a:p>
            <a:pPr marL="457200" lvl="0" indent="-457200" algn="l" rtl="0">
              <a:spcBef>
                <a:spcPts val="0"/>
              </a:spcBef>
              <a:spcAft>
                <a:spcPts val="600"/>
              </a:spcAft>
              <a:buFont typeface="Wingdings" panose="05000000000000000000" pitchFamily="2" charset="2"/>
              <a:buChar char="q"/>
            </a:pPr>
            <a:r>
              <a:rPr lang="en-ID" sz="2000" dirty="0" err="1">
                <a:effectLst/>
                <a:latin typeface="Lato" panose="020F0502020204030203" pitchFamily="34" charset="0"/>
                <a:ea typeface="Lato" panose="020F0502020204030203" pitchFamily="34" charset="0"/>
                <a:cs typeface="Lato" panose="020F0502020204030203" pitchFamily="34" charset="0"/>
              </a:rPr>
              <a:t>Perlu</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mekanisme</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khusus</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untuk</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menangani</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kesalahan</a:t>
            </a:r>
            <a:r>
              <a:rPr lang="en-ID" sz="2000" dirty="0">
                <a:effectLst/>
                <a:latin typeface="Lato" panose="020F0502020204030203" pitchFamily="34" charset="0"/>
                <a:ea typeface="Lato" panose="020F0502020204030203" pitchFamily="34" charset="0"/>
                <a:cs typeface="Lato" panose="020F0502020204030203" pitchFamily="34" charset="0"/>
              </a:rPr>
              <a:t> dan </a:t>
            </a:r>
            <a:r>
              <a:rPr lang="en-ID" sz="2000" dirty="0" err="1">
                <a:effectLst/>
                <a:latin typeface="Lato" panose="020F0502020204030203" pitchFamily="34" charset="0"/>
                <a:ea typeface="Lato" panose="020F0502020204030203" pitchFamily="34" charset="0"/>
                <a:cs typeface="Lato" panose="020F0502020204030203" pitchFamily="34" charset="0"/>
              </a:rPr>
              <a:t>mendelegasikannya</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ke</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dalam</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objek-objek</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tertentu</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dalam</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hirarki</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tertentu</a:t>
            </a:r>
            <a:r>
              <a:rPr lang="en-ID" sz="2000" dirty="0">
                <a:effectLst/>
                <a:latin typeface="Lato" panose="020F0502020204030203" pitchFamily="34" charset="0"/>
                <a:ea typeface="Lato" panose="020F0502020204030203" pitchFamily="34" charset="0"/>
                <a:cs typeface="Lato" panose="020F0502020204030203" pitchFamily="34" charset="0"/>
              </a:rPr>
              <a:t> pula.</a:t>
            </a:r>
          </a:p>
          <a:p>
            <a:pPr marL="457200" lvl="0" indent="-457200" algn="l" rtl="0">
              <a:spcBef>
                <a:spcPts val="0"/>
              </a:spcBef>
              <a:spcAft>
                <a:spcPts val="600"/>
              </a:spcAft>
              <a:buFont typeface="Wingdings" panose="05000000000000000000" pitchFamily="2" charset="2"/>
              <a:buChar char="q"/>
            </a:pPr>
            <a:r>
              <a:rPr lang="en-ID" sz="2000" dirty="0" err="1">
                <a:effectLst/>
                <a:latin typeface="Lato" panose="020F0502020204030203" pitchFamily="34" charset="0"/>
                <a:ea typeface="Lato" panose="020F0502020204030203" pitchFamily="34" charset="0"/>
                <a:cs typeface="Lato" panose="020F0502020204030203" pitchFamily="34" charset="0"/>
              </a:rPr>
              <a:t>Eksepsi</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merupakan</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mekanisme</a:t>
            </a:r>
            <a:r>
              <a:rPr lang="en-ID" sz="2000" dirty="0">
                <a:effectLst/>
                <a:latin typeface="Lato" panose="020F0502020204030203" pitchFamily="34" charset="0"/>
                <a:ea typeface="Lato" panose="020F0502020204030203" pitchFamily="34" charset="0"/>
                <a:cs typeface="Lato" panose="020F0502020204030203" pitchFamily="34" charset="0"/>
              </a:rPr>
              <a:t> program, </a:t>
            </a:r>
            <a:r>
              <a:rPr lang="en-ID" sz="2000" dirty="0" err="1">
                <a:effectLst/>
                <a:latin typeface="Lato" panose="020F0502020204030203" pitchFamily="34" charset="0"/>
                <a:ea typeface="Lato" panose="020F0502020204030203" pitchFamily="34" charset="0"/>
                <a:cs typeface="Lato" panose="020F0502020204030203" pitchFamily="34" charset="0"/>
              </a:rPr>
              <a:t>bagian</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dari</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implementasi</a:t>
            </a:r>
            <a:r>
              <a:rPr lang="en-ID" sz="2000" dirty="0">
                <a:effectLst/>
                <a:latin typeface="Lato" panose="020F0502020204030203" pitchFamily="34" charset="0"/>
                <a:ea typeface="Lato" panose="020F0502020204030203" pitchFamily="34" charset="0"/>
                <a:cs typeface="Lato" panose="020F0502020204030203" pitchFamily="34" charset="0"/>
              </a:rPr>
              <a:t> yang </a:t>
            </a:r>
            <a:r>
              <a:rPr lang="en-ID" sz="2000" dirty="0" err="1">
                <a:effectLst/>
                <a:latin typeface="Lato" panose="020F0502020204030203" pitchFamily="34" charset="0"/>
                <a:ea typeface="Lato" panose="020F0502020204030203" pitchFamily="34" charset="0"/>
                <a:cs typeface="Lato" panose="020F0502020204030203" pitchFamily="34" charset="0"/>
              </a:rPr>
              <a:t>sengaja</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dideklarasikan</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untuk</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menangani</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kondisi</a:t>
            </a:r>
            <a:r>
              <a:rPr lang="en-ID" sz="2000" dirty="0">
                <a:effectLst/>
                <a:latin typeface="Lato" panose="020F0502020204030203" pitchFamily="34" charset="0"/>
                <a:ea typeface="Lato" panose="020F0502020204030203" pitchFamily="34" charset="0"/>
                <a:cs typeface="Lato" panose="020F0502020204030203" pitchFamily="34" charset="0"/>
              </a:rPr>
              <a:t> abnormal program.</a:t>
            </a:r>
            <a:endParaRPr lang="en" sz="20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grpSp>
        <p:nvGrpSpPr>
          <p:cNvPr id="667" name="Google Shape;667;p38">
            <a:extLst>
              <a:ext uri="{FF2B5EF4-FFF2-40B4-BE49-F238E27FC236}">
                <a16:creationId xmlns:a16="http://schemas.microsoft.com/office/drawing/2014/main" id="{5AFE8A75-A9C3-122D-119E-417F247D936A}"/>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01DB993F-90C4-C9E1-F0CC-F41BB327762E}"/>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0B476040-B9C4-D18A-4BCC-4DC45EE79781}"/>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70985980-99B7-B52F-D66E-B0CB407D2217}"/>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ED7647B3-3B5D-008B-934E-F59F32D30B50}"/>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9C2CFEE8-32D8-98D3-203E-78F784DA3392}"/>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37806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DEB4F7B5-27C3-A72E-2FA8-8C909E83FF67}"/>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C64D0EF6-8CB5-5993-6D8E-AFD009E2492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Exception</a:t>
            </a:r>
            <a:endParaRPr dirty="0"/>
          </a:p>
        </p:txBody>
      </p:sp>
      <p:sp>
        <p:nvSpPr>
          <p:cNvPr id="664" name="Google Shape;664;p38">
            <a:extLst>
              <a:ext uri="{FF2B5EF4-FFF2-40B4-BE49-F238E27FC236}">
                <a16:creationId xmlns:a16="http://schemas.microsoft.com/office/drawing/2014/main" id="{B9A5008B-4AA9-AD9D-66EB-E2D33859DBA3}"/>
              </a:ext>
            </a:extLst>
          </p:cNvPr>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ID" sz="2000" dirty="0">
                <a:effectLst/>
                <a:latin typeface="Lato" panose="020F0502020204030203" pitchFamily="34" charset="0"/>
                <a:ea typeface="Lato" panose="020F0502020204030203" pitchFamily="34" charset="0"/>
                <a:cs typeface="Lato" panose="020F0502020204030203" pitchFamily="34" charset="0"/>
              </a:rPr>
              <a:t>Jika </a:t>
            </a:r>
            <a:r>
              <a:rPr lang="en-ID" sz="2000" dirty="0" err="1">
                <a:effectLst/>
                <a:latin typeface="Lato" panose="020F0502020204030203" pitchFamily="34" charset="0"/>
                <a:ea typeface="Lato" panose="020F0502020204030203" pitchFamily="34" charset="0"/>
                <a:cs typeface="Lato" panose="020F0502020204030203" pitchFamily="34" charset="0"/>
              </a:rPr>
              <a:t>terjadi</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kondisi</a:t>
            </a:r>
            <a:r>
              <a:rPr lang="en-ID" sz="2000" dirty="0">
                <a:effectLst/>
                <a:latin typeface="Lato" panose="020F0502020204030203" pitchFamily="34" charset="0"/>
                <a:ea typeface="Lato" panose="020F0502020204030203" pitchFamily="34" charset="0"/>
                <a:cs typeface="Lato" panose="020F0502020204030203" pitchFamily="34" charset="0"/>
              </a:rPr>
              <a:t> yang </a:t>
            </a:r>
            <a:r>
              <a:rPr lang="en-ID" sz="2000" dirty="0" err="1">
                <a:effectLst/>
                <a:latin typeface="Lato" panose="020F0502020204030203" pitchFamily="34" charset="0"/>
                <a:ea typeface="Lato" panose="020F0502020204030203" pitchFamily="34" charset="0"/>
                <a:cs typeface="Lato" panose="020F0502020204030203" pitchFamily="34" charset="0"/>
              </a:rPr>
              <a:t>tidak</a:t>
            </a:r>
            <a:r>
              <a:rPr lang="en-ID" sz="2000" dirty="0">
                <a:effectLst/>
                <a:latin typeface="Lato" panose="020F0502020204030203" pitchFamily="34" charset="0"/>
                <a:ea typeface="Lato" panose="020F0502020204030203" pitchFamily="34" charset="0"/>
                <a:cs typeface="Lato" panose="020F0502020204030203" pitchFamily="34" charset="0"/>
              </a:rPr>
              <a:t> normal, </a:t>
            </a:r>
            <a:r>
              <a:rPr lang="en-ID" sz="2000" dirty="0" err="1">
                <a:effectLst/>
                <a:latin typeface="Lato" panose="020F0502020204030203" pitchFamily="34" charset="0"/>
                <a:ea typeface="Lato" panose="020F0502020204030203" pitchFamily="34" charset="0"/>
                <a:cs typeface="Lato" panose="020F0502020204030203" pitchFamily="34" charset="0"/>
              </a:rPr>
              <a:t>maka</a:t>
            </a:r>
            <a:r>
              <a:rPr lang="en-ID" sz="2000" dirty="0">
                <a:effectLst/>
                <a:latin typeface="Lato" panose="020F0502020204030203" pitchFamily="34" charset="0"/>
                <a:ea typeface="Lato" panose="020F0502020204030203" pitchFamily="34" charset="0"/>
                <a:cs typeface="Lato" panose="020F0502020204030203" pitchFamily="34" charset="0"/>
              </a:rPr>
              <a:t> </a:t>
            </a:r>
            <a:r>
              <a:rPr lang="en-ID" sz="2000" dirty="0" err="1">
                <a:effectLst/>
                <a:latin typeface="Lato" panose="020F0502020204030203" pitchFamily="34" charset="0"/>
                <a:ea typeface="Lato" panose="020F0502020204030203" pitchFamily="34" charset="0"/>
                <a:cs typeface="Lato" panose="020F0502020204030203" pitchFamily="34" charset="0"/>
              </a:rPr>
              <a:t>objek</a:t>
            </a:r>
            <a:r>
              <a:rPr lang="en-ID" sz="2000" dirty="0">
                <a:effectLst/>
                <a:latin typeface="Lato" panose="020F0502020204030203" pitchFamily="34" charset="0"/>
                <a:ea typeface="Lato" panose="020F0502020204030203" pitchFamily="34" charset="0"/>
                <a:cs typeface="Lato" panose="020F0502020204030203" pitchFamily="34" charset="0"/>
              </a:rPr>
              <a:t> exception </a:t>
            </a:r>
            <a:r>
              <a:rPr lang="en-ID" sz="2000" dirty="0" err="1">
                <a:effectLst/>
                <a:latin typeface="Lato" panose="020F0502020204030203" pitchFamily="34" charset="0"/>
                <a:ea typeface="Lato" panose="020F0502020204030203" pitchFamily="34" charset="0"/>
                <a:cs typeface="Lato" panose="020F0502020204030203" pitchFamily="34" charset="0"/>
              </a:rPr>
              <a:t>diciptakan</a:t>
            </a:r>
            <a:r>
              <a:rPr lang="en-ID" sz="2000" dirty="0">
                <a:effectLst/>
                <a:latin typeface="Lato" panose="020F0502020204030203" pitchFamily="34" charset="0"/>
                <a:ea typeface="Lato" panose="020F0502020204030203" pitchFamily="34" charset="0"/>
                <a:cs typeface="Lato" panose="020F0502020204030203" pitchFamily="34" charset="0"/>
              </a:rPr>
              <a:t>.</a:t>
            </a:r>
          </a:p>
          <a:p>
            <a:pPr marL="457200" indent="-457200">
              <a:spcAft>
                <a:spcPts val="600"/>
              </a:spcAft>
              <a:buFont typeface="Wingdings" panose="05000000000000000000" pitchFamily="2" charset="2"/>
              <a:buChar char="q"/>
            </a:pPr>
            <a:r>
              <a:rPr lang="en-ID" sz="2000" dirty="0" err="1">
                <a:latin typeface="Lato" panose="020F0502020204030203" pitchFamily="34" charset="0"/>
                <a:ea typeface="Lato" panose="020F0502020204030203" pitchFamily="34" charset="0"/>
                <a:cs typeface="Lato" panose="020F0502020204030203" pitchFamily="34" charset="0"/>
                <a:sym typeface="Lato"/>
              </a:rPr>
              <a:t>Objek</a:t>
            </a:r>
            <a:r>
              <a:rPr lang="en-ID" sz="2000" dirty="0">
                <a:latin typeface="Lato" panose="020F0502020204030203" pitchFamily="34" charset="0"/>
                <a:ea typeface="Lato" panose="020F0502020204030203" pitchFamily="34" charset="0"/>
                <a:cs typeface="Lato" panose="020F0502020204030203" pitchFamily="34" charset="0"/>
                <a:sym typeface="Lato"/>
              </a:rPr>
              <a:t> exception </a:t>
            </a:r>
            <a:r>
              <a:rPr lang="en-ID" sz="2000" dirty="0" err="1">
                <a:latin typeface="Lato" panose="020F0502020204030203" pitchFamily="34" charset="0"/>
                <a:ea typeface="Lato" panose="020F0502020204030203" pitchFamily="34" charset="0"/>
                <a:cs typeface="Lato" panose="020F0502020204030203" pitchFamily="34" charset="0"/>
                <a:sym typeface="Lato"/>
              </a:rPr>
              <a:t>tersebut</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dilemparkan</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ke</a:t>
            </a:r>
            <a:r>
              <a:rPr lang="en-ID" sz="2000" dirty="0">
                <a:latin typeface="Lato" panose="020F0502020204030203" pitchFamily="34" charset="0"/>
                <a:ea typeface="Lato" panose="020F0502020204030203" pitchFamily="34" charset="0"/>
                <a:cs typeface="Lato" panose="020F0502020204030203" pitchFamily="34" charset="0"/>
                <a:sym typeface="Lato"/>
              </a:rPr>
              <a:t> method yang </a:t>
            </a:r>
            <a:r>
              <a:rPr lang="en-ID" sz="2000" dirty="0" err="1">
                <a:latin typeface="Lato" panose="020F0502020204030203" pitchFamily="34" charset="0"/>
                <a:ea typeface="Lato" panose="020F0502020204030203" pitchFamily="34" charset="0"/>
                <a:cs typeface="Lato" panose="020F0502020204030203" pitchFamily="34" charset="0"/>
                <a:sym typeface="Lato"/>
              </a:rPr>
              <a:t>menciptakan</a:t>
            </a:r>
            <a:r>
              <a:rPr lang="en-ID" sz="2000" dirty="0">
                <a:latin typeface="Lato" panose="020F0502020204030203" pitchFamily="34" charset="0"/>
                <a:ea typeface="Lato" panose="020F0502020204030203" pitchFamily="34" charset="0"/>
                <a:cs typeface="Lato" panose="020F0502020204030203" pitchFamily="34" charset="0"/>
                <a:sym typeface="Lato"/>
              </a:rPr>
              <a:t> exception </a:t>
            </a:r>
            <a:r>
              <a:rPr lang="en-ID" sz="2000" dirty="0" err="1">
                <a:latin typeface="Lato" panose="020F0502020204030203" pitchFamily="34" charset="0"/>
                <a:ea typeface="Lato" panose="020F0502020204030203" pitchFamily="34" charset="0"/>
                <a:cs typeface="Lato" panose="020F0502020204030203" pitchFamily="34" charset="0"/>
                <a:sym typeface="Lato"/>
              </a:rPr>
              <a:t>tersebut</a:t>
            </a:r>
            <a:r>
              <a:rPr lang="en-ID" sz="2000" dirty="0">
                <a:latin typeface="Lato" panose="020F0502020204030203" pitchFamily="34" charset="0"/>
                <a:ea typeface="Lato" panose="020F0502020204030203" pitchFamily="34" charset="0"/>
                <a:cs typeface="Lato" panose="020F0502020204030203" pitchFamily="34" charset="0"/>
                <a:sym typeface="Lato"/>
              </a:rPr>
              <a:t>.</a:t>
            </a:r>
          </a:p>
          <a:p>
            <a:pPr marL="457200" indent="-457200">
              <a:spcAft>
                <a:spcPts val="600"/>
              </a:spcAft>
              <a:buFont typeface="Wingdings" panose="05000000000000000000" pitchFamily="2" charset="2"/>
              <a:buChar char="q"/>
            </a:pPr>
            <a:r>
              <a:rPr lang="en-ID" sz="2000" dirty="0">
                <a:latin typeface="Lato" panose="020F0502020204030203" pitchFamily="34" charset="0"/>
                <a:ea typeface="Lato" panose="020F0502020204030203" pitchFamily="34" charset="0"/>
                <a:cs typeface="Lato" panose="020F0502020204030203" pitchFamily="34" charset="0"/>
                <a:sym typeface="Lato"/>
              </a:rPr>
              <a:t>Method </a:t>
            </a:r>
            <a:r>
              <a:rPr lang="en-ID" sz="2000" dirty="0" err="1">
                <a:latin typeface="Lato" panose="020F0502020204030203" pitchFamily="34" charset="0"/>
                <a:ea typeface="Lato" panose="020F0502020204030203" pitchFamily="34" charset="0"/>
                <a:cs typeface="Lato" panose="020F0502020204030203" pitchFamily="34" charset="0"/>
                <a:sym typeface="Lato"/>
              </a:rPr>
              <a:t>tersebut</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kemudian</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menanganinya</a:t>
            </a:r>
            <a:r>
              <a:rPr lang="en-ID" sz="2000" dirty="0">
                <a:latin typeface="Lato" panose="020F0502020204030203" pitchFamily="34" charset="0"/>
                <a:ea typeface="Lato" panose="020F0502020204030203" pitchFamily="34" charset="0"/>
                <a:cs typeface="Lato" panose="020F0502020204030203" pitchFamily="34" charset="0"/>
                <a:sym typeface="Lato"/>
              </a:rPr>
              <a:t>.</a:t>
            </a:r>
          </a:p>
          <a:p>
            <a:pPr marL="457200" indent="-457200">
              <a:spcAft>
                <a:spcPts val="600"/>
              </a:spcAft>
              <a:buFont typeface="Wingdings" panose="05000000000000000000" pitchFamily="2" charset="2"/>
              <a:buChar char="q"/>
            </a:pPr>
            <a:r>
              <a:rPr lang="en-ID" sz="2000" dirty="0">
                <a:latin typeface="Lato" panose="020F0502020204030203" pitchFamily="34" charset="0"/>
                <a:ea typeface="Lato" panose="020F0502020204030203" pitchFamily="34" charset="0"/>
                <a:cs typeface="Lato" panose="020F0502020204030203" pitchFamily="34" charset="0"/>
                <a:sym typeface="Lato"/>
              </a:rPr>
              <a:t>Jika method </a:t>
            </a:r>
            <a:r>
              <a:rPr lang="en-ID" sz="2000" dirty="0" err="1">
                <a:latin typeface="Lato" panose="020F0502020204030203" pitchFamily="34" charset="0"/>
                <a:ea typeface="Lato" panose="020F0502020204030203" pitchFamily="34" charset="0"/>
                <a:cs typeface="Lato" panose="020F0502020204030203" pitchFamily="34" charset="0"/>
                <a:sym typeface="Lato"/>
              </a:rPr>
              <a:t>tersebut</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tidak</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mampu</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menanganinya</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maka</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tanggung</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jawabnya</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akan</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dialihkan</a:t>
            </a:r>
            <a:r>
              <a:rPr lang="en-ID" sz="2000" dirty="0">
                <a:latin typeface="Lato" panose="020F0502020204030203" pitchFamily="34" charset="0"/>
                <a:ea typeface="Lato" panose="020F0502020204030203" pitchFamily="34" charset="0"/>
                <a:cs typeface="Lato" panose="020F0502020204030203" pitchFamily="34" charset="0"/>
                <a:sym typeface="Lato"/>
              </a:rPr>
              <a:t> </a:t>
            </a:r>
            <a:r>
              <a:rPr lang="en-ID" sz="2000" dirty="0" err="1">
                <a:latin typeface="Lato" panose="020F0502020204030203" pitchFamily="34" charset="0"/>
                <a:ea typeface="Lato" panose="020F0502020204030203" pitchFamily="34" charset="0"/>
                <a:cs typeface="Lato" panose="020F0502020204030203" pitchFamily="34" charset="0"/>
                <a:sym typeface="Lato"/>
              </a:rPr>
              <a:t>ke</a:t>
            </a:r>
            <a:r>
              <a:rPr lang="en-ID" sz="2000" dirty="0">
                <a:latin typeface="Lato" panose="020F0502020204030203" pitchFamily="34" charset="0"/>
                <a:ea typeface="Lato" panose="020F0502020204030203" pitchFamily="34" charset="0"/>
                <a:cs typeface="Lato" panose="020F0502020204030203" pitchFamily="34" charset="0"/>
                <a:sym typeface="Lato"/>
              </a:rPr>
              <a:t> method </a:t>
            </a:r>
            <a:r>
              <a:rPr lang="en-ID" sz="2000" dirty="0" err="1">
                <a:latin typeface="Lato" panose="020F0502020204030203" pitchFamily="34" charset="0"/>
                <a:ea typeface="Lato" panose="020F0502020204030203" pitchFamily="34" charset="0"/>
                <a:cs typeface="Lato" panose="020F0502020204030203" pitchFamily="34" charset="0"/>
                <a:sym typeface="Lato"/>
              </a:rPr>
              <a:t>lainnya</a:t>
            </a:r>
            <a:r>
              <a:rPr lang="en-ID" sz="2000" dirty="0">
                <a:latin typeface="Lato" panose="020F0502020204030203" pitchFamily="34" charset="0"/>
                <a:ea typeface="Lato" panose="020F0502020204030203" pitchFamily="34" charset="0"/>
                <a:cs typeface="Lato" panose="020F0502020204030203" pitchFamily="34" charset="0"/>
                <a:sym typeface="Lato"/>
              </a:rPr>
              <a:t>.</a:t>
            </a:r>
            <a:endParaRPr lang="en" sz="2000" dirty="0">
              <a:latin typeface="Lato" panose="020F0502020204030203" pitchFamily="34" charset="0"/>
              <a:ea typeface="Lato" panose="020F0502020204030203" pitchFamily="34" charset="0"/>
              <a:cs typeface="Lato" panose="020F0502020204030203" pitchFamily="34" charset="0"/>
              <a:sym typeface="Lato"/>
            </a:endParaRPr>
          </a:p>
        </p:txBody>
      </p:sp>
      <p:grpSp>
        <p:nvGrpSpPr>
          <p:cNvPr id="667" name="Google Shape;667;p38">
            <a:extLst>
              <a:ext uri="{FF2B5EF4-FFF2-40B4-BE49-F238E27FC236}">
                <a16:creationId xmlns:a16="http://schemas.microsoft.com/office/drawing/2014/main" id="{82C4DB2F-8F71-D100-93B4-B803D5B1F926}"/>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50D6623E-6E24-3317-A767-A2EA834708E2}"/>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FB2686C2-AE50-FC5A-D782-A49A9DA93807}"/>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D0C64723-EC19-07F6-962D-31A6A33D539F}"/>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990C6B92-D871-5BA6-D952-B81CCECBD66E}"/>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A40ADE4E-F842-3D3B-98F8-8AEDCE88B773}"/>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14381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5D66344F-8304-F4B1-F237-6BCBFD39D769}"/>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EF59A63B-D958-C504-74DA-FD45957E422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Exception Hierarchy</a:t>
            </a:r>
            <a:endParaRPr dirty="0"/>
          </a:p>
        </p:txBody>
      </p:sp>
      <p:grpSp>
        <p:nvGrpSpPr>
          <p:cNvPr id="667" name="Google Shape;667;p38">
            <a:extLst>
              <a:ext uri="{FF2B5EF4-FFF2-40B4-BE49-F238E27FC236}">
                <a16:creationId xmlns:a16="http://schemas.microsoft.com/office/drawing/2014/main" id="{70C77D1F-B793-95D4-2C39-0924700952D5}"/>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FB2A55B4-581D-F0F3-5FD5-F60C67688C99}"/>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2043B38C-8437-9C31-B091-06A8BD34E8C3}"/>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9AB214E4-152C-B03B-1FF5-81A2C3A0D801}"/>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A2D4FA1D-B48A-DDE4-2AF0-E2DF3BC39D20}"/>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66F1616A-2D5D-9814-48D7-AF1F274B2C5C}"/>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0BB9195D-5026-7C9C-3ABA-289C8D5F7F52}"/>
              </a:ext>
            </a:extLst>
          </p:cNvPr>
          <p:cNvPicPr>
            <a:picLocks noChangeAspect="1"/>
          </p:cNvPicPr>
          <p:nvPr/>
        </p:nvPicPr>
        <p:blipFill>
          <a:blip r:embed="rId3"/>
          <a:stretch>
            <a:fillRect/>
          </a:stretch>
        </p:blipFill>
        <p:spPr>
          <a:xfrm>
            <a:off x="720000" y="1204554"/>
            <a:ext cx="7933367" cy="3264206"/>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1E211A9-A119-1506-8A3A-3F5034348B96}"/>
                  </a:ext>
                </a:extLst>
              </p14:cNvPr>
              <p14:cNvContentPartPr/>
              <p14:nvPr/>
            </p14:nvContentPartPr>
            <p14:xfrm>
              <a:off x="2876760" y="1398600"/>
              <a:ext cx="5382360" cy="2765520"/>
            </p14:xfrm>
          </p:contentPart>
        </mc:Choice>
        <mc:Fallback xmlns="">
          <p:pic>
            <p:nvPicPr>
              <p:cNvPr id="2" name="Ink 1">
                <a:extLst>
                  <a:ext uri="{FF2B5EF4-FFF2-40B4-BE49-F238E27FC236}">
                    <a16:creationId xmlns:a16="http://schemas.microsoft.com/office/drawing/2014/main" id="{C1E211A9-A119-1506-8A3A-3F5034348B96}"/>
                  </a:ext>
                </a:extLst>
              </p:cNvPr>
              <p:cNvPicPr/>
              <p:nvPr/>
            </p:nvPicPr>
            <p:blipFill>
              <a:blip r:embed="rId5"/>
              <a:stretch>
                <a:fillRect/>
              </a:stretch>
            </p:blipFill>
            <p:spPr>
              <a:xfrm>
                <a:off x="2867400" y="1389240"/>
                <a:ext cx="5401080" cy="2784240"/>
              </a:xfrm>
              <a:prstGeom prst="rect">
                <a:avLst/>
              </a:prstGeom>
            </p:spPr>
          </p:pic>
        </mc:Fallback>
      </mc:AlternateContent>
    </p:spTree>
    <p:extLst>
      <p:ext uri="{BB962C8B-B14F-4D97-AF65-F5344CB8AC3E}">
        <p14:creationId xmlns:p14="http://schemas.microsoft.com/office/powerpoint/2010/main" val="215830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B0631B53-657B-E586-3F4B-479380AFDD8E}"/>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39E2F256-984D-0E84-F820-6CF45252B84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Kategori Exception</a:t>
            </a:r>
            <a:endParaRPr dirty="0"/>
          </a:p>
        </p:txBody>
      </p:sp>
      <p:sp>
        <p:nvSpPr>
          <p:cNvPr id="664" name="Google Shape;664;p38">
            <a:extLst>
              <a:ext uri="{FF2B5EF4-FFF2-40B4-BE49-F238E27FC236}">
                <a16:creationId xmlns:a16="http://schemas.microsoft.com/office/drawing/2014/main" id="{E3128113-730F-A645-DD77-D70E8CA9A57C}"/>
              </a:ext>
            </a:extLst>
          </p:cNvPr>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Error</a:t>
            </a:r>
          </a:p>
          <a:p>
            <a:pPr marL="715963" lvl="1" indent="-263525">
              <a:spcAft>
                <a:spcPts val="600"/>
              </a:spcAft>
              <a:buFont typeface="Arial" panose="020B0604020202020204" pitchFamily="34" charset="0"/>
              <a:buChar char="•"/>
            </a:pPr>
            <a:r>
              <a:rPr lang="en-US" sz="2000" dirty="0" err="1">
                <a:latin typeface="Lato" panose="020F0502020204030203" pitchFamily="34" charset="0"/>
                <a:ea typeface="Lato" panose="020F0502020204030203" pitchFamily="34" charset="0"/>
                <a:cs typeface="Lato" panose="020F0502020204030203" pitchFamily="34" charset="0"/>
              </a:rPr>
              <a:t>Merupakan</a:t>
            </a:r>
            <a:r>
              <a:rPr lang="en-US" sz="2000" dirty="0">
                <a:latin typeface="Lato" panose="020F0502020204030203" pitchFamily="34" charset="0"/>
                <a:ea typeface="Lato" panose="020F0502020204030203" pitchFamily="34" charset="0"/>
                <a:cs typeface="Lato" panose="020F0502020204030203" pitchFamily="34" charset="0"/>
              </a:rPr>
              <a:t> internal system error, </a:t>
            </a:r>
            <a:r>
              <a:rPr lang="en-US" sz="2000" dirty="0" err="1">
                <a:latin typeface="Lato" panose="020F0502020204030203" pitchFamily="34" charset="0"/>
                <a:ea typeface="Lato" panose="020F0502020204030203" pitchFamily="34" charset="0"/>
                <a:cs typeface="Lato" panose="020F0502020204030203" pitchFamily="34" charset="0"/>
              </a:rPr>
              <a:t>meskipun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ini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jarang</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terjadi</a:t>
            </a:r>
            <a:r>
              <a:rPr lang="en-US" sz="2000" dirty="0">
                <a:latin typeface="Lato" panose="020F0502020204030203" pitchFamily="34" charset="0"/>
                <a:ea typeface="Lato" panose="020F0502020204030203" pitchFamily="34" charset="0"/>
                <a:cs typeface="Lato" panose="020F0502020204030203" pitchFamily="34" charset="0"/>
              </a:rPr>
              <a:t>.</a:t>
            </a:r>
          </a:p>
          <a:p>
            <a:pPr marL="715963" lvl="1" indent="-263525">
              <a:spcAft>
                <a:spcPts val="600"/>
              </a:spcAft>
              <a:buFont typeface="Arial" panose="020B0604020202020204" pitchFamily="34" charset="0"/>
              <a:buChar char="•"/>
            </a:pPr>
            <a:r>
              <a:rPr lang="en-US" sz="2000" dirty="0">
                <a:latin typeface="Lato" panose="020F0502020204030203" pitchFamily="34" charset="0"/>
                <a:ea typeface="Lato" panose="020F0502020204030203" pitchFamily="34" charset="0"/>
                <a:cs typeface="Lato" panose="020F0502020204030203" pitchFamily="34" charset="0"/>
              </a:rPr>
              <a:t>Di </a:t>
            </a:r>
            <a:r>
              <a:rPr lang="en-US" sz="2000" dirty="0" err="1">
                <a:latin typeface="Lato" panose="020F0502020204030203" pitchFamily="34" charset="0"/>
                <a:ea typeface="Lato" panose="020F0502020204030203" pitchFamily="34" charset="0"/>
                <a:cs typeface="Lato" panose="020F0502020204030203" pitchFamily="34" charset="0"/>
              </a:rPr>
              <a:t>luar</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jangkauan</a:t>
            </a:r>
            <a:r>
              <a:rPr lang="en-US" sz="2000" dirty="0">
                <a:latin typeface="Lato" panose="020F0502020204030203" pitchFamily="34" charset="0"/>
                <a:ea typeface="Lato" panose="020F0502020204030203" pitchFamily="34" charset="0"/>
                <a:cs typeface="Lato" panose="020F0502020204030203" pitchFamily="34" charset="0"/>
              </a:rPr>
              <a:t> programmer.</a:t>
            </a:r>
          </a:p>
          <a:p>
            <a:pPr marL="715963" lvl="1" indent="-263525">
              <a:spcAft>
                <a:spcPts val="600"/>
              </a:spcAft>
              <a:buFont typeface="Arial" panose="020B0604020202020204" pitchFamily="34" charset="0"/>
              <a:buChar char="•"/>
            </a:pPr>
            <a:r>
              <a:rPr lang="en-US" sz="2000" dirty="0" err="1">
                <a:latin typeface="Lato" panose="020F0502020204030203" pitchFamily="34" charset="0"/>
                <a:ea typeface="Lato" panose="020F0502020204030203" pitchFamily="34" charset="0"/>
                <a:cs typeface="Lato" panose="020F0502020204030203" pitchFamily="34" charset="0"/>
              </a:rPr>
              <a:t>Contoh</a:t>
            </a:r>
            <a:r>
              <a:rPr lang="en-US" sz="2000" dirty="0">
                <a:latin typeface="Lato" panose="020F0502020204030203" pitchFamily="34" charset="0"/>
                <a:ea typeface="Lato" panose="020F0502020204030203" pitchFamily="34" charset="0"/>
                <a:cs typeface="Lato" panose="020F0502020204030203" pitchFamily="34" charset="0"/>
              </a:rPr>
              <a:t>:</a:t>
            </a:r>
          </a:p>
        </p:txBody>
      </p:sp>
      <p:grpSp>
        <p:nvGrpSpPr>
          <p:cNvPr id="667" name="Google Shape;667;p38">
            <a:extLst>
              <a:ext uri="{FF2B5EF4-FFF2-40B4-BE49-F238E27FC236}">
                <a16:creationId xmlns:a16="http://schemas.microsoft.com/office/drawing/2014/main" id="{0988F03F-4FFF-F700-E87E-DA21E8134ED2}"/>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6D59667F-2734-2AEF-716B-54B6363CBC71}"/>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734EDA3C-1F8C-5146-3DAF-031ED194623C}"/>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B1797ECC-06F8-63D4-AF8C-861A2B7F7128}"/>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6918FACC-6B1E-3555-52D1-411707E48DF0}"/>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20E11DC2-7FCD-DCCA-7979-954AC9070A91}"/>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5803A2DC-8F02-0A58-3552-73F638ED47F1}"/>
              </a:ext>
            </a:extLst>
          </p:cNvPr>
          <p:cNvPicPr>
            <a:picLocks noChangeAspect="1"/>
          </p:cNvPicPr>
          <p:nvPr/>
        </p:nvPicPr>
        <p:blipFill>
          <a:blip r:embed="rId3"/>
          <a:stretch>
            <a:fillRect/>
          </a:stretch>
        </p:blipFill>
        <p:spPr>
          <a:xfrm>
            <a:off x="1262773" y="2882876"/>
            <a:ext cx="7460669" cy="1620885"/>
          </a:xfrm>
          <a:prstGeom prst="rect">
            <a:avLst/>
          </a:prstGeom>
        </p:spPr>
      </p:pic>
    </p:spTree>
    <p:extLst>
      <p:ext uri="{BB962C8B-B14F-4D97-AF65-F5344CB8AC3E}">
        <p14:creationId xmlns:p14="http://schemas.microsoft.com/office/powerpoint/2010/main" val="486111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1BB46CBC-F13E-AED5-9BCB-2B34201750DE}"/>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26CC254E-C3D7-5A50-34D4-208B5CFEA78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Kategori Exception</a:t>
            </a:r>
            <a:endParaRPr dirty="0"/>
          </a:p>
        </p:txBody>
      </p:sp>
      <p:sp>
        <p:nvSpPr>
          <p:cNvPr id="664" name="Google Shape;664;p38">
            <a:extLst>
              <a:ext uri="{FF2B5EF4-FFF2-40B4-BE49-F238E27FC236}">
                <a16:creationId xmlns:a16="http://schemas.microsoft.com/office/drawing/2014/main" id="{A805D382-7132-1E58-A975-92D05A02BF06}"/>
              </a:ext>
            </a:extLst>
          </p:cNvPr>
          <p:cNvSpPr txBox="1"/>
          <p:nvPr/>
        </p:nvSpPr>
        <p:spPr>
          <a:xfrm>
            <a:off x="720000" y="1204554"/>
            <a:ext cx="7704000" cy="1934431"/>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Exception</a:t>
            </a:r>
          </a:p>
          <a:p>
            <a:pPr marL="715963" lvl="1" indent="-263525">
              <a:spcAft>
                <a:spcPts val="600"/>
              </a:spcAft>
              <a:buFont typeface="Arial" panose="020B0604020202020204" pitchFamily="34" charset="0"/>
              <a:buChar char="•"/>
            </a:pPr>
            <a:r>
              <a:rPr lang="en-US" sz="2000" dirty="0" err="1">
                <a:latin typeface="Lato" panose="020F0502020204030203" pitchFamily="34" charset="0"/>
                <a:ea typeface="Lato" panose="020F0502020204030203" pitchFamily="34" charset="0"/>
                <a:cs typeface="Lato" panose="020F0502020204030203" pitchFamily="34" charset="0"/>
              </a:rPr>
              <a:t>Merupakan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kesalahan</a:t>
            </a:r>
            <a:r>
              <a:rPr lang="en-US" sz="2000" dirty="0">
                <a:latin typeface="Lato" panose="020F0502020204030203" pitchFamily="34" charset="0"/>
                <a:ea typeface="Lato" panose="020F0502020204030203" pitchFamily="34" charset="0"/>
                <a:cs typeface="Lato" panose="020F0502020204030203" pitchFamily="34" charset="0"/>
              </a:rPr>
              <a:t> yang </a:t>
            </a:r>
            <a:r>
              <a:rPr lang="en-US" sz="2000" dirty="0" err="1">
                <a:latin typeface="Lato" panose="020F0502020204030203" pitchFamily="34" charset="0"/>
                <a:ea typeface="Lato" panose="020F0502020204030203" pitchFamily="34" charset="0"/>
                <a:cs typeface="Lato" panose="020F0502020204030203" pitchFamily="34" charset="0"/>
              </a:rPr>
              <a:t>disebabkan</a:t>
            </a:r>
            <a:r>
              <a:rPr lang="en-US" sz="2000" dirty="0">
                <a:latin typeface="Lato" panose="020F0502020204030203" pitchFamily="34" charset="0"/>
                <a:ea typeface="Lato" panose="020F0502020204030203" pitchFamily="34" charset="0"/>
                <a:cs typeface="Lato" panose="020F0502020204030203" pitchFamily="34" charset="0"/>
              </a:rPr>
              <a:t> oleh program </a:t>
            </a:r>
            <a:r>
              <a:rPr lang="en-US" sz="2000" dirty="0" err="1">
                <a:latin typeface="Lato" panose="020F0502020204030203" pitchFamily="34" charset="0"/>
                <a:ea typeface="Lato" panose="020F0502020204030203" pitchFamily="34" charset="0"/>
                <a:cs typeface="Lato" panose="020F0502020204030203" pitchFamily="34" charset="0"/>
              </a:rPr>
              <a:t>atau</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lingkungan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eksternal</a:t>
            </a:r>
            <a:r>
              <a:rPr lang="en-US" sz="2000" dirty="0">
                <a:latin typeface="Lato" panose="020F0502020204030203" pitchFamily="34" charset="0"/>
                <a:ea typeface="Lato" panose="020F0502020204030203" pitchFamily="34" charset="0"/>
                <a:cs typeface="Lato" panose="020F0502020204030203" pitchFamily="34" charset="0"/>
              </a:rPr>
              <a:t>.</a:t>
            </a:r>
          </a:p>
          <a:p>
            <a:pPr marL="715963" lvl="1" indent="-263525">
              <a:spcAft>
                <a:spcPts val="600"/>
              </a:spcAft>
              <a:buFont typeface="Arial" panose="020B0604020202020204" pitchFamily="34" charset="0"/>
              <a:buChar char="•"/>
            </a:pPr>
            <a:r>
              <a:rPr lang="en-US" sz="2000" dirty="0" err="1">
                <a:latin typeface="Lato" panose="020F0502020204030203" pitchFamily="34" charset="0"/>
                <a:ea typeface="Lato" panose="020F0502020204030203" pitchFamily="34" charset="0"/>
                <a:cs typeface="Lato" panose="020F0502020204030203" pitchFamily="34" charset="0"/>
              </a:rPr>
              <a:t>Kesalahan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jenis</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ini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dapat</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ditangkap</a:t>
            </a:r>
            <a:r>
              <a:rPr lang="en-US" sz="2000" dirty="0">
                <a:latin typeface="Lato" panose="020F0502020204030203" pitchFamily="34" charset="0"/>
                <a:ea typeface="Lato" panose="020F0502020204030203" pitchFamily="34" charset="0"/>
                <a:cs typeface="Lato" panose="020F0502020204030203" pitchFamily="34" charset="0"/>
              </a:rPr>
              <a:t> (catch) dan </a:t>
            </a:r>
            <a:r>
              <a:rPr lang="en-US" sz="2000" dirty="0" err="1">
                <a:latin typeface="Lato" panose="020F0502020204030203" pitchFamily="34" charset="0"/>
                <a:ea typeface="Lato" panose="020F0502020204030203" pitchFamily="34" charset="0"/>
                <a:cs typeface="Lato" panose="020F0502020204030203" pitchFamily="34" charset="0"/>
              </a:rPr>
              <a:t>ditangani</a:t>
            </a:r>
            <a:r>
              <a:rPr lang="en-US" sz="2000" dirty="0">
                <a:latin typeface="Lato" panose="020F0502020204030203" pitchFamily="34" charset="0"/>
                <a:ea typeface="Lato" panose="020F0502020204030203" pitchFamily="34" charset="0"/>
                <a:cs typeface="Lato" panose="020F0502020204030203" pitchFamily="34" charset="0"/>
              </a:rPr>
              <a:t> oleh program.</a:t>
            </a:r>
          </a:p>
        </p:txBody>
      </p:sp>
      <p:grpSp>
        <p:nvGrpSpPr>
          <p:cNvPr id="667" name="Google Shape;667;p38">
            <a:extLst>
              <a:ext uri="{FF2B5EF4-FFF2-40B4-BE49-F238E27FC236}">
                <a16:creationId xmlns:a16="http://schemas.microsoft.com/office/drawing/2014/main" id="{85E6C3DD-FB3B-52E4-C974-647293B98949}"/>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9C5DB2A5-4365-F155-3928-B980510EF3BC}"/>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B265F722-F2AA-1743-271B-CA0D9C783059}"/>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A216D857-1692-FE3C-94C5-20786C775440}"/>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EF18C528-82D9-EF08-2453-AD5CFAED5D6C}"/>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59253F3B-01E7-DA54-DC7D-D59AB276920B}"/>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A85B8983-13A4-7E48-59E1-17F8B540E3FB}"/>
              </a:ext>
            </a:extLst>
          </p:cNvPr>
          <p:cNvPicPr>
            <a:picLocks noChangeAspect="1"/>
          </p:cNvPicPr>
          <p:nvPr/>
        </p:nvPicPr>
        <p:blipFill>
          <a:blip r:embed="rId3"/>
          <a:stretch>
            <a:fillRect/>
          </a:stretch>
        </p:blipFill>
        <p:spPr>
          <a:xfrm>
            <a:off x="932217" y="3112087"/>
            <a:ext cx="7972425" cy="1800225"/>
          </a:xfrm>
          <a:prstGeom prst="rect">
            <a:avLst/>
          </a:prstGeom>
        </p:spPr>
      </p:pic>
    </p:spTree>
    <p:extLst>
      <p:ext uri="{BB962C8B-B14F-4D97-AF65-F5344CB8AC3E}">
        <p14:creationId xmlns:p14="http://schemas.microsoft.com/office/powerpoint/2010/main" val="2591537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D759B49F-6C02-4536-B03D-BAE356FC7226}"/>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6AB5A956-3899-1EFE-759A-834EB39CC29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Kategori Exception</a:t>
            </a:r>
            <a:endParaRPr dirty="0"/>
          </a:p>
        </p:txBody>
      </p:sp>
      <p:sp>
        <p:nvSpPr>
          <p:cNvPr id="664" name="Google Shape;664;p38">
            <a:extLst>
              <a:ext uri="{FF2B5EF4-FFF2-40B4-BE49-F238E27FC236}">
                <a16:creationId xmlns:a16="http://schemas.microsoft.com/office/drawing/2014/main" id="{47270FE2-2800-9153-24ED-E66779D4E13F}"/>
              </a:ext>
            </a:extLst>
          </p:cNvPr>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US" sz="2000" dirty="0" err="1">
                <a:latin typeface="Lato" panose="020F0502020204030203" pitchFamily="34" charset="0"/>
                <a:ea typeface="Lato" panose="020F0502020204030203" pitchFamily="34" charset="0"/>
                <a:cs typeface="Lato" panose="020F0502020204030203" pitchFamily="34" charset="0"/>
              </a:rPr>
              <a:t>RuntimeException</a:t>
            </a:r>
            <a:endParaRPr lang="en-US" sz="2000" dirty="0">
              <a:latin typeface="Lato" panose="020F0502020204030203" pitchFamily="34" charset="0"/>
              <a:ea typeface="Lato" panose="020F0502020204030203" pitchFamily="34" charset="0"/>
              <a:cs typeface="Lato" panose="020F0502020204030203" pitchFamily="34" charset="0"/>
            </a:endParaRPr>
          </a:p>
          <a:p>
            <a:pPr marL="715963" lvl="1" indent="-263525">
              <a:spcAft>
                <a:spcPts val="600"/>
              </a:spcAft>
              <a:buFont typeface="Arial" panose="020B0604020202020204" pitchFamily="34" charset="0"/>
              <a:buChar char="•"/>
            </a:pPr>
            <a:r>
              <a:rPr lang="en-US" sz="2000" dirty="0" err="1">
                <a:latin typeface="Lato" panose="020F0502020204030203" pitchFamily="34" charset="0"/>
                <a:ea typeface="Lato" panose="020F0502020204030203" pitchFamily="34" charset="0"/>
                <a:cs typeface="Lato" panose="020F0502020204030203" pitchFamily="34" charset="0"/>
              </a:rPr>
              <a:t>Merupakan</a:t>
            </a:r>
            <a:r>
              <a:rPr lang="en-US" sz="2000" dirty="0">
                <a:latin typeface="Lato" panose="020F0502020204030203" pitchFamily="34" charset="0"/>
                <a:ea typeface="Lato" panose="020F0502020204030203" pitchFamily="34" charset="0"/>
                <a:cs typeface="Lato" panose="020F0502020204030203" pitchFamily="34" charset="0"/>
              </a:rPr>
              <a:t> programming error yang </a:t>
            </a:r>
            <a:r>
              <a:rPr lang="en-US" sz="2000" dirty="0" err="1">
                <a:latin typeface="Lato" panose="020F0502020204030203" pitchFamily="34" charset="0"/>
                <a:ea typeface="Lato" panose="020F0502020204030203" pitchFamily="34" charset="0"/>
                <a:cs typeface="Lato" panose="020F0502020204030203" pitchFamily="34" charset="0"/>
              </a:rPr>
              <a:t>disebabkan</a:t>
            </a:r>
            <a:r>
              <a:rPr lang="en-US" sz="2000" dirty="0">
                <a:latin typeface="Lato" panose="020F0502020204030203" pitchFamily="34" charset="0"/>
                <a:ea typeface="Lato" panose="020F0502020204030203" pitchFamily="34" charset="0"/>
                <a:cs typeface="Lato" panose="020F0502020204030203" pitchFamily="34" charset="0"/>
              </a:rPr>
              <a:t> oleh logic error.</a:t>
            </a:r>
          </a:p>
          <a:p>
            <a:pPr marL="457200" lvl="0" indent="-457200" algn="l" rtl="0">
              <a:spcBef>
                <a:spcPts val="0"/>
              </a:spcBef>
              <a:spcAft>
                <a:spcPts val="600"/>
              </a:spcAft>
              <a:buFont typeface="Wingdings" panose="05000000000000000000" pitchFamily="2" charset="2"/>
              <a:buChar char="q"/>
            </a:pPr>
            <a:endParaRPr lang="en-ID" sz="2000" dirty="0">
              <a:latin typeface="Lato" panose="020F0502020204030203" pitchFamily="34" charset="0"/>
              <a:ea typeface="Lato" panose="020F0502020204030203" pitchFamily="34" charset="0"/>
              <a:cs typeface="Lato" panose="020F0502020204030203" pitchFamily="34" charset="0"/>
            </a:endParaRPr>
          </a:p>
        </p:txBody>
      </p:sp>
      <p:grpSp>
        <p:nvGrpSpPr>
          <p:cNvPr id="667" name="Google Shape;667;p38">
            <a:extLst>
              <a:ext uri="{FF2B5EF4-FFF2-40B4-BE49-F238E27FC236}">
                <a16:creationId xmlns:a16="http://schemas.microsoft.com/office/drawing/2014/main" id="{68E0D2D6-7C33-C6DB-906B-C6C5D5EE31D5}"/>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F510B43B-CB50-B048-E73D-FD690804B1E8}"/>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A8D60368-5768-394C-8089-378910483BB5}"/>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4F14AF95-B1DC-85DD-104D-734B4F9148C8}"/>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C819A75E-25DE-B499-4975-A9CFE8741B93}"/>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C621ABFD-4165-9570-43A7-C5AC64E2FE01}"/>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554C193A-A4E3-6991-AE62-F0A9151BF818}"/>
              </a:ext>
            </a:extLst>
          </p:cNvPr>
          <p:cNvPicPr>
            <a:picLocks noChangeAspect="1"/>
          </p:cNvPicPr>
          <p:nvPr/>
        </p:nvPicPr>
        <p:blipFill>
          <a:blip r:embed="rId3"/>
          <a:stretch>
            <a:fillRect/>
          </a:stretch>
        </p:blipFill>
        <p:spPr>
          <a:xfrm>
            <a:off x="1294301" y="2412023"/>
            <a:ext cx="6927304" cy="2124807"/>
          </a:xfrm>
          <a:prstGeom prst="rect">
            <a:avLst/>
          </a:prstGeom>
        </p:spPr>
      </p:pic>
    </p:spTree>
    <p:extLst>
      <p:ext uri="{BB962C8B-B14F-4D97-AF65-F5344CB8AC3E}">
        <p14:creationId xmlns:p14="http://schemas.microsoft.com/office/powerpoint/2010/main" val="3525416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DFE897E6-E92E-81A5-30B0-3FDFE907661B}"/>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42CF0621-CA1B-4446-B67B-A0E57934FBA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Kategori Exception</a:t>
            </a:r>
            <a:endParaRPr dirty="0"/>
          </a:p>
        </p:txBody>
      </p:sp>
      <p:sp>
        <p:nvSpPr>
          <p:cNvPr id="664" name="Google Shape;664;p38">
            <a:extLst>
              <a:ext uri="{FF2B5EF4-FFF2-40B4-BE49-F238E27FC236}">
                <a16:creationId xmlns:a16="http://schemas.microsoft.com/office/drawing/2014/main" id="{A579B74B-98C2-D0E7-6BAF-88666C777356}"/>
              </a:ext>
            </a:extLst>
          </p:cNvPr>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Unchecked Exception</a:t>
            </a:r>
          </a:p>
          <a:p>
            <a:pPr marL="715963" lvl="1" indent="-263525">
              <a:spcAft>
                <a:spcPts val="600"/>
              </a:spcAft>
              <a:buFont typeface="Arial" panose="020B0604020202020204" pitchFamily="34" charset="0"/>
              <a:buChar char="•"/>
            </a:pPr>
            <a:r>
              <a:rPr lang="en-US" sz="2000" dirty="0" err="1">
                <a:latin typeface="Lato" panose="020F0502020204030203" pitchFamily="34" charset="0"/>
                <a:ea typeface="Lato" panose="020F0502020204030203" pitchFamily="34" charset="0"/>
                <a:cs typeface="Lato" panose="020F0502020204030203" pitchFamily="34" charset="0"/>
              </a:rPr>
              <a:t>Terdiri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dari</a:t>
            </a:r>
            <a:r>
              <a:rPr lang="en-US" sz="2000" dirty="0">
                <a:latin typeface="Lato" panose="020F0502020204030203" pitchFamily="34" charset="0"/>
                <a:ea typeface="Lato" panose="020F0502020204030203" pitchFamily="34" charset="0"/>
                <a:cs typeface="Lato" panose="020F0502020204030203" pitchFamily="34" charset="0"/>
              </a:rPr>
              <a:t> class </a:t>
            </a:r>
            <a:r>
              <a:rPr lang="en-US" sz="1800" b="1" dirty="0" err="1">
                <a:solidFill>
                  <a:schemeClr val="accent5"/>
                </a:solidFill>
                <a:latin typeface="Courier New" panose="02070309020205020404" pitchFamily="49" charset="0"/>
                <a:ea typeface="Lato" panose="020F0502020204030203" pitchFamily="34" charset="0"/>
                <a:cs typeface="Courier New" panose="02070309020205020404" pitchFamily="49" charset="0"/>
              </a:rPr>
              <a:t>RuntimeException</a:t>
            </a:r>
            <a:r>
              <a:rPr lang="en-US" sz="2000" dirty="0">
                <a:latin typeface="Lato" panose="020F0502020204030203" pitchFamily="34" charset="0"/>
                <a:ea typeface="Lato" panose="020F0502020204030203" pitchFamily="34" charset="0"/>
                <a:cs typeface="Lato" panose="020F0502020204030203" pitchFamily="34" charset="0"/>
              </a:rPr>
              <a:t> dan </a:t>
            </a:r>
            <a:r>
              <a:rPr lang="en-US" sz="2000" dirty="0" err="1">
                <a:latin typeface="Lato" panose="020F0502020204030203" pitchFamily="34" charset="0"/>
                <a:ea typeface="Lato" panose="020F0502020204030203" pitchFamily="34" charset="0"/>
                <a:cs typeface="Lato" panose="020F0502020204030203" pitchFamily="34" charset="0"/>
              </a:rPr>
              <a:t>semua</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subkelas</a:t>
            </a:r>
            <a:r>
              <a:rPr lang="en-US" sz="2000" dirty="0">
                <a:latin typeface="Lato" panose="020F0502020204030203" pitchFamily="34" charset="0"/>
                <a:ea typeface="Lato" panose="020F0502020204030203" pitchFamily="34" charset="0"/>
                <a:cs typeface="Lato" panose="020F0502020204030203" pitchFamily="34" charset="0"/>
              </a:rPr>
              <a:t> di </a:t>
            </a:r>
            <a:r>
              <a:rPr lang="en-US" sz="2000" dirty="0" err="1">
                <a:latin typeface="Lato" panose="020F0502020204030203" pitchFamily="34" charset="0"/>
                <a:ea typeface="Lato" panose="020F0502020204030203" pitchFamily="34" charset="0"/>
                <a:cs typeface="Lato" panose="020F0502020204030203" pitchFamily="34" charset="0"/>
              </a:rPr>
              <a:t>bawahnya</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serta</a:t>
            </a:r>
            <a:r>
              <a:rPr lang="en-US" sz="2000" dirty="0">
                <a:latin typeface="Lato" panose="020F0502020204030203" pitchFamily="34" charset="0"/>
                <a:ea typeface="Lato" panose="020F0502020204030203" pitchFamily="34" charset="0"/>
                <a:cs typeface="Lato" panose="020F0502020204030203" pitchFamily="34" charset="0"/>
              </a:rPr>
              <a:t> class </a:t>
            </a:r>
            <a:r>
              <a:rPr lang="en-US" sz="1800" b="1" dirty="0">
                <a:solidFill>
                  <a:schemeClr val="accent5"/>
                </a:solidFill>
                <a:latin typeface="Courier New" panose="02070309020205020404" pitchFamily="49" charset="0"/>
                <a:ea typeface="Lato" panose="020F0502020204030203" pitchFamily="34" charset="0"/>
                <a:cs typeface="Courier New" panose="02070309020205020404" pitchFamily="49" charset="0"/>
              </a:rPr>
              <a:t>Error</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beserta</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semua</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subkelas</a:t>
            </a:r>
            <a:r>
              <a:rPr lang="en-US" sz="2000" dirty="0">
                <a:latin typeface="Lato" panose="020F0502020204030203" pitchFamily="34" charset="0"/>
                <a:ea typeface="Lato" panose="020F0502020204030203" pitchFamily="34" charset="0"/>
                <a:cs typeface="Lato" panose="020F0502020204030203" pitchFamily="34" charset="0"/>
              </a:rPr>
              <a:t> di </a:t>
            </a:r>
            <a:r>
              <a:rPr lang="en-US" sz="2000" dirty="0" err="1">
                <a:latin typeface="Lato" panose="020F0502020204030203" pitchFamily="34" charset="0"/>
                <a:ea typeface="Lato" panose="020F0502020204030203" pitchFamily="34" charset="0"/>
                <a:cs typeface="Lato" panose="020F0502020204030203" pitchFamily="34" charset="0"/>
              </a:rPr>
              <a:t>bawahnya</a:t>
            </a:r>
            <a:r>
              <a:rPr lang="en-US" sz="2000" dirty="0">
                <a:latin typeface="Lato" panose="020F0502020204030203" pitchFamily="34" charset="0"/>
                <a:ea typeface="Lato" panose="020F0502020204030203" pitchFamily="34" charset="0"/>
                <a:cs typeface="Lato" panose="020F0502020204030203" pitchFamily="34" charset="0"/>
              </a:rPr>
              <a:t>. </a:t>
            </a:r>
          </a:p>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Checked Exception</a:t>
            </a:r>
          </a:p>
          <a:p>
            <a:pPr marL="715963" lvl="1" indent="-263525">
              <a:spcAft>
                <a:spcPts val="600"/>
              </a:spcAft>
              <a:buFont typeface="Arial" panose="020B0604020202020204" pitchFamily="34" charset="0"/>
              <a:buChar char="•"/>
            </a:pPr>
            <a:r>
              <a:rPr lang="en-US" sz="2000" dirty="0" err="1">
                <a:latin typeface="Lato" panose="020F0502020204030203" pitchFamily="34" charset="0"/>
                <a:ea typeface="Lato" panose="020F0502020204030203" pitchFamily="34" charset="0"/>
                <a:cs typeface="Lato" panose="020F0502020204030203" pitchFamily="34" charset="0"/>
              </a:rPr>
              <a:t>Semua</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jenis</a:t>
            </a:r>
            <a:r>
              <a:rPr lang="en-US" sz="2000" dirty="0">
                <a:latin typeface="Lato" panose="020F0502020204030203" pitchFamily="34" charset="0"/>
                <a:ea typeface="Lato" panose="020F0502020204030203" pitchFamily="34" charset="0"/>
                <a:cs typeface="Lato" panose="020F0502020204030203" pitchFamily="34" charset="0"/>
              </a:rPr>
              <a:t> exception </a:t>
            </a:r>
            <a:r>
              <a:rPr lang="en-US" sz="2000" dirty="0" err="1">
                <a:latin typeface="Lato" panose="020F0502020204030203" pitchFamily="34" charset="0"/>
                <a:ea typeface="Lato" panose="020F0502020204030203" pitchFamily="34" charset="0"/>
                <a:cs typeface="Lato" panose="020F0502020204030203" pitchFamily="34" charset="0"/>
              </a:rPr>
              <a:t>selain</a:t>
            </a:r>
            <a:r>
              <a:rPr lang="en-US" sz="2000" dirty="0">
                <a:latin typeface="Lato" panose="020F0502020204030203" pitchFamily="34" charset="0"/>
                <a:ea typeface="Lato" panose="020F0502020204030203" pitchFamily="34" charset="0"/>
                <a:cs typeface="Lato" panose="020F0502020204030203" pitchFamily="34" charset="0"/>
              </a:rPr>
              <a:t> unchecked exception.</a:t>
            </a:r>
          </a:p>
          <a:p>
            <a:pPr marL="715963" lvl="1" indent="-263525">
              <a:spcAft>
                <a:spcPts val="600"/>
              </a:spcAft>
              <a:buFont typeface="Arial" panose="020B0604020202020204" pitchFamily="34" charset="0"/>
              <a:buChar char="•"/>
            </a:pPr>
            <a:r>
              <a:rPr lang="en-US" sz="2000" dirty="0" err="1">
                <a:latin typeface="Lato" panose="020F0502020204030203" pitchFamily="34" charset="0"/>
                <a:ea typeface="Lato" panose="020F0502020204030203" pitchFamily="34" charset="0"/>
                <a:cs typeface="Lato" panose="020F0502020204030203" pitchFamily="34" charset="0"/>
              </a:rPr>
              <a:t>Eksepsi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jenis</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ini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sebaiknya</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dapat</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dideteksi</a:t>
            </a:r>
            <a:r>
              <a:rPr lang="en-US" sz="2000" dirty="0">
                <a:latin typeface="Lato" panose="020F0502020204030203" pitchFamily="34" charset="0"/>
                <a:ea typeface="Lato" panose="020F0502020204030203" pitchFamily="34" charset="0"/>
                <a:cs typeface="Lato" panose="020F0502020204030203" pitchFamily="34" charset="0"/>
              </a:rPr>
              <a:t> dan </a:t>
            </a:r>
            <a:r>
              <a:rPr lang="en-US" sz="2000" dirty="0" err="1">
                <a:latin typeface="Lato" panose="020F0502020204030203" pitchFamily="34" charset="0"/>
                <a:ea typeface="Lato" panose="020F0502020204030203" pitchFamily="34" charset="0"/>
                <a:cs typeface="Lato" panose="020F0502020204030203" pitchFamily="34" charset="0"/>
              </a:rPr>
              <a:t>ditangani</a:t>
            </a:r>
            <a:r>
              <a:rPr lang="en-US" sz="2000" dirty="0">
                <a:latin typeface="Lato" panose="020F0502020204030203" pitchFamily="34" charset="0"/>
                <a:ea typeface="Lato" panose="020F0502020204030203" pitchFamily="34" charset="0"/>
                <a:cs typeface="Lato" panose="020F0502020204030203" pitchFamily="34" charset="0"/>
              </a:rPr>
              <a:t> oleh programmer. </a:t>
            </a:r>
            <a:endParaRPr lang="en-ID" sz="2000" dirty="0">
              <a:latin typeface="Lato" panose="020F0502020204030203" pitchFamily="34" charset="0"/>
              <a:ea typeface="Lato" panose="020F0502020204030203" pitchFamily="34" charset="0"/>
              <a:cs typeface="Lato" panose="020F0502020204030203" pitchFamily="34" charset="0"/>
            </a:endParaRPr>
          </a:p>
        </p:txBody>
      </p:sp>
      <p:grpSp>
        <p:nvGrpSpPr>
          <p:cNvPr id="667" name="Google Shape;667;p38">
            <a:extLst>
              <a:ext uri="{FF2B5EF4-FFF2-40B4-BE49-F238E27FC236}">
                <a16:creationId xmlns:a16="http://schemas.microsoft.com/office/drawing/2014/main" id="{09244C81-A5C7-ADCF-4EE2-8EF6A8B08E0C}"/>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42A60575-3F1F-B344-8865-347C9E7AD81A}"/>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9A263B99-0939-9779-5E34-D7A75584651E}"/>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80413EC8-4379-49E9-0E6B-19EAA62DC9F3}"/>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5481409E-CF8B-B638-6EEB-E4946FF7369D}"/>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E10D3D0A-0415-E870-07AE-D6564C75374A}"/>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86570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F8562241-8D70-737A-49FB-C0E5DB7EDCA2}"/>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386CEB8E-BC08-8A51-2C2A-C3E6D091B47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Checked vs. Unchecked Exception</a:t>
            </a:r>
            <a:endParaRPr dirty="0"/>
          </a:p>
        </p:txBody>
      </p:sp>
      <p:sp>
        <p:nvSpPr>
          <p:cNvPr id="664" name="Google Shape;664;p38">
            <a:extLst>
              <a:ext uri="{FF2B5EF4-FFF2-40B4-BE49-F238E27FC236}">
                <a16:creationId xmlns:a16="http://schemas.microsoft.com/office/drawing/2014/main" id="{4BDAC1CD-AC3D-39BD-7D00-08A98104B7E9}"/>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a:spcAft>
                <a:spcPts val="600"/>
              </a:spcAft>
            </a:pPr>
            <a:r>
              <a:rPr lang="en-US" sz="2000" dirty="0">
                <a:solidFill>
                  <a:schemeClr val="dk1"/>
                </a:solidFill>
                <a:latin typeface="Lato"/>
                <a:ea typeface="Lato"/>
                <a:cs typeface="Lato"/>
              </a:rPr>
              <a:t>Checked Exception </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The compiler forces the programmer to check and deal with them in a try-catch block or declare it in the method header.</a:t>
            </a:r>
          </a:p>
          <a:p>
            <a:pPr>
              <a:spcAft>
                <a:spcPts val="600"/>
              </a:spcAft>
            </a:pPr>
            <a:r>
              <a:rPr lang="en-US" sz="2000" dirty="0">
                <a:solidFill>
                  <a:schemeClr val="dk1"/>
                </a:solidFill>
                <a:latin typeface="Lato"/>
                <a:ea typeface="Lato"/>
                <a:cs typeface="Lato"/>
                <a:sym typeface="Lato"/>
              </a:rPr>
              <a:t>Unchecked Exception</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These are logic errors that should be corrected in the program. </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Unchecked exceptions can occur anywhere in a program. </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To avoid cumbersome overuse of try-catch blocks, Java does not mandate that you write code to catch or declare unchecked exceptions.</a:t>
            </a:r>
            <a:endParaRPr sz="20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8C631244-3FBB-A439-092F-8F24E3B21D49}"/>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AC66454D-8B5C-EEAD-3239-A60828E12962}"/>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05A9483E-6CC9-DDB2-5C2C-0338247381EA}"/>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0DCB6C3D-E697-ED91-6A54-1461ABCC13A2}"/>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989549EA-EBEB-CED9-8F4A-A6C7C6F2DB92}"/>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D27F1159-7254-3D3E-869B-D1FC65B493EA}"/>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47369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B1D83D88-EDEB-E36D-F28F-F928BE01A370}"/>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515C0747-F761-4F45-2DD0-A6C3BA978BC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Exception Handling Model (in Java)</a:t>
            </a:r>
            <a:endParaRPr dirty="0"/>
          </a:p>
        </p:txBody>
      </p:sp>
      <p:sp>
        <p:nvSpPr>
          <p:cNvPr id="664" name="Google Shape;664;p38">
            <a:extLst>
              <a:ext uri="{FF2B5EF4-FFF2-40B4-BE49-F238E27FC236}">
                <a16:creationId xmlns:a16="http://schemas.microsoft.com/office/drawing/2014/main" id="{19D68D05-510A-2DDC-1631-D16EE74CA1B4}"/>
              </a:ext>
            </a:extLst>
          </p:cNvPr>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endParaRPr lang="en-US" sz="2000" dirty="0">
              <a:latin typeface="Lato" panose="020F0502020204030203" pitchFamily="34" charset="0"/>
              <a:ea typeface="Lato" panose="020F0502020204030203" pitchFamily="34" charset="0"/>
              <a:cs typeface="Lato" panose="020F0502020204030203" pitchFamily="34" charset="0"/>
            </a:endParaRPr>
          </a:p>
        </p:txBody>
      </p:sp>
      <p:grpSp>
        <p:nvGrpSpPr>
          <p:cNvPr id="667" name="Google Shape;667;p38">
            <a:extLst>
              <a:ext uri="{FF2B5EF4-FFF2-40B4-BE49-F238E27FC236}">
                <a16:creationId xmlns:a16="http://schemas.microsoft.com/office/drawing/2014/main" id="{1761A526-C0EC-E631-5C46-998EEF8FB67E}"/>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B33C9AA7-A7DC-816F-F292-133B3D3867CD}"/>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3B766C8A-711E-8D86-6806-1610E30F69C3}"/>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7C883B69-3E44-E414-E1B7-0C406995A702}"/>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93417B4D-0859-DCEF-F23B-F26A31BB38A5}"/>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FF5D7AD6-7EF9-02D3-F841-6D21EDEB1D38}"/>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4" name="Diagram 3">
            <a:extLst>
              <a:ext uri="{FF2B5EF4-FFF2-40B4-BE49-F238E27FC236}">
                <a16:creationId xmlns:a16="http://schemas.microsoft.com/office/drawing/2014/main" id="{33358296-8A5E-73F0-746B-A30CB2ED441C}"/>
              </a:ext>
            </a:extLst>
          </p:cNvPr>
          <p:cNvGraphicFramePr/>
          <p:nvPr>
            <p:extLst>
              <p:ext uri="{D42A27DB-BD31-4B8C-83A1-F6EECF244321}">
                <p14:modId xmlns:p14="http://schemas.microsoft.com/office/powerpoint/2010/main" val="3012719655"/>
              </p:ext>
            </p:extLst>
          </p:nvPr>
        </p:nvGraphicFramePr>
        <p:xfrm>
          <a:off x="1758461" y="1391382"/>
          <a:ext cx="5627077" cy="27109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5064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FE965633-353F-3191-B1C4-5142D6CFE899}"/>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2FCB1BEC-696F-1D4A-D77C-2DAFAAE5605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Exception Handling Model (in Java)</a:t>
            </a:r>
            <a:endParaRPr dirty="0"/>
          </a:p>
        </p:txBody>
      </p:sp>
      <p:grpSp>
        <p:nvGrpSpPr>
          <p:cNvPr id="667" name="Google Shape;667;p38">
            <a:extLst>
              <a:ext uri="{FF2B5EF4-FFF2-40B4-BE49-F238E27FC236}">
                <a16:creationId xmlns:a16="http://schemas.microsoft.com/office/drawing/2014/main" id="{5951C17E-3A80-E9C3-19F4-EC8B3B4D9043}"/>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4EBB5D94-7238-5949-DA1C-2E8CDBE478FE}"/>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761BB32C-D738-282B-2767-612584118C34}"/>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D8912BAB-1910-738E-506C-9D83BB914D08}"/>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85654E57-F64D-27DC-1A57-99755EC76FA9}"/>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9D57353B-F14C-C9B4-E5B2-361C7EC96E5F}"/>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0B829C64-2E43-82B5-5610-8CD24F8537C1}"/>
              </a:ext>
            </a:extLst>
          </p:cNvPr>
          <p:cNvPicPr>
            <a:picLocks noChangeAspect="1"/>
          </p:cNvPicPr>
          <p:nvPr/>
        </p:nvPicPr>
        <p:blipFill>
          <a:blip r:embed="rId3"/>
          <a:stretch>
            <a:fillRect/>
          </a:stretch>
        </p:blipFill>
        <p:spPr>
          <a:xfrm>
            <a:off x="543894" y="1486346"/>
            <a:ext cx="7915275" cy="2390775"/>
          </a:xfrm>
          <a:prstGeom prst="rect">
            <a:avLst/>
          </a:prstGeom>
        </p:spPr>
      </p:pic>
    </p:spTree>
    <p:extLst>
      <p:ext uri="{BB962C8B-B14F-4D97-AF65-F5344CB8AC3E}">
        <p14:creationId xmlns:p14="http://schemas.microsoft.com/office/powerpoint/2010/main" val="4155791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906063F7-2DE1-6041-8AFE-8897E3E7F7F7}"/>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CBD21107-F4DC-C469-FFC6-D7106AFFA5C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1. Declaring an Exception</a:t>
            </a:r>
            <a:endParaRPr dirty="0"/>
          </a:p>
        </p:txBody>
      </p:sp>
      <p:sp>
        <p:nvSpPr>
          <p:cNvPr id="664" name="Google Shape;664;p38">
            <a:extLst>
              <a:ext uri="{FF2B5EF4-FFF2-40B4-BE49-F238E27FC236}">
                <a16:creationId xmlns:a16="http://schemas.microsoft.com/office/drawing/2014/main" id="{39412FB1-3BD0-FD88-1DDF-807F58AE22E5}"/>
              </a:ext>
            </a:extLst>
          </p:cNvPr>
          <p:cNvSpPr txBox="1"/>
          <p:nvPr/>
        </p:nvSpPr>
        <p:spPr>
          <a:xfrm>
            <a:off x="719999" y="1204554"/>
            <a:ext cx="8075121"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US" sz="2000" dirty="0" err="1">
                <a:latin typeface="Lato" panose="020F0502020204030203" pitchFamily="34" charset="0"/>
                <a:ea typeface="Lato" panose="020F0502020204030203" pitchFamily="34" charset="0"/>
                <a:cs typeface="Lato" panose="020F0502020204030203" pitchFamily="34" charset="0"/>
              </a:rPr>
              <a:t>Mendeklarasikan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jenis</a:t>
            </a:r>
            <a:r>
              <a:rPr lang="en-US" sz="2000" dirty="0">
                <a:latin typeface="Lato" panose="020F0502020204030203" pitchFamily="34" charset="0"/>
                <a:ea typeface="Lato" panose="020F0502020204030203" pitchFamily="34" charset="0"/>
                <a:cs typeface="Lato" panose="020F0502020204030203" pitchFamily="34" charset="0"/>
              </a:rPr>
              <a:t> exception yang </a:t>
            </a:r>
            <a:r>
              <a:rPr lang="en-US" sz="2000" dirty="0" err="1">
                <a:latin typeface="Lato" panose="020F0502020204030203" pitchFamily="34" charset="0"/>
                <a:ea typeface="Lato" panose="020F0502020204030203" pitchFamily="34" charset="0"/>
                <a:cs typeface="Lato" panose="020F0502020204030203" pitchFamily="34" charset="0"/>
              </a:rPr>
              <a:t>dapat</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dihasilkan</a:t>
            </a:r>
            <a:r>
              <a:rPr lang="en-US" sz="2000" dirty="0">
                <a:latin typeface="Lato" panose="020F0502020204030203" pitchFamily="34" charset="0"/>
                <a:ea typeface="Lato" panose="020F0502020204030203" pitchFamily="34" charset="0"/>
                <a:cs typeface="Lato" panose="020F0502020204030203" pitchFamily="34" charset="0"/>
              </a:rPr>
              <a:t> oleh </a:t>
            </a:r>
            <a:r>
              <a:rPr lang="en-US" sz="2000" dirty="0" err="1">
                <a:latin typeface="Lato" panose="020F0502020204030203" pitchFamily="34" charset="0"/>
                <a:ea typeface="Lato" panose="020F0502020204030203" pitchFamily="34" charset="0"/>
                <a:cs typeface="Lato" panose="020F0502020204030203" pitchFamily="34" charset="0"/>
              </a:rPr>
              <a:t>sebuah</a:t>
            </a:r>
            <a:r>
              <a:rPr lang="en-US" sz="2000" dirty="0">
                <a:latin typeface="Lato" panose="020F0502020204030203" pitchFamily="34" charset="0"/>
                <a:ea typeface="Lato" panose="020F0502020204030203" pitchFamily="34" charset="0"/>
                <a:cs typeface="Lato" panose="020F0502020204030203" pitchFamily="34" charset="0"/>
              </a:rPr>
              <a:t> method pada header method.</a:t>
            </a:r>
          </a:p>
          <a:p>
            <a:pPr marL="457200" lvl="0" indent="-457200" algn="l" rtl="0">
              <a:spcBef>
                <a:spcPts val="0"/>
              </a:spcBef>
              <a:spcAft>
                <a:spcPts val="600"/>
              </a:spcAft>
              <a:buFont typeface="Wingdings" panose="05000000000000000000" pitchFamily="2" charset="2"/>
              <a:buChar char="q"/>
            </a:pPr>
            <a:r>
              <a:rPr lang="en-US" sz="2000" dirty="0" err="1">
                <a:latin typeface="Lato" panose="020F0502020204030203" pitchFamily="34" charset="0"/>
                <a:ea typeface="Lato" panose="020F0502020204030203" pitchFamily="34" charset="0"/>
                <a:cs typeface="Lato" panose="020F0502020204030203" pitchFamily="34" charset="0"/>
              </a:rPr>
              <a:t>Menggunakan</a:t>
            </a:r>
            <a:r>
              <a:rPr lang="en-US" sz="2000" dirty="0">
                <a:latin typeface="Lato" panose="020F0502020204030203" pitchFamily="34" charset="0"/>
                <a:ea typeface="Lato" panose="020F0502020204030203" pitchFamily="34" charset="0"/>
                <a:cs typeface="Lato" panose="020F0502020204030203" pitchFamily="34" charset="0"/>
              </a:rPr>
              <a:t> keyword </a:t>
            </a:r>
            <a:r>
              <a:rPr lang="en-US" sz="2000" b="1" dirty="0">
                <a:solidFill>
                  <a:schemeClr val="accent5"/>
                </a:solidFill>
                <a:latin typeface="Courier New" panose="02070309020205020404" pitchFamily="49" charset="0"/>
                <a:ea typeface="Lato" panose="020F0502020204030203" pitchFamily="34" charset="0"/>
                <a:cs typeface="Courier New" panose="02070309020205020404" pitchFamily="49" charset="0"/>
              </a:rPr>
              <a:t>throws</a:t>
            </a:r>
            <a:r>
              <a:rPr lang="en-US" sz="2000" dirty="0">
                <a:latin typeface="Lato" panose="020F0502020204030203" pitchFamily="34" charset="0"/>
                <a:ea typeface="Lato" panose="020F0502020204030203" pitchFamily="34" charset="0"/>
                <a:cs typeface="Lato" panose="020F0502020204030203" pitchFamily="34" charset="0"/>
              </a:rPr>
              <a:t>.</a:t>
            </a:r>
          </a:p>
          <a:p>
            <a:pPr marL="457200" lvl="0" indent="-457200" algn="l" rtl="0">
              <a:spcBef>
                <a:spcPts val="0"/>
              </a:spcBef>
              <a:spcAft>
                <a:spcPts val="600"/>
              </a:spcAft>
              <a:buFont typeface="Wingdings" panose="05000000000000000000" pitchFamily="2" charset="2"/>
              <a:buChar char="q"/>
            </a:pPr>
            <a:r>
              <a:rPr lang="en-US" sz="2000" dirty="0" err="1">
                <a:latin typeface="Lato" panose="020F0502020204030203" pitchFamily="34" charset="0"/>
                <a:ea typeface="Lato" panose="020F0502020204030203" pitchFamily="34" charset="0"/>
                <a:cs typeface="Lato" panose="020F0502020204030203" pitchFamily="34" charset="0"/>
              </a:rPr>
              <a:t>Contoh</a:t>
            </a:r>
            <a:r>
              <a:rPr lang="en-US" sz="2000" dirty="0">
                <a:latin typeface="Lato" panose="020F0502020204030203" pitchFamily="34" charset="0"/>
                <a:ea typeface="Lato" panose="020F0502020204030203" pitchFamily="34" charset="0"/>
                <a:cs typeface="Lato" panose="020F0502020204030203" pitchFamily="34" charset="0"/>
              </a:rPr>
              <a:t>:</a:t>
            </a:r>
          </a:p>
          <a:p>
            <a:pPr marL="446088" lvl="0" algn="l" rtl="0">
              <a:spcBef>
                <a:spcPts val="0"/>
              </a:spcBef>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public void method1() </a:t>
            </a:r>
            <a:r>
              <a:rPr lang="en-US" sz="1800" b="1" dirty="0">
                <a:latin typeface="Courier New" panose="02070309020205020404" pitchFamily="49" charset="0"/>
                <a:ea typeface="Lato" panose="020F0502020204030203" pitchFamily="34" charset="0"/>
                <a:cs typeface="Courier New" panose="02070309020205020404" pitchFamily="49" charset="0"/>
              </a:rPr>
              <a:t>throws</a:t>
            </a:r>
            <a:r>
              <a:rPr lang="en-US" sz="1800" dirty="0">
                <a:latin typeface="Courier New" panose="02070309020205020404" pitchFamily="49" charset="0"/>
                <a:ea typeface="Lato" panose="020F0502020204030203" pitchFamily="34" charset="0"/>
                <a:cs typeface="Courier New" panose="02070309020205020404" pitchFamily="49" charset="0"/>
              </a:rPr>
              <a:t> Exception1</a:t>
            </a:r>
          </a:p>
          <a:p>
            <a:pPr marL="457200" lvl="0" indent="-457200" algn="l" rtl="0">
              <a:spcBef>
                <a:spcPts val="0"/>
              </a:spcBef>
              <a:spcAft>
                <a:spcPts val="600"/>
              </a:spcAft>
              <a:buFont typeface="Wingdings" panose="05000000000000000000" pitchFamily="2" charset="2"/>
              <a:buChar char="q"/>
            </a:pPr>
            <a:r>
              <a:rPr lang="en-US" sz="2000" dirty="0" err="1">
                <a:latin typeface="Lato" panose="020F0502020204030203" pitchFamily="34" charset="0"/>
                <a:ea typeface="Lato" panose="020F0502020204030203" pitchFamily="34" charset="0"/>
                <a:cs typeface="Lato" panose="020F0502020204030203" pitchFamily="34" charset="0"/>
              </a:rPr>
              <a:t>Atau</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banyak</a:t>
            </a:r>
            <a:r>
              <a:rPr lang="en-US" sz="2000" dirty="0">
                <a:latin typeface="Lato" panose="020F0502020204030203" pitchFamily="34" charset="0"/>
                <a:ea typeface="Lato" panose="020F0502020204030203" pitchFamily="34" charset="0"/>
                <a:cs typeface="Lato" panose="020F0502020204030203" pitchFamily="34" charset="0"/>
              </a:rPr>
              <a:t> exception </a:t>
            </a:r>
            <a:r>
              <a:rPr lang="en-US" sz="2000" dirty="0" err="1">
                <a:latin typeface="Lato" panose="020F0502020204030203" pitchFamily="34" charset="0"/>
                <a:ea typeface="Lato" panose="020F0502020204030203" pitchFamily="34" charset="0"/>
                <a:cs typeface="Lato" panose="020F0502020204030203" pitchFamily="34" charset="0"/>
              </a:rPr>
              <a:t>sekaligus</a:t>
            </a:r>
            <a:endParaRPr lang="en-US" sz="2000" dirty="0">
              <a:latin typeface="Lato" panose="020F0502020204030203" pitchFamily="34" charset="0"/>
              <a:ea typeface="Lato" panose="020F0502020204030203" pitchFamily="34" charset="0"/>
              <a:cs typeface="Lato" panose="020F0502020204030203" pitchFamily="34" charset="0"/>
            </a:endParaRPr>
          </a:p>
          <a:p>
            <a:pPr marL="446088">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public void method1() </a:t>
            </a:r>
            <a:r>
              <a:rPr lang="en-US" sz="1800" b="1" dirty="0">
                <a:latin typeface="Courier New" panose="02070309020205020404" pitchFamily="49" charset="0"/>
                <a:ea typeface="Lato" panose="020F0502020204030203" pitchFamily="34" charset="0"/>
                <a:cs typeface="Courier New" panose="02070309020205020404" pitchFamily="49" charset="0"/>
              </a:rPr>
              <a:t>throws</a:t>
            </a:r>
            <a:r>
              <a:rPr lang="en-US" sz="1800" dirty="0">
                <a:latin typeface="Courier New" panose="02070309020205020404" pitchFamily="49" charset="0"/>
                <a:ea typeface="Lato" panose="020F0502020204030203" pitchFamily="34" charset="0"/>
                <a:cs typeface="Courier New" panose="02070309020205020404" pitchFamily="49" charset="0"/>
              </a:rPr>
              <a:t> Exception1,…, </a:t>
            </a:r>
            <a:r>
              <a:rPr lang="en-US" sz="1800" dirty="0" err="1">
                <a:latin typeface="Courier New" panose="02070309020205020404" pitchFamily="49" charset="0"/>
                <a:ea typeface="Lato" panose="020F0502020204030203" pitchFamily="34" charset="0"/>
                <a:cs typeface="Courier New" panose="02070309020205020404" pitchFamily="49" charset="0"/>
              </a:rPr>
              <a:t>ExceptionN</a:t>
            </a:r>
            <a:endParaRPr lang="en-US" sz="1800" dirty="0">
              <a:latin typeface="Courier New" panose="02070309020205020404" pitchFamily="49" charset="0"/>
              <a:ea typeface="Lato" panose="020F0502020204030203" pitchFamily="34" charset="0"/>
              <a:cs typeface="Courier New" panose="02070309020205020404" pitchFamily="49" charset="0"/>
            </a:endParaRPr>
          </a:p>
          <a:p>
            <a:pPr marL="457200" lvl="0" indent="-457200" algn="l" rtl="0">
              <a:spcBef>
                <a:spcPts val="0"/>
              </a:spcBef>
              <a:spcAft>
                <a:spcPts val="600"/>
              </a:spcAft>
              <a:buFont typeface="Wingdings" panose="05000000000000000000" pitchFamily="2" charset="2"/>
              <a:buChar char="q"/>
            </a:pPr>
            <a:endParaRPr lang="en-ID" sz="2000" dirty="0">
              <a:latin typeface="Lato" panose="020F0502020204030203" pitchFamily="34" charset="0"/>
              <a:ea typeface="Lato" panose="020F0502020204030203" pitchFamily="34" charset="0"/>
              <a:cs typeface="Lato" panose="020F0502020204030203" pitchFamily="34" charset="0"/>
            </a:endParaRPr>
          </a:p>
        </p:txBody>
      </p:sp>
      <p:grpSp>
        <p:nvGrpSpPr>
          <p:cNvPr id="667" name="Google Shape;667;p38">
            <a:extLst>
              <a:ext uri="{FF2B5EF4-FFF2-40B4-BE49-F238E27FC236}">
                <a16:creationId xmlns:a16="http://schemas.microsoft.com/office/drawing/2014/main" id="{C2332FFE-ACF2-25C6-C523-293ECFDD8F74}"/>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6B3D3C4D-A8B1-4A5E-7A22-B552BC02C8F4}"/>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3E25278E-10E2-41EF-9912-91AE87607D17}"/>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7FD60D25-4B73-2010-2539-7A181635E229}"/>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7BCD8D40-FFE2-0F57-9260-6874BE60A7F4}"/>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304FDC3A-C1A5-B10E-380E-C0898543B9A3}"/>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67834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D6993C93-BDC1-6914-60B4-B0A7CFA486A5}"/>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7589410B-5A5E-663C-87DA-F6A45A8EA7B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2. </a:t>
            </a:r>
            <a:r>
              <a:rPr lang="en-ID" dirty="0"/>
              <a:t>T</a:t>
            </a:r>
            <a:r>
              <a:rPr lang="en" dirty="0"/>
              <a:t>hrowing an Exception</a:t>
            </a:r>
            <a:endParaRPr dirty="0"/>
          </a:p>
        </p:txBody>
      </p:sp>
      <p:sp>
        <p:nvSpPr>
          <p:cNvPr id="664" name="Google Shape;664;p38">
            <a:extLst>
              <a:ext uri="{FF2B5EF4-FFF2-40B4-BE49-F238E27FC236}">
                <a16:creationId xmlns:a16="http://schemas.microsoft.com/office/drawing/2014/main" id="{449197FA-5752-34A5-40DE-C627EE03AFBA}"/>
              </a:ext>
            </a:extLst>
          </p:cNvPr>
          <p:cNvSpPr txBox="1"/>
          <p:nvPr/>
        </p:nvSpPr>
        <p:spPr>
          <a:xfrm>
            <a:off x="719999" y="1204554"/>
            <a:ext cx="8075121"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Jika program </a:t>
            </a:r>
            <a:r>
              <a:rPr lang="en-US" sz="2000" dirty="0" err="1">
                <a:latin typeface="Lato" panose="020F0502020204030203" pitchFamily="34" charset="0"/>
                <a:ea typeface="Lato" panose="020F0502020204030203" pitchFamily="34" charset="0"/>
                <a:cs typeface="Lato" panose="020F0502020204030203" pitchFamily="34" charset="0"/>
              </a:rPr>
              <a:t>mendeteksi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terjadi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kesalahan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maka</a:t>
            </a:r>
            <a:r>
              <a:rPr lang="en-US" sz="2000" dirty="0">
                <a:latin typeface="Lato" panose="020F0502020204030203" pitchFamily="34" charset="0"/>
                <a:ea typeface="Lato" panose="020F0502020204030203" pitchFamily="34" charset="0"/>
                <a:cs typeface="Lato" panose="020F0502020204030203" pitchFamily="34" charset="0"/>
              </a:rPr>
              <a:t> program </a:t>
            </a:r>
            <a:r>
              <a:rPr lang="en-US" sz="2000" dirty="0" err="1">
                <a:latin typeface="Lato" panose="020F0502020204030203" pitchFamily="34" charset="0"/>
                <a:ea typeface="Lato" panose="020F0502020204030203" pitchFamily="34" charset="0"/>
                <a:cs typeface="Lato" panose="020F0502020204030203" pitchFamily="34" charset="0"/>
              </a:rPr>
              <a:t>dapat</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menciptakan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objek</a:t>
            </a:r>
            <a:r>
              <a:rPr lang="en-US" sz="2000" dirty="0">
                <a:latin typeface="Lato" panose="020F0502020204030203" pitchFamily="34" charset="0"/>
                <a:ea typeface="Lato" panose="020F0502020204030203" pitchFamily="34" charset="0"/>
                <a:cs typeface="Lato" panose="020F0502020204030203" pitchFamily="34" charset="0"/>
              </a:rPr>
              <a:t> exception yang </a:t>
            </a:r>
            <a:r>
              <a:rPr lang="en-US" sz="2000" dirty="0" err="1">
                <a:latin typeface="Lato" panose="020F0502020204030203" pitchFamily="34" charset="0"/>
                <a:ea typeface="Lato" panose="020F0502020204030203" pitchFamily="34" charset="0"/>
                <a:cs typeface="Lato" panose="020F0502020204030203" pitchFamily="34" charset="0"/>
              </a:rPr>
              <a:t>sesuai</a:t>
            </a:r>
            <a:r>
              <a:rPr lang="en-US" sz="2000" dirty="0">
                <a:latin typeface="Lato" panose="020F0502020204030203" pitchFamily="34" charset="0"/>
                <a:ea typeface="Lato" panose="020F0502020204030203" pitchFamily="34" charset="0"/>
                <a:cs typeface="Lato" panose="020F0502020204030203" pitchFamily="34" charset="0"/>
              </a:rPr>
              <a:t>.</a:t>
            </a:r>
          </a:p>
          <a:p>
            <a:pPr marL="457200" lvl="0" indent="-457200" algn="l" rtl="0">
              <a:spcBef>
                <a:spcPts val="0"/>
              </a:spcBef>
              <a:spcAft>
                <a:spcPts val="600"/>
              </a:spcAft>
              <a:buFont typeface="Wingdings" panose="05000000000000000000" pitchFamily="2" charset="2"/>
              <a:buChar char="q"/>
            </a:pPr>
            <a:r>
              <a:rPr lang="en-US" sz="2000" dirty="0" err="1">
                <a:latin typeface="Lato" panose="020F0502020204030203" pitchFamily="34" charset="0"/>
                <a:ea typeface="Lato" panose="020F0502020204030203" pitchFamily="34" charset="0"/>
                <a:cs typeface="Lato" panose="020F0502020204030203" pitchFamily="34" charset="0"/>
              </a:rPr>
              <a:t>Menggunakan</a:t>
            </a:r>
            <a:r>
              <a:rPr lang="en-US" sz="2000" dirty="0">
                <a:latin typeface="Lato" panose="020F0502020204030203" pitchFamily="34" charset="0"/>
                <a:ea typeface="Lato" panose="020F0502020204030203" pitchFamily="34" charset="0"/>
                <a:cs typeface="Lato" panose="020F0502020204030203" pitchFamily="34" charset="0"/>
              </a:rPr>
              <a:t> keyword </a:t>
            </a:r>
            <a:r>
              <a:rPr lang="en-US" sz="2000" b="1" dirty="0">
                <a:solidFill>
                  <a:schemeClr val="accent5"/>
                </a:solidFill>
                <a:latin typeface="Courier New" panose="02070309020205020404" pitchFamily="49" charset="0"/>
                <a:ea typeface="Lato" panose="020F0502020204030203" pitchFamily="34" charset="0"/>
                <a:cs typeface="Courier New" panose="02070309020205020404" pitchFamily="49" charset="0"/>
              </a:rPr>
              <a:t>throw</a:t>
            </a:r>
            <a:r>
              <a:rPr lang="en-US" sz="2000" dirty="0">
                <a:latin typeface="Lato" panose="020F0502020204030203" pitchFamily="34" charset="0"/>
                <a:ea typeface="Lato" panose="020F0502020204030203" pitchFamily="34" charset="0"/>
                <a:cs typeface="Lato" panose="020F0502020204030203" pitchFamily="34" charset="0"/>
              </a:rPr>
              <a:t>.</a:t>
            </a:r>
          </a:p>
          <a:p>
            <a:pPr marL="457200" lvl="0" indent="-457200" algn="l" rtl="0">
              <a:spcBef>
                <a:spcPts val="0"/>
              </a:spcBef>
              <a:spcAft>
                <a:spcPts val="600"/>
              </a:spcAft>
              <a:buFont typeface="Wingdings" panose="05000000000000000000" pitchFamily="2" charset="2"/>
              <a:buChar char="q"/>
            </a:pPr>
            <a:r>
              <a:rPr lang="en-US" sz="2000" dirty="0" err="1">
                <a:latin typeface="Lato" panose="020F0502020204030203" pitchFamily="34" charset="0"/>
                <a:ea typeface="Lato" panose="020F0502020204030203" pitchFamily="34" charset="0"/>
                <a:cs typeface="Lato" panose="020F0502020204030203" pitchFamily="34" charset="0"/>
              </a:rPr>
              <a:t>Contoh</a:t>
            </a:r>
            <a:r>
              <a:rPr lang="en-US" sz="2000" dirty="0">
                <a:latin typeface="Lato" panose="020F0502020204030203" pitchFamily="34" charset="0"/>
                <a:ea typeface="Lato" panose="020F0502020204030203" pitchFamily="34" charset="0"/>
                <a:cs typeface="Lato" panose="020F0502020204030203" pitchFamily="34" charset="0"/>
              </a:rPr>
              <a:t>:</a:t>
            </a:r>
          </a:p>
          <a:p>
            <a:pPr marL="446088" lvl="0" algn="l" rtl="0">
              <a:spcBef>
                <a:spcPts val="0"/>
              </a:spcBef>
              <a:spcAft>
                <a:spcPts val="600"/>
              </a:spcAft>
            </a:pPr>
            <a:r>
              <a:rPr lang="en-US" sz="1800" b="1" dirty="0">
                <a:latin typeface="Courier New" panose="02070309020205020404" pitchFamily="49" charset="0"/>
                <a:ea typeface="Lato" panose="020F0502020204030203" pitchFamily="34" charset="0"/>
                <a:cs typeface="Courier New" panose="02070309020205020404" pitchFamily="49" charset="0"/>
              </a:rPr>
              <a:t>throw new</a:t>
            </a:r>
            <a:r>
              <a:rPr lang="en-US" sz="1800" dirty="0">
                <a:latin typeface="Courier New" panose="02070309020205020404" pitchFamily="49" charset="0"/>
                <a:ea typeface="Lato" panose="020F0502020204030203" pitchFamily="34" charset="0"/>
                <a:cs typeface="Courier New" panose="02070309020205020404" pitchFamily="49" charset="0"/>
              </a:rPr>
              <a:t> Exception1("…")</a:t>
            </a:r>
          </a:p>
        </p:txBody>
      </p:sp>
      <p:grpSp>
        <p:nvGrpSpPr>
          <p:cNvPr id="667" name="Google Shape;667;p38">
            <a:extLst>
              <a:ext uri="{FF2B5EF4-FFF2-40B4-BE49-F238E27FC236}">
                <a16:creationId xmlns:a16="http://schemas.microsoft.com/office/drawing/2014/main" id="{03C0BE3F-45A1-C96B-072A-8B84CCCADCE9}"/>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ACE666B6-DF14-8396-2740-39CEF6A2DF72}"/>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564F5E5A-29DC-D4C9-F68C-92320C8F29B3}"/>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9D650AC4-AF1E-70E5-9CAC-000C13EB065F}"/>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E953CA1F-9DD9-42C3-D5DD-C33A6836A697}"/>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9E1A5E8A-5B92-D34D-7AC6-19BE730807DA}"/>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04938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075E0852-7FB5-836B-8DA0-8D3F970B4063}"/>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BF4A780A-1FB9-21B3-2DE3-5E63F0E21CE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3. </a:t>
            </a:r>
            <a:r>
              <a:rPr lang="en-US" dirty="0"/>
              <a:t>Catch</a:t>
            </a:r>
            <a:r>
              <a:rPr lang="en" dirty="0"/>
              <a:t>ing an Exception</a:t>
            </a:r>
            <a:endParaRPr dirty="0"/>
          </a:p>
        </p:txBody>
      </p:sp>
      <p:sp>
        <p:nvSpPr>
          <p:cNvPr id="664" name="Google Shape;664;p38">
            <a:extLst>
              <a:ext uri="{FF2B5EF4-FFF2-40B4-BE49-F238E27FC236}">
                <a16:creationId xmlns:a16="http://schemas.microsoft.com/office/drawing/2014/main" id="{AA2E244D-C006-2C60-2F30-6BFA9D36773D}"/>
              </a:ext>
            </a:extLst>
          </p:cNvPr>
          <p:cNvSpPr txBox="1"/>
          <p:nvPr/>
        </p:nvSpPr>
        <p:spPr>
          <a:xfrm>
            <a:off x="719999" y="1204554"/>
            <a:ext cx="8075121"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Ketika </a:t>
            </a:r>
            <a:r>
              <a:rPr lang="en-US" sz="2000" dirty="0" err="1">
                <a:latin typeface="Lato" panose="020F0502020204030203" pitchFamily="34" charset="0"/>
                <a:ea typeface="Lato" panose="020F0502020204030203" pitchFamily="34" charset="0"/>
                <a:cs typeface="Lato" panose="020F0502020204030203" pitchFamily="34" charset="0"/>
              </a:rPr>
              <a:t>terjadi</a:t>
            </a:r>
            <a:r>
              <a:rPr lang="en-US" sz="2000" dirty="0">
                <a:latin typeface="Lato" panose="020F0502020204030203" pitchFamily="34" charset="0"/>
                <a:ea typeface="Lato" panose="020F0502020204030203" pitchFamily="34" charset="0"/>
                <a:cs typeface="Lato" panose="020F0502020204030203" pitchFamily="34" charset="0"/>
              </a:rPr>
              <a:t> exception, exception </a:t>
            </a:r>
            <a:r>
              <a:rPr lang="en-US" sz="2000" dirty="0" err="1">
                <a:latin typeface="Lato" panose="020F0502020204030203" pitchFamily="34" charset="0"/>
                <a:ea typeface="Lato" panose="020F0502020204030203" pitchFamily="34" charset="0"/>
                <a:cs typeface="Lato" panose="020F0502020204030203" pitchFamily="34" charset="0"/>
              </a:rPr>
              <a:t>tersebut</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dapat</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ditangkap</a:t>
            </a:r>
            <a:r>
              <a:rPr lang="en-US" sz="2000" dirty="0">
                <a:latin typeface="Lato" panose="020F0502020204030203" pitchFamily="34" charset="0"/>
                <a:ea typeface="Lato" panose="020F0502020204030203" pitchFamily="34" charset="0"/>
                <a:cs typeface="Lato" panose="020F0502020204030203" pitchFamily="34" charset="0"/>
              </a:rPr>
              <a:t> dan </a:t>
            </a:r>
            <a:r>
              <a:rPr lang="en-US" sz="2000" dirty="0" err="1">
                <a:latin typeface="Lato" panose="020F0502020204030203" pitchFamily="34" charset="0"/>
                <a:ea typeface="Lato" panose="020F0502020204030203" pitchFamily="34" charset="0"/>
                <a:cs typeface="Lato" panose="020F0502020204030203" pitchFamily="34" charset="0"/>
              </a:rPr>
              <a:t>ditangani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menggunakan</a:t>
            </a:r>
            <a:r>
              <a:rPr lang="en-US" sz="2000" dirty="0">
                <a:latin typeface="Lato" panose="020F0502020204030203" pitchFamily="34" charset="0"/>
                <a:ea typeface="Lato" panose="020F0502020204030203" pitchFamily="34" charset="0"/>
                <a:cs typeface="Lato" panose="020F0502020204030203" pitchFamily="34" charset="0"/>
              </a:rPr>
              <a:t>:</a:t>
            </a:r>
          </a:p>
          <a:p>
            <a:pPr marL="731838" lvl="0" indent="-285750" algn="l" rtl="0">
              <a:spcBef>
                <a:spcPts val="0"/>
              </a:spcBef>
              <a:spcAft>
                <a:spcPts val="600"/>
              </a:spcAft>
              <a:buFont typeface="Arial" panose="020B0604020202020204" pitchFamily="34" charset="0"/>
              <a:buChar char="•"/>
            </a:pPr>
            <a:r>
              <a:rPr lang="en-US" sz="1800" dirty="0">
                <a:latin typeface="Courier New" panose="02070309020205020404" pitchFamily="49" charset="0"/>
                <a:ea typeface="Lato" panose="020F0502020204030203" pitchFamily="34" charset="0"/>
                <a:cs typeface="Courier New" panose="02070309020205020404" pitchFamily="49" charset="0"/>
              </a:rPr>
              <a:t>try-catch</a:t>
            </a:r>
          </a:p>
          <a:p>
            <a:pPr marL="731838" lvl="0" indent="-285750" algn="l" rtl="0">
              <a:spcBef>
                <a:spcPts val="0"/>
              </a:spcBef>
              <a:spcAft>
                <a:spcPts val="600"/>
              </a:spcAft>
              <a:buFont typeface="Arial" panose="020B0604020202020204" pitchFamily="34" charset="0"/>
              <a:buChar char="•"/>
            </a:pPr>
            <a:r>
              <a:rPr lang="en-US" sz="1800" dirty="0">
                <a:latin typeface="Courier New" panose="02070309020205020404" pitchFamily="49" charset="0"/>
                <a:ea typeface="Lato" panose="020F0502020204030203" pitchFamily="34" charset="0"/>
                <a:cs typeface="Courier New" panose="02070309020205020404" pitchFamily="49" charset="0"/>
              </a:rPr>
              <a:t>try-catch*</a:t>
            </a:r>
          </a:p>
          <a:p>
            <a:pPr marL="731838" lvl="0" indent="-285750" algn="l" rtl="0">
              <a:spcBef>
                <a:spcPts val="0"/>
              </a:spcBef>
              <a:spcAft>
                <a:spcPts val="600"/>
              </a:spcAft>
              <a:buFont typeface="Arial" panose="020B0604020202020204" pitchFamily="34" charset="0"/>
              <a:buChar char="•"/>
            </a:pPr>
            <a:r>
              <a:rPr lang="en-US" sz="1800" dirty="0">
                <a:latin typeface="Courier New" panose="02070309020205020404" pitchFamily="49" charset="0"/>
                <a:ea typeface="Lato" panose="020F0502020204030203" pitchFamily="34" charset="0"/>
                <a:cs typeface="Courier New" panose="02070309020205020404" pitchFamily="49" charset="0"/>
              </a:rPr>
              <a:t>try-catch*-finally</a:t>
            </a:r>
          </a:p>
          <a:p>
            <a:pPr marL="457200" lvl="0" indent="-457200" algn="l" rtl="0">
              <a:spcBef>
                <a:spcPts val="0"/>
              </a:spcBef>
              <a:spcAft>
                <a:spcPts val="600"/>
              </a:spcAft>
              <a:buFont typeface="Wingdings" panose="05000000000000000000" pitchFamily="2" charset="2"/>
              <a:buChar char="q"/>
            </a:pPr>
            <a:endParaRPr lang="en-US" sz="1800" dirty="0">
              <a:latin typeface="Courier New" panose="02070309020205020404" pitchFamily="49" charset="0"/>
              <a:ea typeface="Lato" panose="020F0502020204030203" pitchFamily="34" charset="0"/>
              <a:cs typeface="Courier New" panose="02070309020205020404" pitchFamily="49" charset="0"/>
            </a:endParaRPr>
          </a:p>
        </p:txBody>
      </p:sp>
      <p:grpSp>
        <p:nvGrpSpPr>
          <p:cNvPr id="667" name="Google Shape;667;p38">
            <a:extLst>
              <a:ext uri="{FF2B5EF4-FFF2-40B4-BE49-F238E27FC236}">
                <a16:creationId xmlns:a16="http://schemas.microsoft.com/office/drawing/2014/main" id="{E39EAB2B-F5A5-1E7E-0FD2-E9404595F3EE}"/>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2C9AEDBC-3196-26AA-07C5-B7153B45CE05}"/>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299BE038-BC56-7FC8-83D9-75A3A4E2D323}"/>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7DABD1D2-3F6D-24CC-2A59-BFD7E512D942}"/>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C654C298-7E2D-2E75-DAED-DC6CC217AA5F}"/>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D51E4499-9BA9-A8CD-D6CD-EB30D6F82804}"/>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95749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690F6728-71A2-3073-6428-6D0AA8358776}"/>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E619A8E7-AC3C-96A7-A545-33F5A7AEF6D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3. </a:t>
            </a:r>
            <a:r>
              <a:rPr lang="en-US" dirty="0"/>
              <a:t>Catch</a:t>
            </a:r>
            <a:r>
              <a:rPr lang="en" dirty="0"/>
              <a:t>ing an Exception</a:t>
            </a:r>
            <a:endParaRPr dirty="0"/>
          </a:p>
        </p:txBody>
      </p:sp>
      <p:sp>
        <p:nvSpPr>
          <p:cNvPr id="664" name="Google Shape;664;p38">
            <a:extLst>
              <a:ext uri="{FF2B5EF4-FFF2-40B4-BE49-F238E27FC236}">
                <a16:creationId xmlns:a16="http://schemas.microsoft.com/office/drawing/2014/main" id="{4FADA6F7-EAA2-765F-FDEB-216A49851DEC}"/>
              </a:ext>
            </a:extLst>
          </p:cNvPr>
          <p:cNvSpPr txBox="1"/>
          <p:nvPr/>
        </p:nvSpPr>
        <p:spPr>
          <a:xfrm>
            <a:off x="719999" y="1204554"/>
            <a:ext cx="8075121"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Blok </a:t>
            </a:r>
            <a:r>
              <a:rPr lang="en-US" sz="1800" dirty="0">
                <a:latin typeface="Courier New" panose="02070309020205020404" pitchFamily="49" charset="0"/>
                <a:ea typeface="Lato" panose="020F0502020204030203" pitchFamily="34" charset="0"/>
                <a:cs typeface="Courier New" panose="02070309020205020404" pitchFamily="49" charset="0"/>
              </a:rPr>
              <a:t>try</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berisi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kode</a:t>
            </a:r>
            <a:r>
              <a:rPr lang="en-US" sz="2000" dirty="0">
                <a:latin typeface="Lato" panose="020F0502020204030203" pitchFamily="34" charset="0"/>
                <a:ea typeface="Lato" panose="020F0502020204030203" pitchFamily="34" charset="0"/>
                <a:cs typeface="Lato" panose="020F0502020204030203" pitchFamily="34" charset="0"/>
              </a:rPr>
              <a:t> yang di </a:t>
            </a:r>
            <a:r>
              <a:rPr lang="en-US" sz="2000" dirty="0" err="1">
                <a:latin typeface="Lato" panose="020F0502020204030203" pitchFamily="34" charset="0"/>
                <a:ea typeface="Lato" panose="020F0502020204030203" pitchFamily="34" charset="0"/>
                <a:cs typeface="Lato" panose="020F0502020204030203" pitchFamily="34" charset="0"/>
              </a:rPr>
              <a:t>dalamnya</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ada</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kemungkinan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terjadi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kesalahan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sehingga</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keluar</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dari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jalur</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eksekusi</a:t>
            </a:r>
            <a:r>
              <a:rPr lang="en-US" sz="2000" dirty="0">
                <a:latin typeface="Lato" panose="020F0502020204030203" pitchFamily="34" charset="0"/>
                <a:ea typeface="Lato" panose="020F0502020204030203" pitchFamily="34" charset="0"/>
                <a:cs typeface="Lato" panose="020F0502020204030203" pitchFamily="34" charset="0"/>
              </a:rPr>
              <a:t> normal program.</a:t>
            </a:r>
          </a:p>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Blok </a:t>
            </a:r>
            <a:r>
              <a:rPr lang="en-US" sz="1800" dirty="0">
                <a:latin typeface="Courier New" panose="02070309020205020404" pitchFamily="49" charset="0"/>
                <a:ea typeface="Lato" panose="020F0502020204030203" pitchFamily="34" charset="0"/>
                <a:cs typeface="Courier New" panose="02070309020205020404" pitchFamily="49" charset="0"/>
              </a:rPr>
              <a:t>catch</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digunakan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untuk</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menangani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kesalahan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seperti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melakukan</a:t>
            </a:r>
            <a:r>
              <a:rPr lang="en-US" sz="2000" dirty="0">
                <a:latin typeface="Lato" panose="020F0502020204030203" pitchFamily="34" charset="0"/>
                <a:ea typeface="Lato" panose="020F0502020204030203" pitchFamily="34" charset="0"/>
                <a:cs typeface="Lato" panose="020F0502020204030203" pitchFamily="34" charset="0"/>
              </a:rPr>
              <a:t> recovery, </a:t>
            </a:r>
            <a:r>
              <a:rPr lang="en-US" sz="2000" dirty="0" err="1">
                <a:latin typeface="Lato" panose="020F0502020204030203" pitchFamily="34" charset="0"/>
                <a:ea typeface="Lato" panose="020F0502020204030203" pitchFamily="34" charset="0"/>
                <a:cs typeface="Lato" panose="020F0502020204030203" pitchFamily="34" charset="0"/>
              </a:rPr>
              <a:t>menampilkan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pesan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kesalahan</a:t>
            </a:r>
            <a:r>
              <a:rPr lang="en-US" sz="2000" dirty="0">
                <a:latin typeface="Lato" panose="020F0502020204030203" pitchFamily="34" charset="0"/>
                <a:ea typeface="Lato" panose="020F0502020204030203" pitchFamily="34" charset="0"/>
                <a:cs typeface="Lato" panose="020F0502020204030203" pitchFamily="34" charset="0"/>
              </a:rPr>
              <a:t>, dan </a:t>
            </a:r>
            <a:r>
              <a:rPr lang="en-US" sz="2000" dirty="0" err="1">
                <a:latin typeface="Lato" panose="020F0502020204030203" pitchFamily="34" charset="0"/>
                <a:ea typeface="Lato" panose="020F0502020204030203" pitchFamily="34" charset="0"/>
                <a:cs typeface="Lato" panose="020F0502020204030203" pitchFamily="34" charset="0"/>
              </a:rPr>
              <a:t>sebagainya</a:t>
            </a:r>
            <a:r>
              <a:rPr lang="en-US" sz="2000" dirty="0">
                <a:latin typeface="Lato" panose="020F0502020204030203" pitchFamily="34" charset="0"/>
                <a:ea typeface="Lato" panose="020F0502020204030203" pitchFamily="34" charset="0"/>
                <a:cs typeface="Lato" panose="020F0502020204030203" pitchFamily="34" charset="0"/>
              </a:rPr>
              <a:t>.</a:t>
            </a:r>
          </a:p>
          <a:p>
            <a:pPr marL="457200" lvl="0" indent="-457200" algn="l" rtl="0">
              <a:spcBef>
                <a:spcPts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Block </a:t>
            </a:r>
            <a:r>
              <a:rPr lang="en-US" sz="1800" dirty="0">
                <a:latin typeface="Courier New" panose="02070309020205020404" pitchFamily="49" charset="0"/>
                <a:ea typeface="Lato" panose="020F0502020204030203" pitchFamily="34" charset="0"/>
                <a:cs typeface="Courier New" panose="02070309020205020404" pitchFamily="49" charset="0"/>
              </a:rPr>
              <a:t>finally</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digunakan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untuk</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mengeksekusi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kode</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apapun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kondisi</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eksekusi</a:t>
            </a:r>
            <a:r>
              <a:rPr lang="en-US" sz="2000" dirty="0">
                <a:latin typeface="Lato" panose="020F0502020204030203" pitchFamily="34" charset="0"/>
                <a:ea typeface="Lato" panose="020F0502020204030203" pitchFamily="34" charset="0"/>
                <a:cs typeface="Lato" panose="020F0502020204030203" pitchFamily="34" charset="0"/>
              </a:rPr>
              <a:t> program.</a:t>
            </a:r>
          </a:p>
        </p:txBody>
      </p:sp>
      <p:grpSp>
        <p:nvGrpSpPr>
          <p:cNvPr id="667" name="Google Shape;667;p38">
            <a:extLst>
              <a:ext uri="{FF2B5EF4-FFF2-40B4-BE49-F238E27FC236}">
                <a16:creationId xmlns:a16="http://schemas.microsoft.com/office/drawing/2014/main" id="{A1CC1A59-1C41-C547-040D-79ACE6F4196D}"/>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D9BBEC31-6DC1-8029-E659-4991E14AAAF9}"/>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E761816D-4C16-58A3-16C1-935D4B6FD67F}"/>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6D93DDBD-A67E-726C-C39D-61EF2A53CCA6}"/>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ABD9C9AC-B67F-6FE4-77C7-DBF2F4AE1D0D}"/>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512706CB-98EE-43A5-32FD-0C699C400C41}"/>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47548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A818F139-A9E3-8DCF-7D69-672BC6DDE958}"/>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2BF67882-3341-DCB0-12DF-A89E378B4A6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3. </a:t>
            </a:r>
            <a:r>
              <a:rPr lang="en-US" dirty="0"/>
              <a:t>Catch</a:t>
            </a:r>
            <a:r>
              <a:rPr lang="en" dirty="0"/>
              <a:t>ing an Exception</a:t>
            </a:r>
            <a:endParaRPr dirty="0"/>
          </a:p>
        </p:txBody>
      </p:sp>
      <p:sp>
        <p:nvSpPr>
          <p:cNvPr id="664" name="Google Shape;664;p38">
            <a:extLst>
              <a:ext uri="{FF2B5EF4-FFF2-40B4-BE49-F238E27FC236}">
                <a16:creationId xmlns:a16="http://schemas.microsoft.com/office/drawing/2014/main" id="{8020016B-2163-6C81-E785-B27F7A70EF03}"/>
              </a:ext>
            </a:extLst>
          </p:cNvPr>
          <p:cNvSpPr txBox="1"/>
          <p:nvPr/>
        </p:nvSpPr>
        <p:spPr>
          <a:xfrm>
            <a:off x="719999" y="1204554"/>
            <a:ext cx="8075121" cy="2710953"/>
          </a:xfrm>
          <a:prstGeom prst="rect">
            <a:avLst/>
          </a:prstGeom>
          <a:noFill/>
          <a:ln>
            <a:noFill/>
          </a:ln>
        </p:spPr>
        <p:txBody>
          <a:bodyPr spcFirstLastPara="1" wrap="square" lIns="91425" tIns="91425" rIns="91425" bIns="91425" anchor="t" anchorCtr="0">
            <a:noAutofit/>
          </a:bodyPr>
          <a:lstStyle/>
          <a:p>
            <a:pPr lvl="0" algn="l" rtl="0">
              <a:spcBef>
                <a:spcPts val="0"/>
              </a:spcBef>
              <a:spcAft>
                <a:spcPts val="600"/>
              </a:spcAft>
            </a:pPr>
            <a:r>
              <a:rPr lang="en-US" sz="1800" b="1" dirty="0">
                <a:latin typeface="Courier New" panose="02070309020205020404" pitchFamily="49" charset="0"/>
                <a:ea typeface="Lato" panose="020F0502020204030203" pitchFamily="34" charset="0"/>
                <a:cs typeface="Courier New" panose="02070309020205020404" pitchFamily="49" charset="0"/>
              </a:rPr>
              <a:t>try</a:t>
            </a:r>
            <a:r>
              <a:rPr lang="en-US" sz="1800" dirty="0">
                <a:latin typeface="Courier New" panose="02070309020205020404" pitchFamily="49" charset="0"/>
                <a:ea typeface="Lato" panose="020F0502020204030203" pitchFamily="34" charset="0"/>
                <a:cs typeface="Courier New" panose="02070309020205020404" pitchFamily="49" charset="0"/>
              </a:rPr>
              <a:t>{</a:t>
            </a:r>
          </a:p>
          <a:p>
            <a:pPr lvl="0" algn="l" rtl="0">
              <a:spcBef>
                <a:spcPts val="0"/>
              </a:spcBef>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kode</a:t>
            </a:r>
            <a:r>
              <a:rPr lang="en-US" sz="1800" dirty="0">
                <a:latin typeface="Courier New" panose="02070309020205020404" pitchFamily="49" charset="0"/>
                <a:ea typeface="Lato" panose="020F0502020204030203" pitchFamily="34" charset="0"/>
                <a:cs typeface="Courier New" panose="02070309020205020404" pitchFamily="49" charset="0"/>
              </a:rPr>
              <a:t> yang </a:t>
            </a:r>
            <a:r>
              <a:rPr lang="en-US" sz="1800" dirty="0" err="1">
                <a:latin typeface="Courier New" panose="02070309020205020404" pitchFamily="49" charset="0"/>
                <a:ea typeface="Lato" panose="020F0502020204030203" pitchFamily="34" charset="0"/>
                <a:cs typeface="Courier New" panose="02070309020205020404" pitchFamily="49" charset="0"/>
              </a:rPr>
              <a:t>kemungkinan</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akan</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terjadi</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kesalahan</a:t>
            </a:r>
            <a:endParaRPr lang="en-US" sz="18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a:t>
            </a:r>
            <a:r>
              <a:rPr lang="en-US" sz="1800" b="1" dirty="0">
                <a:latin typeface="Courier New" panose="02070309020205020404" pitchFamily="49" charset="0"/>
                <a:ea typeface="Lato" panose="020F0502020204030203" pitchFamily="34" charset="0"/>
                <a:cs typeface="Courier New" panose="02070309020205020404" pitchFamily="49" charset="0"/>
              </a:rPr>
              <a:t>catch</a:t>
            </a:r>
            <a:r>
              <a:rPr lang="en-US" sz="1800" dirty="0">
                <a:latin typeface="Courier New" panose="02070309020205020404" pitchFamily="49" charset="0"/>
                <a:ea typeface="Lato" panose="020F0502020204030203" pitchFamily="34" charset="0"/>
                <a:cs typeface="Courier New" panose="02070309020205020404" pitchFamily="49" charset="0"/>
              </a:rPr>
              <a:t>(</a:t>
            </a:r>
            <a:r>
              <a:rPr lang="en-US" sz="1800" dirty="0" err="1">
                <a:latin typeface="Courier New" panose="02070309020205020404" pitchFamily="49" charset="0"/>
                <a:ea typeface="Lato" panose="020F0502020204030203" pitchFamily="34" charset="0"/>
                <a:cs typeface="Courier New" panose="02070309020205020404" pitchFamily="49" charset="0"/>
              </a:rPr>
              <a:t>ExceptionClass</a:t>
            </a:r>
            <a:r>
              <a:rPr lang="en-US" sz="1800" dirty="0">
                <a:latin typeface="Courier New" panose="02070309020205020404" pitchFamily="49" charset="0"/>
                <a:ea typeface="Lato" panose="020F0502020204030203" pitchFamily="34" charset="0"/>
                <a:cs typeface="Courier New" panose="02070309020205020404" pitchFamily="49" charset="0"/>
              </a:rPr>
              <a:t> reference){</a:t>
            </a:r>
          </a:p>
          <a:p>
            <a:pPr lvl="0" algn="l" rtl="0">
              <a:spcBef>
                <a:spcPts val="0"/>
              </a:spcBef>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kode</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jika</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kesalahan</a:t>
            </a:r>
            <a:r>
              <a:rPr lang="en-US" sz="1800" dirty="0">
                <a:latin typeface="Courier New" panose="02070309020205020404" pitchFamily="49" charset="0"/>
                <a:ea typeface="Lato" panose="020F0502020204030203" pitchFamily="34" charset="0"/>
                <a:cs typeface="Courier New" panose="02070309020205020404" pitchFamily="49" charset="0"/>
              </a:rPr>
              <a:t> </a:t>
            </a:r>
          </a:p>
          <a:p>
            <a:pPr lvl="0" algn="l" rtl="0">
              <a:spcBef>
                <a:spcPts val="0"/>
              </a:spcBef>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    //yang </a:t>
            </a:r>
            <a:r>
              <a:rPr lang="en-US" sz="1800" dirty="0" err="1">
                <a:latin typeface="Courier New" panose="02070309020205020404" pitchFamily="49" charset="0"/>
                <a:ea typeface="Lato" panose="020F0502020204030203" pitchFamily="34" charset="0"/>
                <a:cs typeface="Courier New" panose="02070309020205020404" pitchFamily="49" charset="0"/>
              </a:rPr>
              <a:t>ditangani</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ExceptionClass</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terjadi</a:t>
            </a:r>
            <a:endParaRPr lang="en-US" sz="18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a:t>
            </a:r>
          </a:p>
        </p:txBody>
      </p:sp>
      <p:grpSp>
        <p:nvGrpSpPr>
          <p:cNvPr id="667" name="Google Shape;667;p38">
            <a:extLst>
              <a:ext uri="{FF2B5EF4-FFF2-40B4-BE49-F238E27FC236}">
                <a16:creationId xmlns:a16="http://schemas.microsoft.com/office/drawing/2014/main" id="{3B1A88F0-D8B6-1F5A-69B8-E4ABB64986CE}"/>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EAEE72FA-AFEE-DC77-B595-68419FFA7487}"/>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E4ECDCC4-D8EB-9654-03C1-4F9EB4DC8E0E}"/>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419006CA-27BB-1980-2C26-A0BCD758DB23}"/>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AA5466F4-4227-D53A-D2CE-C0696CB12E90}"/>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CCF4EFFF-9C80-1A45-1EF2-25030F909A99}"/>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17344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FA3997DC-EF5B-E0F5-31D5-307415B69D66}"/>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B7F5687F-75F7-7340-8BD7-94608A7C480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3. </a:t>
            </a:r>
            <a:r>
              <a:rPr lang="en-US" dirty="0"/>
              <a:t>Catch</a:t>
            </a:r>
            <a:r>
              <a:rPr lang="en" dirty="0"/>
              <a:t>ing an Exception</a:t>
            </a:r>
            <a:endParaRPr dirty="0"/>
          </a:p>
        </p:txBody>
      </p:sp>
      <p:sp>
        <p:nvSpPr>
          <p:cNvPr id="664" name="Google Shape;664;p38">
            <a:extLst>
              <a:ext uri="{FF2B5EF4-FFF2-40B4-BE49-F238E27FC236}">
                <a16:creationId xmlns:a16="http://schemas.microsoft.com/office/drawing/2014/main" id="{5EF78318-C83E-58FB-A67F-72060E80CBE9}"/>
              </a:ext>
            </a:extLst>
          </p:cNvPr>
          <p:cNvSpPr txBox="1"/>
          <p:nvPr/>
        </p:nvSpPr>
        <p:spPr>
          <a:xfrm>
            <a:off x="719999" y="1204554"/>
            <a:ext cx="8075121" cy="2710953"/>
          </a:xfrm>
          <a:prstGeom prst="rect">
            <a:avLst/>
          </a:prstGeom>
          <a:noFill/>
          <a:ln>
            <a:noFill/>
          </a:ln>
        </p:spPr>
        <p:txBody>
          <a:bodyPr spcFirstLastPara="1" wrap="square" lIns="91425" tIns="91425" rIns="91425" bIns="91425" anchor="t" anchorCtr="0">
            <a:noAutofit/>
          </a:bodyPr>
          <a:lstStyle/>
          <a:p>
            <a:pPr lvl="0" algn="l" rtl="0">
              <a:spcBef>
                <a:spcPts val="0"/>
              </a:spcBef>
              <a:spcAft>
                <a:spcPts val="600"/>
              </a:spcAft>
            </a:pPr>
            <a:r>
              <a:rPr lang="en-US" sz="1800" b="1" dirty="0">
                <a:latin typeface="Courier New" panose="02070309020205020404" pitchFamily="49" charset="0"/>
                <a:ea typeface="Lato" panose="020F0502020204030203" pitchFamily="34" charset="0"/>
                <a:cs typeface="Courier New" panose="02070309020205020404" pitchFamily="49" charset="0"/>
              </a:rPr>
              <a:t>try</a:t>
            </a:r>
            <a:r>
              <a:rPr lang="en-US" sz="1800" dirty="0">
                <a:latin typeface="Courier New" panose="02070309020205020404" pitchFamily="49" charset="0"/>
                <a:ea typeface="Lato" panose="020F0502020204030203" pitchFamily="34" charset="0"/>
                <a:cs typeface="Courier New" panose="02070309020205020404" pitchFamily="49" charset="0"/>
              </a:rPr>
              <a:t>{</a:t>
            </a:r>
          </a:p>
          <a:p>
            <a:pPr lvl="0" algn="l" rtl="0">
              <a:spcBef>
                <a:spcPts val="0"/>
              </a:spcBef>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kode</a:t>
            </a:r>
            <a:r>
              <a:rPr lang="en-US" sz="1800" dirty="0">
                <a:latin typeface="Courier New" panose="02070309020205020404" pitchFamily="49" charset="0"/>
                <a:ea typeface="Lato" panose="020F0502020204030203" pitchFamily="34" charset="0"/>
                <a:cs typeface="Courier New" panose="02070309020205020404" pitchFamily="49" charset="0"/>
              </a:rPr>
              <a:t> yang </a:t>
            </a:r>
            <a:r>
              <a:rPr lang="en-US" sz="1800" dirty="0" err="1">
                <a:latin typeface="Courier New" panose="02070309020205020404" pitchFamily="49" charset="0"/>
                <a:ea typeface="Lato" panose="020F0502020204030203" pitchFamily="34" charset="0"/>
                <a:cs typeface="Courier New" panose="02070309020205020404" pitchFamily="49" charset="0"/>
              </a:rPr>
              <a:t>kemungkinan</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akan</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terjadi</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kesalahan</a:t>
            </a:r>
            <a:endParaRPr lang="en-US" sz="18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a:t>
            </a:r>
            <a:r>
              <a:rPr lang="en-US" sz="1800" b="1" dirty="0">
                <a:latin typeface="Courier New" panose="02070309020205020404" pitchFamily="49" charset="0"/>
                <a:ea typeface="Lato" panose="020F0502020204030203" pitchFamily="34" charset="0"/>
                <a:cs typeface="Courier New" panose="02070309020205020404" pitchFamily="49" charset="0"/>
              </a:rPr>
              <a:t>catch</a:t>
            </a:r>
            <a:r>
              <a:rPr lang="en-US" sz="1800" dirty="0">
                <a:latin typeface="Courier New" panose="02070309020205020404" pitchFamily="49" charset="0"/>
                <a:ea typeface="Lato" panose="020F0502020204030203" pitchFamily="34" charset="0"/>
                <a:cs typeface="Courier New" panose="02070309020205020404" pitchFamily="49" charset="0"/>
              </a:rPr>
              <a:t>(ExceptionClass1 | ExceptionClass2 reference){</a:t>
            </a:r>
          </a:p>
          <a:p>
            <a:pPr lvl="0" algn="l" rtl="0">
              <a:spcBef>
                <a:spcPts val="0"/>
              </a:spcBef>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kode</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jika</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kesalahan</a:t>
            </a:r>
            <a:r>
              <a:rPr lang="en-US" sz="1800" dirty="0">
                <a:latin typeface="Courier New" panose="02070309020205020404" pitchFamily="49" charset="0"/>
                <a:ea typeface="Lato" panose="020F0502020204030203" pitchFamily="34" charset="0"/>
                <a:cs typeface="Courier New" panose="02070309020205020404" pitchFamily="49" charset="0"/>
              </a:rPr>
              <a:t> </a:t>
            </a:r>
          </a:p>
          <a:p>
            <a:pPr lvl="0">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    //yang </a:t>
            </a:r>
            <a:r>
              <a:rPr lang="en-US" sz="1800" dirty="0" err="1">
                <a:latin typeface="Courier New" panose="02070309020205020404" pitchFamily="49" charset="0"/>
                <a:ea typeface="Lato" panose="020F0502020204030203" pitchFamily="34" charset="0"/>
                <a:cs typeface="Courier New" panose="02070309020205020404" pitchFamily="49" charset="0"/>
              </a:rPr>
              <a:t>ditangani</a:t>
            </a:r>
            <a:r>
              <a:rPr lang="en-US" sz="1800" dirty="0">
                <a:latin typeface="Courier New" panose="02070309020205020404" pitchFamily="49" charset="0"/>
                <a:ea typeface="Lato" panose="020F0502020204030203" pitchFamily="34" charset="0"/>
                <a:cs typeface="Courier New" panose="02070309020205020404" pitchFamily="49" charset="0"/>
              </a:rPr>
              <a:t> ExceptionClass1 </a:t>
            </a:r>
            <a:r>
              <a:rPr lang="en-US" sz="1800" dirty="0" err="1">
                <a:latin typeface="Courier New" panose="02070309020205020404" pitchFamily="49" charset="0"/>
                <a:ea typeface="Lato" panose="020F0502020204030203" pitchFamily="34" charset="0"/>
                <a:cs typeface="Courier New" panose="02070309020205020404" pitchFamily="49" charset="0"/>
              </a:rPr>
              <a:t>atau</a:t>
            </a:r>
            <a:r>
              <a:rPr lang="en-US" sz="1800" dirty="0">
                <a:latin typeface="Courier New" panose="02070309020205020404" pitchFamily="49" charset="0"/>
                <a:ea typeface="Lato" panose="020F0502020204030203" pitchFamily="34" charset="0"/>
                <a:cs typeface="Courier New" panose="02070309020205020404" pitchFamily="49" charset="0"/>
              </a:rPr>
              <a:t> ExceptionClass1</a:t>
            </a:r>
          </a:p>
          <a:p>
            <a:pPr lvl="0" algn="l" rtl="0">
              <a:spcBef>
                <a:spcPts val="0"/>
              </a:spcBef>
              <a:spcAft>
                <a:spcPts val="600"/>
              </a:spcAft>
            </a:pPr>
            <a:r>
              <a:rPr lang="en-US" sz="1800" dirty="0">
                <a:latin typeface="Courier New" panose="02070309020205020404" pitchFamily="49" charset="0"/>
                <a:ea typeface="Lato" panose="020F0502020204030203" pitchFamily="34" charset="0"/>
                <a:cs typeface="Courier New" panose="02070309020205020404" pitchFamily="49" charset="0"/>
              </a:rPr>
              <a:t>}</a:t>
            </a:r>
          </a:p>
          <a:p>
            <a:pPr>
              <a:spcAft>
                <a:spcPts val="600"/>
              </a:spcAft>
            </a:pPr>
            <a:r>
              <a:rPr lang="en-ID" sz="2000" dirty="0">
                <a:latin typeface="Lato" panose="020F0502020204030203" pitchFamily="34" charset="0"/>
                <a:ea typeface="Lato" panose="020F0502020204030203" pitchFamily="34" charset="0"/>
                <a:cs typeface="Lato" panose="020F0502020204030203" pitchFamily="34" charset="0"/>
              </a:rPr>
              <a:t>Class exception yang </a:t>
            </a:r>
            <a:r>
              <a:rPr lang="en-ID" sz="2000" dirty="0" err="1">
                <a:latin typeface="Lato" panose="020F0502020204030203" pitchFamily="34" charset="0"/>
                <a:ea typeface="Lato" panose="020F0502020204030203" pitchFamily="34" charset="0"/>
                <a:cs typeface="Lato" panose="020F0502020204030203" pitchFamily="34" charset="0"/>
              </a:rPr>
              <a:t>digabung</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dengan</a:t>
            </a:r>
            <a:r>
              <a:rPr lang="en-ID" sz="2000" dirty="0">
                <a:latin typeface="Lato" panose="020F0502020204030203" pitchFamily="34" charset="0"/>
                <a:ea typeface="Lato" panose="020F0502020204030203" pitchFamily="34" charset="0"/>
                <a:cs typeface="Lato" panose="020F0502020204030203" pitchFamily="34" charset="0"/>
              </a:rPr>
              <a:t> | </a:t>
            </a:r>
            <a:r>
              <a:rPr lang="en-ID" sz="2000" dirty="0" err="1">
                <a:latin typeface="Lato" panose="020F0502020204030203" pitchFamily="34" charset="0"/>
                <a:ea typeface="Lato" panose="020F0502020204030203" pitchFamily="34" charset="0"/>
                <a:cs typeface="Lato" panose="020F0502020204030203" pitchFamily="34" charset="0"/>
              </a:rPr>
              <a:t>tidak</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boleh</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memiliki</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hubungan</a:t>
            </a:r>
            <a:r>
              <a:rPr lang="en-ID" sz="2000" dirty="0">
                <a:latin typeface="Lato" panose="020F0502020204030203" pitchFamily="34" charset="0"/>
                <a:ea typeface="Lato" panose="020F0502020204030203" pitchFamily="34" charset="0"/>
                <a:cs typeface="Lato" panose="020F0502020204030203" pitchFamily="34" charset="0"/>
              </a:rPr>
              <a:t> inheritance </a:t>
            </a:r>
            <a:r>
              <a:rPr lang="en-ID" sz="2000" dirty="0" err="1">
                <a:latin typeface="Lato" panose="020F0502020204030203" pitchFamily="34" charset="0"/>
                <a:ea typeface="Lato" panose="020F0502020204030203" pitchFamily="34" charset="0"/>
                <a:cs typeface="Lato" panose="020F0502020204030203" pitchFamily="34" charset="0"/>
              </a:rPr>
              <a:t>langsung</a:t>
            </a:r>
            <a:r>
              <a:rPr lang="en-ID" sz="2000" dirty="0">
                <a:latin typeface="Lato" panose="020F0502020204030203" pitchFamily="34" charset="0"/>
                <a:ea typeface="Lato" panose="020F0502020204030203" pitchFamily="34" charset="0"/>
                <a:cs typeface="Lato" panose="020F0502020204030203" pitchFamily="34" charset="0"/>
              </a:rPr>
              <a:t>.</a:t>
            </a:r>
            <a:endParaRPr lang="en-US" sz="2000" dirty="0">
              <a:latin typeface="Lato" panose="020F0502020204030203" pitchFamily="34" charset="0"/>
              <a:ea typeface="Lato" panose="020F0502020204030203" pitchFamily="34" charset="0"/>
              <a:cs typeface="Lato" panose="020F0502020204030203" pitchFamily="34" charset="0"/>
            </a:endParaRPr>
          </a:p>
        </p:txBody>
      </p:sp>
      <p:grpSp>
        <p:nvGrpSpPr>
          <p:cNvPr id="667" name="Google Shape;667;p38">
            <a:extLst>
              <a:ext uri="{FF2B5EF4-FFF2-40B4-BE49-F238E27FC236}">
                <a16:creationId xmlns:a16="http://schemas.microsoft.com/office/drawing/2014/main" id="{DE613FEC-FE49-4DB6-E4AA-8336649ECC05}"/>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F2E8D1CE-4BE8-5504-7189-A0522A3F2CD6}"/>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B6DB3433-2D95-3A7E-5461-09E37B80247D}"/>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5FC6906B-3687-9F08-DBF5-CCA0454BABF3}"/>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7ACB00B1-BB0C-8A7E-5FD6-9CEFFE85489D}"/>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A0377E4B-1DFD-5A4A-97D0-362EAEFE55E0}"/>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83108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9D561542-2292-5B6F-E721-09D79106E7CE}"/>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7ABCE864-85C8-99B8-3DF2-CFEA20ADB0A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3. </a:t>
            </a:r>
            <a:r>
              <a:rPr lang="en-US" dirty="0"/>
              <a:t>Catch</a:t>
            </a:r>
            <a:r>
              <a:rPr lang="en" dirty="0"/>
              <a:t>ing an Exception</a:t>
            </a:r>
            <a:endParaRPr dirty="0"/>
          </a:p>
        </p:txBody>
      </p:sp>
      <p:sp>
        <p:nvSpPr>
          <p:cNvPr id="664" name="Google Shape;664;p38">
            <a:extLst>
              <a:ext uri="{FF2B5EF4-FFF2-40B4-BE49-F238E27FC236}">
                <a16:creationId xmlns:a16="http://schemas.microsoft.com/office/drawing/2014/main" id="{F653B0A8-0245-2EB8-2CA7-5603F0C847A1}"/>
              </a:ext>
            </a:extLst>
          </p:cNvPr>
          <p:cNvSpPr txBox="1"/>
          <p:nvPr/>
        </p:nvSpPr>
        <p:spPr>
          <a:xfrm>
            <a:off x="720000" y="1392124"/>
            <a:ext cx="8075121" cy="2710953"/>
          </a:xfrm>
          <a:prstGeom prst="rect">
            <a:avLst/>
          </a:prstGeom>
          <a:noFill/>
          <a:ln>
            <a:noFill/>
          </a:ln>
        </p:spPr>
        <p:txBody>
          <a:bodyPr spcFirstLastPara="1" wrap="square" lIns="91425" tIns="91425" rIns="91425" bIns="91425" anchor="t" anchorCtr="0">
            <a:noAutofit/>
          </a:bodyPr>
          <a:lstStyle/>
          <a:p>
            <a:pPr lvl="0" algn="l" rtl="0">
              <a:spcBef>
                <a:spcPts val="0"/>
              </a:spcBef>
              <a:spcAft>
                <a:spcPts val="600"/>
              </a:spcAft>
            </a:pPr>
            <a:r>
              <a:rPr lang="en-US" sz="1600" b="1" dirty="0">
                <a:latin typeface="Courier New" panose="02070309020205020404" pitchFamily="49" charset="0"/>
                <a:ea typeface="Lato" panose="020F0502020204030203" pitchFamily="34" charset="0"/>
                <a:cs typeface="Courier New" panose="02070309020205020404" pitchFamily="49" charset="0"/>
              </a:rPr>
              <a:t>try</a:t>
            </a:r>
            <a:r>
              <a:rPr lang="en-US" sz="1600" dirty="0">
                <a:latin typeface="Courier New" panose="02070309020205020404" pitchFamily="49" charset="0"/>
                <a:ea typeface="Lato" panose="020F0502020204030203" pitchFamily="34" charset="0"/>
                <a:cs typeface="Courier New" panose="02070309020205020404" pitchFamily="49" charset="0"/>
              </a:rPr>
              <a:t>{</a:t>
            </a: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kode</a:t>
            </a:r>
            <a:r>
              <a:rPr lang="en-US" sz="1600" dirty="0">
                <a:latin typeface="Courier New" panose="02070309020205020404" pitchFamily="49" charset="0"/>
                <a:ea typeface="Lato" panose="020F0502020204030203" pitchFamily="34" charset="0"/>
                <a:cs typeface="Courier New" panose="02070309020205020404" pitchFamily="49" charset="0"/>
              </a:rPr>
              <a:t> yang </a:t>
            </a:r>
            <a:r>
              <a:rPr lang="en-US" sz="1600" dirty="0" err="1">
                <a:latin typeface="Courier New" panose="02070309020205020404" pitchFamily="49" charset="0"/>
                <a:ea typeface="Lato" panose="020F0502020204030203" pitchFamily="34" charset="0"/>
                <a:cs typeface="Courier New" panose="02070309020205020404" pitchFamily="49" charset="0"/>
              </a:rPr>
              <a:t>kemungkinan</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akan</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terjadi</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kesalahan</a:t>
            </a: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a:t>
            </a:r>
            <a:r>
              <a:rPr lang="en-US" sz="1600" b="1" dirty="0">
                <a:latin typeface="Courier New" panose="02070309020205020404" pitchFamily="49" charset="0"/>
                <a:ea typeface="Lato" panose="020F0502020204030203" pitchFamily="34" charset="0"/>
                <a:cs typeface="Courier New" panose="02070309020205020404" pitchFamily="49" charset="0"/>
              </a:rPr>
              <a:t>catch</a:t>
            </a:r>
            <a:r>
              <a:rPr lang="en-US" sz="1600" dirty="0">
                <a:latin typeface="Courier New" panose="02070309020205020404" pitchFamily="49" charset="0"/>
                <a:ea typeface="Lato" panose="020F0502020204030203" pitchFamily="34" charset="0"/>
                <a:cs typeface="Courier New" panose="02070309020205020404" pitchFamily="49" charset="0"/>
              </a:rPr>
              <a:t>(ExceptionClass3 reference){</a:t>
            </a: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kode</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jika</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kesalahan</a:t>
            </a:r>
            <a:r>
              <a:rPr lang="en-US" sz="1600" dirty="0">
                <a:latin typeface="Courier New" panose="02070309020205020404" pitchFamily="49" charset="0"/>
                <a:ea typeface="Lato" panose="020F0502020204030203" pitchFamily="34" charset="0"/>
                <a:cs typeface="Courier New" panose="02070309020205020404" pitchFamily="49" charset="0"/>
              </a:rPr>
              <a:t> yang </a:t>
            </a:r>
            <a:r>
              <a:rPr lang="en-US" sz="1600" dirty="0" err="1">
                <a:latin typeface="Courier New" panose="02070309020205020404" pitchFamily="49" charset="0"/>
                <a:ea typeface="Lato" panose="020F0502020204030203" pitchFamily="34" charset="0"/>
                <a:cs typeface="Courier New" panose="02070309020205020404" pitchFamily="49" charset="0"/>
              </a:rPr>
              <a:t>ditangani</a:t>
            </a:r>
            <a:r>
              <a:rPr lang="en-US" sz="1600" dirty="0">
                <a:latin typeface="Courier New" panose="02070309020205020404" pitchFamily="49" charset="0"/>
                <a:ea typeface="Lato" panose="020F0502020204030203" pitchFamily="34" charset="0"/>
                <a:cs typeface="Courier New" panose="02070309020205020404" pitchFamily="49" charset="0"/>
              </a:rPr>
              <a:t> ExceptionClass3 </a:t>
            </a:r>
            <a:r>
              <a:rPr lang="en-US" sz="1600" dirty="0" err="1">
                <a:latin typeface="Courier New" panose="02070309020205020404" pitchFamily="49" charset="0"/>
                <a:ea typeface="Lato" panose="020F0502020204030203" pitchFamily="34" charset="0"/>
                <a:cs typeface="Courier New" panose="02070309020205020404" pitchFamily="49" charset="0"/>
              </a:rPr>
              <a:t>terjadi</a:t>
            </a: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a:t>
            </a:r>
            <a:r>
              <a:rPr lang="en-US" sz="1600" b="1" dirty="0">
                <a:latin typeface="Courier New" panose="02070309020205020404" pitchFamily="49" charset="0"/>
                <a:ea typeface="Lato" panose="020F0502020204030203" pitchFamily="34" charset="0"/>
                <a:cs typeface="Courier New" panose="02070309020205020404" pitchFamily="49" charset="0"/>
              </a:rPr>
              <a:t>catch</a:t>
            </a:r>
            <a:r>
              <a:rPr lang="en-US" sz="1600" dirty="0">
                <a:latin typeface="Courier New" panose="02070309020205020404" pitchFamily="49" charset="0"/>
                <a:ea typeface="Lato" panose="020F0502020204030203" pitchFamily="34" charset="0"/>
                <a:cs typeface="Courier New" panose="02070309020205020404" pitchFamily="49" charset="0"/>
              </a:rPr>
              <a:t>(ExceptionClass2 reference){</a:t>
            </a: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kode</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jika</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kesalahan</a:t>
            </a:r>
            <a:r>
              <a:rPr lang="en-US" sz="1600" dirty="0">
                <a:latin typeface="Courier New" panose="02070309020205020404" pitchFamily="49" charset="0"/>
                <a:ea typeface="Lato" panose="020F0502020204030203" pitchFamily="34" charset="0"/>
                <a:cs typeface="Courier New" panose="02070309020205020404" pitchFamily="49" charset="0"/>
              </a:rPr>
              <a:t> yang </a:t>
            </a:r>
            <a:r>
              <a:rPr lang="en-US" sz="1600" dirty="0" err="1">
                <a:latin typeface="Courier New" panose="02070309020205020404" pitchFamily="49" charset="0"/>
                <a:ea typeface="Lato" panose="020F0502020204030203" pitchFamily="34" charset="0"/>
                <a:cs typeface="Courier New" panose="02070309020205020404" pitchFamily="49" charset="0"/>
              </a:rPr>
              <a:t>ditangani</a:t>
            </a:r>
            <a:r>
              <a:rPr lang="en-US" sz="1600" dirty="0">
                <a:latin typeface="Courier New" panose="02070309020205020404" pitchFamily="49" charset="0"/>
                <a:ea typeface="Lato" panose="020F0502020204030203" pitchFamily="34" charset="0"/>
                <a:cs typeface="Courier New" panose="02070309020205020404" pitchFamily="49" charset="0"/>
              </a:rPr>
              <a:t> ExceptionClass2 </a:t>
            </a:r>
            <a:r>
              <a:rPr lang="en-US" sz="1600" dirty="0" err="1">
                <a:latin typeface="Courier New" panose="02070309020205020404" pitchFamily="49" charset="0"/>
                <a:ea typeface="Lato" panose="020F0502020204030203" pitchFamily="34" charset="0"/>
                <a:cs typeface="Courier New" panose="02070309020205020404" pitchFamily="49" charset="0"/>
              </a:rPr>
              <a:t>terjadi</a:t>
            </a: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a:t>
            </a:r>
            <a:r>
              <a:rPr lang="en-US" sz="1600" b="1" dirty="0">
                <a:latin typeface="Courier New" panose="02070309020205020404" pitchFamily="49" charset="0"/>
                <a:ea typeface="Lato" panose="020F0502020204030203" pitchFamily="34" charset="0"/>
                <a:cs typeface="Courier New" panose="02070309020205020404" pitchFamily="49" charset="0"/>
              </a:rPr>
              <a:t>catch</a:t>
            </a:r>
            <a:r>
              <a:rPr lang="en-US" sz="1600" dirty="0">
                <a:latin typeface="Courier New" panose="02070309020205020404" pitchFamily="49" charset="0"/>
                <a:ea typeface="Lato" panose="020F0502020204030203" pitchFamily="34" charset="0"/>
                <a:cs typeface="Courier New" panose="02070309020205020404" pitchFamily="49" charset="0"/>
              </a:rPr>
              <a:t>(ExceptionClass1 reference){</a:t>
            </a: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kode</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jika</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kesalahan</a:t>
            </a:r>
            <a:r>
              <a:rPr lang="en-US" sz="1600" dirty="0">
                <a:latin typeface="Courier New" panose="02070309020205020404" pitchFamily="49" charset="0"/>
                <a:ea typeface="Lato" panose="020F0502020204030203" pitchFamily="34" charset="0"/>
                <a:cs typeface="Courier New" panose="02070309020205020404" pitchFamily="49" charset="0"/>
              </a:rPr>
              <a:t> yang </a:t>
            </a:r>
            <a:r>
              <a:rPr lang="en-US" sz="1600" dirty="0" err="1">
                <a:latin typeface="Courier New" panose="02070309020205020404" pitchFamily="49" charset="0"/>
                <a:ea typeface="Lato" panose="020F0502020204030203" pitchFamily="34" charset="0"/>
                <a:cs typeface="Courier New" panose="02070309020205020404" pitchFamily="49" charset="0"/>
              </a:rPr>
              <a:t>ditangani</a:t>
            </a:r>
            <a:r>
              <a:rPr lang="en-US" sz="1600" dirty="0">
                <a:latin typeface="Courier New" panose="02070309020205020404" pitchFamily="49" charset="0"/>
                <a:ea typeface="Lato" panose="020F0502020204030203" pitchFamily="34" charset="0"/>
                <a:cs typeface="Courier New" panose="02070309020205020404" pitchFamily="49" charset="0"/>
              </a:rPr>
              <a:t> ExceptionClass1 </a:t>
            </a:r>
            <a:r>
              <a:rPr lang="en-US" sz="1600" dirty="0" err="1">
                <a:latin typeface="Courier New" panose="02070309020205020404" pitchFamily="49" charset="0"/>
                <a:ea typeface="Lato" panose="020F0502020204030203" pitchFamily="34" charset="0"/>
                <a:cs typeface="Courier New" panose="02070309020205020404" pitchFamily="49" charset="0"/>
              </a:rPr>
              <a:t>terjadi</a:t>
            </a: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a:t>
            </a:r>
          </a:p>
          <a:p>
            <a:pPr lvl="0" algn="l" rtl="0">
              <a:spcBef>
                <a:spcPts val="0"/>
              </a:spcBef>
              <a:spcAft>
                <a:spcPts val="600"/>
              </a:spcAft>
            </a:pP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endParaRPr lang="en-US" sz="1600" dirty="0">
              <a:latin typeface="Courier New" panose="02070309020205020404" pitchFamily="49" charset="0"/>
              <a:ea typeface="Lato" panose="020F0502020204030203" pitchFamily="34" charset="0"/>
              <a:cs typeface="Courier New" panose="02070309020205020404" pitchFamily="49" charset="0"/>
            </a:endParaRPr>
          </a:p>
        </p:txBody>
      </p:sp>
      <p:grpSp>
        <p:nvGrpSpPr>
          <p:cNvPr id="667" name="Google Shape;667;p38">
            <a:extLst>
              <a:ext uri="{FF2B5EF4-FFF2-40B4-BE49-F238E27FC236}">
                <a16:creationId xmlns:a16="http://schemas.microsoft.com/office/drawing/2014/main" id="{DFA7611E-DF32-126F-4BF0-2B5574D43369}"/>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C6570C28-141C-3FDD-AEEF-E556E8CEA441}"/>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8695A8B1-5596-8427-0799-77D03BA87C3B}"/>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C30DE099-2976-AD93-F0B9-768DA07C57ED}"/>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B1B8F032-30DB-833C-B0F7-42F7FAD26785}"/>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4E7B89CA-7DE8-4AD9-980E-44BA1707C209}"/>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90351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CDC5D295-B691-4AA2-9BFD-5DFC99BB04D7}"/>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1FF6D1D2-C8A1-4064-DD38-7A404287B9E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3. </a:t>
            </a:r>
            <a:r>
              <a:rPr lang="en-US" dirty="0"/>
              <a:t>Catch</a:t>
            </a:r>
            <a:r>
              <a:rPr lang="en" dirty="0"/>
              <a:t>ing an Exception</a:t>
            </a:r>
            <a:endParaRPr dirty="0"/>
          </a:p>
        </p:txBody>
      </p:sp>
      <p:sp>
        <p:nvSpPr>
          <p:cNvPr id="664" name="Google Shape;664;p38">
            <a:extLst>
              <a:ext uri="{FF2B5EF4-FFF2-40B4-BE49-F238E27FC236}">
                <a16:creationId xmlns:a16="http://schemas.microsoft.com/office/drawing/2014/main" id="{EE2C61C6-62A2-DF45-332E-DB541221A0C2}"/>
              </a:ext>
            </a:extLst>
          </p:cNvPr>
          <p:cNvSpPr txBox="1"/>
          <p:nvPr/>
        </p:nvSpPr>
        <p:spPr>
          <a:xfrm>
            <a:off x="720000" y="1263171"/>
            <a:ext cx="8075121" cy="2710953"/>
          </a:xfrm>
          <a:prstGeom prst="rect">
            <a:avLst/>
          </a:prstGeom>
          <a:noFill/>
          <a:ln>
            <a:noFill/>
          </a:ln>
        </p:spPr>
        <p:txBody>
          <a:bodyPr spcFirstLastPara="1" wrap="square" lIns="91425" tIns="91425" rIns="91425" bIns="91425" anchor="t" anchorCtr="0">
            <a:noAutofit/>
          </a:bodyPr>
          <a:lstStyle/>
          <a:p>
            <a:pPr lvl="0" algn="l" rtl="0">
              <a:spcBef>
                <a:spcPts val="0"/>
              </a:spcBef>
              <a:spcAft>
                <a:spcPts val="600"/>
              </a:spcAft>
            </a:pPr>
            <a:r>
              <a:rPr lang="en-US" sz="1600" b="1" dirty="0">
                <a:latin typeface="Courier New" panose="02070309020205020404" pitchFamily="49" charset="0"/>
                <a:ea typeface="Lato" panose="020F0502020204030203" pitchFamily="34" charset="0"/>
                <a:cs typeface="Courier New" panose="02070309020205020404" pitchFamily="49" charset="0"/>
              </a:rPr>
              <a:t>try</a:t>
            </a:r>
            <a:r>
              <a:rPr lang="en-US" sz="1600" dirty="0">
                <a:latin typeface="Courier New" panose="02070309020205020404" pitchFamily="49" charset="0"/>
                <a:ea typeface="Lato" panose="020F0502020204030203" pitchFamily="34" charset="0"/>
                <a:cs typeface="Courier New" panose="02070309020205020404" pitchFamily="49" charset="0"/>
              </a:rPr>
              <a:t>{</a:t>
            </a: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kode</a:t>
            </a:r>
            <a:r>
              <a:rPr lang="en-US" sz="1600" dirty="0">
                <a:latin typeface="Courier New" panose="02070309020205020404" pitchFamily="49" charset="0"/>
                <a:ea typeface="Lato" panose="020F0502020204030203" pitchFamily="34" charset="0"/>
                <a:cs typeface="Courier New" panose="02070309020205020404" pitchFamily="49" charset="0"/>
              </a:rPr>
              <a:t> yang </a:t>
            </a:r>
            <a:r>
              <a:rPr lang="en-US" sz="1600" dirty="0" err="1">
                <a:latin typeface="Courier New" panose="02070309020205020404" pitchFamily="49" charset="0"/>
                <a:ea typeface="Lato" panose="020F0502020204030203" pitchFamily="34" charset="0"/>
                <a:cs typeface="Courier New" panose="02070309020205020404" pitchFamily="49" charset="0"/>
              </a:rPr>
              <a:t>kemungkinan</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akan</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terjadi</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kesalahan</a:t>
            </a: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a:t>
            </a:r>
            <a:r>
              <a:rPr lang="en-US" sz="1600" b="1" dirty="0">
                <a:latin typeface="Courier New" panose="02070309020205020404" pitchFamily="49" charset="0"/>
                <a:ea typeface="Lato" panose="020F0502020204030203" pitchFamily="34" charset="0"/>
                <a:cs typeface="Courier New" panose="02070309020205020404" pitchFamily="49" charset="0"/>
              </a:rPr>
              <a:t>catch</a:t>
            </a:r>
            <a:r>
              <a:rPr lang="en-US" sz="1600" dirty="0">
                <a:latin typeface="Courier New" panose="02070309020205020404" pitchFamily="49" charset="0"/>
                <a:ea typeface="Lato" panose="020F0502020204030203" pitchFamily="34" charset="0"/>
                <a:cs typeface="Courier New" panose="02070309020205020404" pitchFamily="49" charset="0"/>
              </a:rPr>
              <a:t>(ExceptionClass3 reference){</a:t>
            </a: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kode</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jika</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kesalahan</a:t>
            </a:r>
            <a:r>
              <a:rPr lang="en-US" sz="1600" dirty="0">
                <a:latin typeface="Courier New" panose="02070309020205020404" pitchFamily="49" charset="0"/>
                <a:ea typeface="Lato" panose="020F0502020204030203" pitchFamily="34" charset="0"/>
                <a:cs typeface="Courier New" panose="02070309020205020404" pitchFamily="49" charset="0"/>
              </a:rPr>
              <a:t> yang </a:t>
            </a:r>
            <a:r>
              <a:rPr lang="en-US" sz="1600" dirty="0" err="1">
                <a:latin typeface="Courier New" panose="02070309020205020404" pitchFamily="49" charset="0"/>
                <a:ea typeface="Lato" panose="020F0502020204030203" pitchFamily="34" charset="0"/>
                <a:cs typeface="Courier New" panose="02070309020205020404" pitchFamily="49" charset="0"/>
              </a:rPr>
              <a:t>ditangani</a:t>
            </a:r>
            <a:r>
              <a:rPr lang="en-US" sz="1600" dirty="0">
                <a:latin typeface="Courier New" panose="02070309020205020404" pitchFamily="49" charset="0"/>
                <a:ea typeface="Lato" panose="020F0502020204030203" pitchFamily="34" charset="0"/>
                <a:cs typeface="Courier New" panose="02070309020205020404" pitchFamily="49" charset="0"/>
              </a:rPr>
              <a:t> ExceptionClass3 </a:t>
            </a:r>
            <a:r>
              <a:rPr lang="en-US" sz="1600" dirty="0" err="1">
                <a:latin typeface="Courier New" panose="02070309020205020404" pitchFamily="49" charset="0"/>
                <a:ea typeface="Lato" panose="020F0502020204030203" pitchFamily="34" charset="0"/>
                <a:cs typeface="Courier New" panose="02070309020205020404" pitchFamily="49" charset="0"/>
              </a:rPr>
              <a:t>terjadi</a:t>
            </a: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a:t>
            </a:r>
            <a:r>
              <a:rPr lang="en-US" sz="1600" b="1" dirty="0">
                <a:latin typeface="Courier New" panose="02070309020205020404" pitchFamily="49" charset="0"/>
                <a:ea typeface="Lato" panose="020F0502020204030203" pitchFamily="34" charset="0"/>
                <a:cs typeface="Courier New" panose="02070309020205020404" pitchFamily="49" charset="0"/>
              </a:rPr>
              <a:t>catch</a:t>
            </a:r>
            <a:r>
              <a:rPr lang="en-US" sz="1600" dirty="0">
                <a:latin typeface="Courier New" panose="02070309020205020404" pitchFamily="49" charset="0"/>
                <a:ea typeface="Lato" panose="020F0502020204030203" pitchFamily="34" charset="0"/>
                <a:cs typeface="Courier New" panose="02070309020205020404" pitchFamily="49" charset="0"/>
              </a:rPr>
              <a:t>(ExceptionClass2 reference){</a:t>
            </a: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kode</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jika</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kesalahan</a:t>
            </a:r>
            <a:r>
              <a:rPr lang="en-US" sz="1600" dirty="0">
                <a:latin typeface="Courier New" panose="02070309020205020404" pitchFamily="49" charset="0"/>
                <a:ea typeface="Lato" panose="020F0502020204030203" pitchFamily="34" charset="0"/>
                <a:cs typeface="Courier New" panose="02070309020205020404" pitchFamily="49" charset="0"/>
              </a:rPr>
              <a:t> yang </a:t>
            </a:r>
            <a:r>
              <a:rPr lang="en-US" sz="1600" dirty="0" err="1">
                <a:latin typeface="Courier New" panose="02070309020205020404" pitchFamily="49" charset="0"/>
                <a:ea typeface="Lato" panose="020F0502020204030203" pitchFamily="34" charset="0"/>
                <a:cs typeface="Courier New" panose="02070309020205020404" pitchFamily="49" charset="0"/>
              </a:rPr>
              <a:t>ditangani</a:t>
            </a:r>
            <a:r>
              <a:rPr lang="en-US" sz="1600" dirty="0">
                <a:latin typeface="Courier New" panose="02070309020205020404" pitchFamily="49" charset="0"/>
                <a:ea typeface="Lato" panose="020F0502020204030203" pitchFamily="34" charset="0"/>
                <a:cs typeface="Courier New" panose="02070309020205020404" pitchFamily="49" charset="0"/>
              </a:rPr>
              <a:t> ExceptionClass3 </a:t>
            </a:r>
            <a:r>
              <a:rPr lang="en-US" sz="1600" dirty="0" err="1">
                <a:latin typeface="Courier New" panose="02070309020205020404" pitchFamily="49" charset="0"/>
                <a:ea typeface="Lato" panose="020F0502020204030203" pitchFamily="34" charset="0"/>
                <a:cs typeface="Courier New" panose="02070309020205020404" pitchFamily="49" charset="0"/>
              </a:rPr>
              <a:t>terjadi</a:t>
            </a: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a:t>
            </a:r>
            <a:r>
              <a:rPr lang="en-US" sz="1600" b="1" dirty="0">
                <a:latin typeface="Courier New" panose="02070309020205020404" pitchFamily="49" charset="0"/>
                <a:ea typeface="Lato" panose="020F0502020204030203" pitchFamily="34" charset="0"/>
                <a:cs typeface="Courier New" panose="02070309020205020404" pitchFamily="49" charset="0"/>
              </a:rPr>
              <a:t>catch</a:t>
            </a:r>
            <a:r>
              <a:rPr lang="en-US" sz="1600" dirty="0">
                <a:latin typeface="Courier New" panose="02070309020205020404" pitchFamily="49" charset="0"/>
                <a:ea typeface="Lato" panose="020F0502020204030203" pitchFamily="34" charset="0"/>
                <a:cs typeface="Courier New" panose="02070309020205020404" pitchFamily="49" charset="0"/>
              </a:rPr>
              <a:t>(ExceptionClass1 reference){</a:t>
            </a: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kode</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jika</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kesalahan</a:t>
            </a:r>
            <a:r>
              <a:rPr lang="en-US" sz="1600" dirty="0">
                <a:latin typeface="Courier New" panose="02070309020205020404" pitchFamily="49" charset="0"/>
                <a:ea typeface="Lato" panose="020F0502020204030203" pitchFamily="34" charset="0"/>
                <a:cs typeface="Courier New" panose="02070309020205020404" pitchFamily="49" charset="0"/>
              </a:rPr>
              <a:t> yang </a:t>
            </a:r>
            <a:r>
              <a:rPr lang="en-US" sz="1600" dirty="0" err="1">
                <a:latin typeface="Courier New" panose="02070309020205020404" pitchFamily="49" charset="0"/>
                <a:ea typeface="Lato" panose="020F0502020204030203" pitchFamily="34" charset="0"/>
                <a:cs typeface="Courier New" panose="02070309020205020404" pitchFamily="49" charset="0"/>
              </a:rPr>
              <a:t>ditangani</a:t>
            </a:r>
            <a:r>
              <a:rPr lang="en-US" sz="1600" dirty="0">
                <a:latin typeface="Courier New" panose="02070309020205020404" pitchFamily="49" charset="0"/>
                <a:ea typeface="Lato" panose="020F0502020204030203" pitchFamily="34" charset="0"/>
                <a:cs typeface="Courier New" panose="02070309020205020404" pitchFamily="49" charset="0"/>
              </a:rPr>
              <a:t> ExceptionClass3 </a:t>
            </a:r>
            <a:r>
              <a:rPr lang="en-US" sz="1600" dirty="0" err="1">
                <a:latin typeface="Courier New" panose="02070309020205020404" pitchFamily="49" charset="0"/>
                <a:ea typeface="Lato" panose="020F0502020204030203" pitchFamily="34" charset="0"/>
                <a:cs typeface="Courier New" panose="02070309020205020404" pitchFamily="49" charset="0"/>
              </a:rPr>
              <a:t>terjadi</a:t>
            </a: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a:t>
            </a:r>
            <a:r>
              <a:rPr lang="en-US" sz="1600" b="1" dirty="0">
                <a:latin typeface="Courier New" panose="02070309020205020404" pitchFamily="49" charset="0"/>
                <a:ea typeface="Lato" panose="020F0502020204030203" pitchFamily="34" charset="0"/>
                <a:cs typeface="Courier New" panose="02070309020205020404" pitchFamily="49" charset="0"/>
              </a:rPr>
              <a:t>finally</a:t>
            </a:r>
            <a:r>
              <a:rPr lang="en-US" sz="1600" dirty="0">
                <a:latin typeface="Courier New" panose="02070309020205020404" pitchFamily="49" charset="0"/>
                <a:ea typeface="Lato" panose="020F0502020204030203" pitchFamily="34" charset="0"/>
                <a:cs typeface="Courier New" panose="02070309020205020404" pitchFamily="49" charset="0"/>
              </a:rPr>
              <a:t> {</a:t>
            </a: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kode</a:t>
            </a:r>
            <a:r>
              <a:rPr lang="en-US" sz="1600" dirty="0">
                <a:latin typeface="Courier New" panose="02070309020205020404" pitchFamily="49" charset="0"/>
                <a:ea typeface="Lato" panose="020F0502020204030203" pitchFamily="34" charset="0"/>
                <a:cs typeface="Courier New" panose="02070309020205020404" pitchFamily="49" charset="0"/>
              </a:rPr>
              <a:t> yang </a:t>
            </a:r>
            <a:r>
              <a:rPr lang="en-US" sz="1600" dirty="0" err="1">
                <a:latin typeface="Courier New" panose="02070309020205020404" pitchFamily="49" charset="0"/>
                <a:ea typeface="Lato" panose="020F0502020204030203" pitchFamily="34" charset="0"/>
                <a:cs typeface="Courier New" panose="02070309020205020404" pitchFamily="49" charset="0"/>
              </a:rPr>
              <a:t>harus</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dijalankan</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apapun</a:t>
            </a:r>
            <a:r>
              <a:rPr lang="en-US" sz="1600" dirty="0">
                <a:latin typeface="Courier New" panose="02070309020205020404" pitchFamily="49" charset="0"/>
                <a:ea typeface="Lato" panose="020F0502020204030203" pitchFamily="34" charset="0"/>
                <a:cs typeface="Courier New" panose="02070309020205020404" pitchFamily="49" charset="0"/>
              </a:rPr>
              <a:t> </a:t>
            </a:r>
            <a:r>
              <a:rPr lang="en-US" sz="1600" dirty="0" err="1">
                <a:latin typeface="Courier New" panose="02070309020205020404" pitchFamily="49" charset="0"/>
                <a:ea typeface="Lato" panose="020F0502020204030203" pitchFamily="34" charset="0"/>
                <a:cs typeface="Courier New" panose="02070309020205020404" pitchFamily="49" charset="0"/>
              </a:rPr>
              <a:t>kondisinya</a:t>
            </a: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r>
              <a:rPr lang="en-US" sz="1600" dirty="0">
                <a:latin typeface="Courier New" panose="02070309020205020404" pitchFamily="49" charset="0"/>
                <a:ea typeface="Lato" panose="020F0502020204030203" pitchFamily="34" charset="0"/>
                <a:cs typeface="Courier New" panose="02070309020205020404" pitchFamily="49" charset="0"/>
              </a:rPr>
              <a:t>}</a:t>
            </a:r>
          </a:p>
          <a:p>
            <a:pPr lvl="0" algn="l" rtl="0">
              <a:spcBef>
                <a:spcPts val="0"/>
              </a:spcBef>
              <a:spcAft>
                <a:spcPts val="600"/>
              </a:spcAft>
            </a:pP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endParaRPr lang="en-US" sz="1600" dirty="0">
              <a:latin typeface="Courier New" panose="02070309020205020404" pitchFamily="49" charset="0"/>
              <a:ea typeface="Lato" panose="020F0502020204030203" pitchFamily="34" charset="0"/>
              <a:cs typeface="Courier New" panose="02070309020205020404" pitchFamily="49" charset="0"/>
            </a:endParaRPr>
          </a:p>
          <a:p>
            <a:pPr lvl="0" algn="l" rtl="0">
              <a:spcBef>
                <a:spcPts val="0"/>
              </a:spcBef>
              <a:spcAft>
                <a:spcPts val="600"/>
              </a:spcAft>
            </a:pPr>
            <a:endParaRPr lang="en-US" sz="1600" dirty="0">
              <a:latin typeface="Courier New" panose="02070309020205020404" pitchFamily="49" charset="0"/>
              <a:ea typeface="Lato" panose="020F0502020204030203" pitchFamily="34" charset="0"/>
              <a:cs typeface="Courier New" panose="02070309020205020404" pitchFamily="49" charset="0"/>
            </a:endParaRPr>
          </a:p>
        </p:txBody>
      </p:sp>
      <p:grpSp>
        <p:nvGrpSpPr>
          <p:cNvPr id="667" name="Google Shape;667;p38">
            <a:extLst>
              <a:ext uri="{FF2B5EF4-FFF2-40B4-BE49-F238E27FC236}">
                <a16:creationId xmlns:a16="http://schemas.microsoft.com/office/drawing/2014/main" id="{C6D5B82F-9A56-9ED9-85FC-BF3B43F2CC6B}"/>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5248C22F-07B5-F816-5980-5499D220A176}"/>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E352252F-AF2A-7A9D-7FB3-FA50F2FBEEEB}"/>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F5773DC0-DD63-40F1-A595-224511B8EC4D}"/>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D21794BD-ADEA-9D42-EBC3-9A60C4E80C0A}"/>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3545B9B3-3EB0-2CEB-F85E-D51253945324}"/>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896021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9B8CF9EF-3EDC-6FE1-1D27-82686CE39373}"/>
              </a:ext>
            </a:extLst>
          </p:cNvPr>
          <p:cNvPicPr>
            <a:picLocks noChangeAspect="1"/>
          </p:cNvPicPr>
          <p:nvPr/>
        </p:nvPicPr>
        <p:blipFill>
          <a:blip r:embed="rId3"/>
          <a:stretch>
            <a:fillRect/>
          </a:stretch>
        </p:blipFill>
        <p:spPr>
          <a:xfrm>
            <a:off x="0" y="146339"/>
            <a:ext cx="9144000" cy="4738965"/>
          </a:xfrm>
          <a:prstGeom prst="rect">
            <a:avLst/>
          </a:prstGeom>
        </p:spPr>
      </p:pic>
    </p:spTree>
    <p:extLst>
      <p:ext uri="{BB962C8B-B14F-4D97-AF65-F5344CB8AC3E}">
        <p14:creationId xmlns:p14="http://schemas.microsoft.com/office/powerpoint/2010/main" val="29956479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9738165A-9A19-4784-818A-8FCD2A58F745}"/>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3D74BD12-9AC6-2E4F-CD87-760F545C83D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Getting Information from Exception</a:t>
            </a:r>
            <a:endParaRPr dirty="0"/>
          </a:p>
        </p:txBody>
      </p:sp>
      <p:grpSp>
        <p:nvGrpSpPr>
          <p:cNvPr id="667" name="Google Shape;667;p38">
            <a:extLst>
              <a:ext uri="{FF2B5EF4-FFF2-40B4-BE49-F238E27FC236}">
                <a16:creationId xmlns:a16="http://schemas.microsoft.com/office/drawing/2014/main" id="{5B5E89DA-7654-278D-0950-BE3E2D29F4CF}"/>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CE090058-966B-D9B5-EB70-9FA57019C7A1}"/>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35A4BCAF-28E5-48C2-E7E9-B2B886F86C4A}"/>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C617A84E-51F6-E1A6-4702-0F68FF596DC1}"/>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36A5CF20-E397-255C-777C-F1BE6C50C366}"/>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FDCE74A4-5D05-76B7-0BBF-239B7C1E89A6}"/>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7A787E3F-FE43-80D5-367C-BD98BCCE565A}"/>
              </a:ext>
            </a:extLst>
          </p:cNvPr>
          <p:cNvPicPr>
            <a:picLocks noChangeAspect="1"/>
          </p:cNvPicPr>
          <p:nvPr/>
        </p:nvPicPr>
        <p:blipFill>
          <a:blip r:embed="rId3"/>
          <a:stretch>
            <a:fillRect/>
          </a:stretch>
        </p:blipFill>
        <p:spPr>
          <a:xfrm>
            <a:off x="471100" y="1440052"/>
            <a:ext cx="8229600" cy="2381250"/>
          </a:xfrm>
          <a:prstGeom prst="rect">
            <a:avLst/>
          </a:prstGeom>
        </p:spPr>
      </p:pic>
    </p:spTree>
    <p:extLst>
      <p:ext uri="{BB962C8B-B14F-4D97-AF65-F5344CB8AC3E}">
        <p14:creationId xmlns:p14="http://schemas.microsoft.com/office/powerpoint/2010/main" val="7953613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2327CF06-4EB9-98A5-2105-1FFC4F1B3FA4}"/>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43DBA15A-31D1-3860-1D73-26B607B9C127}"/>
              </a:ext>
            </a:extLst>
          </p:cNvPr>
          <p:cNvSpPr txBox="1">
            <a:spLocks noGrp="1"/>
          </p:cNvSpPr>
          <p:nvPr>
            <p:ph type="title"/>
          </p:nvPr>
        </p:nvSpPr>
        <p:spPr>
          <a:xfrm>
            <a:off x="239358" y="1406317"/>
            <a:ext cx="1671508"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Contoh: Kubus</a:t>
            </a:r>
            <a:endParaRPr dirty="0"/>
          </a:p>
        </p:txBody>
      </p:sp>
      <p:grpSp>
        <p:nvGrpSpPr>
          <p:cNvPr id="667" name="Google Shape;667;p38">
            <a:extLst>
              <a:ext uri="{FF2B5EF4-FFF2-40B4-BE49-F238E27FC236}">
                <a16:creationId xmlns:a16="http://schemas.microsoft.com/office/drawing/2014/main" id="{ABDBEB41-9CD6-5221-31C5-28759F9F91AC}"/>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3AE64A75-8D42-92EB-A21D-B82EBF0D6EAE}"/>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993AAFB8-60FF-B9E7-CD8B-7AB78DB8AE2A}"/>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45B28D94-DFE7-1718-772A-DBB80B1BAEAD}"/>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55729C76-8CD5-0CED-8CEF-BCE1799ECF00}"/>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69707A37-A52B-4AC1-C344-3BB473B7C994}"/>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0CF5BFC9-8D58-0C2A-1F30-0693310F1DEE}"/>
              </a:ext>
            </a:extLst>
          </p:cNvPr>
          <p:cNvPicPr>
            <a:picLocks noChangeAspect="1"/>
          </p:cNvPicPr>
          <p:nvPr/>
        </p:nvPicPr>
        <p:blipFill>
          <a:blip r:embed="rId3"/>
          <a:stretch>
            <a:fillRect/>
          </a:stretch>
        </p:blipFill>
        <p:spPr>
          <a:xfrm>
            <a:off x="1974269" y="236455"/>
            <a:ext cx="6820852" cy="4648849"/>
          </a:xfrm>
          <a:prstGeom prst="rect">
            <a:avLst/>
          </a:prstGeom>
        </p:spPr>
      </p:pic>
    </p:spTree>
    <p:extLst>
      <p:ext uri="{BB962C8B-B14F-4D97-AF65-F5344CB8AC3E}">
        <p14:creationId xmlns:p14="http://schemas.microsoft.com/office/powerpoint/2010/main" val="14126761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3EF4363D-8DB4-6976-6105-7891C02F5370}"/>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026EB984-76C9-F953-A7DA-77E458635C79}"/>
              </a:ext>
            </a:extLst>
          </p:cNvPr>
          <p:cNvSpPr txBox="1">
            <a:spLocks noGrp="1"/>
          </p:cNvSpPr>
          <p:nvPr>
            <p:ph type="title"/>
          </p:nvPr>
        </p:nvSpPr>
        <p:spPr>
          <a:xfrm>
            <a:off x="239358" y="1406317"/>
            <a:ext cx="1671508"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Contoh: Kubus</a:t>
            </a:r>
            <a:endParaRPr dirty="0"/>
          </a:p>
        </p:txBody>
      </p:sp>
      <p:grpSp>
        <p:nvGrpSpPr>
          <p:cNvPr id="667" name="Google Shape;667;p38">
            <a:extLst>
              <a:ext uri="{FF2B5EF4-FFF2-40B4-BE49-F238E27FC236}">
                <a16:creationId xmlns:a16="http://schemas.microsoft.com/office/drawing/2014/main" id="{6AAA2924-3377-9BBC-1BC6-18ACCD0555F6}"/>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A3A9A855-B6E8-8107-0A9A-4C511A9BC583}"/>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3B02F6AF-4508-2FB3-93F5-BFDAC6721EB4}"/>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8079FA3B-6BD2-248F-3952-0814613BEC5B}"/>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EA7550CE-1D29-EF90-0C73-6BDC3A7D59FB}"/>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8620AD86-29C3-A66E-8762-9A6A8EF40749}"/>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EE69A9C9-561F-F05F-B46D-09952296283E}"/>
              </a:ext>
            </a:extLst>
          </p:cNvPr>
          <p:cNvPicPr>
            <a:picLocks noChangeAspect="1"/>
          </p:cNvPicPr>
          <p:nvPr/>
        </p:nvPicPr>
        <p:blipFill>
          <a:blip r:embed="rId3"/>
          <a:stretch>
            <a:fillRect/>
          </a:stretch>
        </p:blipFill>
        <p:spPr>
          <a:xfrm>
            <a:off x="2027624" y="162868"/>
            <a:ext cx="6706536" cy="2238687"/>
          </a:xfrm>
          <a:prstGeom prst="rect">
            <a:avLst/>
          </a:prstGeom>
        </p:spPr>
      </p:pic>
      <p:pic>
        <p:nvPicPr>
          <p:cNvPr id="8" name="Picture 7">
            <a:extLst>
              <a:ext uri="{FF2B5EF4-FFF2-40B4-BE49-F238E27FC236}">
                <a16:creationId xmlns:a16="http://schemas.microsoft.com/office/drawing/2014/main" id="{33FCC896-3857-05D8-963B-72F4B3AAEB24}"/>
              </a:ext>
            </a:extLst>
          </p:cNvPr>
          <p:cNvPicPr>
            <a:picLocks noChangeAspect="1"/>
          </p:cNvPicPr>
          <p:nvPr/>
        </p:nvPicPr>
        <p:blipFill>
          <a:blip r:embed="rId4"/>
          <a:stretch>
            <a:fillRect/>
          </a:stretch>
        </p:blipFill>
        <p:spPr>
          <a:xfrm>
            <a:off x="2027624" y="2637090"/>
            <a:ext cx="6601746" cy="2248214"/>
          </a:xfrm>
          <a:prstGeom prst="rect">
            <a:avLst/>
          </a:prstGeom>
        </p:spPr>
      </p:pic>
    </p:spTree>
    <p:extLst>
      <p:ext uri="{BB962C8B-B14F-4D97-AF65-F5344CB8AC3E}">
        <p14:creationId xmlns:p14="http://schemas.microsoft.com/office/powerpoint/2010/main" val="14611763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135CDAE2-5B5B-39D7-EF6C-F8DE7CA38554}"/>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B528161B-A39F-D602-A0D1-266CC0101E4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D" dirty="0"/>
              <a:t>E</a:t>
            </a:r>
            <a:r>
              <a:rPr lang="en" dirty="0"/>
              <a:t>xception </a:t>
            </a:r>
            <a:endParaRPr dirty="0"/>
          </a:p>
        </p:txBody>
      </p:sp>
      <p:sp>
        <p:nvSpPr>
          <p:cNvPr id="664" name="Google Shape;664;p38">
            <a:extLst>
              <a:ext uri="{FF2B5EF4-FFF2-40B4-BE49-F238E27FC236}">
                <a16:creationId xmlns:a16="http://schemas.microsoft.com/office/drawing/2014/main" id="{B0F6C045-E6B9-3B57-90C2-A6003D5C1796}"/>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Saat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menggunakan</a:t>
            </a:r>
            <a:r>
              <a:rPr lang="en-US" sz="2000" dirty="0">
                <a:solidFill>
                  <a:schemeClr val="dk1"/>
                </a:solidFill>
                <a:latin typeface="Lato"/>
                <a:ea typeface="Lato"/>
                <a:cs typeface="Lato"/>
              </a:rPr>
              <a:t> </a:t>
            </a:r>
            <a:r>
              <a:rPr lang="en-US" sz="2000" b="1" dirty="0">
                <a:solidFill>
                  <a:schemeClr val="accent5"/>
                </a:solidFill>
                <a:latin typeface="Courier New" panose="02070309020205020404" pitchFamily="49" charset="0"/>
                <a:ea typeface="Lato"/>
                <a:cs typeface="Courier New" panose="02070309020205020404" pitchFamily="49" charset="0"/>
              </a:rPr>
              <a:t>try-</a:t>
            </a:r>
            <a:r>
              <a:rPr lang="en-US" sz="2000" b="1" dirty="0" err="1">
                <a:solidFill>
                  <a:schemeClr val="accent5"/>
                </a:solidFill>
                <a:latin typeface="Courier New" panose="02070309020205020404" pitchFamily="49" charset="0"/>
                <a:ea typeface="Lato"/>
                <a:cs typeface="Courier New" panose="02070309020205020404" pitchFamily="49" charset="0"/>
              </a:rPr>
              <a:t>cacth</a:t>
            </a:r>
            <a:r>
              <a:rPr lang="en-US" sz="2000" b="1" dirty="0">
                <a:solidFill>
                  <a:schemeClr val="accent5"/>
                </a:solidFill>
                <a:latin typeface="Courier New" panose="02070309020205020404" pitchFamily="49" charset="0"/>
                <a:ea typeface="Lato"/>
                <a:cs typeface="Courier New" panose="02070309020205020404" pitchFamily="49" charset="0"/>
              </a:rPr>
              <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apabila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terjadi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kesalahan</a:t>
            </a:r>
            <a:r>
              <a:rPr lang="en-US" sz="2000" dirty="0">
                <a:solidFill>
                  <a:schemeClr val="dk1"/>
                </a:solidFill>
                <a:latin typeface="Lato"/>
                <a:ea typeface="Lato"/>
                <a:cs typeface="Lato"/>
              </a:rPr>
              <a:t> pada </a:t>
            </a:r>
            <a:r>
              <a:rPr lang="en-US" sz="2000" dirty="0" err="1">
                <a:solidFill>
                  <a:schemeClr val="dk1"/>
                </a:solidFill>
                <a:latin typeface="Lato"/>
                <a:ea typeface="Lato"/>
                <a:cs typeface="Lato"/>
              </a:rPr>
              <a:t>blok</a:t>
            </a:r>
            <a:r>
              <a:rPr lang="en-US" sz="2000" dirty="0">
                <a:solidFill>
                  <a:schemeClr val="dk1"/>
                </a:solidFill>
                <a:latin typeface="Lato"/>
                <a:ea typeface="Lato"/>
                <a:cs typeface="Lato"/>
              </a:rPr>
              <a:t> </a:t>
            </a:r>
            <a:r>
              <a:rPr lang="en-US" sz="2000" b="1" dirty="0">
                <a:solidFill>
                  <a:schemeClr val="accent5"/>
                </a:solidFill>
                <a:latin typeface="Courier New" panose="02070309020205020404" pitchFamily="49" charset="0"/>
                <a:ea typeface="Lato"/>
                <a:cs typeface="Courier New" panose="02070309020205020404" pitchFamily="49" charset="0"/>
              </a:rPr>
              <a:t>try</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maka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hanya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satu</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blok</a:t>
            </a:r>
            <a:r>
              <a:rPr lang="en-US" sz="2000" dirty="0">
                <a:solidFill>
                  <a:schemeClr val="dk1"/>
                </a:solidFill>
                <a:latin typeface="Lato"/>
                <a:ea typeface="Lato"/>
                <a:cs typeface="Lato"/>
              </a:rPr>
              <a:t> </a:t>
            </a:r>
            <a:r>
              <a:rPr lang="en-US" sz="2000" b="1" dirty="0">
                <a:solidFill>
                  <a:schemeClr val="accent5"/>
                </a:solidFill>
                <a:latin typeface="Courier New" panose="02070309020205020404" pitchFamily="49" charset="0"/>
                <a:ea typeface="Lato"/>
                <a:cs typeface="Courier New" panose="02070309020205020404" pitchFamily="49" charset="0"/>
              </a:rPr>
              <a:t>catch</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saja</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akan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dieksekusi</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Apabila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ada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blok</a:t>
            </a:r>
            <a:r>
              <a:rPr lang="en-US" sz="2000" dirty="0">
                <a:solidFill>
                  <a:schemeClr val="dk1"/>
                </a:solidFill>
                <a:latin typeface="Lato"/>
                <a:ea typeface="Lato"/>
                <a:cs typeface="Lato"/>
              </a:rPr>
              <a:t> </a:t>
            </a:r>
            <a:r>
              <a:rPr lang="en-US" sz="2000" b="1" dirty="0">
                <a:solidFill>
                  <a:schemeClr val="accent5"/>
                </a:solidFill>
                <a:latin typeface="Courier New" panose="02070309020205020404" pitchFamily="49" charset="0"/>
                <a:ea typeface="Lato"/>
                <a:cs typeface="Courier New" panose="02070309020205020404" pitchFamily="49" charset="0"/>
              </a:rPr>
              <a:t>finally</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maka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eksekusi</a:t>
            </a:r>
            <a:r>
              <a:rPr lang="en-US" sz="2000" dirty="0">
                <a:solidFill>
                  <a:schemeClr val="dk1"/>
                </a:solidFill>
                <a:latin typeface="Lato"/>
                <a:ea typeface="Lato"/>
                <a:cs typeface="Lato"/>
              </a:rPr>
              <a:t> </a:t>
            </a:r>
            <a:r>
              <a:rPr lang="en-US" sz="2000" b="1" dirty="0">
                <a:solidFill>
                  <a:schemeClr val="accent5"/>
                </a:solidFill>
                <a:latin typeface="Courier New" panose="02070309020205020404" pitchFamily="49" charset="0"/>
                <a:ea typeface="Lato"/>
                <a:cs typeface="Courier New" panose="02070309020205020404" pitchFamily="49" charset="0"/>
              </a:rPr>
              <a:t>try</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atau</a:t>
            </a:r>
            <a:r>
              <a:rPr lang="en-US" sz="2000" dirty="0">
                <a:solidFill>
                  <a:schemeClr val="dk1"/>
                </a:solidFill>
                <a:latin typeface="Lato"/>
                <a:ea typeface="Lato"/>
                <a:cs typeface="Lato"/>
              </a:rPr>
              <a:t> salah </a:t>
            </a:r>
            <a:r>
              <a:rPr lang="en-US" sz="2000" dirty="0" err="1">
                <a:solidFill>
                  <a:schemeClr val="dk1"/>
                </a:solidFill>
                <a:latin typeface="Lato"/>
                <a:ea typeface="Lato"/>
                <a:cs typeface="Lato"/>
              </a:rPr>
              <a:t>satu</a:t>
            </a:r>
            <a:r>
              <a:rPr lang="en-US" sz="2000" dirty="0">
                <a:solidFill>
                  <a:schemeClr val="dk1"/>
                </a:solidFill>
                <a:latin typeface="Lato"/>
                <a:ea typeface="Lato"/>
                <a:cs typeface="Lato"/>
              </a:rPr>
              <a:t> </a:t>
            </a:r>
            <a:r>
              <a:rPr lang="en-US" sz="2000" b="1" dirty="0">
                <a:solidFill>
                  <a:schemeClr val="accent5"/>
                </a:solidFill>
                <a:latin typeface="Courier New" panose="02070309020205020404" pitchFamily="49" charset="0"/>
                <a:ea typeface="Lato"/>
                <a:cs typeface="Courier New" panose="02070309020205020404" pitchFamily="49" charset="0"/>
              </a:rPr>
              <a:t>catch</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maka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blok</a:t>
            </a:r>
            <a:r>
              <a:rPr lang="en-US" sz="2000" dirty="0">
                <a:solidFill>
                  <a:schemeClr val="dk1"/>
                </a:solidFill>
                <a:latin typeface="Lato"/>
                <a:ea typeface="Lato"/>
                <a:cs typeface="Lato"/>
              </a:rPr>
              <a:t> </a:t>
            </a:r>
            <a:r>
              <a:rPr lang="en-US" sz="2000" b="1" dirty="0">
                <a:solidFill>
                  <a:schemeClr val="accent5"/>
                </a:solidFill>
                <a:latin typeface="Courier New" panose="02070309020205020404" pitchFamily="49" charset="0"/>
                <a:ea typeface="Lato"/>
                <a:cs typeface="Courier New" panose="02070309020205020404" pitchFamily="49" charset="0"/>
              </a:rPr>
              <a:t>finally</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akan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dieksekusi</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6B946F24-1122-8568-85F4-6D8B06AABD6E}"/>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C59F45ED-448C-8601-DF5A-7959A8954EE9}"/>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D6648EF6-F32B-E927-FD88-18A48ACE26A2}"/>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957E6551-3552-5214-9FD4-0B5163996674}"/>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A797DEC7-95F4-1915-3C75-89730F5FF73F}"/>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839A229C-2CD0-D0F9-5546-8B778F45E974}"/>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073419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CCD38678-5606-356C-ADEA-004B0A752692}"/>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DD27EBA9-2D78-14CA-62EF-260C7889D671}"/>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D" dirty="0"/>
              <a:t>E</a:t>
            </a:r>
            <a:r>
              <a:rPr lang="en" dirty="0"/>
              <a:t>xception </a:t>
            </a:r>
            <a:endParaRPr dirty="0"/>
          </a:p>
        </p:txBody>
      </p:sp>
      <p:sp>
        <p:nvSpPr>
          <p:cNvPr id="664" name="Google Shape;664;p38">
            <a:extLst>
              <a:ext uri="{FF2B5EF4-FFF2-40B4-BE49-F238E27FC236}">
                <a16:creationId xmlns:a16="http://schemas.microsoft.com/office/drawing/2014/main" id="{F2C99C0E-6974-27A7-1A53-2D8369C6A10F}"/>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Pada </a:t>
            </a:r>
            <a:r>
              <a:rPr lang="en-US" sz="2000" dirty="0" err="1">
                <a:solidFill>
                  <a:schemeClr val="dk1"/>
                </a:solidFill>
                <a:latin typeface="Lato"/>
                <a:ea typeface="Lato"/>
                <a:cs typeface="Lato"/>
              </a:rPr>
              <a:t>eksepsi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menggunakan</a:t>
            </a:r>
            <a:r>
              <a:rPr lang="en-US" sz="2000" dirty="0">
                <a:solidFill>
                  <a:schemeClr val="dk1"/>
                </a:solidFill>
                <a:latin typeface="Lato"/>
                <a:ea typeface="Lato"/>
                <a:cs typeface="Lato"/>
              </a:rPr>
              <a:t> </a:t>
            </a:r>
            <a:r>
              <a:rPr lang="en-US" sz="2000" b="1" dirty="0">
                <a:solidFill>
                  <a:schemeClr val="accent5"/>
                </a:solidFill>
                <a:latin typeface="Courier New" panose="02070309020205020404" pitchFamily="49" charset="0"/>
                <a:ea typeface="Lato"/>
                <a:cs typeface="Courier New" panose="02070309020205020404" pitchFamily="49" charset="0"/>
              </a:rPr>
              <a:t>try-</a:t>
            </a:r>
            <a:r>
              <a:rPr lang="en-US" sz="2000" b="1" dirty="0" err="1">
                <a:solidFill>
                  <a:schemeClr val="accent5"/>
                </a:solidFill>
                <a:latin typeface="Courier New" panose="02070309020205020404" pitchFamily="49" charset="0"/>
                <a:ea typeface="Lato"/>
                <a:cs typeface="Courier New" panose="02070309020205020404" pitchFamily="49" charset="0"/>
              </a:rPr>
              <a:t>cacth</a:t>
            </a:r>
            <a:r>
              <a:rPr lang="en-US" sz="2000" b="1" dirty="0">
                <a:solidFill>
                  <a:schemeClr val="accent5"/>
                </a:solidFill>
                <a:latin typeface="Courier New" panose="02070309020205020404" pitchFamily="49" charset="0"/>
                <a:ea typeface="Lato"/>
                <a:cs typeface="Courier New" panose="02070309020205020404" pitchFamily="49" charset="0"/>
              </a:rPr>
              <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hirarki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objek</a:t>
            </a:r>
            <a:r>
              <a:rPr lang="en-US" sz="2000" dirty="0">
                <a:solidFill>
                  <a:schemeClr val="dk1"/>
                </a:solidFill>
                <a:latin typeface="Lato"/>
                <a:ea typeface="Lato"/>
                <a:cs typeface="Lato"/>
              </a:rPr>
              <a:t> Exception </a:t>
            </a:r>
            <a:r>
              <a:rPr lang="en-US" sz="2000" dirty="0" err="1">
                <a:solidFill>
                  <a:schemeClr val="dk1"/>
                </a:solidFill>
                <a:latin typeface="Lato"/>
                <a:ea typeface="Lato"/>
                <a:cs typeface="Lato"/>
              </a:rPr>
              <a:t>dapat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dimanfaatkan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dengan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meletakkan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kelas</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eksepsi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khusus</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subkelas</a:t>
            </a:r>
            <a:r>
              <a:rPr lang="en-US" sz="2000" dirty="0">
                <a:solidFill>
                  <a:schemeClr val="dk1"/>
                </a:solidFill>
                <a:latin typeface="Lato"/>
                <a:ea typeface="Lato"/>
                <a:cs typeface="Lato"/>
              </a:rPr>
              <a:t>) di </a:t>
            </a:r>
            <a:r>
              <a:rPr lang="en-US" sz="2000" dirty="0" err="1">
                <a:solidFill>
                  <a:schemeClr val="dk1"/>
                </a:solidFill>
                <a:latin typeface="Lato"/>
                <a:ea typeface="Lato"/>
                <a:cs typeface="Lato"/>
              </a:rPr>
              <a:t>awal</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Tidak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disarankan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meletakkan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objek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eksepsi</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umum</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kemudian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khusus</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seperti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contoh</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berikut</a:t>
            </a:r>
            <a:r>
              <a:rPr lang="en-US" sz="2000" dirty="0">
                <a:solidFill>
                  <a:schemeClr val="dk1"/>
                </a:solidFill>
                <a:latin typeface="Lato"/>
                <a:ea typeface="Lato"/>
                <a:cs typeface="Lato"/>
              </a:rPr>
              <a:t>:</a:t>
            </a:r>
          </a:p>
          <a:p>
            <a:pPr marL="446088" lvl="0" algn="l" rtl="0">
              <a:spcBef>
                <a:spcPts val="0"/>
              </a:spcBef>
            </a:pPr>
            <a:r>
              <a:rPr lang="en-US" sz="1800" b="1" dirty="0">
                <a:latin typeface="Courier New" panose="02070309020205020404" pitchFamily="49" charset="0"/>
                <a:ea typeface="Lato" panose="020F0502020204030203" pitchFamily="34" charset="0"/>
                <a:cs typeface="Courier New" panose="02070309020205020404" pitchFamily="49" charset="0"/>
              </a:rPr>
              <a:t>try</a:t>
            </a:r>
            <a:r>
              <a:rPr lang="en-US" sz="1800" dirty="0">
                <a:latin typeface="Courier New" panose="02070309020205020404" pitchFamily="49" charset="0"/>
                <a:ea typeface="Lato" panose="020F0502020204030203" pitchFamily="34" charset="0"/>
                <a:cs typeface="Courier New" panose="02070309020205020404" pitchFamily="49" charset="0"/>
              </a:rPr>
              <a:t>{</a:t>
            </a:r>
          </a:p>
          <a:p>
            <a:pPr marL="446088" lvl="0" algn="l" rtl="0">
              <a:spcBef>
                <a:spcPts val="0"/>
              </a:spcBef>
            </a:pPr>
            <a:r>
              <a:rPr lang="en-US" sz="1800" dirty="0">
                <a:latin typeface="Courier New" panose="02070309020205020404" pitchFamily="49" charset="0"/>
                <a:ea typeface="Lato" panose="020F0502020204030203" pitchFamily="34" charset="0"/>
                <a:cs typeface="Courier New" panose="02070309020205020404" pitchFamily="49" charset="0"/>
              </a:rPr>
              <a:t>    …</a:t>
            </a:r>
          </a:p>
          <a:p>
            <a:pPr marL="446088" lvl="0" algn="l" rtl="0">
              <a:spcBef>
                <a:spcPts val="0"/>
              </a:spcBef>
            </a:pPr>
            <a:r>
              <a:rPr lang="en-US" sz="1800" dirty="0">
                <a:latin typeface="Courier New" panose="02070309020205020404" pitchFamily="49" charset="0"/>
                <a:ea typeface="Lato" panose="020F0502020204030203" pitchFamily="34" charset="0"/>
                <a:cs typeface="Courier New" panose="02070309020205020404" pitchFamily="49" charset="0"/>
              </a:rPr>
              <a:t>}</a:t>
            </a:r>
            <a:r>
              <a:rPr lang="en-US" sz="1800" b="1" dirty="0">
                <a:latin typeface="Courier New" panose="02070309020205020404" pitchFamily="49" charset="0"/>
                <a:ea typeface="Lato" panose="020F0502020204030203" pitchFamily="34" charset="0"/>
                <a:cs typeface="Courier New" panose="02070309020205020404" pitchFamily="49" charset="0"/>
              </a:rPr>
              <a:t>catch</a:t>
            </a:r>
            <a:r>
              <a:rPr lang="en-US" sz="1800" dirty="0">
                <a:latin typeface="Courier New" panose="02070309020205020404" pitchFamily="49" charset="0"/>
                <a:ea typeface="Lato" panose="020F0502020204030203" pitchFamily="34" charset="0"/>
                <a:cs typeface="Courier New" panose="02070309020205020404" pitchFamily="49" charset="0"/>
              </a:rPr>
              <a:t>(Exception e){</a:t>
            </a:r>
          </a:p>
          <a:p>
            <a:pPr marL="446088" lvl="0" algn="l" rtl="0">
              <a:spcBef>
                <a:spcPts val="0"/>
              </a:spcBef>
            </a:pPr>
            <a:r>
              <a:rPr lang="en-US" sz="1800" dirty="0">
                <a:latin typeface="Courier New" panose="02070309020205020404" pitchFamily="49" charset="0"/>
                <a:ea typeface="Lato" panose="020F0502020204030203" pitchFamily="34" charset="0"/>
                <a:cs typeface="Courier New" panose="02070309020205020404" pitchFamily="49" charset="0"/>
              </a:rPr>
              <a:t>    …</a:t>
            </a:r>
          </a:p>
          <a:p>
            <a:pPr marL="446088" lvl="0" algn="l" rtl="0">
              <a:spcBef>
                <a:spcPts val="0"/>
              </a:spcBef>
            </a:pPr>
            <a:r>
              <a:rPr lang="en-US" sz="1800" dirty="0">
                <a:latin typeface="Courier New" panose="02070309020205020404" pitchFamily="49" charset="0"/>
                <a:ea typeface="Lato" panose="020F0502020204030203" pitchFamily="34" charset="0"/>
                <a:cs typeface="Courier New" panose="02070309020205020404" pitchFamily="49" charset="0"/>
              </a:rPr>
              <a:t>}</a:t>
            </a:r>
            <a:r>
              <a:rPr lang="en-US" sz="1800" b="1" dirty="0">
                <a:latin typeface="Courier New" panose="02070309020205020404" pitchFamily="49" charset="0"/>
                <a:ea typeface="Lato" panose="020F0502020204030203" pitchFamily="34" charset="0"/>
                <a:cs typeface="Courier New" panose="02070309020205020404" pitchFamily="49" charset="0"/>
              </a:rPr>
              <a:t>catch</a:t>
            </a:r>
            <a:r>
              <a:rPr lang="en-US" sz="1800" dirty="0">
                <a:latin typeface="Courier New" panose="02070309020205020404" pitchFamily="49" charset="0"/>
                <a:ea typeface="Lato" panose="020F0502020204030203" pitchFamily="34" charset="0"/>
                <a:cs typeface="Courier New" panose="02070309020205020404" pitchFamily="49" charset="0"/>
              </a:rPr>
              <a:t>(</a:t>
            </a:r>
            <a:r>
              <a:rPr lang="en-US" sz="1800" dirty="0" err="1">
                <a:latin typeface="Courier New" panose="02070309020205020404" pitchFamily="49" charset="0"/>
                <a:ea typeface="Lato" panose="020F0502020204030203" pitchFamily="34" charset="0"/>
                <a:cs typeface="Courier New" panose="02070309020205020404" pitchFamily="49" charset="0"/>
              </a:rPr>
              <a:t>IOException</a:t>
            </a:r>
            <a:r>
              <a:rPr lang="en-US" sz="1800" dirty="0">
                <a:latin typeface="Courier New" panose="02070309020205020404" pitchFamily="49" charset="0"/>
                <a:ea typeface="Lato" panose="020F0502020204030203" pitchFamily="34" charset="0"/>
                <a:cs typeface="Courier New" panose="02070309020205020404" pitchFamily="49" charset="0"/>
              </a:rPr>
              <a:t> </a:t>
            </a:r>
            <a:r>
              <a:rPr lang="en-US" sz="1800" dirty="0" err="1">
                <a:latin typeface="Courier New" panose="02070309020205020404" pitchFamily="49" charset="0"/>
                <a:ea typeface="Lato" panose="020F0502020204030203" pitchFamily="34" charset="0"/>
                <a:cs typeface="Courier New" panose="02070309020205020404" pitchFamily="49" charset="0"/>
              </a:rPr>
              <a:t>ioe</a:t>
            </a:r>
            <a:r>
              <a:rPr lang="en-US" sz="1800" dirty="0">
                <a:latin typeface="Courier New" panose="02070309020205020404" pitchFamily="49" charset="0"/>
                <a:ea typeface="Lato" panose="020F0502020204030203" pitchFamily="34" charset="0"/>
                <a:cs typeface="Courier New" panose="02070309020205020404" pitchFamily="49" charset="0"/>
              </a:rPr>
              <a:t>){</a:t>
            </a:r>
          </a:p>
          <a:p>
            <a:pPr marL="446088" lvl="0" algn="l" rtl="0">
              <a:spcBef>
                <a:spcPts val="0"/>
              </a:spcBef>
            </a:pPr>
            <a:r>
              <a:rPr lang="en-US" sz="1800" dirty="0">
                <a:latin typeface="Courier New" panose="02070309020205020404" pitchFamily="49" charset="0"/>
                <a:ea typeface="Lato" panose="020F0502020204030203" pitchFamily="34" charset="0"/>
                <a:cs typeface="Courier New" panose="02070309020205020404" pitchFamily="49" charset="0"/>
              </a:rPr>
              <a:t>    …</a:t>
            </a:r>
          </a:p>
          <a:p>
            <a:pPr marL="446088" lvl="0" algn="l" rtl="0">
              <a:spcBef>
                <a:spcPts val="0"/>
              </a:spcBef>
            </a:pPr>
            <a:r>
              <a:rPr lang="en-US" sz="1800" dirty="0">
                <a:latin typeface="Courier New" panose="02070309020205020404" pitchFamily="49" charset="0"/>
                <a:ea typeface="Lato" panose="020F0502020204030203" pitchFamily="34" charset="0"/>
                <a:cs typeface="Courier New" panose="02070309020205020404" pitchFamily="49" charset="0"/>
              </a:rPr>
              <a:t>}</a:t>
            </a:r>
            <a:endParaRPr lang="en-US" sz="18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F82C5428-0B5B-8765-C291-A760F5CD02D7}"/>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F2D9C0D5-9CB3-C935-7D58-46A910FA8392}"/>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E5416B2D-F34F-9FF2-5791-E9F6BFAC4473}"/>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9196ED3F-270C-624D-449A-3FBE6C8EDB20}"/>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2EF38F5C-7FE4-AE8F-2BDC-A3F583643C77}"/>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B5071DA0-9B63-D1B9-558B-74C0C1795CA5}"/>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04585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58AF3D75-00B7-975A-F23C-A3408C4CF199}"/>
            </a:ext>
          </a:extLst>
        </p:cNvPr>
        <p:cNvGrpSpPr/>
        <p:nvPr/>
      </p:nvGrpSpPr>
      <p:grpSpPr>
        <a:xfrm>
          <a:off x="0" y="0"/>
          <a:ext cx="0" cy="0"/>
          <a:chOff x="0" y="0"/>
          <a:chExt cx="0" cy="0"/>
        </a:xfrm>
      </p:grpSpPr>
      <p:grpSp>
        <p:nvGrpSpPr>
          <p:cNvPr id="667" name="Google Shape;667;p38">
            <a:extLst>
              <a:ext uri="{FF2B5EF4-FFF2-40B4-BE49-F238E27FC236}">
                <a16:creationId xmlns:a16="http://schemas.microsoft.com/office/drawing/2014/main" id="{DD0E0AE8-2D29-2D3E-35AB-8C30C7B4F3F7}"/>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E781AB46-5A96-1C05-304E-6154C436AC77}"/>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C568EE81-CF80-E98B-87CC-4B9C09D8488E}"/>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69859A1F-01A2-FB30-3F53-B4A530917C39}"/>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729C5F0A-746B-2C70-543C-8D944502FEA3}"/>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8B37B29E-A319-1877-C2C2-B6B8C77BFE1E}"/>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54881637-5A4E-536A-AF3A-A06BF4D49B1F}"/>
              </a:ext>
            </a:extLst>
          </p:cNvPr>
          <p:cNvPicPr>
            <a:picLocks noChangeAspect="1"/>
          </p:cNvPicPr>
          <p:nvPr/>
        </p:nvPicPr>
        <p:blipFill>
          <a:blip r:embed="rId3"/>
          <a:stretch>
            <a:fillRect/>
          </a:stretch>
        </p:blipFill>
        <p:spPr>
          <a:xfrm>
            <a:off x="1247614" y="590275"/>
            <a:ext cx="6036892" cy="4108200"/>
          </a:xfrm>
          <a:prstGeom prst="rect">
            <a:avLst/>
          </a:prstGeom>
        </p:spPr>
      </p:pic>
    </p:spTree>
    <p:extLst>
      <p:ext uri="{BB962C8B-B14F-4D97-AF65-F5344CB8AC3E}">
        <p14:creationId xmlns:p14="http://schemas.microsoft.com/office/powerpoint/2010/main" val="24107298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BEA52-E10B-3DC0-0715-3052630886EC}"/>
              </a:ext>
            </a:extLst>
          </p:cNvPr>
          <p:cNvSpPr>
            <a:spLocks noGrp="1"/>
          </p:cNvSpPr>
          <p:nvPr>
            <p:ph type="title"/>
          </p:nvPr>
        </p:nvSpPr>
        <p:spPr/>
        <p:txBody>
          <a:bodyPr/>
          <a:lstStyle/>
          <a:p>
            <a:endParaRPr lang="en-ID"/>
          </a:p>
        </p:txBody>
      </p:sp>
      <p:pic>
        <p:nvPicPr>
          <p:cNvPr id="3" name="Picture 2">
            <a:extLst>
              <a:ext uri="{FF2B5EF4-FFF2-40B4-BE49-F238E27FC236}">
                <a16:creationId xmlns:a16="http://schemas.microsoft.com/office/drawing/2014/main" id="{D395E51F-AE5D-F8B8-EA23-4AF16047EE9E}"/>
              </a:ext>
            </a:extLst>
          </p:cNvPr>
          <p:cNvPicPr>
            <a:picLocks noChangeAspect="1"/>
          </p:cNvPicPr>
          <p:nvPr/>
        </p:nvPicPr>
        <p:blipFill>
          <a:blip r:embed="rId2"/>
          <a:stretch>
            <a:fillRect/>
          </a:stretch>
        </p:blipFill>
        <p:spPr>
          <a:xfrm>
            <a:off x="879691" y="445025"/>
            <a:ext cx="7406674" cy="4086154"/>
          </a:xfrm>
          <a:prstGeom prst="rect">
            <a:avLst/>
          </a:prstGeom>
        </p:spPr>
      </p:pic>
    </p:spTree>
    <p:extLst>
      <p:ext uri="{BB962C8B-B14F-4D97-AF65-F5344CB8AC3E}">
        <p14:creationId xmlns:p14="http://schemas.microsoft.com/office/powerpoint/2010/main" val="5775193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FD145776-DFC4-DC91-C972-E25A32A366FB}"/>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CBF5D0AA-4B4D-AAAD-DFA3-816E2046578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D" dirty="0"/>
              <a:t>E</a:t>
            </a:r>
            <a:r>
              <a:rPr lang="en" dirty="0"/>
              <a:t>xception </a:t>
            </a:r>
            <a:endParaRPr dirty="0"/>
          </a:p>
        </p:txBody>
      </p:sp>
      <p:grpSp>
        <p:nvGrpSpPr>
          <p:cNvPr id="667" name="Google Shape;667;p38">
            <a:extLst>
              <a:ext uri="{FF2B5EF4-FFF2-40B4-BE49-F238E27FC236}">
                <a16:creationId xmlns:a16="http://schemas.microsoft.com/office/drawing/2014/main" id="{44AF5221-98B3-C398-5790-52739E03D809}"/>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5C14A0D5-AFCC-ECF9-EA87-825F6E4BF6C7}"/>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49DEF01B-FD99-E389-A872-6DEC66D04DDB}"/>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513B03D5-57B5-0B78-B07E-71972016B1F5}"/>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0406E323-A4C3-5231-AF50-B07099CAFE16}"/>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59C09293-7E4F-D6E1-CCBB-1985F694E79B}"/>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7F5EB604-C9DE-A9A3-DCB9-9E9D14D8BC65}"/>
              </a:ext>
            </a:extLst>
          </p:cNvPr>
          <p:cNvPicPr>
            <a:picLocks noChangeAspect="1"/>
          </p:cNvPicPr>
          <p:nvPr/>
        </p:nvPicPr>
        <p:blipFill>
          <a:blip r:embed="rId3"/>
          <a:stretch>
            <a:fillRect/>
          </a:stretch>
        </p:blipFill>
        <p:spPr>
          <a:xfrm>
            <a:off x="882032" y="1204554"/>
            <a:ext cx="5698611" cy="3627804"/>
          </a:xfrm>
          <a:prstGeom prst="rect">
            <a:avLst/>
          </a:prstGeom>
        </p:spPr>
      </p:pic>
    </p:spTree>
    <p:extLst>
      <p:ext uri="{BB962C8B-B14F-4D97-AF65-F5344CB8AC3E}">
        <p14:creationId xmlns:p14="http://schemas.microsoft.com/office/powerpoint/2010/main" val="380825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BF3F6EE0-6721-EC6A-4F4A-1EA84BB6EC88}"/>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6BF03A60-3620-E055-70AC-1C28631A44C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When to Use Exception?</a:t>
            </a:r>
            <a:endParaRPr dirty="0"/>
          </a:p>
        </p:txBody>
      </p:sp>
      <p:sp>
        <p:nvSpPr>
          <p:cNvPr id="664" name="Google Shape;664;p38">
            <a:extLst>
              <a:ext uri="{FF2B5EF4-FFF2-40B4-BE49-F238E27FC236}">
                <a16:creationId xmlns:a16="http://schemas.microsoft.com/office/drawing/2014/main" id="{954A7953-22CC-36C9-57C9-BBCF670620AC}"/>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Exception handling separates error-handling code from normal programming tasks, thus making programs easier to read and to modify. Be aware, however, that exception handling usually requires more time and resources.</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An exception occurs in a method. If you want the exception to be processed by its caller, you should create an exception object and throw it. If you can handle the exception in the method where it occurs, there is no need to throw or use exceptions.</a:t>
            </a: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p:txBody>
      </p:sp>
      <p:grpSp>
        <p:nvGrpSpPr>
          <p:cNvPr id="667" name="Google Shape;667;p38">
            <a:extLst>
              <a:ext uri="{FF2B5EF4-FFF2-40B4-BE49-F238E27FC236}">
                <a16:creationId xmlns:a16="http://schemas.microsoft.com/office/drawing/2014/main" id="{C56EBAF5-B625-E142-D819-7B74088419BF}"/>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4A10518B-690F-737D-43B3-9EAF42C00BED}"/>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180195A3-72B5-0ABA-FC68-C8FFB203729D}"/>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1AC682C4-6C50-5A03-7ECA-3DE5B4C8FCE4}"/>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2017FB41-6ABC-3732-C8CF-5C7AA0F9D1E5}"/>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61E432DC-F6E5-F9F0-4E67-2829FF92667C}"/>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285534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1DCD144D-8DD8-4D6D-0039-27E3229CDE00}"/>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FC6C858C-5C96-6028-D7A2-0120590E5E0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When to Use Exception? (cont.)</a:t>
            </a:r>
            <a:endParaRPr dirty="0"/>
          </a:p>
        </p:txBody>
      </p:sp>
      <p:sp>
        <p:nvSpPr>
          <p:cNvPr id="664" name="Google Shape;664;p38">
            <a:extLst>
              <a:ext uri="{FF2B5EF4-FFF2-40B4-BE49-F238E27FC236}">
                <a16:creationId xmlns:a16="http://schemas.microsoft.com/office/drawing/2014/main" id="{BF1CEE8A-3F2F-CEBD-E596-B1113A7BA705}"/>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Use </a:t>
            </a:r>
            <a:r>
              <a:rPr lang="en-US" sz="2000" b="1" dirty="0">
                <a:solidFill>
                  <a:schemeClr val="dk1"/>
                </a:solidFill>
                <a:latin typeface="Lato"/>
                <a:ea typeface="Lato"/>
                <a:cs typeface="Lato"/>
              </a:rPr>
              <a:t>try-catch</a:t>
            </a:r>
            <a:r>
              <a:rPr lang="en-US" sz="2000" dirty="0">
                <a:solidFill>
                  <a:schemeClr val="dk1"/>
                </a:solidFill>
                <a:latin typeface="Lato"/>
                <a:ea typeface="Lato"/>
                <a:cs typeface="Lato"/>
              </a:rPr>
              <a:t> when you have to deal with unexpected error conditions. Do not use a try-catch block to deal with simple, expected situations. </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For example, the following code</a:t>
            </a:r>
          </a:p>
        </p:txBody>
      </p:sp>
      <p:grpSp>
        <p:nvGrpSpPr>
          <p:cNvPr id="667" name="Google Shape;667;p38">
            <a:extLst>
              <a:ext uri="{FF2B5EF4-FFF2-40B4-BE49-F238E27FC236}">
                <a16:creationId xmlns:a16="http://schemas.microsoft.com/office/drawing/2014/main" id="{7A5198AD-3C50-19A3-81CA-61761A5C7E51}"/>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362A8462-9EBC-AEC2-E35E-A19C4490EDF2}"/>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077825A8-D90C-84C7-6A24-492FD3DFF8C0}"/>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C8A48D5F-17C9-B4ED-E21A-3F9F68B94380}"/>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074BD48D-3380-6AF9-CA6F-15CA18C0BCA2}"/>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652C6957-C224-70B8-233F-418B325EF289}"/>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1A524FC0-C7ED-AD37-9E84-559869F0BFF3}"/>
              </a:ext>
            </a:extLst>
          </p:cNvPr>
          <p:cNvPicPr>
            <a:picLocks noChangeAspect="1"/>
          </p:cNvPicPr>
          <p:nvPr/>
        </p:nvPicPr>
        <p:blipFill>
          <a:blip r:embed="rId3"/>
          <a:stretch>
            <a:fillRect/>
          </a:stretch>
        </p:blipFill>
        <p:spPr>
          <a:xfrm>
            <a:off x="534553" y="2864831"/>
            <a:ext cx="3908453" cy="1194572"/>
          </a:xfrm>
          <a:prstGeom prst="rect">
            <a:avLst/>
          </a:prstGeom>
        </p:spPr>
      </p:pic>
      <p:pic>
        <p:nvPicPr>
          <p:cNvPr id="5" name="Picture 4">
            <a:extLst>
              <a:ext uri="{FF2B5EF4-FFF2-40B4-BE49-F238E27FC236}">
                <a16:creationId xmlns:a16="http://schemas.microsoft.com/office/drawing/2014/main" id="{D15F15C1-997B-7005-834E-E5F2883DC2F7}"/>
              </a:ext>
            </a:extLst>
          </p:cNvPr>
          <p:cNvPicPr>
            <a:picLocks noChangeAspect="1"/>
          </p:cNvPicPr>
          <p:nvPr/>
        </p:nvPicPr>
        <p:blipFill>
          <a:blip r:embed="rId4"/>
          <a:stretch>
            <a:fillRect/>
          </a:stretch>
        </p:blipFill>
        <p:spPr>
          <a:xfrm>
            <a:off x="4615980" y="2858287"/>
            <a:ext cx="3968859" cy="1207659"/>
          </a:xfrm>
          <a:prstGeom prst="rect">
            <a:avLst/>
          </a:prstGeom>
        </p:spPr>
      </p:pic>
    </p:spTree>
    <p:extLst>
      <p:ext uri="{BB962C8B-B14F-4D97-AF65-F5344CB8AC3E}">
        <p14:creationId xmlns:p14="http://schemas.microsoft.com/office/powerpoint/2010/main" val="20270723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4EA164FC-30D8-23FE-5D06-9350F939EA3A}"/>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F7E85DE5-96E4-EED6-DA6A-134A509F681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Review </a:t>
            </a:r>
            <a:endParaRPr dirty="0"/>
          </a:p>
        </p:txBody>
      </p:sp>
      <p:sp>
        <p:nvSpPr>
          <p:cNvPr id="664" name="Google Shape;664;p38">
            <a:extLst>
              <a:ext uri="{FF2B5EF4-FFF2-40B4-BE49-F238E27FC236}">
                <a16:creationId xmlns:a16="http://schemas.microsoft.com/office/drawing/2014/main" id="{020CD1E1-4ECC-1782-ED8C-BA95AE5C83BF}"/>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Exception </a:t>
            </a:r>
            <a:r>
              <a:rPr lang="en-US" sz="2000" dirty="0" err="1">
                <a:solidFill>
                  <a:schemeClr val="dk1"/>
                </a:solidFill>
                <a:latin typeface="Lato"/>
                <a:ea typeface="Lato"/>
                <a:cs typeface="Lato"/>
              </a:rPr>
              <a:t>adalah</a:t>
            </a:r>
            <a:r>
              <a:rPr lang="en-US" sz="2000" dirty="0">
                <a:solidFill>
                  <a:schemeClr val="dk1"/>
                </a:solidFill>
                <a:latin typeface="Lato"/>
                <a:ea typeface="Lato"/>
                <a:cs typeface="Lato"/>
              </a:rPr>
              <a:t> …</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Exception </a:t>
            </a:r>
            <a:r>
              <a:rPr lang="en-US" sz="2000" dirty="0" err="1">
                <a:solidFill>
                  <a:schemeClr val="dk1"/>
                </a:solidFill>
                <a:latin typeface="Lato"/>
                <a:ea typeface="Lato"/>
                <a:cs typeface="Lato"/>
              </a:rPr>
              <a:t>dapat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didelegasikan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kepada</a:t>
            </a:r>
            <a:r>
              <a:rPr lang="en-US" sz="2000" dirty="0">
                <a:solidFill>
                  <a:schemeClr val="dk1"/>
                </a:solidFill>
                <a:latin typeface="Lato"/>
                <a:ea typeface="Lato"/>
                <a:cs typeface="Lato"/>
              </a:rPr>
              <a:t> …</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Bagaimana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cara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melakukan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deklarasi</a:t>
            </a:r>
            <a:r>
              <a:rPr lang="en-US" sz="2000" dirty="0">
                <a:solidFill>
                  <a:schemeClr val="dk1"/>
                </a:solidFill>
                <a:latin typeface="Lato"/>
                <a:ea typeface="Lato"/>
                <a:cs typeface="Lato"/>
              </a:rPr>
              <a:t>, </a:t>
            </a:r>
            <a:r>
              <a:rPr lang="en-US" sz="2000" i="1" dirty="0">
                <a:solidFill>
                  <a:schemeClr val="dk1"/>
                </a:solidFill>
                <a:latin typeface="Lato"/>
                <a:ea typeface="Lato"/>
                <a:cs typeface="Lato"/>
              </a:rPr>
              <a:t>throwing</a:t>
            </a:r>
            <a:r>
              <a:rPr lang="en-US" sz="2000" dirty="0">
                <a:solidFill>
                  <a:schemeClr val="dk1"/>
                </a:solidFill>
                <a:latin typeface="Lato"/>
                <a:ea typeface="Lato"/>
                <a:cs typeface="Lato"/>
              </a:rPr>
              <a:t>, dan </a:t>
            </a:r>
            <a:r>
              <a:rPr lang="en-US" sz="2000" i="1" dirty="0">
                <a:solidFill>
                  <a:schemeClr val="dk1"/>
                </a:solidFill>
                <a:latin typeface="Lato"/>
                <a:ea typeface="Lato"/>
                <a:cs typeface="Lato"/>
              </a:rPr>
              <a:t>catching</a:t>
            </a:r>
            <a:r>
              <a:rPr lang="en-US" sz="2000" dirty="0">
                <a:solidFill>
                  <a:schemeClr val="dk1"/>
                </a:solidFill>
                <a:latin typeface="Lato"/>
                <a:ea typeface="Lato"/>
                <a:cs typeface="Lato"/>
              </a:rPr>
              <a:t> exception </a:t>
            </a:r>
            <a:r>
              <a:rPr lang="en-US" sz="2000" dirty="0" err="1">
                <a:solidFill>
                  <a:schemeClr val="dk1"/>
                </a:solidFill>
                <a:latin typeface="Lato"/>
                <a:ea typeface="Lato"/>
                <a:cs typeface="Lato"/>
              </a:rPr>
              <a:t>menggunakan</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Apakah</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blok</a:t>
            </a:r>
            <a:r>
              <a:rPr lang="en-US" sz="2000" dirty="0">
                <a:solidFill>
                  <a:schemeClr val="dk1"/>
                </a:solidFill>
                <a:latin typeface="Lato"/>
                <a:ea typeface="Lato"/>
                <a:cs typeface="Lato"/>
              </a:rPr>
              <a:t> finally </a:t>
            </a:r>
            <a:r>
              <a:rPr lang="en-US" sz="2000" dirty="0" err="1">
                <a:solidFill>
                  <a:schemeClr val="dk1"/>
                </a:solidFill>
                <a:latin typeface="Lato"/>
                <a:ea typeface="Lato"/>
                <a:cs typeface="Lato"/>
              </a:rPr>
              <a:t>selalu</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dieksekusi</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34B8E49C-926F-D766-A93A-2F95F827F231}"/>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ADF52496-A951-2C3C-FCFE-125F4AC3451C}"/>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E55CA3A8-677B-689C-C36E-98B9E27A5430}"/>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FE5BAABD-1800-E2B2-1EB3-B9F0D8D3D10E}"/>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424CB9CD-AA1A-3E6E-EE30-854CA054F106}"/>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FAF2B81E-E6A2-72F7-CFC6-F03746D1D0A9}"/>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663531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08">
          <a:extLst>
            <a:ext uri="{FF2B5EF4-FFF2-40B4-BE49-F238E27FC236}">
              <a16:creationId xmlns:a16="http://schemas.microsoft.com/office/drawing/2014/main" id="{42B5D740-B1F4-A828-8C8C-5D8C95D769D5}"/>
            </a:ext>
          </a:extLst>
        </p:cNvPr>
        <p:cNvGrpSpPr/>
        <p:nvPr/>
      </p:nvGrpSpPr>
      <p:grpSpPr>
        <a:xfrm>
          <a:off x="0" y="0"/>
          <a:ext cx="0" cy="0"/>
          <a:chOff x="0" y="0"/>
          <a:chExt cx="0" cy="0"/>
        </a:xfrm>
      </p:grpSpPr>
      <p:sp>
        <p:nvSpPr>
          <p:cNvPr id="909" name="Google Shape;909;p41">
            <a:extLst>
              <a:ext uri="{FF2B5EF4-FFF2-40B4-BE49-F238E27FC236}">
                <a16:creationId xmlns:a16="http://schemas.microsoft.com/office/drawing/2014/main" id="{89C9A560-0A0D-EE0D-5027-D810AE245F63}"/>
              </a:ext>
            </a:extLst>
          </p:cNvPr>
          <p:cNvSpPr txBox="1">
            <a:spLocks noGrp="1"/>
          </p:cNvSpPr>
          <p:nvPr>
            <p:ph type="title"/>
          </p:nvPr>
        </p:nvSpPr>
        <p:spPr>
          <a:xfrm>
            <a:off x="713091" y="2318497"/>
            <a:ext cx="461992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400" dirty="0"/>
              <a:t>Asertion</a:t>
            </a:r>
            <a:endParaRPr sz="4400" dirty="0"/>
          </a:p>
        </p:txBody>
      </p:sp>
      <p:sp>
        <p:nvSpPr>
          <p:cNvPr id="910" name="Google Shape;910;p41">
            <a:extLst>
              <a:ext uri="{FF2B5EF4-FFF2-40B4-BE49-F238E27FC236}">
                <a16:creationId xmlns:a16="http://schemas.microsoft.com/office/drawing/2014/main" id="{E8A15447-3B11-91D7-E8DB-8B0405CEB400}"/>
              </a:ext>
            </a:extLst>
          </p:cNvPr>
          <p:cNvSpPr txBox="1">
            <a:spLocks noGrp="1"/>
          </p:cNvSpPr>
          <p:nvPr>
            <p:ph type="title" idx="2"/>
          </p:nvPr>
        </p:nvSpPr>
        <p:spPr>
          <a:xfrm>
            <a:off x="708165" y="1791810"/>
            <a:ext cx="1377681" cy="67227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a:t>03</a:t>
            </a:r>
            <a:endParaRPr sz="4800" dirty="0"/>
          </a:p>
        </p:txBody>
      </p:sp>
      <p:sp>
        <p:nvSpPr>
          <p:cNvPr id="911" name="Google Shape;911;p41">
            <a:extLst>
              <a:ext uri="{FF2B5EF4-FFF2-40B4-BE49-F238E27FC236}">
                <a16:creationId xmlns:a16="http://schemas.microsoft.com/office/drawing/2014/main" id="{A7654C39-BD2D-5D37-83B1-D48506837A62}"/>
              </a:ext>
            </a:extLst>
          </p:cNvPr>
          <p:cNvSpPr txBox="1">
            <a:spLocks noGrp="1"/>
          </p:cNvSpPr>
          <p:nvPr>
            <p:ph type="subTitle" idx="1"/>
          </p:nvPr>
        </p:nvSpPr>
        <p:spPr>
          <a:xfrm>
            <a:off x="713225" y="3209796"/>
            <a:ext cx="44445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12" name="Google Shape;912;p41">
            <a:extLst>
              <a:ext uri="{FF2B5EF4-FFF2-40B4-BE49-F238E27FC236}">
                <a16:creationId xmlns:a16="http://schemas.microsoft.com/office/drawing/2014/main" id="{AA48995B-37E4-E469-5B80-73E9FDCC2486}"/>
              </a:ext>
            </a:extLst>
          </p:cNvPr>
          <p:cNvSpPr/>
          <p:nvPr/>
        </p:nvSpPr>
        <p:spPr>
          <a:xfrm>
            <a:off x="5294150" y="101292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3" name="Google Shape;913;p41">
            <a:extLst>
              <a:ext uri="{FF2B5EF4-FFF2-40B4-BE49-F238E27FC236}">
                <a16:creationId xmlns:a16="http://schemas.microsoft.com/office/drawing/2014/main" id="{891B4DAB-41F7-2D6B-8C73-C6A332C57B26}"/>
              </a:ext>
            </a:extLst>
          </p:cNvPr>
          <p:cNvGrpSpPr/>
          <p:nvPr/>
        </p:nvGrpSpPr>
        <p:grpSpPr>
          <a:xfrm>
            <a:off x="4091402" y="4414375"/>
            <a:ext cx="367931" cy="258297"/>
            <a:chOff x="4992850" y="4345375"/>
            <a:chExt cx="619413" cy="638400"/>
          </a:xfrm>
        </p:grpSpPr>
        <p:sp>
          <p:nvSpPr>
            <p:cNvPr id="914" name="Google Shape;914;p41">
              <a:extLst>
                <a:ext uri="{FF2B5EF4-FFF2-40B4-BE49-F238E27FC236}">
                  <a16:creationId xmlns:a16="http://schemas.microsoft.com/office/drawing/2014/main" id="{0951896B-FDC0-036C-F50E-751AECACB876}"/>
                </a:ext>
              </a:extLst>
            </p:cNvPr>
            <p:cNvSpPr/>
            <p:nvPr/>
          </p:nvSpPr>
          <p:spPr>
            <a:xfrm>
              <a:off x="4992850"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1">
              <a:extLst>
                <a:ext uri="{FF2B5EF4-FFF2-40B4-BE49-F238E27FC236}">
                  <a16:creationId xmlns:a16="http://schemas.microsoft.com/office/drawing/2014/main" id="{11FB5A80-51B1-32FF-CA9D-8F19A90559C8}"/>
                </a:ext>
              </a:extLst>
            </p:cNvPr>
            <p:cNvSpPr/>
            <p:nvPr/>
          </p:nvSpPr>
          <p:spPr>
            <a:xfrm rot="10800000">
              <a:off x="5386363"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6" name="Google Shape;916;p41">
            <a:extLst>
              <a:ext uri="{FF2B5EF4-FFF2-40B4-BE49-F238E27FC236}">
                <a16:creationId xmlns:a16="http://schemas.microsoft.com/office/drawing/2014/main" id="{7BEAAC27-3BE5-8136-1262-9A111AA531DC}"/>
              </a:ext>
            </a:extLst>
          </p:cNvPr>
          <p:cNvSpPr/>
          <p:nvPr/>
        </p:nvSpPr>
        <p:spPr>
          <a:xfrm>
            <a:off x="6956400" y="4144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41">
            <a:extLst>
              <a:ext uri="{FF2B5EF4-FFF2-40B4-BE49-F238E27FC236}">
                <a16:creationId xmlns:a16="http://schemas.microsoft.com/office/drawing/2014/main" id="{ECEFAA9D-4668-ADE3-BC66-7B2A4030CBBC}"/>
              </a:ext>
            </a:extLst>
          </p:cNvPr>
          <p:cNvGrpSpPr/>
          <p:nvPr/>
        </p:nvGrpSpPr>
        <p:grpSpPr>
          <a:xfrm>
            <a:off x="5293908" y="1087072"/>
            <a:ext cx="3381870" cy="3516739"/>
            <a:chOff x="5222815" y="1012953"/>
            <a:chExt cx="3453354" cy="3591074"/>
          </a:xfrm>
        </p:grpSpPr>
        <p:sp>
          <p:nvSpPr>
            <p:cNvPr id="918" name="Google Shape;918;p41">
              <a:extLst>
                <a:ext uri="{FF2B5EF4-FFF2-40B4-BE49-F238E27FC236}">
                  <a16:creationId xmlns:a16="http://schemas.microsoft.com/office/drawing/2014/main" id="{FED4A56D-FB0B-DD8E-DAD6-3ACB44F40D3D}"/>
                </a:ext>
              </a:extLst>
            </p:cNvPr>
            <p:cNvSpPr/>
            <p:nvPr/>
          </p:nvSpPr>
          <p:spPr>
            <a:xfrm>
              <a:off x="5222815" y="1012953"/>
              <a:ext cx="3453354" cy="3346964"/>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41">
              <a:extLst>
                <a:ext uri="{FF2B5EF4-FFF2-40B4-BE49-F238E27FC236}">
                  <a16:creationId xmlns:a16="http://schemas.microsoft.com/office/drawing/2014/main" id="{4BF98198-E399-DDE1-11EB-08AE7BC818E7}"/>
                </a:ext>
              </a:extLst>
            </p:cNvPr>
            <p:cNvGrpSpPr/>
            <p:nvPr/>
          </p:nvGrpSpPr>
          <p:grpSpPr>
            <a:xfrm>
              <a:off x="6352264" y="1624259"/>
              <a:ext cx="378942" cy="384502"/>
              <a:chOff x="5033016" y="2415353"/>
              <a:chExt cx="132303" cy="134249"/>
            </a:xfrm>
          </p:grpSpPr>
          <p:sp>
            <p:nvSpPr>
              <p:cNvPr id="920" name="Google Shape;920;p41">
                <a:extLst>
                  <a:ext uri="{FF2B5EF4-FFF2-40B4-BE49-F238E27FC236}">
                    <a16:creationId xmlns:a16="http://schemas.microsoft.com/office/drawing/2014/main" id="{E0162C17-A384-3F43-E98A-1CCB92334282}"/>
                  </a:ext>
                </a:extLst>
              </p:cNvPr>
              <p:cNvSpPr/>
              <p:nvPr/>
            </p:nvSpPr>
            <p:spPr>
              <a:xfrm>
                <a:off x="5033016" y="2415353"/>
                <a:ext cx="132303" cy="134249"/>
              </a:xfrm>
              <a:custGeom>
                <a:avLst/>
                <a:gdLst/>
                <a:ahLst/>
                <a:cxnLst/>
                <a:rect l="l" t="t" r="r" b="b"/>
                <a:pathLst>
                  <a:path w="3807" h="3863" extrusionOk="0">
                    <a:moveTo>
                      <a:pt x="1925" y="963"/>
                    </a:moveTo>
                    <a:cubicBezTo>
                      <a:pt x="2394" y="963"/>
                      <a:pt x="2807" y="1326"/>
                      <a:pt x="2858" y="1804"/>
                    </a:cubicBezTo>
                    <a:cubicBezTo>
                      <a:pt x="2922" y="2335"/>
                      <a:pt x="2568" y="2830"/>
                      <a:pt x="2038" y="2922"/>
                    </a:cubicBezTo>
                    <a:cubicBezTo>
                      <a:pt x="2003" y="2926"/>
                      <a:pt x="1968" y="2927"/>
                      <a:pt x="1933" y="2927"/>
                    </a:cubicBezTo>
                    <a:cubicBezTo>
                      <a:pt x="1446" y="2927"/>
                      <a:pt x="1027" y="2562"/>
                      <a:pt x="948" y="2066"/>
                    </a:cubicBezTo>
                    <a:cubicBezTo>
                      <a:pt x="884" y="1535"/>
                      <a:pt x="1238" y="1033"/>
                      <a:pt x="1769" y="976"/>
                    </a:cubicBezTo>
                    <a:cubicBezTo>
                      <a:pt x="1821" y="967"/>
                      <a:pt x="1874" y="963"/>
                      <a:pt x="1925" y="963"/>
                    </a:cubicBezTo>
                    <a:close/>
                    <a:moveTo>
                      <a:pt x="1974" y="0"/>
                    </a:moveTo>
                    <a:lnTo>
                      <a:pt x="1974" y="36"/>
                    </a:lnTo>
                    <a:cubicBezTo>
                      <a:pt x="2009" y="212"/>
                      <a:pt x="1889" y="389"/>
                      <a:pt x="1712" y="389"/>
                    </a:cubicBezTo>
                    <a:cubicBezTo>
                      <a:pt x="1695" y="392"/>
                      <a:pt x="1678" y="393"/>
                      <a:pt x="1661" y="393"/>
                    </a:cubicBezTo>
                    <a:cubicBezTo>
                      <a:pt x="1507" y="393"/>
                      <a:pt x="1384" y="280"/>
                      <a:pt x="1358" y="120"/>
                    </a:cubicBezTo>
                    <a:lnTo>
                      <a:pt x="1358" y="92"/>
                    </a:lnTo>
                    <a:cubicBezTo>
                      <a:pt x="1238" y="120"/>
                      <a:pt x="1125" y="177"/>
                      <a:pt x="1005" y="241"/>
                    </a:cubicBezTo>
                    <a:cubicBezTo>
                      <a:pt x="1033" y="241"/>
                      <a:pt x="1033" y="241"/>
                      <a:pt x="1033" y="269"/>
                    </a:cubicBezTo>
                    <a:cubicBezTo>
                      <a:pt x="1153" y="389"/>
                      <a:pt x="1125" y="594"/>
                      <a:pt x="976" y="708"/>
                    </a:cubicBezTo>
                    <a:cubicBezTo>
                      <a:pt x="923" y="748"/>
                      <a:pt x="854" y="771"/>
                      <a:pt x="783" y="771"/>
                    </a:cubicBezTo>
                    <a:cubicBezTo>
                      <a:pt x="692" y="771"/>
                      <a:pt x="598" y="734"/>
                      <a:pt x="531" y="651"/>
                    </a:cubicBezTo>
                    <a:lnTo>
                      <a:pt x="531" y="623"/>
                    </a:lnTo>
                    <a:cubicBezTo>
                      <a:pt x="446" y="708"/>
                      <a:pt x="354" y="800"/>
                      <a:pt x="297" y="920"/>
                    </a:cubicBezTo>
                    <a:lnTo>
                      <a:pt x="326" y="920"/>
                    </a:lnTo>
                    <a:cubicBezTo>
                      <a:pt x="502" y="976"/>
                      <a:pt x="559" y="1182"/>
                      <a:pt x="502" y="1330"/>
                    </a:cubicBezTo>
                    <a:cubicBezTo>
                      <a:pt x="460" y="1463"/>
                      <a:pt x="349" y="1528"/>
                      <a:pt x="222" y="1528"/>
                    </a:cubicBezTo>
                    <a:cubicBezTo>
                      <a:pt x="180" y="1528"/>
                      <a:pt x="136" y="1521"/>
                      <a:pt x="92" y="1507"/>
                    </a:cubicBezTo>
                    <a:lnTo>
                      <a:pt x="64" y="1507"/>
                    </a:lnTo>
                    <a:cubicBezTo>
                      <a:pt x="28" y="1627"/>
                      <a:pt x="0" y="1741"/>
                      <a:pt x="0" y="1861"/>
                    </a:cubicBezTo>
                    <a:lnTo>
                      <a:pt x="64" y="1861"/>
                    </a:lnTo>
                    <a:cubicBezTo>
                      <a:pt x="78" y="1858"/>
                      <a:pt x="93" y="1856"/>
                      <a:pt x="108" y="1856"/>
                    </a:cubicBezTo>
                    <a:cubicBezTo>
                      <a:pt x="240" y="1856"/>
                      <a:pt x="382" y="1964"/>
                      <a:pt x="382" y="2123"/>
                    </a:cubicBezTo>
                    <a:cubicBezTo>
                      <a:pt x="417" y="2299"/>
                      <a:pt x="297" y="2476"/>
                      <a:pt x="120" y="2476"/>
                    </a:cubicBezTo>
                    <a:lnTo>
                      <a:pt x="92" y="2476"/>
                    </a:lnTo>
                    <a:cubicBezTo>
                      <a:pt x="120" y="2625"/>
                      <a:pt x="177" y="2745"/>
                      <a:pt x="241" y="2830"/>
                    </a:cubicBezTo>
                    <a:lnTo>
                      <a:pt x="269" y="2802"/>
                    </a:lnTo>
                    <a:cubicBezTo>
                      <a:pt x="318" y="2765"/>
                      <a:pt x="385" y="2744"/>
                      <a:pt x="454" y="2744"/>
                    </a:cubicBezTo>
                    <a:cubicBezTo>
                      <a:pt x="546" y="2744"/>
                      <a:pt x="643" y="2781"/>
                      <a:pt x="708" y="2865"/>
                    </a:cubicBezTo>
                    <a:cubicBezTo>
                      <a:pt x="800" y="3007"/>
                      <a:pt x="771" y="3219"/>
                      <a:pt x="651" y="3304"/>
                    </a:cubicBezTo>
                    <a:cubicBezTo>
                      <a:pt x="623" y="3332"/>
                      <a:pt x="623" y="3332"/>
                      <a:pt x="594" y="3332"/>
                    </a:cubicBezTo>
                    <a:cubicBezTo>
                      <a:pt x="708" y="3424"/>
                      <a:pt x="800" y="3509"/>
                      <a:pt x="913" y="3573"/>
                    </a:cubicBezTo>
                    <a:lnTo>
                      <a:pt x="913" y="3537"/>
                    </a:lnTo>
                    <a:cubicBezTo>
                      <a:pt x="959" y="3408"/>
                      <a:pt x="1067" y="3327"/>
                      <a:pt x="1191" y="3327"/>
                    </a:cubicBezTo>
                    <a:cubicBezTo>
                      <a:pt x="1236" y="3327"/>
                      <a:pt x="1283" y="3338"/>
                      <a:pt x="1330" y="3361"/>
                    </a:cubicBezTo>
                    <a:cubicBezTo>
                      <a:pt x="1479" y="3424"/>
                      <a:pt x="1564" y="3601"/>
                      <a:pt x="1507" y="3778"/>
                    </a:cubicBezTo>
                    <a:lnTo>
                      <a:pt x="1479" y="3806"/>
                    </a:lnTo>
                    <a:cubicBezTo>
                      <a:pt x="1592" y="3835"/>
                      <a:pt x="1712" y="3863"/>
                      <a:pt x="1861" y="3863"/>
                    </a:cubicBezTo>
                    <a:cubicBezTo>
                      <a:pt x="1861" y="3835"/>
                      <a:pt x="1832" y="3835"/>
                      <a:pt x="1832" y="3806"/>
                    </a:cubicBezTo>
                    <a:cubicBezTo>
                      <a:pt x="1797" y="3629"/>
                      <a:pt x="1946" y="3481"/>
                      <a:pt x="2094" y="3453"/>
                    </a:cubicBezTo>
                    <a:cubicBezTo>
                      <a:pt x="2112" y="3450"/>
                      <a:pt x="2131" y="3448"/>
                      <a:pt x="2149" y="3448"/>
                    </a:cubicBezTo>
                    <a:cubicBezTo>
                      <a:pt x="2305" y="3448"/>
                      <a:pt x="2448" y="3556"/>
                      <a:pt x="2448" y="3714"/>
                    </a:cubicBezTo>
                    <a:lnTo>
                      <a:pt x="2448" y="3778"/>
                    </a:lnTo>
                    <a:cubicBezTo>
                      <a:pt x="2596" y="3750"/>
                      <a:pt x="2717" y="3686"/>
                      <a:pt x="2802" y="3629"/>
                    </a:cubicBezTo>
                    <a:lnTo>
                      <a:pt x="2773" y="3601"/>
                    </a:lnTo>
                    <a:cubicBezTo>
                      <a:pt x="2681" y="3453"/>
                      <a:pt x="2681" y="3247"/>
                      <a:pt x="2830" y="3155"/>
                    </a:cubicBezTo>
                    <a:cubicBezTo>
                      <a:pt x="2891" y="3109"/>
                      <a:pt x="2957" y="3086"/>
                      <a:pt x="3022" y="3086"/>
                    </a:cubicBezTo>
                    <a:cubicBezTo>
                      <a:pt x="3115" y="3086"/>
                      <a:pt x="3205" y="3132"/>
                      <a:pt x="3276" y="3219"/>
                    </a:cubicBezTo>
                    <a:lnTo>
                      <a:pt x="3304" y="3247"/>
                    </a:lnTo>
                    <a:cubicBezTo>
                      <a:pt x="3389" y="3155"/>
                      <a:pt x="3452" y="3042"/>
                      <a:pt x="3537" y="2950"/>
                    </a:cubicBezTo>
                    <a:cubicBezTo>
                      <a:pt x="3509" y="2950"/>
                      <a:pt x="3509" y="2950"/>
                      <a:pt x="3481" y="2922"/>
                    </a:cubicBezTo>
                    <a:cubicBezTo>
                      <a:pt x="3332" y="2865"/>
                      <a:pt x="3247" y="2688"/>
                      <a:pt x="3304" y="2512"/>
                    </a:cubicBezTo>
                    <a:cubicBezTo>
                      <a:pt x="3348" y="2396"/>
                      <a:pt x="3483" y="2314"/>
                      <a:pt x="3610" y="2314"/>
                    </a:cubicBezTo>
                    <a:cubicBezTo>
                      <a:pt x="3646" y="2314"/>
                      <a:pt x="3681" y="2321"/>
                      <a:pt x="3714" y="2335"/>
                    </a:cubicBezTo>
                    <a:lnTo>
                      <a:pt x="3742" y="2363"/>
                    </a:lnTo>
                    <a:cubicBezTo>
                      <a:pt x="3778" y="2243"/>
                      <a:pt x="3806" y="2123"/>
                      <a:pt x="3806" y="1981"/>
                    </a:cubicBezTo>
                    <a:lnTo>
                      <a:pt x="3806" y="1981"/>
                    </a:lnTo>
                    <a:lnTo>
                      <a:pt x="3778" y="2009"/>
                    </a:lnTo>
                    <a:cubicBezTo>
                      <a:pt x="3601" y="2009"/>
                      <a:pt x="3424" y="1889"/>
                      <a:pt x="3424" y="1712"/>
                    </a:cubicBezTo>
                    <a:cubicBezTo>
                      <a:pt x="3389" y="1535"/>
                      <a:pt x="3509" y="1387"/>
                      <a:pt x="3686" y="1359"/>
                    </a:cubicBezTo>
                    <a:lnTo>
                      <a:pt x="3714" y="1359"/>
                    </a:lnTo>
                    <a:cubicBezTo>
                      <a:pt x="3686" y="1238"/>
                      <a:pt x="3629" y="1125"/>
                      <a:pt x="3566" y="1005"/>
                    </a:cubicBezTo>
                    <a:cubicBezTo>
                      <a:pt x="3566" y="1033"/>
                      <a:pt x="3566" y="1033"/>
                      <a:pt x="3537" y="1033"/>
                    </a:cubicBezTo>
                    <a:cubicBezTo>
                      <a:pt x="3490" y="1084"/>
                      <a:pt x="3424" y="1108"/>
                      <a:pt x="3356" y="1108"/>
                    </a:cubicBezTo>
                    <a:cubicBezTo>
                      <a:pt x="3263" y="1108"/>
                      <a:pt x="3164" y="1062"/>
                      <a:pt x="3099" y="976"/>
                    </a:cubicBezTo>
                    <a:cubicBezTo>
                      <a:pt x="3007" y="856"/>
                      <a:pt x="3035" y="651"/>
                      <a:pt x="3155" y="531"/>
                    </a:cubicBezTo>
                    <a:lnTo>
                      <a:pt x="3184" y="531"/>
                    </a:lnTo>
                    <a:cubicBezTo>
                      <a:pt x="3099" y="446"/>
                      <a:pt x="3007" y="354"/>
                      <a:pt x="2894" y="297"/>
                    </a:cubicBezTo>
                    <a:lnTo>
                      <a:pt x="2894" y="326"/>
                    </a:lnTo>
                    <a:cubicBezTo>
                      <a:pt x="2844" y="442"/>
                      <a:pt x="2725" y="523"/>
                      <a:pt x="2592" y="523"/>
                    </a:cubicBezTo>
                    <a:cubicBezTo>
                      <a:pt x="2554" y="523"/>
                      <a:pt x="2515" y="517"/>
                      <a:pt x="2476" y="503"/>
                    </a:cubicBezTo>
                    <a:cubicBezTo>
                      <a:pt x="2328" y="446"/>
                      <a:pt x="2243" y="241"/>
                      <a:pt x="2299" y="92"/>
                    </a:cubicBezTo>
                    <a:lnTo>
                      <a:pt x="2328" y="64"/>
                    </a:lnTo>
                    <a:cubicBezTo>
                      <a:pt x="2214" y="36"/>
                      <a:pt x="2094" y="0"/>
                      <a:pt x="19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1">
                <a:extLst>
                  <a:ext uri="{FF2B5EF4-FFF2-40B4-BE49-F238E27FC236}">
                    <a16:creationId xmlns:a16="http://schemas.microsoft.com/office/drawing/2014/main" id="{662200BF-651B-AF41-671D-57596E3048EE}"/>
                  </a:ext>
                </a:extLst>
              </p:cNvPr>
              <p:cNvSpPr/>
              <p:nvPr/>
            </p:nvSpPr>
            <p:spPr>
              <a:xfrm>
                <a:off x="5056613" y="2442148"/>
                <a:ext cx="85074" cy="80904"/>
              </a:xfrm>
              <a:custGeom>
                <a:avLst/>
                <a:gdLst/>
                <a:ahLst/>
                <a:cxnLst/>
                <a:rect l="l" t="t" r="r" b="b"/>
                <a:pathLst>
                  <a:path w="2448" h="2328" extrusionOk="0">
                    <a:moveTo>
                      <a:pt x="1238" y="57"/>
                    </a:moveTo>
                    <a:cubicBezTo>
                      <a:pt x="1769" y="57"/>
                      <a:pt x="2243" y="467"/>
                      <a:pt x="2299" y="998"/>
                    </a:cubicBezTo>
                    <a:cubicBezTo>
                      <a:pt x="2391" y="1620"/>
                      <a:pt x="1974" y="2179"/>
                      <a:pt x="1387" y="2271"/>
                    </a:cubicBezTo>
                    <a:lnTo>
                      <a:pt x="1238" y="2271"/>
                    </a:lnTo>
                    <a:cubicBezTo>
                      <a:pt x="679" y="2271"/>
                      <a:pt x="205" y="1854"/>
                      <a:pt x="149" y="1323"/>
                    </a:cubicBezTo>
                    <a:cubicBezTo>
                      <a:pt x="57" y="708"/>
                      <a:pt x="474" y="149"/>
                      <a:pt x="1090" y="57"/>
                    </a:cubicBezTo>
                    <a:close/>
                    <a:moveTo>
                      <a:pt x="1061" y="0"/>
                    </a:moveTo>
                    <a:cubicBezTo>
                      <a:pt x="446" y="85"/>
                      <a:pt x="0" y="679"/>
                      <a:pt x="92" y="1323"/>
                    </a:cubicBezTo>
                    <a:cubicBezTo>
                      <a:pt x="177" y="1882"/>
                      <a:pt x="651" y="2328"/>
                      <a:pt x="1238" y="2328"/>
                    </a:cubicBezTo>
                    <a:lnTo>
                      <a:pt x="1387" y="2328"/>
                    </a:lnTo>
                    <a:cubicBezTo>
                      <a:pt x="2002" y="2236"/>
                      <a:pt x="2448" y="1649"/>
                      <a:pt x="2356" y="998"/>
                    </a:cubicBezTo>
                    <a:cubicBezTo>
                      <a:pt x="2299" y="439"/>
                      <a:pt x="1797" y="0"/>
                      <a:pt x="1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41">
              <a:extLst>
                <a:ext uri="{FF2B5EF4-FFF2-40B4-BE49-F238E27FC236}">
                  <a16:creationId xmlns:a16="http://schemas.microsoft.com/office/drawing/2014/main" id="{DDCA0B79-2866-83FE-F7F3-9237847F9782}"/>
                </a:ext>
              </a:extLst>
            </p:cNvPr>
            <p:cNvGrpSpPr/>
            <p:nvPr/>
          </p:nvGrpSpPr>
          <p:grpSpPr>
            <a:xfrm>
              <a:off x="8150729" y="2571746"/>
              <a:ext cx="461359" cy="469107"/>
              <a:chOff x="5894466" y="2926705"/>
              <a:chExt cx="161078" cy="163789"/>
            </a:xfrm>
          </p:grpSpPr>
          <p:sp>
            <p:nvSpPr>
              <p:cNvPr id="923" name="Google Shape;923;p41">
                <a:extLst>
                  <a:ext uri="{FF2B5EF4-FFF2-40B4-BE49-F238E27FC236}">
                    <a16:creationId xmlns:a16="http://schemas.microsoft.com/office/drawing/2014/main" id="{CCEF3C9D-3E1C-666F-9DE9-E742198E8427}"/>
                  </a:ext>
                </a:extLst>
              </p:cNvPr>
              <p:cNvSpPr/>
              <p:nvPr/>
            </p:nvSpPr>
            <p:spPr>
              <a:xfrm>
                <a:off x="5894466" y="2926705"/>
                <a:ext cx="161078" cy="163789"/>
              </a:xfrm>
              <a:custGeom>
                <a:avLst/>
                <a:gdLst/>
                <a:ahLst/>
                <a:cxnLst/>
                <a:rect l="l" t="t" r="r" b="b"/>
                <a:pathLst>
                  <a:path w="4635" h="4713" extrusionOk="0">
                    <a:moveTo>
                      <a:pt x="2310" y="1165"/>
                    </a:moveTo>
                    <a:cubicBezTo>
                      <a:pt x="2893" y="1165"/>
                      <a:pt x="3403" y="1609"/>
                      <a:pt x="3481" y="2208"/>
                    </a:cubicBezTo>
                    <a:cubicBezTo>
                      <a:pt x="3573" y="2859"/>
                      <a:pt x="3128" y="3446"/>
                      <a:pt x="2477" y="3566"/>
                    </a:cubicBezTo>
                    <a:cubicBezTo>
                      <a:pt x="2426" y="3573"/>
                      <a:pt x="2375" y="3576"/>
                      <a:pt x="2325" y="3576"/>
                    </a:cubicBezTo>
                    <a:cubicBezTo>
                      <a:pt x="1742" y="3576"/>
                      <a:pt x="1232" y="3133"/>
                      <a:pt x="1154" y="2534"/>
                    </a:cubicBezTo>
                    <a:cubicBezTo>
                      <a:pt x="1062" y="1883"/>
                      <a:pt x="1507" y="1267"/>
                      <a:pt x="2158" y="1175"/>
                    </a:cubicBezTo>
                    <a:cubicBezTo>
                      <a:pt x="2209" y="1169"/>
                      <a:pt x="2260" y="1165"/>
                      <a:pt x="2310" y="1165"/>
                    </a:cubicBezTo>
                    <a:close/>
                    <a:moveTo>
                      <a:pt x="2392" y="1"/>
                    </a:moveTo>
                    <a:lnTo>
                      <a:pt x="2392" y="58"/>
                    </a:lnTo>
                    <a:cubicBezTo>
                      <a:pt x="2420" y="263"/>
                      <a:pt x="2272" y="468"/>
                      <a:pt x="2066" y="496"/>
                    </a:cubicBezTo>
                    <a:cubicBezTo>
                      <a:pt x="2046" y="500"/>
                      <a:pt x="2026" y="501"/>
                      <a:pt x="2007" y="501"/>
                    </a:cubicBezTo>
                    <a:cubicBezTo>
                      <a:pt x="1828" y="501"/>
                      <a:pt x="1682" y="359"/>
                      <a:pt x="1656" y="142"/>
                    </a:cubicBezTo>
                    <a:cubicBezTo>
                      <a:pt x="1628" y="142"/>
                      <a:pt x="1628" y="114"/>
                      <a:pt x="1628" y="114"/>
                    </a:cubicBezTo>
                    <a:cubicBezTo>
                      <a:pt x="1507" y="142"/>
                      <a:pt x="1359" y="206"/>
                      <a:pt x="1210" y="291"/>
                    </a:cubicBezTo>
                    <a:cubicBezTo>
                      <a:pt x="1239" y="291"/>
                      <a:pt x="1239" y="291"/>
                      <a:pt x="1239" y="319"/>
                    </a:cubicBezTo>
                    <a:cubicBezTo>
                      <a:pt x="1387" y="496"/>
                      <a:pt x="1359" y="737"/>
                      <a:pt x="1182" y="850"/>
                    </a:cubicBezTo>
                    <a:cubicBezTo>
                      <a:pt x="1105" y="914"/>
                      <a:pt x="1017" y="946"/>
                      <a:pt x="933" y="946"/>
                    </a:cubicBezTo>
                    <a:cubicBezTo>
                      <a:pt x="823" y="946"/>
                      <a:pt x="719" y="893"/>
                      <a:pt x="651" y="793"/>
                    </a:cubicBezTo>
                    <a:lnTo>
                      <a:pt x="623" y="765"/>
                    </a:lnTo>
                    <a:cubicBezTo>
                      <a:pt x="531" y="850"/>
                      <a:pt x="418" y="998"/>
                      <a:pt x="354" y="1119"/>
                    </a:cubicBezTo>
                    <a:lnTo>
                      <a:pt x="390" y="1119"/>
                    </a:lnTo>
                    <a:cubicBezTo>
                      <a:pt x="595" y="1204"/>
                      <a:pt x="680" y="1444"/>
                      <a:pt x="595" y="1649"/>
                    </a:cubicBezTo>
                    <a:cubicBezTo>
                      <a:pt x="546" y="1784"/>
                      <a:pt x="399" y="1886"/>
                      <a:pt x="241" y="1886"/>
                    </a:cubicBezTo>
                    <a:cubicBezTo>
                      <a:pt x="192" y="1886"/>
                      <a:pt x="141" y="1876"/>
                      <a:pt x="93" y="1854"/>
                    </a:cubicBezTo>
                    <a:lnTo>
                      <a:pt x="64" y="1826"/>
                    </a:lnTo>
                    <a:cubicBezTo>
                      <a:pt x="36" y="1975"/>
                      <a:pt x="1" y="2123"/>
                      <a:pt x="1" y="2265"/>
                    </a:cubicBezTo>
                    <a:lnTo>
                      <a:pt x="36" y="2265"/>
                    </a:lnTo>
                    <a:cubicBezTo>
                      <a:pt x="55" y="2262"/>
                      <a:pt x="74" y="2261"/>
                      <a:pt x="92" y="2261"/>
                    </a:cubicBezTo>
                    <a:cubicBezTo>
                      <a:pt x="298" y="2261"/>
                      <a:pt x="449" y="2402"/>
                      <a:pt x="475" y="2590"/>
                    </a:cubicBezTo>
                    <a:cubicBezTo>
                      <a:pt x="503" y="2831"/>
                      <a:pt x="354" y="3008"/>
                      <a:pt x="149" y="3036"/>
                    </a:cubicBezTo>
                    <a:lnTo>
                      <a:pt x="93" y="3036"/>
                    </a:lnTo>
                    <a:cubicBezTo>
                      <a:pt x="149" y="3184"/>
                      <a:pt x="213" y="3326"/>
                      <a:pt x="269" y="3474"/>
                    </a:cubicBezTo>
                    <a:cubicBezTo>
                      <a:pt x="269" y="3446"/>
                      <a:pt x="298" y="3446"/>
                      <a:pt x="298" y="3446"/>
                    </a:cubicBezTo>
                    <a:cubicBezTo>
                      <a:pt x="375" y="3381"/>
                      <a:pt x="462" y="3350"/>
                      <a:pt x="549" y="3350"/>
                    </a:cubicBezTo>
                    <a:cubicBezTo>
                      <a:pt x="662" y="3350"/>
                      <a:pt x="773" y="3403"/>
                      <a:pt x="857" y="3503"/>
                    </a:cubicBezTo>
                    <a:cubicBezTo>
                      <a:pt x="977" y="3680"/>
                      <a:pt x="949" y="3920"/>
                      <a:pt x="772" y="4033"/>
                    </a:cubicBezTo>
                    <a:cubicBezTo>
                      <a:pt x="772" y="4069"/>
                      <a:pt x="743" y="4069"/>
                      <a:pt x="743" y="4097"/>
                    </a:cubicBezTo>
                    <a:cubicBezTo>
                      <a:pt x="828" y="4182"/>
                      <a:pt x="977" y="4274"/>
                      <a:pt x="1097" y="4359"/>
                    </a:cubicBezTo>
                    <a:cubicBezTo>
                      <a:pt x="1097" y="4359"/>
                      <a:pt x="1097" y="4330"/>
                      <a:pt x="1125" y="4302"/>
                    </a:cubicBezTo>
                    <a:cubicBezTo>
                      <a:pt x="1169" y="4167"/>
                      <a:pt x="1315" y="4065"/>
                      <a:pt x="1460" y="4065"/>
                    </a:cubicBezTo>
                    <a:cubicBezTo>
                      <a:pt x="1505" y="4065"/>
                      <a:pt x="1550" y="4075"/>
                      <a:pt x="1592" y="4097"/>
                    </a:cubicBezTo>
                    <a:cubicBezTo>
                      <a:pt x="1805" y="4182"/>
                      <a:pt x="1889" y="4387"/>
                      <a:pt x="1833" y="4599"/>
                    </a:cubicBezTo>
                    <a:cubicBezTo>
                      <a:pt x="1805" y="4628"/>
                      <a:pt x="1805" y="4656"/>
                      <a:pt x="1805" y="4656"/>
                    </a:cubicBezTo>
                    <a:cubicBezTo>
                      <a:pt x="1946" y="4684"/>
                      <a:pt x="2095" y="4712"/>
                      <a:pt x="2243" y="4712"/>
                    </a:cubicBezTo>
                    <a:lnTo>
                      <a:pt x="2243" y="4656"/>
                    </a:lnTo>
                    <a:cubicBezTo>
                      <a:pt x="2215" y="4451"/>
                      <a:pt x="2363" y="4246"/>
                      <a:pt x="2569" y="4210"/>
                    </a:cubicBezTo>
                    <a:cubicBezTo>
                      <a:pt x="2585" y="4208"/>
                      <a:pt x="2602" y="4207"/>
                      <a:pt x="2618" y="4207"/>
                    </a:cubicBezTo>
                    <a:cubicBezTo>
                      <a:pt x="2802" y="4207"/>
                      <a:pt x="2953" y="4350"/>
                      <a:pt x="2979" y="4564"/>
                    </a:cubicBezTo>
                    <a:cubicBezTo>
                      <a:pt x="3007" y="4564"/>
                      <a:pt x="3007" y="4599"/>
                      <a:pt x="2979" y="4628"/>
                    </a:cubicBezTo>
                    <a:cubicBezTo>
                      <a:pt x="3156" y="4564"/>
                      <a:pt x="3276" y="4507"/>
                      <a:pt x="3425" y="4451"/>
                    </a:cubicBezTo>
                    <a:cubicBezTo>
                      <a:pt x="3396" y="4422"/>
                      <a:pt x="3396" y="4422"/>
                      <a:pt x="3396" y="4387"/>
                    </a:cubicBezTo>
                    <a:cubicBezTo>
                      <a:pt x="3248" y="4210"/>
                      <a:pt x="3276" y="3977"/>
                      <a:pt x="3453" y="3856"/>
                    </a:cubicBezTo>
                    <a:cubicBezTo>
                      <a:pt x="3529" y="3796"/>
                      <a:pt x="3615" y="3766"/>
                      <a:pt x="3698" y="3766"/>
                    </a:cubicBezTo>
                    <a:cubicBezTo>
                      <a:pt x="3809" y="3766"/>
                      <a:pt x="3915" y="3819"/>
                      <a:pt x="3984" y="3920"/>
                    </a:cubicBezTo>
                    <a:cubicBezTo>
                      <a:pt x="4012" y="3948"/>
                      <a:pt x="4012" y="3948"/>
                      <a:pt x="4012" y="3977"/>
                    </a:cubicBezTo>
                    <a:cubicBezTo>
                      <a:pt x="4132" y="3856"/>
                      <a:pt x="4217" y="3743"/>
                      <a:pt x="4309" y="3595"/>
                    </a:cubicBezTo>
                    <a:lnTo>
                      <a:pt x="4245" y="3595"/>
                    </a:lnTo>
                    <a:cubicBezTo>
                      <a:pt x="4040" y="3503"/>
                      <a:pt x="3955" y="3269"/>
                      <a:pt x="4040" y="3064"/>
                    </a:cubicBezTo>
                    <a:cubicBezTo>
                      <a:pt x="4089" y="2929"/>
                      <a:pt x="4236" y="2827"/>
                      <a:pt x="4394" y="2827"/>
                    </a:cubicBezTo>
                    <a:cubicBezTo>
                      <a:pt x="4443" y="2827"/>
                      <a:pt x="4494" y="2837"/>
                      <a:pt x="4542" y="2859"/>
                    </a:cubicBezTo>
                    <a:lnTo>
                      <a:pt x="4571" y="2887"/>
                    </a:lnTo>
                    <a:cubicBezTo>
                      <a:pt x="4599" y="2739"/>
                      <a:pt x="4634" y="2590"/>
                      <a:pt x="4634" y="2413"/>
                    </a:cubicBezTo>
                    <a:lnTo>
                      <a:pt x="4634" y="2413"/>
                    </a:lnTo>
                    <a:cubicBezTo>
                      <a:pt x="4634" y="2442"/>
                      <a:pt x="4599" y="2442"/>
                      <a:pt x="4599" y="2442"/>
                    </a:cubicBezTo>
                    <a:cubicBezTo>
                      <a:pt x="4576" y="2445"/>
                      <a:pt x="4553" y="2447"/>
                      <a:pt x="4531" y="2447"/>
                    </a:cubicBezTo>
                    <a:cubicBezTo>
                      <a:pt x="4332" y="2447"/>
                      <a:pt x="4186" y="2308"/>
                      <a:pt x="4160" y="2123"/>
                    </a:cubicBezTo>
                    <a:cubicBezTo>
                      <a:pt x="4132" y="1883"/>
                      <a:pt x="4281" y="1706"/>
                      <a:pt x="4486" y="1678"/>
                    </a:cubicBezTo>
                    <a:lnTo>
                      <a:pt x="4542" y="1678"/>
                    </a:lnTo>
                    <a:cubicBezTo>
                      <a:pt x="4486" y="1529"/>
                      <a:pt x="4422" y="1380"/>
                      <a:pt x="4366" y="1239"/>
                    </a:cubicBezTo>
                    <a:lnTo>
                      <a:pt x="4337" y="1267"/>
                    </a:lnTo>
                    <a:cubicBezTo>
                      <a:pt x="4262" y="1330"/>
                      <a:pt x="4177" y="1360"/>
                      <a:pt x="4092" y="1360"/>
                    </a:cubicBezTo>
                    <a:cubicBezTo>
                      <a:pt x="3977" y="1360"/>
                      <a:pt x="3864" y="1305"/>
                      <a:pt x="3778" y="1204"/>
                    </a:cubicBezTo>
                    <a:cubicBezTo>
                      <a:pt x="3658" y="1027"/>
                      <a:pt x="3686" y="793"/>
                      <a:pt x="3863" y="645"/>
                    </a:cubicBezTo>
                    <a:lnTo>
                      <a:pt x="3892" y="645"/>
                    </a:lnTo>
                    <a:cubicBezTo>
                      <a:pt x="3778" y="531"/>
                      <a:pt x="3658" y="440"/>
                      <a:pt x="3538" y="355"/>
                    </a:cubicBezTo>
                    <a:cubicBezTo>
                      <a:pt x="3538" y="383"/>
                      <a:pt x="3538" y="383"/>
                      <a:pt x="3510" y="411"/>
                    </a:cubicBezTo>
                    <a:cubicBezTo>
                      <a:pt x="3466" y="546"/>
                      <a:pt x="3320" y="648"/>
                      <a:pt x="3159" y="648"/>
                    </a:cubicBezTo>
                    <a:cubicBezTo>
                      <a:pt x="3109" y="648"/>
                      <a:pt x="3058" y="638"/>
                      <a:pt x="3007" y="616"/>
                    </a:cubicBezTo>
                    <a:cubicBezTo>
                      <a:pt x="2830" y="531"/>
                      <a:pt x="2745" y="291"/>
                      <a:pt x="2802" y="114"/>
                    </a:cubicBezTo>
                    <a:cubicBezTo>
                      <a:pt x="2830" y="86"/>
                      <a:pt x="2830" y="86"/>
                      <a:pt x="2830" y="58"/>
                    </a:cubicBezTo>
                    <a:cubicBezTo>
                      <a:pt x="2689" y="29"/>
                      <a:pt x="2540" y="29"/>
                      <a:pt x="23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1">
                <a:extLst>
                  <a:ext uri="{FF2B5EF4-FFF2-40B4-BE49-F238E27FC236}">
                    <a16:creationId xmlns:a16="http://schemas.microsoft.com/office/drawing/2014/main" id="{E2C3427E-105C-48DD-594E-9D316BE55758}"/>
                  </a:ext>
                </a:extLst>
              </p:cNvPr>
              <p:cNvSpPr/>
              <p:nvPr/>
            </p:nvSpPr>
            <p:spPr>
              <a:xfrm>
                <a:off x="5923241" y="2959407"/>
                <a:ext cx="103528" cy="98384"/>
              </a:xfrm>
              <a:custGeom>
                <a:avLst/>
                <a:gdLst/>
                <a:ahLst/>
                <a:cxnLst/>
                <a:rect l="l" t="t" r="r" b="b"/>
                <a:pathLst>
                  <a:path w="2979" h="2831" extrusionOk="0">
                    <a:moveTo>
                      <a:pt x="1507" y="57"/>
                    </a:moveTo>
                    <a:cubicBezTo>
                      <a:pt x="2151" y="57"/>
                      <a:pt x="2710" y="560"/>
                      <a:pt x="2802" y="1239"/>
                    </a:cubicBezTo>
                    <a:cubicBezTo>
                      <a:pt x="2922" y="1975"/>
                      <a:pt x="2391" y="2682"/>
                      <a:pt x="1684" y="2774"/>
                    </a:cubicBezTo>
                    <a:lnTo>
                      <a:pt x="1472" y="2774"/>
                    </a:lnTo>
                    <a:cubicBezTo>
                      <a:pt x="828" y="2774"/>
                      <a:pt x="269" y="2272"/>
                      <a:pt x="177" y="1621"/>
                    </a:cubicBezTo>
                    <a:cubicBezTo>
                      <a:pt x="57" y="857"/>
                      <a:pt x="588" y="178"/>
                      <a:pt x="1295" y="86"/>
                    </a:cubicBezTo>
                    <a:cubicBezTo>
                      <a:pt x="1359" y="57"/>
                      <a:pt x="1415" y="57"/>
                      <a:pt x="1507" y="57"/>
                    </a:cubicBezTo>
                    <a:close/>
                    <a:moveTo>
                      <a:pt x="1507" y="1"/>
                    </a:moveTo>
                    <a:cubicBezTo>
                      <a:pt x="1415" y="1"/>
                      <a:pt x="1359" y="1"/>
                      <a:pt x="1295" y="29"/>
                    </a:cubicBezTo>
                    <a:cubicBezTo>
                      <a:pt x="531" y="121"/>
                      <a:pt x="0" y="857"/>
                      <a:pt x="121" y="1621"/>
                    </a:cubicBezTo>
                    <a:cubicBezTo>
                      <a:pt x="206" y="2328"/>
                      <a:pt x="800" y="2831"/>
                      <a:pt x="1472" y="2831"/>
                    </a:cubicBezTo>
                    <a:lnTo>
                      <a:pt x="1684" y="2831"/>
                    </a:lnTo>
                    <a:cubicBezTo>
                      <a:pt x="2448" y="2710"/>
                      <a:pt x="2979" y="2003"/>
                      <a:pt x="2858" y="1239"/>
                    </a:cubicBezTo>
                    <a:cubicBezTo>
                      <a:pt x="2773" y="531"/>
                      <a:pt x="2179" y="1"/>
                      <a:pt x="15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 name="Google Shape;925;p41">
              <a:extLst>
                <a:ext uri="{FF2B5EF4-FFF2-40B4-BE49-F238E27FC236}">
                  <a16:creationId xmlns:a16="http://schemas.microsoft.com/office/drawing/2014/main" id="{95750C24-2281-DBE7-665B-EBAF5200D849}"/>
                </a:ext>
              </a:extLst>
            </p:cNvPr>
            <p:cNvGrpSpPr/>
            <p:nvPr/>
          </p:nvGrpSpPr>
          <p:grpSpPr>
            <a:xfrm>
              <a:off x="7790216" y="1173355"/>
              <a:ext cx="522575" cy="528230"/>
              <a:chOff x="5695820" y="2175629"/>
              <a:chExt cx="182451" cy="184432"/>
            </a:xfrm>
          </p:grpSpPr>
          <p:sp>
            <p:nvSpPr>
              <p:cNvPr id="926" name="Google Shape;926;p41">
                <a:extLst>
                  <a:ext uri="{FF2B5EF4-FFF2-40B4-BE49-F238E27FC236}">
                    <a16:creationId xmlns:a16="http://schemas.microsoft.com/office/drawing/2014/main" id="{3B2FD175-E9BD-7262-5626-E0D31F9AD2AD}"/>
                  </a:ext>
                </a:extLst>
              </p:cNvPr>
              <p:cNvSpPr/>
              <p:nvPr/>
            </p:nvSpPr>
            <p:spPr>
              <a:xfrm>
                <a:off x="5695820" y="2175629"/>
                <a:ext cx="182451" cy="184432"/>
              </a:xfrm>
              <a:custGeom>
                <a:avLst/>
                <a:gdLst/>
                <a:ahLst/>
                <a:cxnLst/>
                <a:rect l="l" t="t" r="r" b="b"/>
                <a:pathLst>
                  <a:path w="5250" h="5307" extrusionOk="0">
                    <a:moveTo>
                      <a:pt x="2625" y="828"/>
                    </a:moveTo>
                    <a:cubicBezTo>
                      <a:pt x="3594" y="828"/>
                      <a:pt x="4394" y="1628"/>
                      <a:pt x="4394" y="2625"/>
                    </a:cubicBezTo>
                    <a:cubicBezTo>
                      <a:pt x="4422" y="3630"/>
                      <a:pt x="3630" y="4458"/>
                      <a:pt x="2625" y="4458"/>
                    </a:cubicBezTo>
                    <a:cubicBezTo>
                      <a:pt x="1649" y="4458"/>
                      <a:pt x="857" y="3658"/>
                      <a:pt x="857" y="2654"/>
                    </a:cubicBezTo>
                    <a:cubicBezTo>
                      <a:pt x="828" y="1656"/>
                      <a:pt x="1621" y="857"/>
                      <a:pt x="2625" y="828"/>
                    </a:cubicBezTo>
                    <a:close/>
                    <a:moveTo>
                      <a:pt x="2179" y="1"/>
                    </a:moveTo>
                    <a:cubicBezTo>
                      <a:pt x="2003" y="36"/>
                      <a:pt x="1861" y="64"/>
                      <a:pt x="1684" y="121"/>
                    </a:cubicBezTo>
                    <a:cubicBezTo>
                      <a:pt x="1713" y="149"/>
                      <a:pt x="1713" y="149"/>
                      <a:pt x="1713" y="178"/>
                    </a:cubicBezTo>
                    <a:cubicBezTo>
                      <a:pt x="1826" y="390"/>
                      <a:pt x="1769" y="652"/>
                      <a:pt x="1564" y="772"/>
                    </a:cubicBezTo>
                    <a:cubicBezTo>
                      <a:pt x="1494" y="810"/>
                      <a:pt x="1417" y="829"/>
                      <a:pt x="1341" y="829"/>
                    </a:cubicBezTo>
                    <a:cubicBezTo>
                      <a:pt x="1194" y="829"/>
                      <a:pt x="1051" y="759"/>
                      <a:pt x="977" y="623"/>
                    </a:cubicBezTo>
                    <a:cubicBezTo>
                      <a:pt x="941" y="595"/>
                      <a:pt x="941" y="595"/>
                      <a:pt x="941" y="567"/>
                    </a:cubicBezTo>
                    <a:cubicBezTo>
                      <a:pt x="800" y="680"/>
                      <a:pt x="680" y="800"/>
                      <a:pt x="588" y="949"/>
                    </a:cubicBezTo>
                    <a:cubicBezTo>
                      <a:pt x="588" y="949"/>
                      <a:pt x="623" y="949"/>
                      <a:pt x="623" y="977"/>
                    </a:cubicBezTo>
                    <a:cubicBezTo>
                      <a:pt x="828" y="1097"/>
                      <a:pt x="913" y="1359"/>
                      <a:pt x="800" y="1564"/>
                    </a:cubicBezTo>
                    <a:cubicBezTo>
                      <a:pt x="716" y="1707"/>
                      <a:pt x="561" y="1795"/>
                      <a:pt x="396" y="1795"/>
                    </a:cubicBezTo>
                    <a:cubicBezTo>
                      <a:pt x="323" y="1795"/>
                      <a:pt x="249" y="1778"/>
                      <a:pt x="177" y="1741"/>
                    </a:cubicBezTo>
                    <a:cubicBezTo>
                      <a:pt x="177" y="1713"/>
                      <a:pt x="149" y="1713"/>
                      <a:pt x="149" y="1713"/>
                    </a:cubicBezTo>
                    <a:cubicBezTo>
                      <a:pt x="93" y="1861"/>
                      <a:pt x="29" y="2038"/>
                      <a:pt x="1" y="2215"/>
                    </a:cubicBezTo>
                    <a:lnTo>
                      <a:pt x="57" y="2215"/>
                    </a:lnTo>
                    <a:cubicBezTo>
                      <a:pt x="298" y="2215"/>
                      <a:pt x="503" y="2392"/>
                      <a:pt x="503" y="2654"/>
                    </a:cubicBezTo>
                    <a:cubicBezTo>
                      <a:pt x="503" y="2894"/>
                      <a:pt x="326" y="3099"/>
                      <a:pt x="57" y="3099"/>
                    </a:cubicBezTo>
                    <a:lnTo>
                      <a:pt x="1" y="3099"/>
                    </a:lnTo>
                    <a:cubicBezTo>
                      <a:pt x="29" y="3276"/>
                      <a:pt x="93" y="3425"/>
                      <a:pt x="149" y="3602"/>
                    </a:cubicBezTo>
                    <a:cubicBezTo>
                      <a:pt x="149" y="3602"/>
                      <a:pt x="177" y="3573"/>
                      <a:pt x="206" y="3573"/>
                    </a:cubicBezTo>
                    <a:cubicBezTo>
                      <a:pt x="277" y="3522"/>
                      <a:pt x="356" y="3498"/>
                      <a:pt x="434" y="3498"/>
                    </a:cubicBezTo>
                    <a:cubicBezTo>
                      <a:pt x="580" y="3498"/>
                      <a:pt x="721" y="3581"/>
                      <a:pt x="800" y="3715"/>
                    </a:cubicBezTo>
                    <a:cubicBezTo>
                      <a:pt x="913" y="3927"/>
                      <a:pt x="857" y="4189"/>
                      <a:pt x="651" y="4337"/>
                    </a:cubicBezTo>
                    <a:cubicBezTo>
                      <a:pt x="623" y="4337"/>
                      <a:pt x="588" y="4337"/>
                      <a:pt x="559" y="4366"/>
                    </a:cubicBezTo>
                    <a:cubicBezTo>
                      <a:pt x="680" y="4486"/>
                      <a:pt x="800" y="4634"/>
                      <a:pt x="941" y="4719"/>
                    </a:cubicBezTo>
                    <a:cubicBezTo>
                      <a:pt x="941" y="4719"/>
                      <a:pt x="977" y="4691"/>
                      <a:pt x="977" y="4663"/>
                    </a:cubicBezTo>
                    <a:cubicBezTo>
                      <a:pt x="1052" y="4527"/>
                      <a:pt x="1194" y="4454"/>
                      <a:pt x="1341" y="4454"/>
                    </a:cubicBezTo>
                    <a:cubicBezTo>
                      <a:pt x="1417" y="4454"/>
                      <a:pt x="1494" y="4473"/>
                      <a:pt x="1564" y="4514"/>
                    </a:cubicBezTo>
                    <a:cubicBezTo>
                      <a:pt x="1769" y="4634"/>
                      <a:pt x="1861" y="4896"/>
                      <a:pt x="1741" y="5101"/>
                    </a:cubicBezTo>
                    <a:cubicBezTo>
                      <a:pt x="1713" y="5130"/>
                      <a:pt x="1713" y="5130"/>
                      <a:pt x="1684" y="5165"/>
                    </a:cubicBezTo>
                    <a:cubicBezTo>
                      <a:pt x="1861" y="5222"/>
                      <a:pt x="2038" y="5278"/>
                      <a:pt x="2215" y="5306"/>
                    </a:cubicBezTo>
                    <a:cubicBezTo>
                      <a:pt x="2215" y="5278"/>
                      <a:pt x="2179" y="5250"/>
                      <a:pt x="2179" y="5222"/>
                    </a:cubicBezTo>
                    <a:cubicBezTo>
                      <a:pt x="2179" y="4988"/>
                      <a:pt x="2392" y="4776"/>
                      <a:pt x="2625" y="4776"/>
                    </a:cubicBezTo>
                    <a:cubicBezTo>
                      <a:pt x="2859" y="4776"/>
                      <a:pt x="3064" y="4988"/>
                      <a:pt x="3064" y="5222"/>
                    </a:cubicBezTo>
                    <a:lnTo>
                      <a:pt x="3064" y="5306"/>
                    </a:lnTo>
                    <a:cubicBezTo>
                      <a:pt x="3241" y="5278"/>
                      <a:pt x="3417" y="5222"/>
                      <a:pt x="3566" y="5165"/>
                    </a:cubicBezTo>
                    <a:cubicBezTo>
                      <a:pt x="3566" y="5130"/>
                      <a:pt x="3538" y="5130"/>
                      <a:pt x="3538" y="5101"/>
                    </a:cubicBezTo>
                    <a:cubicBezTo>
                      <a:pt x="3417" y="4896"/>
                      <a:pt x="3481" y="4599"/>
                      <a:pt x="3686" y="4486"/>
                    </a:cubicBezTo>
                    <a:cubicBezTo>
                      <a:pt x="3758" y="4444"/>
                      <a:pt x="3836" y="4424"/>
                      <a:pt x="3914" y="4424"/>
                    </a:cubicBezTo>
                    <a:cubicBezTo>
                      <a:pt x="4059" y="4424"/>
                      <a:pt x="4200" y="4496"/>
                      <a:pt x="4273" y="4634"/>
                    </a:cubicBezTo>
                    <a:cubicBezTo>
                      <a:pt x="4302" y="4663"/>
                      <a:pt x="4302" y="4691"/>
                      <a:pt x="4302" y="4719"/>
                    </a:cubicBezTo>
                    <a:cubicBezTo>
                      <a:pt x="4450" y="4599"/>
                      <a:pt x="4571" y="4458"/>
                      <a:pt x="4691" y="4337"/>
                    </a:cubicBezTo>
                    <a:cubicBezTo>
                      <a:pt x="4655" y="4309"/>
                      <a:pt x="4655" y="4309"/>
                      <a:pt x="4627" y="4309"/>
                    </a:cubicBezTo>
                    <a:cubicBezTo>
                      <a:pt x="4422" y="4189"/>
                      <a:pt x="4337" y="3927"/>
                      <a:pt x="4450" y="3686"/>
                    </a:cubicBezTo>
                    <a:cubicBezTo>
                      <a:pt x="4530" y="3551"/>
                      <a:pt x="4670" y="3480"/>
                      <a:pt x="4826" y="3480"/>
                    </a:cubicBezTo>
                    <a:cubicBezTo>
                      <a:pt x="4907" y="3480"/>
                      <a:pt x="4991" y="3499"/>
                      <a:pt x="5073" y="3538"/>
                    </a:cubicBezTo>
                    <a:cubicBezTo>
                      <a:pt x="5073" y="3538"/>
                      <a:pt x="5101" y="3538"/>
                      <a:pt x="5101" y="3573"/>
                    </a:cubicBezTo>
                    <a:cubicBezTo>
                      <a:pt x="5158" y="3396"/>
                      <a:pt x="5221" y="3220"/>
                      <a:pt x="5250" y="3043"/>
                    </a:cubicBezTo>
                    <a:lnTo>
                      <a:pt x="5250" y="3043"/>
                    </a:lnTo>
                    <a:cubicBezTo>
                      <a:pt x="5221" y="3071"/>
                      <a:pt x="5221" y="3071"/>
                      <a:pt x="5186" y="3071"/>
                    </a:cubicBezTo>
                    <a:cubicBezTo>
                      <a:pt x="4953" y="3071"/>
                      <a:pt x="4747" y="2866"/>
                      <a:pt x="4747" y="2625"/>
                    </a:cubicBezTo>
                    <a:cubicBezTo>
                      <a:pt x="4747" y="2364"/>
                      <a:pt x="4924" y="2187"/>
                      <a:pt x="5186" y="2187"/>
                    </a:cubicBezTo>
                    <a:lnTo>
                      <a:pt x="5250" y="2187"/>
                    </a:lnTo>
                    <a:cubicBezTo>
                      <a:pt x="5221" y="2010"/>
                      <a:pt x="5158" y="1833"/>
                      <a:pt x="5101" y="1684"/>
                    </a:cubicBezTo>
                    <a:cubicBezTo>
                      <a:pt x="5073" y="1684"/>
                      <a:pt x="5073" y="1684"/>
                      <a:pt x="5045" y="1713"/>
                    </a:cubicBezTo>
                    <a:cubicBezTo>
                      <a:pt x="4974" y="1753"/>
                      <a:pt x="4899" y="1772"/>
                      <a:pt x="4824" y="1772"/>
                    </a:cubicBezTo>
                    <a:cubicBezTo>
                      <a:pt x="4675" y="1772"/>
                      <a:pt x="4531" y="1692"/>
                      <a:pt x="4450" y="1536"/>
                    </a:cubicBezTo>
                    <a:cubicBezTo>
                      <a:pt x="4337" y="1331"/>
                      <a:pt x="4394" y="1062"/>
                      <a:pt x="4599" y="949"/>
                    </a:cubicBezTo>
                    <a:cubicBezTo>
                      <a:pt x="4627" y="920"/>
                      <a:pt x="4655" y="920"/>
                      <a:pt x="4655" y="920"/>
                    </a:cubicBezTo>
                    <a:cubicBezTo>
                      <a:pt x="4542" y="772"/>
                      <a:pt x="4422" y="652"/>
                      <a:pt x="4302" y="567"/>
                    </a:cubicBezTo>
                    <a:cubicBezTo>
                      <a:pt x="4273" y="567"/>
                      <a:pt x="4273" y="595"/>
                      <a:pt x="4273" y="595"/>
                    </a:cubicBezTo>
                    <a:cubicBezTo>
                      <a:pt x="4195" y="738"/>
                      <a:pt x="4040" y="822"/>
                      <a:pt x="3885" y="822"/>
                    </a:cubicBezTo>
                    <a:cubicBezTo>
                      <a:pt x="3817" y="822"/>
                      <a:pt x="3749" y="806"/>
                      <a:pt x="3686" y="772"/>
                    </a:cubicBezTo>
                    <a:cubicBezTo>
                      <a:pt x="3481" y="652"/>
                      <a:pt x="3389" y="390"/>
                      <a:pt x="3509" y="149"/>
                    </a:cubicBezTo>
                    <a:lnTo>
                      <a:pt x="3538" y="121"/>
                    </a:lnTo>
                    <a:cubicBezTo>
                      <a:pt x="3389" y="64"/>
                      <a:pt x="3212" y="1"/>
                      <a:pt x="3035" y="1"/>
                    </a:cubicBezTo>
                    <a:lnTo>
                      <a:pt x="3064" y="36"/>
                    </a:lnTo>
                    <a:cubicBezTo>
                      <a:pt x="3064" y="270"/>
                      <a:pt x="2859" y="475"/>
                      <a:pt x="2625" y="475"/>
                    </a:cubicBezTo>
                    <a:cubicBezTo>
                      <a:pt x="2392" y="475"/>
                      <a:pt x="2179" y="298"/>
                      <a:pt x="2179" y="36"/>
                    </a:cubicBezTo>
                    <a:lnTo>
                      <a:pt x="21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1">
                <a:extLst>
                  <a:ext uri="{FF2B5EF4-FFF2-40B4-BE49-F238E27FC236}">
                    <a16:creationId xmlns:a16="http://schemas.microsoft.com/office/drawing/2014/main" id="{E8C6DB69-1846-1714-71AC-4F12B83F24B5}"/>
                  </a:ext>
                </a:extLst>
              </p:cNvPr>
              <p:cNvSpPr/>
              <p:nvPr/>
            </p:nvSpPr>
            <p:spPr>
              <a:xfrm>
                <a:off x="5710068" y="2196342"/>
                <a:ext cx="154927" cy="142937"/>
              </a:xfrm>
              <a:custGeom>
                <a:avLst/>
                <a:gdLst/>
                <a:ahLst/>
                <a:cxnLst/>
                <a:rect l="l" t="t" r="r" b="b"/>
                <a:pathLst>
                  <a:path w="4458" h="4113" extrusionOk="0">
                    <a:moveTo>
                      <a:pt x="2208" y="669"/>
                    </a:moveTo>
                    <a:cubicBezTo>
                      <a:pt x="2309" y="669"/>
                      <a:pt x="2411" y="681"/>
                      <a:pt x="2512" y="706"/>
                    </a:cubicBezTo>
                    <a:cubicBezTo>
                      <a:pt x="3248" y="883"/>
                      <a:pt x="3715" y="1619"/>
                      <a:pt x="3538" y="2355"/>
                    </a:cubicBezTo>
                    <a:cubicBezTo>
                      <a:pt x="3386" y="2986"/>
                      <a:pt x="2823" y="3425"/>
                      <a:pt x="2219" y="3425"/>
                    </a:cubicBezTo>
                    <a:cubicBezTo>
                      <a:pt x="2119" y="3425"/>
                      <a:pt x="2018" y="3413"/>
                      <a:pt x="1918" y="3388"/>
                    </a:cubicBezTo>
                    <a:cubicBezTo>
                      <a:pt x="1182" y="3239"/>
                      <a:pt x="708" y="2475"/>
                      <a:pt x="885" y="1739"/>
                    </a:cubicBezTo>
                    <a:cubicBezTo>
                      <a:pt x="1037" y="1103"/>
                      <a:pt x="1604" y="669"/>
                      <a:pt x="2208" y="669"/>
                    </a:cubicBezTo>
                    <a:close/>
                    <a:moveTo>
                      <a:pt x="2228" y="1"/>
                    </a:moveTo>
                    <a:cubicBezTo>
                      <a:pt x="1302" y="1"/>
                      <a:pt x="466" y="655"/>
                      <a:pt x="241" y="1591"/>
                    </a:cubicBezTo>
                    <a:cubicBezTo>
                      <a:pt x="1" y="2708"/>
                      <a:pt x="680" y="3798"/>
                      <a:pt x="1741" y="4067"/>
                    </a:cubicBezTo>
                    <a:cubicBezTo>
                      <a:pt x="1885" y="4098"/>
                      <a:pt x="2030" y="4113"/>
                      <a:pt x="2173" y="4113"/>
                    </a:cubicBezTo>
                    <a:cubicBezTo>
                      <a:pt x="3106" y="4113"/>
                      <a:pt x="3962" y="3473"/>
                      <a:pt x="4189" y="2503"/>
                    </a:cubicBezTo>
                    <a:cubicBezTo>
                      <a:pt x="4458" y="1414"/>
                      <a:pt x="3750" y="289"/>
                      <a:pt x="2689" y="56"/>
                    </a:cubicBezTo>
                    <a:cubicBezTo>
                      <a:pt x="2534" y="19"/>
                      <a:pt x="2380" y="1"/>
                      <a:pt x="2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1">
                <a:extLst>
                  <a:ext uri="{FF2B5EF4-FFF2-40B4-BE49-F238E27FC236}">
                    <a16:creationId xmlns:a16="http://schemas.microsoft.com/office/drawing/2014/main" id="{70555585-010E-8661-7F78-C7E6E6D99CA2}"/>
                  </a:ext>
                </a:extLst>
              </p:cNvPr>
              <p:cNvSpPr/>
              <p:nvPr/>
            </p:nvSpPr>
            <p:spPr>
              <a:xfrm>
                <a:off x="5724595" y="2209548"/>
                <a:ext cx="124935" cy="115830"/>
              </a:xfrm>
              <a:custGeom>
                <a:avLst/>
                <a:gdLst/>
                <a:ahLst/>
                <a:cxnLst/>
                <a:rect l="l" t="t" r="r" b="b"/>
                <a:pathLst>
                  <a:path w="3595" h="3333" extrusionOk="0">
                    <a:moveTo>
                      <a:pt x="1797" y="58"/>
                    </a:moveTo>
                    <a:cubicBezTo>
                      <a:pt x="1917" y="58"/>
                      <a:pt x="2031" y="86"/>
                      <a:pt x="2151" y="121"/>
                    </a:cubicBezTo>
                    <a:cubicBezTo>
                      <a:pt x="3007" y="298"/>
                      <a:pt x="3537" y="1182"/>
                      <a:pt x="3332" y="2031"/>
                    </a:cubicBezTo>
                    <a:cubicBezTo>
                      <a:pt x="3155" y="2739"/>
                      <a:pt x="2505" y="3269"/>
                      <a:pt x="1797" y="3269"/>
                    </a:cubicBezTo>
                    <a:cubicBezTo>
                      <a:pt x="1677" y="3269"/>
                      <a:pt x="1564" y="3241"/>
                      <a:pt x="1443" y="3213"/>
                    </a:cubicBezTo>
                    <a:cubicBezTo>
                      <a:pt x="587" y="3036"/>
                      <a:pt x="57" y="2180"/>
                      <a:pt x="262" y="1324"/>
                    </a:cubicBezTo>
                    <a:cubicBezTo>
                      <a:pt x="439" y="588"/>
                      <a:pt x="1090" y="58"/>
                      <a:pt x="1797" y="58"/>
                    </a:cubicBezTo>
                    <a:close/>
                    <a:moveTo>
                      <a:pt x="1797" y="1"/>
                    </a:moveTo>
                    <a:cubicBezTo>
                      <a:pt x="1061" y="1"/>
                      <a:pt x="382" y="560"/>
                      <a:pt x="205" y="1296"/>
                    </a:cubicBezTo>
                    <a:cubicBezTo>
                      <a:pt x="0" y="2180"/>
                      <a:pt x="559" y="3064"/>
                      <a:pt x="1443" y="3269"/>
                    </a:cubicBezTo>
                    <a:cubicBezTo>
                      <a:pt x="1564" y="3305"/>
                      <a:pt x="1677" y="3333"/>
                      <a:pt x="1797" y="3333"/>
                    </a:cubicBezTo>
                    <a:cubicBezTo>
                      <a:pt x="2533" y="3333"/>
                      <a:pt x="3212" y="2774"/>
                      <a:pt x="3389" y="2031"/>
                    </a:cubicBezTo>
                    <a:cubicBezTo>
                      <a:pt x="3594" y="1147"/>
                      <a:pt x="3035" y="263"/>
                      <a:pt x="2179" y="58"/>
                    </a:cubicBezTo>
                    <a:cubicBezTo>
                      <a:pt x="2031" y="29"/>
                      <a:pt x="1917" y="1"/>
                      <a:pt x="1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1">
              <a:extLst>
                <a:ext uri="{FF2B5EF4-FFF2-40B4-BE49-F238E27FC236}">
                  <a16:creationId xmlns:a16="http://schemas.microsoft.com/office/drawing/2014/main" id="{162DE77B-D4C2-EC33-8C31-95EAEF3760F2}"/>
                </a:ext>
              </a:extLst>
            </p:cNvPr>
            <p:cNvGrpSpPr/>
            <p:nvPr/>
          </p:nvGrpSpPr>
          <p:grpSpPr>
            <a:xfrm>
              <a:off x="7112761" y="1457153"/>
              <a:ext cx="1499343" cy="988678"/>
              <a:chOff x="5561570" y="3414250"/>
              <a:chExt cx="523477" cy="345197"/>
            </a:xfrm>
          </p:grpSpPr>
          <p:sp>
            <p:nvSpPr>
              <p:cNvPr id="930" name="Google Shape;930;p41">
                <a:extLst>
                  <a:ext uri="{FF2B5EF4-FFF2-40B4-BE49-F238E27FC236}">
                    <a16:creationId xmlns:a16="http://schemas.microsoft.com/office/drawing/2014/main" id="{C3A2F8BF-2306-F81C-6955-D31BF2C81AAF}"/>
                  </a:ext>
                </a:extLst>
              </p:cNvPr>
              <p:cNvSpPr/>
              <p:nvPr/>
            </p:nvSpPr>
            <p:spPr>
              <a:xfrm>
                <a:off x="5561570" y="3414250"/>
                <a:ext cx="523477" cy="345197"/>
              </a:xfrm>
              <a:custGeom>
                <a:avLst/>
                <a:gdLst/>
                <a:ahLst/>
                <a:cxnLst/>
                <a:rect l="l" t="t" r="r" b="b"/>
                <a:pathLst>
                  <a:path w="15063" h="9933" extrusionOk="0">
                    <a:moveTo>
                      <a:pt x="178" y="0"/>
                    </a:moveTo>
                    <a:cubicBezTo>
                      <a:pt x="65" y="0"/>
                      <a:pt x="1" y="85"/>
                      <a:pt x="1" y="177"/>
                    </a:cubicBezTo>
                    <a:lnTo>
                      <a:pt x="1" y="9756"/>
                    </a:lnTo>
                    <a:cubicBezTo>
                      <a:pt x="1" y="9848"/>
                      <a:pt x="65" y="9933"/>
                      <a:pt x="178" y="9933"/>
                    </a:cubicBezTo>
                    <a:lnTo>
                      <a:pt x="14885" y="9933"/>
                    </a:lnTo>
                    <a:cubicBezTo>
                      <a:pt x="14977" y="9933"/>
                      <a:pt x="15062" y="9848"/>
                      <a:pt x="15062" y="9756"/>
                    </a:cubicBezTo>
                    <a:lnTo>
                      <a:pt x="15062" y="177"/>
                    </a:lnTo>
                    <a:cubicBezTo>
                      <a:pt x="15062" y="85"/>
                      <a:pt x="14977" y="0"/>
                      <a:pt x="148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1">
                <a:extLst>
                  <a:ext uri="{FF2B5EF4-FFF2-40B4-BE49-F238E27FC236}">
                    <a16:creationId xmlns:a16="http://schemas.microsoft.com/office/drawing/2014/main" id="{0A6543B0-FE0B-5B87-3698-08AE56E123BE}"/>
                  </a:ext>
                </a:extLst>
              </p:cNvPr>
              <p:cNvSpPr/>
              <p:nvPr/>
            </p:nvSpPr>
            <p:spPr>
              <a:xfrm>
                <a:off x="5609772" y="3650742"/>
                <a:ext cx="118784" cy="8410"/>
              </a:xfrm>
              <a:custGeom>
                <a:avLst/>
                <a:gdLst/>
                <a:ahLst/>
                <a:cxnLst/>
                <a:rect l="l" t="t" r="r" b="b"/>
                <a:pathLst>
                  <a:path w="3418" h="242" extrusionOk="0">
                    <a:moveTo>
                      <a:pt x="1" y="1"/>
                    </a:moveTo>
                    <a:lnTo>
                      <a:pt x="1" y="241"/>
                    </a:lnTo>
                    <a:lnTo>
                      <a:pt x="3417" y="241"/>
                    </a:lnTo>
                    <a:lnTo>
                      <a:pt x="34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1">
                <a:extLst>
                  <a:ext uri="{FF2B5EF4-FFF2-40B4-BE49-F238E27FC236}">
                    <a16:creationId xmlns:a16="http://schemas.microsoft.com/office/drawing/2014/main" id="{35276F6D-9DE4-C080-C056-39A557214375}"/>
                  </a:ext>
                </a:extLst>
              </p:cNvPr>
              <p:cNvSpPr/>
              <p:nvPr/>
            </p:nvSpPr>
            <p:spPr>
              <a:xfrm>
                <a:off x="5748192" y="3650742"/>
                <a:ext cx="47958" cy="8410"/>
              </a:xfrm>
              <a:custGeom>
                <a:avLst/>
                <a:gdLst/>
                <a:ahLst/>
                <a:cxnLst/>
                <a:rect l="l" t="t" r="r" b="b"/>
                <a:pathLst>
                  <a:path w="1380" h="242" extrusionOk="0">
                    <a:moveTo>
                      <a:pt x="0" y="1"/>
                    </a:moveTo>
                    <a:lnTo>
                      <a:pt x="0" y="241"/>
                    </a:lnTo>
                    <a:lnTo>
                      <a:pt x="1380" y="241"/>
                    </a:lnTo>
                    <a:lnTo>
                      <a:pt x="13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1">
                <a:extLst>
                  <a:ext uri="{FF2B5EF4-FFF2-40B4-BE49-F238E27FC236}">
                    <a16:creationId xmlns:a16="http://schemas.microsoft.com/office/drawing/2014/main" id="{C49D85E0-D883-57BD-C6A9-EDCAD6E8EE8B}"/>
                  </a:ext>
                </a:extLst>
              </p:cNvPr>
              <p:cNvSpPr/>
              <p:nvPr/>
            </p:nvSpPr>
            <p:spPr>
              <a:xfrm>
                <a:off x="5808419" y="3650742"/>
                <a:ext cx="30756" cy="8410"/>
              </a:xfrm>
              <a:custGeom>
                <a:avLst/>
                <a:gdLst/>
                <a:ahLst/>
                <a:cxnLst/>
                <a:rect l="l" t="t" r="r" b="b"/>
                <a:pathLst>
                  <a:path w="885" h="242" extrusionOk="0">
                    <a:moveTo>
                      <a:pt x="1" y="1"/>
                    </a:moveTo>
                    <a:lnTo>
                      <a:pt x="1" y="241"/>
                    </a:lnTo>
                    <a:lnTo>
                      <a:pt x="885" y="241"/>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1">
                <a:extLst>
                  <a:ext uri="{FF2B5EF4-FFF2-40B4-BE49-F238E27FC236}">
                    <a16:creationId xmlns:a16="http://schemas.microsoft.com/office/drawing/2014/main" id="{FD24E807-5542-A5F8-CB2E-8B26E3C2B7F2}"/>
                  </a:ext>
                </a:extLst>
              </p:cNvPr>
              <p:cNvSpPr/>
              <p:nvPr/>
            </p:nvSpPr>
            <p:spPr>
              <a:xfrm>
                <a:off x="5848488" y="3650742"/>
                <a:ext cx="12337" cy="8410"/>
              </a:xfrm>
              <a:custGeom>
                <a:avLst/>
                <a:gdLst/>
                <a:ahLst/>
                <a:cxnLst/>
                <a:rect l="l" t="t" r="r" b="b"/>
                <a:pathLst>
                  <a:path w="355" h="242" extrusionOk="0">
                    <a:moveTo>
                      <a:pt x="1" y="1"/>
                    </a:moveTo>
                    <a:lnTo>
                      <a:pt x="1" y="241"/>
                    </a:lnTo>
                    <a:lnTo>
                      <a:pt x="354" y="241"/>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1">
                <a:extLst>
                  <a:ext uri="{FF2B5EF4-FFF2-40B4-BE49-F238E27FC236}">
                    <a16:creationId xmlns:a16="http://schemas.microsoft.com/office/drawing/2014/main" id="{F7A12005-F31E-7FBA-67C3-245C59A885F6}"/>
                  </a:ext>
                </a:extLst>
              </p:cNvPr>
              <p:cNvSpPr/>
              <p:nvPr/>
            </p:nvSpPr>
            <p:spPr>
              <a:xfrm>
                <a:off x="5878237" y="3650742"/>
                <a:ext cx="126916" cy="8410"/>
              </a:xfrm>
              <a:custGeom>
                <a:avLst/>
                <a:gdLst/>
                <a:ahLst/>
                <a:cxnLst/>
                <a:rect l="l" t="t" r="r" b="b"/>
                <a:pathLst>
                  <a:path w="3652" h="242" extrusionOk="0">
                    <a:moveTo>
                      <a:pt x="1" y="1"/>
                    </a:moveTo>
                    <a:lnTo>
                      <a:pt x="1" y="241"/>
                    </a:lnTo>
                    <a:lnTo>
                      <a:pt x="3651" y="241"/>
                    </a:lnTo>
                    <a:lnTo>
                      <a:pt x="36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1">
                <a:extLst>
                  <a:ext uri="{FF2B5EF4-FFF2-40B4-BE49-F238E27FC236}">
                    <a16:creationId xmlns:a16="http://schemas.microsoft.com/office/drawing/2014/main" id="{1573672A-5359-0655-B17F-94E8B89C78B2}"/>
                  </a:ext>
                </a:extLst>
              </p:cNvPr>
              <p:cNvSpPr/>
              <p:nvPr/>
            </p:nvSpPr>
            <p:spPr>
              <a:xfrm>
                <a:off x="5712293" y="3620021"/>
                <a:ext cx="135257" cy="9383"/>
              </a:xfrm>
              <a:custGeom>
                <a:avLst/>
                <a:gdLst/>
                <a:ahLst/>
                <a:cxnLst/>
                <a:rect l="l" t="t" r="r" b="b"/>
                <a:pathLst>
                  <a:path w="3892" h="270" extrusionOk="0">
                    <a:moveTo>
                      <a:pt x="1" y="1"/>
                    </a:moveTo>
                    <a:lnTo>
                      <a:pt x="1" y="269"/>
                    </a:lnTo>
                    <a:lnTo>
                      <a:pt x="3891" y="269"/>
                    </a:lnTo>
                    <a:lnTo>
                      <a:pt x="38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1">
                <a:extLst>
                  <a:ext uri="{FF2B5EF4-FFF2-40B4-BE49-F238E27FC236}">
                    <a16:creationId xmlns:a16="http://schemas.microsoft.com/office/drawing/2014/main" id="{F720F996-B1FB-B1E0-FA00-F698FC912C6C}"/>
                  </a:ext>
                </a:extLst>
              </p:cNvPr>
              <p:cNvSpPr/>
              <p:nvPr/>
            </p:nvSpPr>
            <p:spPr>
              <a:xfrm>
                <a:off x="5869896" y="3623218"/>
                <a:ext cx="14527" cy="9140"/>
              </a:xfrm>
              <a:custGeom>
                <a:avLst/>
                <a:gdLst/>
                <a:ahLst/>
                <a:cxnLst/>
                <a:rect l="l" t="t" r="r" b="b"/>
                <a:pathLst>
                  <a:path w="418" h="263" extrusionOk="0">
                    <a:moveTo>
                      <a:pt x="0" y="1"/>
                    </a:moveTo>
                    <a:lnTo>
                      <a:pt x="0" y="262"/>
                    </a:lnTo>
                    <a:lnTo>
                      <a:pt x="418" y="262"/>
                    </a:lnTo>
                    <a:lnTo>
                      <a:pt x="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1">
                <a:extLst>
                  <a:ext uri="{FF2B5EF4-FFF2-40B4-BE49-F238E27FC236}">
                    <a16:creationId xmlns:a16="http://schemas.microsoft.com/office/drawing/2014/main" id="{8395204B-ABF0-9BDB-BB59-71F15E808B88}"/>
                  </a:ext>
                </a:extLst>
              </p:cNvPr>
              <p:cNvSpPr/>
              <p:nvPr/>
            </p:nvSpPr>
            <p:spPr>
              <a:xfrm>
                <a:off x="5912920" y="3623218"/>
                <a:ext cx="67628" cy="9140"/>
              </a:xfrm>
              <a:custGeom>
                <a:avLst/>
                <a:gdLst/>
                <a:ahLst/>
                <a:cxnLst/>
                <a:rect l="l" t="t" r="r" b="b"/>
                <a:pathLst>
                  <a:path w="1946" h="263" extrusionOk="0">
                    <a:moveTo>
                      <a:pt x="0" y="1"/>
                    </a:moveTo>
                    <a:lnTo>
                      <a:pt x="0" y="262"/>
                    </a:lnTo>
                    <a:lnTo>
                      <a:pt x="1946" y="262"/>
                    </a:lnTo>
                    <a:lnTo>
                      <a:pt x="19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1">
                <a:extLst>
                  <a:ext uri="{FF2B5EF4-FFF2-40B4-BE49-F238E27FC236}">
                    <a16:creationId xmlns:a16="http://schemas.microsoft.com/office/drawing/2014/main" id="{5411B340-4D0C-2640-2265-63FD9BA8E7DB}"/>
                  </a:ext>
                </a:extLst>
              </p:cNvPr>
              <p:cNvSpPr/>
              <p:nvPr/>
            </p:nvSpPr>
            <p:spPr>
              <a:xfrm>
                <a:off x="6002165" y="3623218"/>
                <a:ext cx="39861" cy="9140"/>
              </a:xfrm>
              <a:custGeom>
                <a:avLst/>
                <a:gdLst/>
                <a:ahLst/>
                <a:cxnLst/>
                <a:rect l="l" t="t" r="r" b="b"/>
                <a:pathLst>
                  <a:path w="1147" h="263" extrusionOk="0">
                    <a:moveTo>
                      <a:pt x="0" y="1"/>
                    </a:moveTo>
                    <a:lnTo>
                      <a:pt x="0" y="262"/>
                    </a:lnTo>
                    <a:lnTo>
                      <a:pt x="1146" y="262"/>
                    </a:lnTo>
                    <a:lnTo>
                      <a:pt x="11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1">
                <a:extLst>
                  <a:ext uri="{FF2B5EF4-FFF2-40B4-BE49-F238E27FC236}">
                    <a16:creationId xmlns:a16="http://schemas.microsoft.com/office/drawing/2014/main" id="{AD4BBE2D-3A68-52BB-692E-E9A15354C840}"/>
                  </a:ext>
                </a:extLst>
              </p:cNvPr>
              <p:cNvSpPr/>
              <p:nvPr/>
            </p:nvSpPr>
            <p:spPr>
              <a:xfrm>
                <a:off x="5673196" y="3592497"/>
                <a:ext cx="55361" cy="9140"/>
              </a:xfrm>
              <a:custGeom>
                <a:avLst/>
                <a:gdLst/>
                <a:ahLst/>
                <a:cxnLst/>
                <a:rect l="l" t="t" r="r" b="b"/>
                <a:pathLst>
                  <a:path w="1593" h="263" extrusionOk="0">
                    <a:moveTo>
                      <a:pt x="1" y="0"/>
                    </a:moveTo>
                    <a:lnTo>
                      <a:pt x="1" y="262"/>
                    </a:lnTo>
                    <a:lnTo>
                      <a:pt x="1592" y="262"/>
                    </a:lnTo>
                    <a:lnTo>
                      <a:pt x="15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1">
                <a:extLst>
                  <a:ext uri="{FF2B5EF4-FFF2-40B4-BE49-F238E27FC236}">
                    <a16:creationId xmlns:a16="http://schemas.microsoft.com/office/drawing/2014/main" id="{18C7FA2C-199C-31C1-F738-315EC0813D97}"/>
                  </a:ext>
                </a:extLst>
              </p:cNvPr>
              <p:cNvSpPr/>
              <p:nvPr/>
            </p:nvSpPr>
            <p:spPr>
              <a:xfrm>
                <a:off x="5748192" y="3592497"/>
                <a:ext cx="47958" cy="9140"/>
              </a:xfrm>
              <a:custGeom>
                <a:avLst/>
                <a:gdLst/>
                <a:ahLst/>
                <a:cxnLst/>
                <a:rect l="l" t="t" r="r" b="b"/>
                <a:pathLst>
                  <a:path w="1380" h="263" extrusionOk="0">
                    <a:moveTo>
                      <a:pt x="0" y="0"/>
                    </a:moveTo>
                    <a:lnTo>
                      <a:pt x="0" y="262"/>
                    </a:lnTo>
                    <a:lnTo>
                      <a:pt x="1380" y="262"/>
                    </a:lnTo>
                    <a:lnTo>
                      <a:pt x="13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1">
                <a:extLst>
                  <a:ext uri="{FF2B5EF4-FFF2-40B4-BE49-F238E27FC236}">
                    <a16:creationId xmlns:a16="http://schemas.microsoft.com/office/drawing/2014/main" id="{18C48D1E-EFED-CBA4-35E4-6C310099D0D9}"/>
                  </a:ext>
                </a:extLst>
              </p:cNvPr>
              <p:cNvSpPr/>
              <p:nvPr/>
            </p:nvSpPr>
            <p:spPr>
              <a:xfrm>
                <a:off x="5808419" y="3592497"/>
                <a:ext cx="30756" cy="9140"/>
              </a:xfrm>
              <a:custGeom>
                <a:avLst/>
                <a:gdLst/>
                <a:ahLst/>
                <a:cxnLst/>
                <a:rect l="l" t="t" r="r" b="b"/>
                <a:pathLst>
                  <a:path w="885" h="263" extrusionOk="0">
                    <a:moveTo>
                      <a:pt x="1" y="0"/>
                    </a:moveTo>
                    <a:lnTo>
                      <a:pt x="1" y="262"/>
                    </a:lnTo>
                    <a:lnTo>
                      <a:pt x="885" y="262"/>
                    </a:lnTo>
                    <a:lnTo>
                      <a:pt x="8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1">
                <a:extLst>
                  <a:ext uri="{FF2B5EF4-FFF2-40B4-BE49-F238E27FC236}">
                    <a16:creationId xmlns:a16="http://schemas.microsoft.com/office/drawing/2014/main" id="{602A76A6-836E-4B8B-E894-83758DB1996A}"/>
                  </a:ext>
                </a:extLst>
              </p:cNvPr>
              <p:cNvSpPr/>
              <p:nvPr/>
            </p:nvSpPr>
            <p:spPr>
              <a:xfrm>
                <a:off x="5848488" y="3592497"/>
                <a:ext cx="12337" cy="9140"/>
              </a:xfrm>
              <a:custGeom>
                <a:avLst/>
                <a:gdLst/>
                <a:ahLst/>
                <a:cxnLst/>
                <a:rect l="l" t="t" r="r" b="b"/>
                <a:pathLst>
                  <a:path w="355" h="263" extrusionOk="0">
                    <a:moveTo>
                      <a:pt x="1" y="0"/>
                    </a:moveTo>
                    <a:lnTo>
                      <a:pt x="1"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1">
                <a:extLst>
                  <a:ext uri="{FF2B5EF4-FFF2-40B4-BE49-F238E27FC236}">
                    <a16:creationId xmlns:a16="http://schemas.microsoft.com/office/drawing/2014/main" id="{889F1F11-10A8-29A1-0842-89B5F857896D}"/>
                  </a:ext>
                </a:extLst>
              </p:cNvPr>
              <p:cNvSpPr/>
              <p:nvPr/>
            </p:nvSpPr>
            <p:spPr>
              <a:xfrm>
                <a:off x="5878237" y="3592497"/>
                <a:ext cx="126916" cy="9140"/>
              </a:xfrm>
              <a:custGeom>
                <a:avLst/>
                <a:gdLst/>
                <a:ahLst/>
                <a:cxnLst/>
                <a:rect l="l" t="t" r="r" b="b"/>
                <a:pathLst>
                  <a:path w="3652" h="263" extrusionOk="0">
                    <a:moveTo>
                      <a:pt x="1" y="0"/>
                    </a:moveTo>
                    <a:lnTo>
                      <a:pt x="1" y="262"/>
                    </a:lnTo>
                    <a:lnTo>
                      <a:pt x="3651" y="262"/>
                    </a:lnTo>
                    <a:lnTo>
                      <a:pt x="36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1">
                <a:extLst>
                  <a:ext uri="{FF2B5EF4-FFF2-40B4-BE49-F238E27FC236}">
                    <a16:creationId xmlns:a16="http://schemas.microsoft.com/office/drawing/2014/main" id="{0CB7C094-1B75-4A16-8E47-D5C695724B99}"/>
                  </a:ext>
                </a:extLst>
              </p:cNvPr>
              <p:cNvSpPr/>
              <p:nvPr/>
            </p:nvSpPr>
            <p:spPr>
              <a:xfrm>
                <a:off x="5609772" y="3565946"/>
                <a:ext cx="77985" cy="9140"/>
              </a:xfrm>
              <a:custGeom>
                <a:avLst/>
                <a:gdLst/>
                <a:ahLst/>
                <a:cxnLst/>
                <a:rect l="l" t="t" r="r" b="b"/>
                <a:pathLst>
                  <a:path w="2244" h="263" extrusionOk="0">
                    <a:moveTo>
                      <a:pt x="1" y="0"/>
                    </a:moveTo>
                    <a:lnTo>
                      <a:pt x="1" y="262"/>
                    </a:lnTo>
                    <a:lnTo>
                      <a:pt x="2243" y="262"/>
                    </a:lnTo>
                    <a:lnTo>
                      <a:pt x="22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1">
                <a:extLst>
                  <a:ext uri="{FF2B5EF4-FFF2-40B4-BE49-F238E27FC236}">
                    <a16:creationId xmlns:a16="http://schemas.microsoft.com/office/drawing/2014/main" id="{22AD48AE-E5B4-77B4-505D-D42657509C04}"/>
                  </a:ext>
                </a:extLst>
              </p:cNvPr>
              <p:cNvSpPr/>
              <p:nvPr/>
            </p:nvSpPr>
            <p:spPr>
              <a:xfrm>
                <a:off x="5712293" y="3565946"/>
                <a:ext cx="111660" cy="9140"/>
              </a:xfrm>
              <a:custGeom>
                <a:avLst/>
                <a:gdLst/>
                <a:ahLst/>
                <a:cxnLst/>
                <a:rect l="l" t="t" r="r" b="b"/>
                <a:pathLst>
                  <a:path w="3213" h="263" extrusionOk="0">
                    <a:moveTo>
                      <a:pt x="1" y="0"/>
                    </a:moveTo>
                    <a:lnTo>
                      <a:pt x="1" y="262"/>
                    </a:lnTo>
                    <a:lnTo>
                      <a:pt x="3212" y="262"/>
                    </a:lnTo>
                    <a:lnTo>
                      <a:pt x="32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1">
                <a:extLst>
                  <a:ext uri="{FF2B5EF4-FFF2-40B4-BE49-F238E27FC236}">
                    <a16:creationId xmlns:a16="http://schemas.microsoft.com/office/drawing/2014/main" id="{941797DB-7B42-8617-60FD-F39665A6CDED}"/>
                  </a:ext>
                </a:extLst>
              </p:cNvPr>
              <p:cNvSpPr/>
              <p:nvPr/>
            </p:nvSpPr>
            <p:spPr>
              <a:xfrm>
                <a:off x="5853667" y="3565946"/>
                <a:ext cx="12302" cy="9140"/>
              </a:xfrm>
              <a:custGeom>
                <a:avLst/>
                <a:gdLst/>
                <a:ahLst/>
                <a:cxnLst/>
                <a:rect l="l" t="t" r="r" b="b"/>
                <a:pathLst>
                  <a:path w="354" h="263" extrusionOk="0">
                    <a:moveTo>
                      <a:pt x="0" y="0"/>
                    </a:moveTo>
                    <a:lnTo>
                      <a:pt x="0"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1">
                <a:extLst>
                  <a:ext uri="{FF2B5EF4-FFF2-40B4-BE49-F238E27FC236}">
                    <a16:creationId xmlns:a16="http://schemas.microsoft.com/office/drawing/2014/main" id="{52E56F83-59DA-55AA-C4DA-AB21430D7ED0}"/>
                  </a:ext>
                </a:extLst>
              </p:cNvPr>
              <p:cNvSpPr/>
              <p:nvPr/>
            </p:nvSpPr>
            <p:spPr>
              <a:xfrm>
                <a:off x="5886369" y="3565946"/>
                <a:ext cx="94179" cy="9140"/>
              </a:xfrm>
              <a:custGeom>
                <a:avLst/>
                <a:gdLst/>
                <a:ahLst/>
                <a:cxnLst/>
                <a:rect l="l" t="t" r="r" b="b"/>
                <a:pathLst>
                  <a:path w="2710" h="263" extrusionOk="0">
                    <a:moveTo>
                      <a:pt x="0" y="0"/>
                    </a:moveTo>
                    <a:lnTo>
                      <a:pt x="0" y="262"/>
                    </a:lnTo>
                    <a:lnTo>
                      <a:pt x="2710" y="262"/>
                    </a:lnTo>
                    <a:lnTo>
                      <a:pt x="27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1">
                <a:extLst>
                  <a:ext uri="{FF2B5EF4-FFF2-40B4-BE49-F238E27FC236}">
                    <a16:creationId xmlns:a16="http://schemas.microsoft.com/office/drawing/2014/main" id="{69DE6841-A750-002C-D5C4-7530C3A796BE}"/>
                  </a:ext>
                </a:extLst>
              </p:cNvPr>
              <p:cNvSpPr/>
              <p:nvPr/>
            </p:nvSpPr>
            <p:spPr>
              <a:xfrm>
                <a:off x="5994033" y="3565946"/>
                <a:ext cx="27593" cy="10113"/>
              </a:xfrm>
              <a:custGeom>
                <a:avLst/>
                <a:gdLst/>
                <a:ahLst/>
                <a:cxnLst/>
                <a:rect l="l" t="t" r="r" b="b"/>
                <a:pathLst>
                  <a:path w="794" h="291" extrusionOk="0">
                    <a:moveTo>
                      <a:pt x="1" y="0"/>
                    </a:moveTo>
                    <a:lnTo>
                      <a:pt x="1" y="262"/>
                    </a:lnTo>
                    <a:lnTo>
                      <a:pt x="765" y="290"/>
                    </a:lnTo>
                    <a:lnTo>
                      <a:pt x="793" y="2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1">
                <a:extLst>
                  <a:ext uri="{FF2B5EF4-FFF2-40B4-BE49-F238E27FC236}">
                    <a16:creationId xmlns:a16="http://schemas.microsoft.com/office/drawing/2014/main" id="{786F62B4-33F0-4D2A-5ABB-9946E3334C6F}"/>
                  </a:ext>
                </a:extLst>
              </p:cNvPr>
              <p:cNvSpPr/>
              <p:nvPr/>
            </p:nvSpPr>
            <p:spPr>
              <a:xfrm>
                <a:off x="6069759" y="3527822"/>
                <a:ext cx="1008" cy="16507"/>
              </a:xfrm>
              <a:custGeom>
                <a:avLst/>
                <a:gdLst/>
                <a:ahLst/>
                <a:cxnLst/>
                <a:rect l="l" t="t" r="r" b="b"/>
                <a:pathLst>
                  <a:path w="29" h="475" extrusionOk="0">
                    <a:moveTo>
                      <a:pt x="1" y="1"/>
                    </a:moveTo>
                    <a:lnTo>
                      <a:pt x="1" y="475"/>
                    </a:lnTo>
                    <a:lnTo>
                      <a:pt x="29" y="475"/>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1">
                <a:extLst>
                  <a:ext uri="{FF2B5EF4-FFF2-40B4-BE49-F238E27FC236}">
                    <a16:creationId xmlns:a16="http://schemas.microsoft.com/office/drawing/2014/main" id="{2109F8C0-5D8C-26D9-C446-385EAAB7059D}"/>
                  </a:ext>
                </a:extLst>
              </p:cNvPr>
              <p:cNvSpPr/>
              <p:nvPr/>
            </p:nvSpPr>
            <p:spPr>
              <a:xfrm>
                <a:off x="6069759" y="3480871"/>
                <a:ext cx="1008" cy="33710"/>
              </a:xfrm>
              <a:custGeom>
                <a:avLst/>
                <a:gdLst/>
                <a:ahLst/>
                <a:cxnLst/>
                <a:rect l="l" t="t" r="r" b="b"/>
                <a:pathLst>
                  <a:path w="29" h="970" extrusionOk="0">
                    <a:moveTo>
                      <a:pt x="1" y="1"/>
                    </a:moveTo>
                    <a:lnTo>
                      <a:pt x="1" y="970"/>
                    </a:lnTo>
                    <a:lnTo>
                      <a:pt x="29" y="970"/>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2" name="Google Shape;952;p41">
              <a:extLst>
                <a:ext uri="{FF2B5EF4-FFF2-40B4-BE49-F238E27FC236}">
                  <a16:creationId xmlns:a16="http://schemas.microsoft.com/office/drawing/2014/main" id="{E7E4F713-5498-3902-C1F2-24F6E380A19B}"/>
                </a:ext>
              </a:extLst>
            </p:cNvPr>
            <p:cNvSpPr/>
            <p:nvPr/>
          </p:nvSpPr>
          <p:spPr>
            <a:xfrm>
              <a:off x="5912220" y="3661765"/>
              <a:ext cx="710598" cy="111380"/>
            </a:xfrm>
            <a:custGeom>
              <a:avLst/>
              <a:gdLst/>
              <a:ahLst/>
              <a:cxnLst/>
              <a:rect l="l" t="t" r="r" b="b"/>
              <a:pathLst>
                <a:path w="7139" h="1119" extrusionOk="0">
                  <a:moveTo>
                    <a:pt x="149" y="0"/>
                  </a:moveTo>
                  <a:cubicBezTo>
                    <a:pt x="64" y="0"/>
                    <a:pt x="0" y="57"/>
                    <a:pt x="0" y="149"/>
                  </a:cubicBezTo>
                  <a:lnTo>
                    <a:pt x="0" y="1005"/>
                  </a:lnTo>
                  <a:cubicBezTo>
                    <a:pt x="0" y="1061"/>
                    <a:pt x="64" y="1118"/>
                    <a:pt x="149" y="1118"/>
                  </a:cubicBezTo>
                  <a:lnTo>
                    <a:pt x="6990" y="1118"/>
                  </a:lnTo>
                  <a:cubicBezTo>
                    <a:pt x="7075" y="1118"/>
                    <a:pt x="7138" y="1061"/>
                    <a:pt x="7138" y="1005"/>
                  </a:cubicBezTo>
                  <a:lnTo>
                    <a:pt x="7138" y="149"/>
                  </a:lnTo>
                  <a:cubicBezTo>
                    <a:pt x="7138" y="85"/>
                    <a:pt x="7075" y="0"/>
                    <a:pt x="69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1">
              <a:extLst>
                <a:ext uri="{FF2B5EF4-FFF2-40B4-BE49-F238E27FC236}">
                  <a16:creationId xmlns:a16="http://schemas.microsoft.com/office/drawing/2014/main" id="{69DAE0A1-5AB0-C05F-9787-28FE7799E53B}"/>
                </a:ext>
              </a:extLst>
            </p:cNvPr>
            <p:cNvSpPr/>
            <p:nvPr/>
          </p:nvSpPr>
          <p:spPr>
            <a:xfrm>
              <a:off x="5912220" y="3717405"/>
              <a:ext cx="710598" cy="422526"/>
            </a:xfrm>
            <a:custGeom>
              <a:avLst/>
              <a:gdLst/>
              <a:ahLst/>
              <a:cxnLst/>
              <a:rect l="l" t="t" r="r" b="b"/>
              <a:pathLst>
                <a:path w="7139" h="4245" extrusionOk="0">
                  <a:moveTo>
                    <a:pt x="0" y="0"/>
                  </a:moveTo>
                  <a:lnTo>
                    <a:pt x="0" y="4245"/>
                  </a:lnTo>
                  <a:lnTo>
                    <a:pt x="7138" y="4245"/>
                  </a:lnTo>
                  <a:lnTo>
                    <a:pt x="71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1">
              <a:extLst>
                <a:ext uri="{FF2B5EF4-FFF2-40B4-BE49-F238E27FC236}">
                  <a16:creationId xmlns:a16="http://schemas.microsoft.com/office/drawing/2014/main" id="{23F55DEE-AAF0-4DD3-6591-27B31577225B}"/>
                </a:ext>
              </a:extLst>
            </p:cNvPr>
            <p:cNvSpPr/>
            <p:nvPr/>
          </p:nvSpPr>
          <p:spPr>
            <a:xfrm>
              <a:off x="6056551" y="3773045"/>
              <a:ext cx="413479" cy="12044"/>
            </a:xfrm>
            <a:custGeom>
              <a:avLst/>
              <a:gdLst/>
              <a:ahLst/>
              <a:cxnLst/>
              <a:rect l="l" t="t" r="r" b="b"/>
              <a:pathLst>
                <a:path w="4154" h="121" extrusionOk="0">
                  <a:moveTo>
                    <a:pt x="57" y="0"/>
                  </a:moveTo>
                  <a:cubicBezTo>
                    <a:pt x="29" y="0"/>
                    <a:pt x="1" y="28"/>
                    <a:pt x="1" y="64"/>
                  </a:cubicBezTo>
                  <a:cubicBezTo>
                    <a:pt x="1" y="92"/>
                    <a:pt x="29" y="120"/>
                    <a:pt x="57" y="120"/>
                  </a:cubicBezTo>
                  <a:lnTo>
                    <a:pt x="4097" y="120"/>
                  </a:lnTo>
                  <a:cubicBezTo>
                    <a:pt x="4125" y="120"/>
                    <a:pt x="4153" y="92"/>
                    <a:pt x="4153" y="64"/>
                  </a:cubicBezTo>
                  <a:cubicBezTo>
                    <a:pt x="4153" y="28"/>
                    <a:pt x="4125" y="0"/>
                    <a:pt x="4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1">
              <a:extLst>
                <a:ext uri="{FF2B5EF4-FFF2-40B4-BE49-F238E27FC236}">
                  <a16:creationId xmlns:a16="http://schemas.microsoft.com/office/drawing/2014/main" id="{9A1889A1-473A-D8D2-3B44-E5DD4DBF4BB5}"/>
                </a:ext>
              </a:extLst>
            </p:cNvPr>
            <p:cNvSpPr/>
            <p:nvPr/>
          </p:nvSpPr>
          <p:spPr>
            <a:xfrm>
              <a:off x="6056551" y="3834956"/>
              <a:ext cx="413479" cy="11347"/>
            </a:xfrm>
            <a:custGeom>
              <a:avLst/>
              <a:gdLst/>
              <a:ahLst/>
              <a:cxnLst/>
              <a:rect l="l" t="t" r="r" b="b"/>
              <a:pathLst>
                <a:path w="4154" h="114" extrusionOk="0">
                  <a:moveTo>
                    <a:pt x="57" y="1"/>
                  </a:moveTo>
                  <a:cubicBezTo>
                    <a:pt x="29" y="1"/>
                    <a:pt x="1" y="1"/>
                    <a:pt x="1" y="57"/>
                  </a:cubicBezTo>
                  <a:cubicBezTo>
                    <a:pt x="1" y="85"/>
                    <a:pt x="29" y="114"/>
                    <a:pt x="57" y="114"/>
                  </a:cubicBezTo>
                  <a:lnTo>
                    <a:pt x="4097" y="114"/>
                  </a:lnTo>
                  <a:cubicBezTo>
                    <a:pt x="4125" y="114"/>
                    <a:pt x="4153" y="85"/>
                    <a:pt x="4153" y="57"/>
                  </a:cubicBezTo>
                  <a:cubicBezTo>
                    <a:pt x="4153" y="1"/>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1">
              <a:extLst>
                <a:ext uri="{FF2B5EF4-FFF2-40B4-BE49-F238E27FC236}">
                  <a16:creationId xmlns:a16="http://schemas.microsoft.com/office/drawing/2014/main" id="{4E8A6262-1C84-5791-6803-549F7944BD57}"/>
                </a:ext>
              </a:extLst>
            </p:cNvPr>
            <p:cNvSpPr/>
            <p:nvPr/>
          </p:nvSpPr>
          <p:spPr>
            <a:xfrm>
              <a:off x="6056551" y="3893384"/>
              <a:ext cx="413479" cy="12143"/>
            </a:xfrm>
            <a:custGeom>
              <a:avLst/>
              <a:gdLst/>
              <a:ahLst/>
              <a:cxnLst/>
              <a:rect l="l" t="t" r="r" b="b"/>
              <a:pathLst>
                <a:path w="4154" h="122" extrusionOk="0">
                  <a:moveTo>
                    <a:pt x="57" y="1"/>
                  </a:moveTo>
                  <a:cubicBezTo>
                    <a:pt x="29" y="1"/>
                    <a:pt x="1" y="29"/>
                    <a:pt x="1" y="57"/>
                  </a:cubicBezTo>
                  <a:cubicBezTo>
                    <a:pt x="1" y="93"/>
                    <a:pt x="29" y="121"/>
                    <a:pt x="57" y="121"/>
                  </a:cubicBezTo>
                  <a:lnTo>
                    <a:pt x="4097" y="121"/>
                  </a:lnTo>
                  <a:cubicBezTo>
                    <a:pt x="4125" y="121"/>
                    <a:pt x="4153" y="93"/>
                    <a:pt x="4153" y="57"/>
                  </a:cubicBezTo>
                  <a:cubicBezTo>
                    <a:pt x="4153" y="29"/>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1">
              <a:extLst>
                <a:ext uri="{FF2B5EF4-FFF2-40B4-BE49-F238E27FC236}">
                  <a16:creationId xmlns:a16="http://schemas.microsoft.com/office/drawing/2014/main" id="{8DE58D5B-4537-4F47-0D90-C1B3DBC26E1B}"/>
                </a:ext>
              </a:extLst>
            </p:cNvPr>
            <p:cNvSpPr/>
            <p:nvPr/>
          </p:nvSpPr>
          <p:spPr>
            <a:xfrm>
              <a:off x="6056551" y="3951811"/>
              <a:ext cx="413479" cy="12143"/>
            </a:xfrm>
            <a:custGeom>
              <a:avLst/>
              <a:gdLst/>
              <a:ahLst/>
              <a:cxnLst/>
              <a:rect l="l" t="t" r="r" b="b"/>
              <a:pathLst>
                <a:path w="4154" h="122" extrusionOk="0">
                  <a:moveTo>
                    <a:pt x="57" y="1"/>
                  </a:moveTo>
                  <a:cubicBezTo>
                    <a:pt x="29" y="1"/>
                    <a:pt x="1" y="36"/>
                    <a:pt x="1" y="65"/>
                  </a:cubicBezTo>
                  <a:cubicBezTo>
                    <a:pt x="1" y="93"/>
                    <a:pt x="29" y="121"/>
                    <a:pt x="57" y="121"/>
                  </a:cubicBezTo>
                  <a:lnTo>
                    <a:pt x="4097" y="121"/>
                  </a:lnTo>
                  <a:cubicBezTo>
                    <a:pt x="4125" y="121"/>
                    <a:pt x="4153" y="93"/>
                    <a:pt x="4153" y="65"/>
                  </a:cubicBezTo>
                  <a:cubicBezTo>
                    <a:pt x="4153" y="36"/>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1">
              <a:extLst>
                <a:ext uri="{FF2B5EF4-FFF2-40B4-BE49-F238E27FC236}">
                  <a16:creationId xmlns:a16="http://schemas.microsoft.com/office/drawing/2014/main" id="{7F507173-A803-AFBD-15BB-EF7EDC9A38A4}"/>
                </a:ext>
              </a:extLst>
            </p:cNvPr>
            <p:cNvSpPr/>
            <p:nvPr/>
          </p:nvSpPr>
          <p:spPr>
            <a:xfrm>
              <a:off x="5971346" y="3748560"/>
              <a:ext cx="52954" cy="62608"/>
            </a:xfrm>
            <a:custGeom>
              <a:avLst/>
              <a:gdLst/>
              <a:ahLst/>
              <a:cxnLst/>
              <a:rect l="l" t="t" r="r" b="b"/>
              <a:pathLst>
                <a:path w="532" h="629" extrusionOk="0">
                  <a:moveTo>
                    <a:pt x="61" y="1"/>
                  </a:moveTo>
                  <a:cubicBezTo>
                    <a:pt x="43" y="1"/>
                    <a:pt x="29" y="21"/>
                    <a:pt x="29" y="41"/>
                  </a:cubicBezTo>
                  <a:cubicBezTo>
                    <a:pt x="1" y="41"/>
                    <a:pt x="1" y="97"/>
                    <a:pt x="29" y="97"/>
                  </a:cubicBezTo>
                  <a:lnTo>
                    <a:pt x="326" y="310"/>
                  </a:lnTo>
                  <a:lnTo>
                    <a:pt x="29" y="543"/>
                  </a:lnTo>
                  <a:cubicBezTo>
                    <a:pt x="1" y="543"/>
                    <a:pt x="1" y="600"/>
                    <a:pt x="29" y="628"/>
                  </a:cubicBezTo>
                  <a:lnTo>
                    <a:pt x="85" y="628"/>
                  </a:lnTo>
                  <a:lnTo>
                    <a:pt x="531" y="310"/>
                  </a:lnTo>
                  <a:lnTo>
                    <a:pt x="85" y="13"/>
                  </a:lnTo>
                  <a:cubicBezTo>
                    <a:pt x="77" y="4"/>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9" name="Google Shape;959;p41">
              <a:extLst>
                <a:ext uri="{FF2B5EF4-FFF2-40B4-BE49-F238E27FC236}">
                  <a16:creationId xmlns:a16="http://schemas.microsoft.com/office/drawing/2014/main" id="{73AC3E5B-BF22-65DA-D68A-EB31D9C1BB3A}"/>
                </a:ext>
              </a:extLst>
            </p:cNvPr>
            <p:cNvGrpSpPr/>
            <p:nvPr/>
          </p:nvGrpSpPr>
          <p:grpSpPr>
            <a:xfrm>
              <a:off x="6352280" y="2402410"/>
              <a:ext cx="2259826" cy="2201617"/>
              <a:chOff x="5193782" y="4186768"/>
              <a:chExt cx="788990" cy="768694"/>
            </a:xfrm>
          </p:grpSpPr>
          <p:sp>
            <p:nvSpPr>
              <p:cNvPr id="960" name="Google Shape;960;p41">
                <a:extLst>
                  <a:ext uri="{FF2B5EF4-FFF2-40B4-BE49-F238E27FC236}">
                    <a16:creationId xmlns:a16="http://schemas.microsoft.com/office/drawing/2014/main" id="{55A89F64-AF3C-031E-AF49-01EEEEF2C378}"/>
                  </a:ext>
                </a:extLst>
              </p:cNvPr>
              <p:cNvSpPr/>
              <p:nvPr/>
            </p:nvSpPr>
            <p:spPr>
              <a:xfrm>
                <a:off x="5229682" y="4210087"/>
                <a:ext cx="156873" cy="113224"/>
              </a:xfrm>
              <a:custGeom>
                <a:avLst/>
                <a:gdLst/>
                <a:ahLst/>
                <a:cxnLst/>
                <a:rect l="l" t="t" r="r" b="b"/>
                <a:pathLst>
                  <a:path w="4514" h="3258" extrusionOk="0">
                    <a:moveTo>
                      <a:pt x="3851" y="2390"/>
                    </a:moveTo>
                    <a:cubicBezTo>
                      <a:pt x="3886" y="2390"/>
                      <a:pt x="3923" y="2400"/>
                      <a:pt x="3955" y="2420"/>
                    </a:cubicBezTo>
                    <a:cubicBezTo>
                      <a:pt x="3983" y="2448"/>
                      <a:pt x="4012" y="2476"/>
                      <a:pt x="4012" y="2512"/>
                    </a:cubicBezTo>
                    <a:lnTo>
                      <a:pt x="4040" y="2512"/>
                    </a:lnTo>
                    <a:lnTo>
                      <a:pt x="4040" y="2540"/>
                    </a:lnTo>
                    <a:cubicBezTo>
                      <a:pt x="4040" y="2540"/>
                      <a:pt x="4040" y="2568"/>
                      <a:pt x="4068" y="2568"/>
                    </a:cubicBezTo>
                    <a:cubicBezTo>
                      <a:pt x="4097" y="2653"/>
                      <a:pt x="4012" y="2773"/>
                      <a:pt x="3920" y="2830"/>
                    </a:cubicBezTo>
                    <a:cubicBezTo>
                      <a:pt x="3863" y="2830"/>
                      <a:pt x="3807" y="2830"/>
                      <a:pt x="3743" y="2802"/>
                    </a:cubicBezTo>
                    <a:cubicBezTo>
                      <a:pt x="3724" y="2783"/>
                      <a:pt x="3705" y="2764"/>
                      <a:pt x="3686" y="2745"/>
                    </a:cubicBezTo>
                    <a:lnTo>
                      <a:pt x="3686" y="2745"/>
                    </a:lnTo>
                    <a:cubicBezTo>
                      <a:pt x="3630" y="2653"/>
                      <a:pt x="3630" y="2540"/>
                      <a:pt x="3686" y="2476"/>
                    </a:cubicBezTo>
                    <a:cubicBezTo>
                      <a:pt x="3723" y="2421"/>
                      <a:pt x="3786" y="2390"/>
                      <a:pt x="3851" y="2390"/>
                    </a:cubicBezTo>
                    <a:close/>
                    <a:moveTo>
                      <a:pt x="383" y="0"/>
                    </a:moveTo>
                    <a:lnTo>
                      <a:pt x="1" y="651"/>
                    </a:lnTo>
                    <a:lnTo>
                      <a:pt x="3184" y="2688"/>
                    </a:lnTo>
                    <a:cubicBezTo>
                      <a:pt x="3212" y="2830"/>
                      <a:pt x="3333" y="3070"/>
                      <a:pt x="3481" y="3155"/>
                    </a:cubicBezTo>
                    <a:cubicBezTo>
                      <a:pt x="3593" y="3225"/>
                      <a:pt x="3721" y="3258"/>
                      <a:pt x="3841" y="3258"/>
                    </a:cubicBezTo>
                    <a:cubicBezTo>
                      <a:pt x="3880" y="3258"/>
                      <a:pt x="3919" y="3254"/>
                      <a:pt x="3955" y="3247"/>
                    </a:cubicBezTo>
                    <a:cubicBezTo>
                      <a:pt x="4132" y="3219"/>
                      <a:pt x="4309" y="3099"/>
                      <a:pt x="4394" y="2922"/>
                    </a:cubicBezTo>
                    <a:cubicBezTo>
                      <a:pt x="4486" y="2773"/>
                      <a:pt x="4514" y="2596"/>
                      <a:pt x="4486" y="2420"/>
                    </a:cubicBezTo>
                    <a:cubicBezTo>
                      <a:pt x="4450" y="2243"/>
                      <a:pt x="4337" y="2094"/>
                      <a:pt x="4189" y="2009"/>
                    </a:cubicBezTo>
                    <a:cubicBezTo>
                      <a:pt x="4095" y="1969"/>
                      <a:pt x="3989" y="1920"/>
                      <a:pt x="3866" y="1920"/>
                    </a:cubicBezTo>
                    <a:cubicBezTo>
                      <a:pt x="3794" y="1920"/>
                      <a:pt x="3716" y="1937"/>
                      <a:pt x="3630" y="1981"/>
                    </a:cubicBezTo>
                    <a:lnTo>
                      <a:pt x="3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1">
                <a:extLst>
                  <a:ext uri="{FF2B5EF4-FFF2-40B4-BE49-F238E27FC236}">
                    <a16:creationId xmlns:a16="http://schemas.microsoft.com/office/drawing/2014/main" id="{8E386179-2F87-6207-F12A-9194ACAA83CD}"/>
                  </a:ext>
                </a:extLst>
              </p:cNvPr>
              <p:cNvSpPr/>
              <p:nvPr/>
            </p:nvSpPr>
            <p:spPr>
              <a:xfrm>
                <a:off x="5233852" y="4225552"/>
                <a:ext cx="115830" cy="71833"/>
              </a:xfrm>
              <a:custGeom>
                <a:avLst/>
                <a:gdLst/>
                <a:ahLst/>
                <a:cxnLst/>
                <a:rect l="l" t="t" r="r" b="b"/>
                <a:pathLst>
                  <a:path w="3333" h="2067" extrusionOk="0">
                    <a:moveTo>
                      <a:pt x="1" y="1"/>
                    </a:moveTo>
                    <a:lnTo>
                      <a:pt x="1" y="57"/>
                    </a:lnTo>
                    <a:lnTo>
                      <a:pt x="3269" y="2067"/>
                    </a:lnTo>
                    <a:cubicBezTo>
                      <a:pt x="3305" y="2067"/>
                      <a:pt x="3305" y="2067"/>
                      <a:pt x="3305" y="2031"/>
                    </a:cubicBezTo>
                    <a:cubicBezTo>
                      <a:pt x="3333" y="2031"/>
                      <a:pt x="3305" y="2003"/>
                      <a:pt x="3305" y="2003"/>
                    </a:cubicBez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1">
                <a:extLst>
                  <a:ext uri="{FF2B5EF4-FFF2-40B4-BE49-F238E27FC236}">
                    <a16:creationId xmlns:a16="http://schemas.microsoft.com/office/drawing/2014/main" id="{D58A7BE8-5053-B5E0-519D-819A4F967130}"/>
                  </a:ext>
                </a:extLst>
              </p:cNvPr>
              <p:cNvSpPr/>
              <p:nvPr/>
            </p:nvSpPr>
            <p:spPr>
              <a:xfrm>
                <a:off x="5238057" y="4218428"/>
                <a:ext cx="116803" cy="71590"/>
              </a:xfrm>
              <a:custGeom>
                <a:avLst/>
                <a:gdLst/>
                <a:ahLst/>
                <a:cxnLst/>
                <a:rect l="l" t="t" r="r" b="b"/>
                <a:pathLst>
                  <a:path w="3361" h="2060" extrusionOk="0">
                    <a:moveTo>
                      <a:pt x="28" y="1"/>
                    </a:moveTo>
                    <a:cubicBezTo>
                      <a:pt x="0" y="29"/>
                      <a:pt x="0" y="29"/>
                      <a:pt x="28" y="57"/>
                    </a:cubicBezTo>
                    <a:lnTo>
                      <a:pt x="3297" y="2059"/>
                    </a:lnTo>
                    <a:lnTo>
                      <a:pt x="3325" y="2059"/>
                    </a:lnTo>
                    <a:cubicBezTo>
                      <a:pt x="3360" y="2031"/>
                      <a:pt x="3325" y="2031"/>
                      <a:pt x="3325" y="2003"/>
                    </a:cubicBezTo>
                    <a:lnTo>
                      <a:pt x="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1">
                <a:extLst>
                  <a:ext uri="{FF2B5EF4-FFF2-40B4-BE49-F238E27FC236}">
                    <a16:creationId xmlns:a16="http://schemas.microsoft.com/office/drawing/2014/main" id="{2D3F8CC5-92F4-C620-CB32-4D4798A454D4}"/>
                  </a:ext>
                </a:extLst>
              </p:cNvPr>
              <p:cNvSpPr/>
              <p:nvPr/>
            </p:nvSpPr>
            <p:spPr>
              <a:xfrm>
                <a:off x="5193782" y="4186768"/>
                <a:ext cx="66655" cy="62798"/>
              </a:xfrm>
              <a:custGeom>
                <a:avLst/>
                <a:gdLst/>
                <a:ahLst/>
                <a:cxnLst/>
                <a:rect l="l" t="t" r="r" b="b"/>
                <a:pathLst>
                  <a:path w="1918" h="1807" extrusionOk="0">
                    <a:moveTo>
                      <a:pt x="874" y="0"/>
                    </a:moveTo>
                    <a:cubicBezTo>
                      <a:pt x="627" y="0"/>
                      <a:pt x="387" y="105"/>
                      <a:pt x="213" y="317"/>
                    </a:cubicBezTo>
                    <a:lnTo>
                      <a:pt x="121" y="438"/>
                    </a:lnTo>
                    <a:lnTo>
                      <a:pt x="920" y="558"/>
                    </a:lnTo>
                    <a:lnTo>
                      <a:pt x="828" y="1202"/>
                    </a:lnTo>
                    <a:lnTo>
                      <a:pt x="1" y="1060"/>
                    </a:lnTo>
                    <a:lnTo>
                      <a:pt x="36" y="1202"/>
                    </a:lnTo>
                    <a:cubicBezTo>
                      <a:pt x="121" y="1379"/>
                      <a:pt x="241" y="1555"/>
                      <a:pt x="418" y="1676"/>
                    </a:cubicBezTo>
                    <a:cubicBezTo>
                      <a:pt x="575" y="1768"/>
                      <a:pt x="733" y="1806"/>
                      <a:pt x="903" y="1806"/>
                    </a:cubicBezTo>
                    <a:cubicBezTo>
                      <a:pt x="955" y="1806"/>
                      <a:pt x="1007" y="1803"/>
                      <a:pt x="1062" y="1796"/>
                    </a:cubicBezTo>
                    <a:cubicBezTo>
                      <a:pt x="1062" y="1796"/>
                      <a:pt x="1097" y="1796"/>
                      <a:pt x="1097" y="1768"/>
                    </a:cubicBezTo>
                    <a:cubicBezTo>
                      <a:pt x="1331" y="1704"/>
                      <a:pt x="1536" y="1591"/>
                      <a:pt x="1656" y="1379"/>
                    </a:cubicBezTo>
                    <a:cubicBezTo>
                      <a:pt x="1918" y="940"/>
                      <a:pt x="1769" y="381"/>
                      <a:pt x="1359" y="141"/>
                    </a:cubicBezTo>
                    <a:cubicBezTo>
                      <a:pt x="1206" y="47"/>
                      <a:pt x="1038" y="0"/>
                      <a:pt x="8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1">
                <a:extLst>
                  <a:ext uri="{FF2B5EF4-FFF2-40B4-BE49-F238E27FC236}">
                    <a16:creationId xmlns:a16="http://schemas.microsoft.com/office/drawing/2014/main" id="{4F0600F5-33C5-FED1-C86F-59C36B49D425}"/>
                  </a:ext>
                </a:extLst>
              </p:cNvPr>
              <p:cNvSpPr/>
              <p:nvPr/>
            </p:nvSpPr>
            <p:spPr>
              <a:xfrm>
                <a:off x="5343532" y="4283832"/>
                <a:ext cx="37880" cy="34961"/>
              </a:xfrm>
              <a:custGeom>
                <a:avLst/>
                <a:gdLst/>
                <a:ahLst/>
                <a:cxnLst/>
                <a:rect l="l" t="t" r="r" b="b"/>
                <a:pathLst>
                  <a:path w="1090" h="1006" extrusionOk="0">
                    <a:moveTo>
                      <a:pt x="587" y="64"/>
                    </a:moveTo>
                    <a:cubicBezTo>
                      <a:pt x="707" y="64"/>
                      <a:pt x="856" y="121"/>
                      <a:pt x="941" y="241"/>
                    </a:cubicBezTo>
                    <a:cubicBezTo>
                      <a:pt x="998" y="326"/>
                      <a:pt x="1033" y="446"/>
                      <a:pt x="998" y="566"/>
                    </a:cubicBezTo>
                    <a:cubicBezTo>
                      <a:pt x="998" y="680"/>
                      <a:pt x="941" y="800"/>
                      <a:pt x="821" y="856"/>
                    </a:cubicBezTo>
                    <a:cubicBezTo>
                      <a:pt x="764" y="920"/>
                      <a:pt x="679" y="948"/>
                      <a:pt x="587" y="948"/>
                    </a:cubicBezTo>
                    <a:cubicBezTo>
                      <a:pt x="439" y="948"/>
                      <a:pt x="290" y="885"/>
                      <a:pt x="205" y="772"/>
                    </a:cubicBezTo>
                    <a:cubicBezTo>
                      <a:pt x="85" y="566"/>
                      <a:pt x="113" y="269"/>
                      <a:pt x="325" y="149"/>
                    </a:cubicBezTo>
                    <a:cubicBezTo>
                      <a:pt x="382" y="92"/>
                      <a:pt x="467" y="64"/>
                      <a:pt x="587" y="64"/>
                    </a:cubicBezTo>
                    <a:close/>
                    <a:moveTo>
                      <a:pt x="587" y="0"/>
                    </a:moveTo>
                    <a:cubicBezTo>
                      <a:pt x="467" y="0"/>
                      <a:pt x="354" y="36"/>
                      <a:pt x="290" y="92"/>
                    </a:cubicBezTo>
                    <a:cubicBezTo>
                      <a:pt x="57" y="269"/>
                      <a:pt x="0" y="566"/>
                      <a:pt x="177" y="800"/>
                    </a:cubicBezTo>
                    <a:cubicBezTo>
                      <a:pt x="262" y="920"/>
                      <a:pt x="410" y="1005"/>
                      <a:pt x="587" y="1005"/>
                    </a:cubicBezTo>
                    <a:cubicBezTo>
                      <a:pt x="679" y="1005"/>
                      <a:pt x="792" y="977"/>
                      <a:pt x="884" y="920"/>
                    </a:cubicBezTo>
                    <a:cubicBezTo>
                      <a:pt x="969" y="828"/>
                      <a:pt x="1061" y="708"/>
                      <a:pt x="1061" y="566"/>
                    </a:cubicBezTo>
                    <a:cubicBezTo>
                      <a:pt x="1089" y="446"/>
                      <a:pt x="1061" y="298"/>
                      <a:pt x="969" y="213"/>
                    </a:cubicBezTo>
                    <a:cubicBezTo>
                      <a:pt x="884" y="64"/>
                      <a:pt x="736" y="0"/>
                      <a:pt x="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1">
                <a:extLst>
                  <a:ext uri="{FF2B5EF4-FFF2-40B4-BE49-F238E27FC236}">
                    <a16:creationId xmlns:a16="http://schemas.microsoft.com/office/drawing/2014/main" id="{64E471D7-D337-B921-5E43-F1799E2B2C75}"/>
                  </a:ext>
                </a:extLst>
              </p:cNvPr>
              <p:cNvSpPr/>
              <p:nvPr/>
            </p:nvSpPr>
            <p:spPr>
              <a:xfrm>
                <a:off x="5292132" y="4263432"/>
                <a:ext cx="333172" cy="243094"/>
              </a:xfrm>
              <a:custGeom>
                <a:avLst/>
                <a:gdLst/>
                <a:ahLst/>
                <a:cxnLst/>
                <a:rect l="l" t="t" r="r" b="b"/>
                <a:pathLst>
                  <a:path w="9587" h="6995" extrusionOk="0">
                    <a:moveTo>
                      <a:pt x="1033" y="0"/>
                    </a:moveTo>
                    <a:cubicBezTo>
                      <a:pt x="1005" y="205"/>
                      <a:pt x="1005" y="411"/>
                      <a:pt x="856" y="531"/>
                    </a:cubicBezTo>
                    <a:cubicBezTo>
                      <a:pt x="780" y="613"/>
                      <a:pt x="657" y="626"/>
                      <a:pt x="530" y="626"/>
                    </a:cubicBezTo>
                    <a:cubicBezTo>
                      <a:pt x="471" y="626"/>
                      <a:pt x="411" y="623"/>
                      <a:pt x="354" y="623"/>
                    </a:cubicBezTo>
                    <a:cubicBezTo>
                      <a:pt x="318" y="608"/>
                      <a:pt x="287" y="599"/>
                      <a:pt x="258" y="599"/>
                    </a:cubicBezTo>
                    <a:cubicBezTo>
                      <a:pt x="220" y="599"/>
                      <a:pt x="186" y="615"/>
                      <a:pt x="149" y="651"/>
                    </a:cubicBezTo>
                    <a:cubicBezTo>
                      <a:pt x="0" y="828"/>
                      <a:pt x="418" y="1507"/>
                      <a:pt x="503" y="1684"/>
                    </a:cubicBezTo>
                    <a:cubicBezTo>
                      <a:pt x="828" y="2476"/>
                      <a:pt x="1182" y="3276"/>
                      <a:pt x="1507" y="4040"/>
                    </a:cubicBezTo>
                    <a:cubicBezTo>
                      <a:pt x="1741" y="4599"/>
                      <a:pt x="2010" y="5158"/>
                      <a:pt x="2363" y="5660"/>
                    </a:cubicBezTo>
                    <a:cubicBezTo>
                      <a:pt x="2866" y="6311"/>
                      <a:pt x="3686" y="6487"/>
                      <a:pt x="4422" y="6693"/>
                    </a:cubicBezTo>
                    <a:cubicBezTo>
                      <a:pt x="5310" y="6899"/>
                      <a:pt x="6197" y="6995"/>
                      <a:pt x="7080" y="6995"/>
                    </a:cubicBezTo>
                    <a:cubicBezTo>
                      <a:pt x="7196" y="6995"/>
                      <a:pt x="7312" y="6993"/>
                      <a:pt x="7429" y="6990"/>
                    </a:cubicBezTo>
                    <a:cubicBezTo>
                      <a:pt x="7903" y="6954"/>
                      <a:pt x="8313" y="6898"/>
                      <a:pt x="8702" y="6636"/>
                    </a:cubicBezTo>
                    <a:cubicBezTo>
                      <a:pt x="9056" y="6396"/>
                      <a:pt x="9317" y="6070"/>
                      <a:pt x="9466" y="5688"/>
                    </a:cubicBezTo>
                    <a:cubicBezTo>
                      <a:pt x="9523" y="5511"/>
                      <a:pt x="9586" y="5306"/>
                      <a:pt x="9551" y="5129"/>
                    </a:cubicBezTo>
                    <a:cubicBezTo>
                      <a:pt x="9551" y="4924"/>
                      <a:pt x="9466" y="4747"/>
                      <a:pt x="9346" y="4599"/>
                    </a:cubicBezTo>
                    <a:cubicBezTo>
                      <a:pt x="9233" y="4514"/>
                      <a:pt x="9084" y="4450"/>
                      <a:pt x="8935" y="4393"/>
                    </a:cubicBezTo>
                    <a:cubicBezTo>
                      <a:pt x="8396" y="4230"/>
                      <a:pt x="7856" y="4179"/>
                      <a:pt x="7316" y="4179"/>
                    </a:cubicBezTo>
                    <a:cubicBezTo>
                      <a:pt x="7177" y="4179"/>
                      <a:pt x="7037" y="4183"/>
                      <a:pt x="6898" y="4188"/>
                    </a:cubicBezTo>
                    <a:cubicBezTo>
                      <a:pt x="6544" y="4188"/>
                      <a:pt x="6191" y="4217"/>
                      <a:pt x="5837" y="4217"/>
                    </a:cubicBezTo>
                    <a:cubicBezTo>
                      <a:pt x="5776" y="4222"/>
                      <a:pt x="5716" y="4224"/>
                      <a:pt x="5657" y="4224"/>
                    </a:cubicBezTo>
                    <a:cubicBezTo>
                      <a:pt x="5405" y="4224"/>
                      <a:pt x="5165" y="4183"/>
                      <a:pt x="4924" y="4160"/>
                    </a:cubicBezTo>
                    <a:cubicBezTo>
                      <a:pt x="4634" y="4125"/>
                      <a:pt x="4280" y="4096"/>
                      <a:pt x="4104" y="3835"/>
                    </a:cubicBezTo>
                    <a:cubicBezTo>
                      <a:pt x="3248" y="2773"/>
                      <a:pt x="2540" y="1620"/>
                      <a:pt x="1684" y="559"/>
                    </a:cubicBezTo>
                    <a:cubicBezTo>
                      <a:pt x="1628" y="503"/>
                      <a:pt x="1592" y="474"/>
                      <a:pt x="1536" y="411"/>
                    </a:cubicBezTo>
                    <a:cubicBezTo>
                      <a:pt x="1387" y="234"/>
                      <a:pt x="1274" y="92"/>
                      <a:pt x="1033"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1">
                <a:extLst>
                  <a:ext uri="{FF2B5EF4-FFF2-40B4-BE49-F238E27FC236}">
                    <a16:creationId xmlns:a16="http://schemas.microsoft.com/office/drawing/2014/main" id="{9E7738E7-3781-BFC9-0A52-1BB315C915D3}"/>
                  </a:ext>
                </a:extLst>
              </p:cNvPr>
              <p:cNvSpPr/>
              <p:nvPr/>
            </p:nvSpPr>
            <p:spPr>
              <a:xfrm>
                <a:off x="5380404" y="4803316"/>
                <a:ext cx="560315" cy="2016"/>
              </a:xfrm>
              <a:custGeom>
                <a:avLst/>
                <a:gdLst/>
                <a:ahLst/>
                <a:cxnLst/>
                <a:rect l="l" t="t" r="r" b="b"/>
                <a:pathLst>
                  <a:path w="16123" h="58" extrusionOk="0">
                    <a:moveTo>
                      <a:pt x="28" y="1"/>
                    </a:moveTo>
                    <a:cubicBezTo>
                      <a:pt x="0" y="1"/>
                      <a:pt x="0" y="1"/>
                      <a:pt x="0" y="29"/>
                    </a:cubicBezTo>
                    <a:cubicBezTo>
                      <a:pt x="0" y="29"/>
                      <a:pt x="0" y="57"/>
                      <a:pt x="28" y="57"/>
                    </a:cubicBezTo>
                    <a:lnTo>
                      <a:pt x="16094" y="57"/>
                    </a:lnTo>
                    <a:cubicBezTo>
                      <a:pt x="16123" y="57"/>
                      <a:pt x="16123" y="29"/>
                      <a:pt x="16123" y="29"/>
                    </a:cubicBezTo>
                    <a:cubicBezTo>
                      <a:pt x="16123" y="1"/>
                      <a:pt x="16123" y="1"/>
                      <a:pt x="16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1">
                <a:extLst>
                  <a:ext uri="{FF2B5EF4-FFF2-40B4-BE49-F238E27FC236}">
                    <a16:creationId xmlns:a16="http://schemas.microsoft.com/office/drawing/2014/main" id="{D7E87900-6E72-1A26-D3F8-66753CC118E7}"/>
                  </a:ext>
                </a:extLst>
              </p:cNvPr>
              <p:cNvSpPr/>
              <p:nvPr/>
            </p:nvSpPr>
            <p:spPr>
              <a:xfrm>
                <a:off x="5344505" y="4784897"/>
                <a:ext cx="625962" cy="1981"/>
              </a:xfrm>
              <a:custGeom>
                <a:avLst/>
                <a:gdLst/>
                <a:ahLst/>
                <a:cxnLst/>
                <a:rect l="l" t="t" r="r" b="b"/>
                <a:pathLst>
                  <a:path w="18012" h="57" extrusionOk="0">
                    <a:moveTo>
                      <a:pt x="29" y="0"/>
                    </a:moveTo>
                    <a:lnTo>
                      <a:pt x="0" y="28"/>
                    </a:lnTo>
                    <a:cubicBezTo>
                      <a:pt x="0" y="57"/>
                      <a:pt x="29" y="57"/>
                      <a:pt x="29" y="57"/>
                    </a:cubicBezTo>
                    <a:lnTo>
                      <a:pt x="17983" y="57"/>
                    </a:lnTo>
                    <a:cubicBezTo>
                      <a:pt x="17983" y="57"/>
                      <a:pt x="18012" y="57"/>
                      <a:pt x="18012" y="28"/>
                    </a:cubicBezTo>
                    <a:lnTo>
                      <a:pt x="179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1">
                <a:extLst>
                  <a:ext uri="{FF2B5EF4-FFF2-40B4-BE49-F238E27FC236}">
                    <a16:creationId xmlns:a16="http://schemas.microsoft.com/office/drawing/2014/main" id="{2DC6C786-AB00-4E87-21B6-F009C7DEC79C}"/>
                  </a:ext>
                </a:extLst>
              </p:cNvPr>
              <p:cNvSpPr/>
              <p:nvPr/>
            </p:nvSpPr>
            <p:spPr>
              <a:xfrm>
                <a:off x="5959141" y="4803316"/>
                <a:ext cx="23632" cy="2016"/>
              </a:xfrm>
              <a:custGeom>
                <a:avLst/>
                <a:gdLst/>
                <a:ahLst/>
                <a:cxnLst/>
                <a:rect l="l" t="t" r="r" b="b"/>
                <a:pathLst>
                  <a:path w="680" h="58" extrusionOk="0">
                    <a:moveTo>
                      <a:pt x="28" y="1"/>
                    </a:moveTo>
                    <a:cubicBezTo>
                      <a:pt x="0" y="1"/>
                      <a:pt x="0" y="1"/>
                      <a:pt x="0" y="29"/>
                    </a:cubicBezTo>
                    <a:cubicBezTo>
                      <a:pt x="0" y="29"/>
                      <a:pt x="0" y="57"/>
                      <a:pt x="28" y="57"/>
                    </a:cubicBezTo>
                    <a:lnTo>
                      <a:pt x="651" y="57"/>
                    </a:lnTo>
                    <a:cubicBezTo>
                      <a:pt x="679" y="57"/>
                      <a:pt x="679" y="29"/>
                      <a:pt x="679" y="29"/>
                    </a:cubicBezTo>
                    <a:cubicBezTo>
                      <a:pt x="679" y="1"/>
                      <a:pt x="679" y="1"/>
                      <a:pt x="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1">
                <a:extLst>
                  <a:ext uri="{FF2B5EF4-FFF2-40B4-BE49-F238E27FC236}">
                    <a16:creationId xmlns:a16="http://schemas.microsoft.com/office/drawing/2014/main" id="{74547EDD-7BF1-9F68-F43A-495891ECD3D5}"/>
                  </a:ext>
                </a:extLst>
              </p:cNvPr>
              <p:cNvSpPr/>
              <p:nvPr/>
            </p:nvSpPr>
            <p:spPr>
              <a:xfrm>
                <a:off x="5586175" y="4228541"/>
                <a:ext cx="174353" cy="238367"/>
              </a:xfrm>
              <a:custGeom>
                <a:avLst/>
                <a:gdLst/>
                <a:ahLst/>
                <a:cxnLst/>
                <a:rect l="l" t="t" r="r" b="b"/>
                <a:pathLst>
                  <a:path w="5017" h="6859" extrusionOk="0">
                    <a:moveTo>
                      <a:pt x="1785" y="0"/>
                    </a:moveTo>
                    <a:cubicBezTo>
                      <a:pt x="1456" y="0"/>
                      <a:pt x="1123" y="104"/>
                      <a:pt x="856" y="297"/>
                    </a:cubicBezTo>
                    <a:cubicBezTo>
                      <a:pt x="206" y="799"/>
                      <a:pt x="177" y="1712"/>
                      <a:pt x="298" y="2419"/>
                    </a:cubicBezTo>
                    <a:cubicBezTo>
                      <a:pt x="375" y="3093"/>
                      <a:pt x="708" y="3796"/>
                      <a:pt x="1415" y="3796"/>
                    </a:cubicBezTo>
                    <a:cubicBezTo>
                      <a:pt x="1480" y="3796"/>
                      <a:pt x="1549" y="3790"/>
                      <a:pt x="1620" y="3777"/>
                    </a:cubicBezTo>
                    <a:lnTo>
                      <a:pt x="1620" y="3777"/>
                    </a:lnTo>
                    <a:cubicBezTo>
                      <a:pt x="1592" y="3926"/>
                      <a:pt x="1564" y="4067"/>
                      <a:pt x="1536" y="4216"/>
                    </a:cubicBezTo>
                    <a:cubicBezTo>
                      <a:pt x="1536" y="4336"/>
                      <a:pt x="1507" y="4457"/>
                      <a:pt x="1444" y="4541"/>
                    </a:cubicBezTo>
                    <a:cubicBezTo>
                      <a:pt x="1238" y="4810"/>
                      <a:pt x="736" y="4775"/>
                      <a:pt x="446" y="4839"/>
                    </a:cubicBezTo>
                    <a:cubicBezTo>
                      <a:pt x="0" y="4987"/>
                      <a:pt x="64" y="5482"/>
                      <a:pt x="121" y="5900"/>
                    </a:cubicBezTo>
                    <a:lnTo>
                      <a:pt x="121" y="6013"/>
                    </a:lnTo>
                    <a:cubicBezTo>
                      <a:pt x="149" y="6190"/>
                      <a:pt x="206" y="6338"/>
                      <a:pt x="298" y="6487"/>
                    </a:cubicBezTo>
                    <a:cubicBezTo>
                      <a:pt x="477" y="6772"/>
                      <a:pt x="810" y="6859"/>
                      <a:pt x="1180" y="6859"/>
                    </a:cubicBezTo>
                    <a:cubicBezTo>
                      <a:pt x="1655" y="6859"/>
                      <a:pt x="2190" y="6715"/>
                      <a:pt x="2540" y="6664"/>
                    </a:cubicBezTo>
                    <a:cubicBezTo>
                      <a:pt x="3389" y="6515"/>
                      <a:pt x="4217" y="6282"/>
                      <a:pt x="5016" y="5928"/>
                    </a:cubicBezTo>
                    <a:cubicBezTo>
                      <a:pt x="4691" y="5631"/>
                      <a:pt x="4394" y="5249"/>
                      <a:pt x="4068" y="4923"/>
                    </a:cubicBezTo>
                    <a:cubicBezTo>
                      <a:pt x="4012" y="4867"/>
                      <a:pt x="3778" y="4895"/>
                      <a:pt x="3686" y="4839"/>
                    </a:cubicBezTo>
                    <a:cubicBezTo>
                      <a:pt x="3566" y="4775"/>
                      <a:pt x="3481" y="4690"/>
                      <a:pt x="3424" y="4570"/>
                    </a:cubicBezTo>
                    <a:cubicBezTo>
                      <a:pt x="3276" y="4308"/>
                      <a:pt x="3248" y="3983"/>
                      <a:pt x="3248" y="3685"/>
                    </a:cubicBezTo>
                    <a:cubicBezTo>
                      <a:pt x="3276" y="3247"/>
                      <a:pt x="3248" y="2511"/>
                      <a:pt x="3276" y="2094"/>
                    </a:cubicBezTo>
                    <a:cubicBezTo>
                      <a:pt x="3276" y="1712"/>
                      <a:pt x="3424" y="1563"/>
                      <a:pt x="3304" y="1209"/>
                    </a:cubicBezTo>
                    <a:cubicBezTo>
                      <a:pt x="3156" y="707"/>
                      <a:pt x="2802" y="269"/>
                      <a:pt x="2300" y="92"/>
                    </a:cubicBezTo>
                    <a:cubicBezTo>
                      <a:pt x="2136" y="30"/>
                      <a:pt x="1961" y="0"/>
                      <a:pt x="1785"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1">
                <a:extLst>
                  <a:ext uri="{FF2B5EF4-FFF2-40B4-BE49-F238E27FC236}">
                    <a16:creationId xmlns:a16="http://schemas.microsoft.com/office/drawing/2014/main" id="{93B2636E-7FD2-1C7C-F766-462338E0E672}"/>
                  </a:ext>
                </a:extLst>
              </p:cNvPr>
              <p:cNvSpPr/>
              <p:nvPr/>
            </p:nvSpPr>
            <p:spPr>
              <a:xfrm>
                <a:off x="5497173" y="4393477"/>
                <a:ext cx="341999" cy="333172"/>
              </a:xfrm>
              <a:custGeom>
                <a:avLst/>
                <a:gdLst/>
                <a:ahLst/>
                <a:cxnLst/>
                <a:rect l="l" t="t" r="r" b="b"/>
                <a:pathLst>
                  <a:path w="9841" h="9587" extrusionOk="0">
                    <a:moveTo>
                      <a:pt x="3538" y="1"/>
                    </a:moveTo>
                    <a:cubicBezTo>
                      <a:pt x="2356" y="121"/>
                      <a:pt x="1175" y="269"/>
                      <a:pt x="0" y="383"/>
                    </a:cubicBezTo>
                    <a:cubicBezTo>
                      <a:pt x="85" y="560"/>
                      <a:pt x="57" y="828"/>
                      <a:pt x="85" y="1033"/>
                    </a:cubicBezTo>
                    <a:cubicBezTo>
                      <a:pt x="85" y="1267"/>
                      <a:pt x="114" y="1507"/>
                      <a:pt x="114" y="1741"/>
                    </a:cubicBezTo>
                    <a:cubicBezTo>
                      <a:pt x="177" y="2187"/>
                      <a:pt x="206" y="2654"/>
                      <a:pt x="291" y="3128"/>
                    </a:cubicBezTo>
                    <a:cubicBezTo>
                      <a:pt x="291" y="3248"/>
                      <a:pt x="326" y="3389"/>
                      <a:pt x="354" y="3510"/>
                    </a:cubicBezTo>
                    <a:cubicBezTo>
                      <a:pt x="695" y="3475"/>
                      <a:pt x="1299" y="3417"/>
                      <a:pt x="1712" y="3417"/>
                    </a:cubicBezTo>
                    <a:cubicBezTo>
                      <a:pt x="1976" y="3417"/>
                      <a:pt x="2162" y="3441"/>
                      <a:pt x="2151" y="3510"/>
                    </a:cubicBezTo>
                    <a:cubicBezTo>
                      <a:pt x="2151" y="3778"/>
                      <a:pt x="2179" y="4012"/>
                      <a:pt x="2179" y="4274"/>
                    </a:cubicBezTo>
                    <a:cubicBezTo>
                      <a:pt x="2179" y="4804"/>
                      <a:pt x="2236" y="5306"/>
                      <a:pt x="2236" y="5809"/>
                    </a:cubicBezTo>
                    <a:cubicBezTo>
                      <a:pt x="2271" y="6339"/>
                      <a:pt x="2300" y="6898"/>
                      <a:pt x="2356" y="7429"/>
                    </a:cubicBezTo>
                    <a:cubicBezTo>
                      <a:pt x="2413" y="8051"/>
                      <a:pt x="2505" y="8638"/>
                      <a:pt x="2653" y="9261"/>
                    </a:cubicBezTo>
                    <a:cubicBezTo>
                      <a:pt x="3421" y="9504"/>
                      <a:pt x="4251" y="9586"/>
                      <a:pt x="5089" y="9586"/>
                    </a:cubicBezTo>
                    <a:cubicBezTo>
                      <a:pt x="5765" y="9586"/>
                      <a:pt x="6446" y="9532"/>
                      <a:pt x="7103" y="9466"/>
                    </a:cubicBezTo>
                    <a:cubicBezTo>
                      <a:pt x="7542" y="9438"/>
                      <a:pt x="7987" y="9374"/>
                      <a:pt x="8341" y="9169"/>
                    </a:cubicBezTo>
                    <a:cubicBezTo>
                      <a:pt x="9374" y="8554"/>
                      <a:pt x="9431" y="6750"/>
                      <a:pt x="9579" y="5688"/>
                    </a:cubicBezTo>
                    <a:cubicBezTo>
                      <a:pt x="9699" y="4896"/>
                      <a:pt x="9841" y="4132"/>
                      <a:pt x="9784" y="3304"/>
                    </a:cubicBezTo>
                    <a:cubicBezTo>
                      <a:pt x="9699" y="2243"/>
                      <a:pt x="9225" y="1154"/>
                      <a:pt x="8249" y="623"/>
                    </a:cubicBezTo>
                    <a:cubicBezTo>
                      <a:pt x="7895" y="446"/>
                      <a:pt x="7513" y="326"/>
                      <a:pt x="7131" y="206"/>
                    </a:cubicBezTo>
                    <a:cubicBezTo>
                      <a:pt x="6806" y="149"/>
                      <a:pt x="6481" y="121"/>
                      <a:pt x="6191" y="29"/>
                    </a:cubicBezTo>
                    <a:cubicBezTo>
                      <a:pt x="6070" y="326"/>
                      <a:pt x="5893" y="475"/>
                      <a:pt x="5596" y="595"/>
                    </a:cubicBezTo>
                    <a:cubicBezTo>
                      <a:pt x="5418" y="681"/>
                      <a:pt x="5202" y="718"/>
                      <a:pt x="4994" y="718"/>
                    </a:cubicBezTo>
                    <a:cubicBezTo>
                      <a:pt x="4930" y="718"/>
                      <a:pt x="4866" y="715"/>
                      <a:pt x="4804" y="708"/>
                    </a:cubicBezTo>
                    <a:cubicBezTo>
                      <a:pt x="4535" y="680"/>
                      <a:pt x="4302" y="623"/>
                      <a:pt x="4068" y="503"/>
                    </a:cubicBezTo>
                    <a:cubicBezTo>
                      <a:pt x="3976" y="446"/>
                      <a:pt x="3863" y="354"/>
                      <a:pt x="3771" y="269"/>
                    </a:cubicBezTo>
                    <a:cubicBezTo>
                      <a:pt x="3715" y="206"/>
                      <a:pt x="3651" y="121"/>
                      <a:pt x="3594" y="29"/>
                    </a:cubicBezTo>
                    <a:lnTo>
                      <a:pt x="35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1">
                <a:extLst>
                  <a:ext uri="{FF2B5EF4-FFF2-40B4-BE49-F238E27FC236}">
                    <a16:creationId xmlns:a16="http://schemas.microsoft.com/office/drawing/2014/main" id="{D39CAAAE-C2CB-B95D-3D23-88D17E64A866}"/>
                  </a:ext>
                </a:extLst>
              </p:cNvPr>
              <p:cNvSpPr/>
              <p:nvPr/>
            </p:nvSpPr>
            <p:spPr>
              <a:xfrm>
                <a:off x="5506279" y="4504130"/>
                <a:ext cx="61477" cy="11329"/>
              </a:xfrm>
              <a:custGeom>
                <a:avLst/>
                <a:gdLst/>
                <a:ahLst/>
                <a:cxnLst/>
                <a:rect l="l" t="t" r="r" b="b"/>
                <a:pathLst>
                  <a:path w="1769" h="326" extrusionOk="0">
                    <a:moveTo>
                      <a:pt x="29" y="0"/>
                    </a:moveTo>
                    <a:lnTo>
                      <a:pt x="0" y="28"/>
                    </a:lnTo>
                    <a:cubicBezTo>
                      <a:pt x="0" y="92"/>
                      <a:pt x="29" y="120"/>
                      <a:pt x="29" y="149"/>
                    </a:cubicBezTo>
                    <a:lnTo>
                      <a:pt x="29" y="297"/>
                    </a:lnTo>
                    <a:lnTo>
                      <a:pt x="29" y="326"/>
                    </a:lnTo>
                    <a:lnTo>
                      <a:pt x="64" y="326"/>
                    </a:lnTo>
                    <a:cubicBezTo>
                      <a:pt x="559" y="326"/>
                      <a:pt x="1267" y="297"/>
                      <a:pt x="1741" y="269"/>
                    </a:cubicBezTo>
                    <a:lnTo>
                      <a:pt x="1769" y="241"/>
                    </a:lnTo>
                    <a:cubicBezTo>
                      <a:pt x="1769" y="205"/>
                      <a:pt x="1741" y="205"/>
                      <a:pt x="1741" y="205"/>
                    </a:cubicBezTo>
                    <a:cubicBezTo>
                      <a:pt x="1267" y="241"/>
                      <a:pt x="559" y="269"/>
                      <a:pt x="92" y="269"/>
                    </a:cubicBezTo>
                    <a:lnTo>
                      <a:pt x="92" y="149"/>
                    </a:lnTo>
                    <a:cubicBezTo>
                      <a:pt x="64" y="120"/>
                      <a:pt x="64" y="64"/>
                      <a:pt x="64" y="28"/>
                    </a:cubicBezTo>
                    <a:cubicBezTo>
                      <a:pt x="64" y="28"/>
                      <a:pt x="6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1">
                <a:extLst>
                  <a:ext uri="{FF2B5EF4-FFF2-40B4-BE49-F238E27FC236}">
                    <a16:creationId xmlns:a16="http://schemas.microsoft.com/office/drawing/2014/main" id="{2B628E1C-B433-E15F-7D62-6F338346AE32}"/>
                  </a:ext>
                </a:extLst>
              </p:cNvPr>
              <p:cNvSpPr/>
              <p:nvPr/>
            </p:nvSpPr>
            <p:spPr>
              <a:xfrm>
                <a:off x="5497173" y="4397647"/>
                <a:ext cx="73780" cy="14318"/>
              </a:xfrm>
              <a:custGeom>
                <a:avLst/>
                <a:gdLst/>
                <a:ahLst/>
                <a:cxnLst/>
                <a:rect l="l" t="t" r="r" b="b"/>
                <a:pathLst>
                  <a:path w="2123" h="412" extrusionOk="0">
                    <a:moveTo>
                      <a:pt x="2094" y="1"/>
                    </a:moveTo>
                    <a:cubicBezTo>
                      <a:pt x="1854" y="29"/>
                      <a:pt x="1529" y="57"/>
                      <a:pt x="1210" y="86"/>
                    </a:cubicBezTo>
                    <a:cubicBezTo>
                      <a:pt x="765" y="149"/>
                      <a:pt x="354" y="178"/>
                      <a:pt x="29" y="206"/>
                    </a:cubicBezTo>
                    <a:lnTo>
                      <a:pt x="0" y="206"/>
                    </a:lnTo>
                    <a:lnTo>
                      <a:pt x="0" y="263"/>
                    </a:lnTo>
                    <a:lnTo>
                      <a:pt x="0" y="326"/>
                    </a:lnTo>
                    <a:lnTo>
                      <a:pt x="0" y="383"/>
                    </a:lnTo>
                    <a:cubicBezTo>
                      <a:pt x="0" y="411"/>
                      <a:pt x="29" y="411"/>
                      <a:pt x="29" y="411"/>
                    </a:cubicBezTo>
                    <a:lnTo>
                      <a:pt x="57" y="411"/>
                    </a:lnTo>
                    <a:lnTo>
                      <a:pt x="57" y="383"/>
                    </a:lnTo>
                    <a:lnTo>
                      <a:pt x="57" y="326"/>
                    </a:lnTo>
                    <a:lnTo>
                      <a:pt x="57" y="263"/>
                    </a:lnTo>
                    <a:cubicBezTo>
                      <a:pt x="383" y="234"/>
                      <a:pt x="793" y="206"/>
                      <a:pt x="1210" y="149"/>
                    </a:cubicBezTo>
                    <a:cubicBezTo>
                      <a:pt x="1529" y="121"/>
                      <a:pt x="1854" y="86"/>
                      <a:pt x="2094" y="57"/>
                    </a:cubicBezTo>
                    <a:cubicBezTo>
                      <a:pt x="2123" y="57"/>
                      <a:pt x="2123" y="57"/>
                      <a:pt x="2123" y="29"/>
                    </a:cubicBezTo>
                    <a:cubicBezTo>
                      <a:pt x="2123" y="29"/>
                      <a:pt x="2123" y="1"/>
                      <a:pt x="2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1">
                <a:extLst>
                  <a:ext uri="{FF2B5EF4-FFF2-40B4-BE49-F238E27FC236}">
                    <a16:creationId xmlns:a16="http://schemas.microsoft.com/office/drawing/2014/main" id="{D9179C6E-1808-57B8-31A6-149D7CF2DB8A}"/>
                  </a:ext>
                </a:extLst>
              </p:cNvPr>
              <p:cNvSpPr/>
              <p:nvPr/>
            </p:nvSpPr>
            <p:spPr>
              <a:xfrm>
                <a:off x="5570919" y="4515424"/>
                <a:ext cx="7159" cy="108706"/>
              </a:xfrm>
              <a:custGeom>
                <a:avLst/>
                <a:gdLst/>
                <a:ahLst/>
                <a:cxnLst/>
                <a:rect l="l" t="t" r="r" b="b"/>
                <a:pathLst>
                  <a:path w="206" h="3128" extrusionOk="0">
                    <a:moveTo>
                      <a:pt x="57" y="1"/>
                    </a:moveTo>
                    <a:cubicBezTo>
                      <a:pt x="29" y="1"/>
                      <a:pt x="29" y="1"/>
                      <a:pt x="29" y="29"/>
                    </a:cubicBezTo>
                    <a:cubicBezTo>
                      <a:pt x="1" y="1033"/>
                      <a:pt x="29" y="2066"/>
                      <a:pt x="149" y="3099"/>
                    </a:cubicBezTo>
                    <a:cubicBezTo>
                      <a:pt x="149" y="3099"/>
                      <a:pt x="149" y="3127"/>
                      <a:pt x="178" y="3127"/>
                    </a:cubicBezTo>
                    <a:cubicBezTo>
                      <a:pt x="178" y="3127"/>
                      <a:pt x="206" y="3099"/>
                      <a:pt x="206" y="3064"/>
                    </a:cubicBezTo>
                    <a:cubicBezTo>
                      <a:pt x="86" y="2066"/>
                      <a:pt x="57" y="1033"/>
                      <a:pt x="86" y="29"/>
                    </a:cubicBezTo>
                    <a:cubicBezTo>
                      <a:pt x="86" y="1"/>
                      <a:pt x="57"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1">
                <a:extLst>
                  <a:ext uri="{FF2B5EF4-FFF2-40B4-BE49-F238E27FC236}">
                    <a16:creationId xmlns:a16="http://schemas.microsoft.com/office/drawing/2014/main" id="{1A30F7D9-5B83-018A-DC64-EF42EE99D54B}"/>
                  </a:ext>
                </a:extLst>
              </p:cNvPr>
              <p:cNvSpPr/>
              <p:nvPr/>
            </p:nvSpPr>
            <p:spPr>
              <a:xfrm>
                <a:off x="5455123" y="4818294"/>
                <a:ext cx="182451" cy="90600"/>
              </a:xfrm>
              <a:custGeom>
                <a:avLst/>
                <a:gdLst/>
                <a:ahLst/>
                <a:cxnLst/>
                <a:rect l="l" t="t" r="r" b="b"/>
                <a:pathLst>
                  <a:path w="5250" h="2607" extrusionOk="0">
                    <a:moveTo>
                      <a:pt x="3538" y="1"/>
                    </a:moveTo>
                    <a:cubicBezTo>
                      <a:pt x="2953" y="1"/>
                      <a:pt x="2398" y="247"/>
                      <a:pt x="1890" y="511"/>
                    </a:cubicBezTo>
                    <a:cubicBezTo>
                      <a:pt x="1359" y="779"/>
                      <a:pt x="737" y="1069"/>
                      <a:pt x="383" y="1543"/>
                    </a:cubicBezTo>
                    <a:cubicBezTo>
                      <a:pt x="354" y="1572"/>
                      <a:pt x="354" y="1600"/>
                      <a:pt x="326" y="1635"/>
                    </a:cubicBezTo>
                    <a:cubicBezTo>
                      <a:pt x="178" y="1840"/>
                      <a:pt x="1" y="2131"/>
                      <a:pt x="149" y="2399"/>
                    </a:cubicBezTo>
                    <a:cubicBezTo>
                      <a:pt x="216" y="2553"/>
                      <a:pt x="343" y="2607"/>
                      <a:pt x="497" y="2607"/>
                    </a:cubicBezTo>
                    <a:cubicBezTo>
                      <a:pt x="818" y="2607"/>
                      <a:pt x="1252" y="2370"/>
                      <a:pt x="1472" y="2307"/>
                    </a:cubicBezTo>
                    <a:cubicBezTo>
                      <a:pt x="1854" y="2194"/>
                      <a:pt x="2208" y="2046"/>
                      <a:pt x="2562" y="1925"/>
                    </a:cubicBezTo>
                    <a:cubicBezTo>
                      <a:pt x="3269" y="1664"/>
                      <a:pt x="4012" y="1458"/>
                      <a:pt x="4748" y="1423"/>
                    </a:cubicBezTo>
                    <a:cubicBezTo>
                      <a:pt x="4925" y="1423"/>
                      <a:pt x="5158" y="1423"/>
                      <a:pt x="5215" y="1246"/>
                    </a:cubicBezTo>
                    <a:cubicBezTo>
                      <a:pt x="5250" y="1190"/>
                      <a:pt x="5250" y="1105"/>
                      <a:pt x="5215" y="1041"/>
                    </a:cubicBezTo>
                    <a:cubicBezTo>
                      <a:pt x="5101" y="426"/>
                      <a:pt x="4302" y="44"/>
                      <a:pt x="3715" y="8"/>
                    </a:cubicBezTo>
                    <a:cubicBezTo>
                      <a:pt x="3656" y="3"/>
                      <a:pt x="3597" y="1"/>
                      <a:pt x="35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1">
                <a:extLst>
                  <a:ext uri="{FF2B5EF4-FFF2-40B4-BE49-F238E27FC236}">
                    <a16:creationId xmlns:a16="http://schemas.microsoft.com/office/drawing/2014/main" id="{03F19B7E-7E63-43D9-AD62-182D5594E839}"/>
                  </a:ext>
                </a:extLst>
              </p:cNvPr>
              <p:cNvSpPr/>
              <p:nvPr/>
            </p:nvSpPr>
            <p:spPr>
              <a:xfrm>
                <a:off x="5334183" y="4634696"/>
                <a:ext cx="623008" cy="252790"/>
              </a:xfrm>
              <a:custGeom>
                <a:avLst/>
                <a:gdLst/>
                <a:ahLst/>
                <a:cxnLst/>
                <a:rect l="l" t="t" r="r" b="b"/>
                <a:pathLst>
                  <a:path w="17927" h="7274" extrusionOk="0">
                    <a:moveTo>
                      <a:pt x="2256" y="1"/>
                    </a:moveTo>
                    <a:cubicBezTo>
                      <a:pt x="2076" y="1"/>
                      <a:pt x="1894" y="15"/>
                      <a:pt x="1712" y="49"/>
                    </a:cubicBezTo>
                    <a:cubicBezTo>
                      <a:pt x="1267" y="134"/>
                      <a:pt x="856" y="375"/>
                      <a:pt x="531" y="693"/>
                    </a:cubicBezTo>
                    <a:cubicBezTo>
                      <a:pt x="446" y="813"/>
                      <a:pt x="354" y="933"/>
                      <a:pt x="297" y="1047"/>
                    </a:cubicBezTo>
                    <a:cubicBezTo>
                      <a:pt x="0" y="1641"/>
                      <a:pt x="241" y="2377"/>
                      <a:pt x="502" y="2935"/>
                    </a:cubicBezTo>
                    <a:cubicBezTo>
                      <a:pt x="913" y="3735"/>
                      <a:pt x="1564" y="4322"/>
                      <a:pt x="2299" y="4761"/>
                    </a:cubicBezTo>
                    <a:cubicBezTo>
                      <a:pt x="3155" y="5291"/>
                      <a:pt x="4096" y="5617"/>
                      <a:pt x="5044" y="5970"/>
                    </a:cubicBezTo>
                    <a:cubicBezTo>
                      <a:pt x="6105" y="6352"/>
                      <a:pt x="7195" y="6741"/>
                      <a:pt x="8256" y="7123"/>
                    </a:cubicBezTo>
                    <a:cubicBezTo>
                      <a:pt x="8461" y="7180"/>
                      <a:pt x="8843" y="7237"/>
                      <a:pt x="9048" y="7272"/>
                    </a:cubicBezTo>
                    <a:cubicBezTo>
                      <a:pt x="9053" y="7273"/>
                      <a:pt x="9058" y="7273"/>
                      <a:pt x="9063" y="7273"/>
                    </a:cubicBezTo>
                    <a:cubicBezTo>
                      <a:pt x="9229" y="7273"/>
                      <a:pt x="9290" y="6824"/>
                      <a:pt x="9345" y="6741"/>
                    </a:cubicBezTo>
                    <a:cubicBezTo>
                      <a:pt x="9511" y="6547"/>
                      <a:pt x="9756" y="6528"/>
                      <a:pt x="10001" y="6528"/>
                    </a:cubicBezTo>
                    <a:cubicBezTo>
                      <a:pt x="10059" y="6528"/>
                      <a:pt x="10117" y="6529"/>
                      <a:pt x="10173" y="6529"/>
                    </a:cubicBezTo>
                    <a:cubicBezTo>
                      <a:pt x="10376" y="6543"/>
                      <a:pt x="10578" y="6550"/>
                      <a:pt x="10778" y="6550"/>
                    </a:cubicBezTo>
                    <a:cubicBezTo>
                      <a:pt x="12666" y="6550"/>
                      <a:pt x="14413" y="5929"/>
                      <a:pt x="16038" y="4938"/>
                    </a:cubicBezTo>
                    <a:cubicBezTo>
                      <a:pt x="16540" y="4647"/>
                      <a:pt x="17042" y="4265"/>
                      <a:pt x="17396" y="3763"/>
                    </a:cubicBezTo>
                    <a:cubicBezTo>
                      <a:pt x="17806" y="3169"/>
                      <a:pt x="17927" y="2377"/>
                      <a:pt x="17481" y="1754"/>
                    </a:cubicBezTo>
                    <a:cubicBezTo>
                      <a:pt x="17042" y="1195"/>
                      <a:pt x="16391" y="841"/>
                      <a:pt x="15684" y="728"/>
                    </a:cubicBezTo>
                    <a:cubicBezTo>
                      <a:pt x="15547" y="701"/>
                      <a:pt x="15414" y="688"/>
                      <a:pt x="15285" y="688"/>
                    </a:cubicBezTo>
                    <a:cubicBezTo>
                      <a:pt x="14580" y="688"/>
                      <a:pt x="13983" y="1063"/>
                      <a:pt x="13385" y="1464"/>
                    </a:cubicBezTo>
                    <a:cubicBezTo>
                      <a:pt x="13328" y="1521"/>
                      <a:pt x="13236" y="1577"/>
                      <a:pt x="13151" y="1641"/>
                    </a:cubicBezTo>
                    <a:cubicBezTo>
                      <a:pt x="12793" y="1523"/>
                      <a:pt x="12398" y="1491"/>
                      <a:pt x="11997" y="1491"/>
                    </a:cubicBezTo>
                    <a:cubicBezTo>
                      <a:pt x="11701" y="1491"/>
                      <a:pt x="11402" y="1509"/>
                      <a:pt x="11114" y="1521"/>
                    </a:cubicBezTo>
                    <a:cubicBezTo>
                      <a:pt x="10853" y="1541"/>
                      <a:pt x="10587" y="1547"/>
                      <a:pt x="10320" y="1547"/>
                    </a:cubicBezTo>
                    <a:cubicBezTo>
                      <a:pt x="10027" y="1547"/>
                      <a:pt x="9731" y="1540"/>
                      <a:pt x="9435" y="1540"/>
                    </a:cubicBezTo>
                    <a:cubicBezTo>
                      <a:pt x="9268" y="1540"/>
                      <a:pt x="9102" y="1542"/>
                      <a:pt x="8935" y="1549"/>
                    </a:cubicBezTo>
                    <a:cubicBezTo>
                      <a:pt x="8638" y="1583"/>
                      <a:pt x="8388" y="1615"/>
                      <a:pt x="8136" y="1615"/>
                    </a:cubicBezTo>
                    <a:cubicBezTo>
                      <a:pt x="7914" y="1615"/>
                      <a:pt x="7690" y="1590"/>
                      <a:pt x="7428" y="1521"/>
                    </a:cubicBezTo>
                    <a:cubicBezTo>
                      <a:pt x="6134" y="1167"/>
                      <a:pt x="4896" y="580"/>
                      <a:pt x="3601" y="226"/>
                    </a:cubicBezTo>
                    <a:cubicBezTo>
                      <a:pt x="3173" y="99"/>
                      <a:pt x="2720" y="1"/>
                      <a:pt x="22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1">
                <a:extLst>
                  <a:ext uri="{FF2B5EF4-FFF2-40B4-BE49-F238E27FC236}">
                    <a16:creationId xmlns:a16="http://schemas.microsoft.com/office/drawing/2014/main" id="{C528DF88-A9A1-9469-2CDA-6D5C672894F5}"/>
                  </a:ext>
                </a:extLst>
              </p:cNvPr>
              <p:cNvSpPr/>
              <p:nvPr/>
            </p:nvSpPr>
            <p:spPr>
              <a:xfrm>
                <a:off x="5641501" y="4714071"/>
                <a:ext cx="173102" cy="82155"/>
              </a:xfrm>
              <a:custGeom>
                <a:avLst/>
                <a:gdLst/>
                <a:ahLst/>
                <a:cxnLst/>
                <a:rect l="l" t="t" r="r" b="b"/>
                <a:pathLst>
                  <a:path w="4981" h="2364" extrusionOk="0">
                    <a:moveTo>
                      <a:pt x="4924" y="1"/>
                    </a:moveTo>
                    <a:cubicBezTo>
                      <a:pt x="4690" y="121"/>
                      <a:pt x="4450" y="213"/>
                      <a:pt x="4216" y="326"/>
                    </a:cubicBezTo>
                    <a:cubicBezTo>
                      <a:pt x="3863" y="475"/>
                      <a:pt x="3481" y="623"/>
                      <a:pt x="3127" y="857"/>
                    </a:cubicBezTo>
                    <a:cubicBezTo>
                      <a:pt x="2978" y="949"/>
                      <a:pt x="2802" y="1062"/>
                      <a:pt x="2653" y="1154"/>
                    </a:cubicBezTo>
                    <a:cubicBezTo>
                      <a:pt x="2243" y="1415"/>
                      <a:pt x="1832" y="1684"/>
                      <a:pt x="1387" y="1889"/>
                    </a:cubicBezTo>
                    <a:cubicBezTo>
                      <a:pt x="1210" y="1981"/>
                      <a:pt x="976" y="2038"/>
                      <a:pt x="736" y="2066"/>
                    </a:cubicBezTo>
                    <a:cubicBezTo>
                      <a:pt x="502" y="2158"/>
                      <a:pt x="205" y="2215"/>
                      <a:pt x="0" y="2335"/>
                    </a:cubicBezTo>
                    <a:lnTo>
                      <a:pt x="0" y="2363"/>
                    </a:lnTo>
                    <a:lnTo>
                      <a:pt x="28" y="2363"/>
                    </a:lnTo>
                    <a:cubicBezTo>
                      <a:pt x="241" y="2271"/>
                      <a:pt x="502" y="2215"/>
                      <a:pt x="771" y="2123"/>
                    </a:cubicBezTo>
                    <a:cubicBezTo>
                      <a:pt x="1005" y="2066"/>
                      <a:pt x="1210" y="2010"/>
                      <a:pt x="1415" y="1946"/>
                    </a:cubicBezTo>
                    <a:cubicBezTo>
                      <a:pt x="1861" y="1741"/>
                      <a:pt x="2271" y="1479"/>
                      <a:pt x="2681" y="1210"/>
                    </a:cubicBezTo>
                    <a:cubicBezTo>
                      <a:pt x="2830" y="1097"/>
                      <a:pt x="3007" y="1005"/>
                      <a:pt x="3155" y="885"/>
                    </a:cubicBezTo>
                    <a:cubicBezTo>
                      <a:pt x="3509" y="680"/>
                      <a:pt x="3891" y="531"/>
                      <a:pt x="4245" y="390"/>
                    </a:cubicBezTo>
                    <a:cubicBezTo>
                      <a:pt x="4485" y="269"/>
                      <a:pt x="4719" y="177"/>
                      <a:pt x="4952" y="64"/>
                    </a:cubicBezTo>
                    <a:cubicBezTo>
                      <a:pt x="4980" y="36"/>
                      <a:pt x="4980" y="36"/>
                      <a:pt x="4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1">
                <a:extLst>
                  <a:ext uri="{FF2B5EF4-FFF2-40B4-BE49-F238E27FC236}">
                    <a16:creationId xmlns:a16="http://schemas.microsoft.com/office/drawing/2014/main" id="{2BB2D7B1-09D2-0FD0-E8AE-83BBB8150E33}"/>
                  </a:ext>
                </a:extLst>
              </p:cNvPr>
              <p:cNvSpPr/>
              <p:nvPr/>
            </p:nvSpPr>
            <p:spPr>
              <a:xfrm>
                <a:off x="5653769" y="4825940"/>
                <a:ext cx="142381" cy="129523"/>
              </a:xfrm>
              <a:custGeom>
                <a:avLst/>
                <a:gdLst/>
                <a:ahLst/>
                <a:cxnLst/>
                <a:rect l="l" t="t" r="r" b="b"/>
                <a:pathLst>
                  <a:path w="4097" h="3727" extrusionOk="0">
                    <a:moveTo>
                      <a:pt x="680" y="0"/>
                    </a:moveTo>
                    <a:cubicBezTo>
                      <a:pt x="560" y="262"/>
                      <a:pt x="447" y="496"/>
                      <a:pt x="326" y="764"/>
                    </a:cubicBezTo>
                    <a:cubicBezTo>
                      <a:pt x="298" y="885"/>
                      <a:pt x="241" y="1026"/>
                      <a:pt x="178" y="1146"/>
                    </a:cubicBezTo>
                    <a:cubicBezTo>
                      <a:pt x="149" y="1238"/>
                      <a:pt x="1" y="1415"/>
                      <a:pt x="65" y="1500"/>
                    </a:cubicBezTo>
                    <a:cubicBezTo>
                      <a:pt x="121" y="1529"/>
                      <a:pt x="326" y="1557"/>
                      <a:pt x="383" y="1557"/>
                    </a:cubicBezTo>
                    <a:cubicBezTo>
                      <a:pt x="503" y="1592"/>
                      <a:pt x="623" y="1649"/>
                      <a:pt x="737" y="1677"/>
                    </a:cubicBezTo>
                    <a:cubicBezTo>
                      <a:pt x="885" y="1797"/>
                      <a:pt x="1126" y="1854"/>
                      <a:pt x="1303" y="1974"/>
                    </a:cubicBezTo>
                    <a:cubicBezTo>
                      <a:pt x="1508" y="2087"/>
                      <a:pt x="1713" y="2300"/>
                      <a:pt x="1918" y="2441"/>
                    </a:cubicBezTo>
                    <a:cubicBezTo>
                      <a:pt x="2328" y="2795"/>
                      <a:pt x="2746" y="3149"/>
                      <a:pt x="3184" y="3502"/>
                    </a:cubicBezTo>
                    <a:cubicBezTo>
                      <a:pt x="3310" y="3604"/>
                      <a:pt x="3457" y="3727"/>
                      <a:pt x="3624" y="3727"/>
                    </a:cubicBezTo>
                    <a:cubicBezTo>
                      <a:pt x="3654" y="3727"/>
                      <a:pt x="3684" y="3723"/>
                      <a:pt x="3715" y="3714"/>
                    </a:cubicBezTo>
                    <a:cubicBezTo>
                      <a:pt x="3920" y="3651"/>
                      <a:pt x="4012" y="3389"/>
                      <a:pt x="4040" y="3184"/>
                    </a:cubicBezTo>
                    <a:cubicBezTo>
                      <a:pt x="4097" y="2561"/>
                      <a:pt x="3863" y="2151"/>
                      <a:pt x="3453" y="1705"/>
                    </a:cubicBezTo>
                    <a:cubicBezTo>
                      <a:pt x="3128" y="1380"/>
                      <a:pt x="2717" y="1062"/>
                      <a:pt x="2477" y="616"/>
                    </a:cubicBezTo>
                    <a:cubicBezTo>
                      <a:pt x="2364" y="382"/>
                      <a:pt x="2215" y="142"/>
                      <a:pt x="1918" y="142"/>
                    </a:cubicBezTo>
                    <a:cubicBezTo>
                      <a:pt x="1769" y="142"/>
                      <a:pt x="1621" y="177"/>
                      <a:pt x="1444" y="206"/>
                    </a:cubicBezTo>
                    <a:cubicBezTo>
                      <a:pt x="1415" y="208"/>
                      <a:pt x="1386" y="210"/>
                      <a:pt x="1358" y="210"/>
                    </a:cubicBezTo>
                    <a:cubicBezTo>
                      <a:pt x="1106" y="210"/>
                      <a:pt x="890" y="102"/>
                      <a:pt x="6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1">
                <a:extLst>
                  <a:ext uri="{FF2B5EF4-FFF2-40B4-BE49-F238E27FC236}">
                    <a16:creationId xmlns:a16="http://schemas.microsoft.com/office/drawing/2014/main" id="{6803053E-BF01-C7DE-2BCB-42E85466ECFE}"/>
                  </a:ext>
                </a:extLst>
              </p:cNvPr>
              <p:cNvSpPr/>
              <p:nvPr/>
            </p:nvSpPr>
            <p:spPr>
              <a:xfrm>
                <a:off x="5612969" y="4475980"/>
                <a:ext cx="242677" cy="254284"/>
              </a:xfrm>
              <a:custGeom>
                <a:avLst/>
                <a:gdLst/>
                <a:ahLst/>
                <a:cxnLst/>
                <a:rect l="l" t="t" r="r" b="b"/>
                <a:pathLst>
                  <a:path w="6983" h="7317" extrusionOk="0">
                    <a:moveTo>
                      <a:pt x="5454" y="0"/>
                    </a:moveTo>
                    <a:cubicBezTo>
                      <a:pt x="4901" y="0"/>
                      <a:pt x="4358" y="478"/>
                      <a:pt x="4245" y="1136"/>
                    </a:cubicBezTo>
                    <a:cubicBezTo>
                      <a:pt x="4125" y="1758"/>
                      <a:pt x="4097" y="2345"/>
                      <a:pt x="4125" y="2961"/>
                    </a:cubicBezTo>
                    <a:cubicBezTo>
                      <a:pt x="4153" y="3286"/>
                      <a:pt x="4153" y="3583"/>
                      <a:pt x="4181" y="3909"/>
                    </a:cubicBezTo>
                    <a:cubicBezTo>
                      <a:pt x="4181" y="4086"/>
                      <a:pt x="4210" y="4234"/>
                      <a:pt x="4210" y="4411"/>
                    </a:cubicBezTo>
                    <a:cubicBezTo>
                      <a:pt x="4210" y="4496"/>
                      <a:pt x="4273" y="4616"/>
                      <a:pt x="4245" y="4729"/>
                    </a:cubicBezTo>
                    <a:cubicBezTo>
                      <a:pt x="4245" y="4850"/>
                      <a:pt x="4245" y="4821"/>
                      <a:pt x="4153" y="4878"/>
                    </a:cubicBezTo>
                    <a:cubicBezTo>
                      <a:pt x="4033" y="4906"/>
                      <a:pt x="3920" y="4942"/>
                      <a:pt x="3799" y="4970"/>
                    </a:cubicBezTo>
                    <a:cubicBezTo>
                      <a:pt x="3361" y="5083"/>
                      <a:pt x="2915" y="5203"/>
                      <a:pt x="2441" y="5352"/>
                    </a:cubicBezTo>
                    <a:cubicBezTo>
                      <a:pt x="2236" y="5408"/>
                      <a:pt x="2003" y="5472"/>
                      <a:pt x="1797" y="5500"/>
                    </a:cubicBezTo>
                    <a:cubicBezTo>
                      <a:pt x="1500" y="5557"/>
                      <a:pt x="1203" y="5677"/>
                      <a:pt x="913" y="5734"/>
                    </a:cubicBezTo>
                    <a:cubicBezTo>
                      <a:pt x="616" y="5790"/>
                      <a:pt x="319" y="6003"/>
                      <a:pt x="142" y="6236"/>
                    </a:cubicBezTo>
                    <a:cubicBezTo>
                      <a:pt x="29" y="6441"/>
                      <a:pt x="1" y="6710"/>
                      <a:pt x="57" y="6915"/>
                    </a:cubicBezTo>
                    <a:cubicBezTo>
                      <a:pt x="114" y="7064"/>
                      <a:pt x="177" y="7120"/>
                      <a:pt x="234" y="7149"/>
                    </a:cubicBezTo>
                    <a:cubicBezTo>
                      <a:pt x="319" y="7205"/>
                      <a:pt x="439" y="7205"/>
                      <a:pt x="588" y="7205"/>
                    </a:cubicBezTo>
                    <a:cubicBezTo>
                      <a:pt x="1134" y="7258"/>
                      <a:pt x="1816" y="7317"/>
                      <a:pt x="2525" y="7317"/>
                    </a:cubicBezTo>
                    <a:cubicBezTo>
                      <a:pt x="4186" y="7317"/>
                      <a:pt x="6001" y="6996"/>
                      <a:pt x="6601" y="5529"/>
                    </a:cubicBezTo>
                    <a:cubicBezTo>
                      <a:pt x="6926" y="4701"/>
                      <a:pt x="6983" y="3817"/>
                      <a:pt x="6955" y="2904"/>
                    </a:cubicBezTo>
                    <a:cubicBezTo>
                      <a:pt x="6926" y="2112"/>
                      <a:pt x="6806" y="1192"/>
                      <a:pt x="6332" y="520"/>
                    </a:cubicBezTo>
                    <a:cubicBezTo>
                      <a:pt x="6088" y="155"/>
                      <a:pt x="5770" y="0"/>
                      <a:pt x="5454"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1">
                <a:extLst>
                  <a:ext uri="{FF2B5EF4-FFF2-40B4-BE49-F238E27FC236}">
                    <a16:creationId xmlns:a16="http://schemas.microsoft.com/office/drawing/2014/main" id="{AD45AD8F-AD85-1F6B-CFFF-C595D9BF8DA6}"/>
                  </a:ext>
                </a:extLst>
              </p:cNvPr>
              <p:cNvSpPr/>
              <p:nvPr/>
            </p:nvSpPr>
            <p:spPr>
              <a:xfrm>
                <a:off x="5585202" y="4217489"/>
                <a:ext cx="138419" cy="124900"/>
              </a:xfrm>
              <a:custGeom>
                <a:avLst/>
                <a:gdLst/>
                <a:ahLst/>
                <a:cxnLst/>
                <a:rect l="l" t="t" r="r" b="b"/>
                <a:pathLst>
                  <a:path w="3983" h="3594" extrusionOk="0">
                    <a:moveTo>
                      <a:pt x="1872" y="0"/>
                    </a:moveTo>
                    <a:cubicBezTo>
                      <a:pt x="1778" y="0"/>
                      <a:pt x="1684" y="9"/>
                      <a:pt x="1592" y="28"/>
                    </a:cubicBezTo>
                    <a:cubicBezTo>
                      <a:pt x="1535" y="56"/>
                      <a:pt x="1507" y="56"/>
                      <a:pt x="1443" y="56"/>
                    </a:cubicBezTo>
                    <a:cubicBezTo>
                      <a:pt x="856" y="233"/>
                      <a:pt x="382" y="735"/>
                      <a:pt x="149" y="1322"/>
                    </a:cubicBezTo>
                    <a:cubicBezTo>
                      <a:pt x="0" y="1676"/>
                      <a:pt x="587" y="1648"/>
                      <a:pt x="800" y="1676"/>
                    </a:cubicBezTo>
                    <a:cubicBezTo>
                      <a:pt x="941" y="1676"/>
                      <a:pt x="1061" y="1704"/>
                      <a:pt x="1182" y="1704"/>
                    </a:cubicBezTo>
                    <a:cubicBezTo>
                      <a:pt x="1472" y="1733"/>
                      <a:pt x="1769" y="1733"/>
                      <a:pt x="2038" y="1733"/>
                    </a:cubicBezTo>
                    <a:cubicBezTo>
                      <a:pt x="2476" y="1733"/>
                      <a:pt x="2179" y="2086"/>
                      <a:pt x="2420" y="2263"/>
                    </a:cubicBezTo>
                    <a:cubicBezTo>
                      <a:pt x="2596" y="2383"/>
                      <a:pt x="2710" y="2504"/>
                      <a:pt x="2802" y="2681"/>
                    </a:cubicBezTo>
                    <a:cubicBezTo>
                      <a:pt x="2858" y="2886"/>
                      <a:pt x="2886" y="3091"/>
                      <a:pt x="3007" y="3268"/>
                    </a:cubicBezTo>
                    <a:cubicBezTo>
                      <a:pt x="3035" y="3296"/>
                      <a:pt x="3063" y="3324"/>
                      <a:pt x="3099" y="3388"/>
                    </a:cubicBezTo>
                    <a:cubicBezTo>
                      <a:pt x="3184" y="3445"/>
                      <a:pt x="3240" y="3537"/>
                      <a:pt x="3304" y="3593"/>
                    </a:cubicBezTo>
                    <a:cubicBezTo>
                      <a:pt x="3332" y="3565"/>
                      <a:pt x="3360" y="3537"/>
                      <a:pt x="3360" y="3473"/>
                    </a:cubicBezTo>
                    <a:cubicBezTo>
                      <a:pt x="3658" y="2681"/>
                      <a:pt x="3983" y="1796"/>
                      <a:pt x="3537" y="997"/>
                    </a:cubicBezTo>
                    <a:cubicBezTo>
                      <a:pt x="3228" y="434"/>
                      <a:pt x="2534" y="0"/>
                      <a:pt x="18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1">
                <a:extLst>
                  <a:ext uri="{FF2B5EF4-FFF2-40B4-BE49-F238E27FC236}">
                    <a16:creationId xmlns:a16="http://schemas.microsoft.com/office/drawing/2014/main" id="{803C4FBF-8594-0398-B27A-63A4ABEAE46B}"/>
                  </a:ext>
                </a:extLst>
              </p:cNvPr>
              <p:cNvSpPr/>
              <p:nvPr/>
            </p:nvSpPr>
            <p:spPr>
              <a:xfrm>
                <a:off x="5453176" y="4677893"/>
                <a:ext cx="229401" cy="152007"/>
              </a:xfrm>
              <a:custGeom>
                <a:avLst/>
                <a:gdLst/>
                <a:ahLst/>
                <a:cxnLst/>
                <a:rect l="l" t="t" r="r" b="b"/>
                <a:pathLst>
                  <a:path w="6601" h="4374" extrusionOk="0">
                    <a:moveTo>
                      <a:pt x="21" y="0"/>
                    </a:moveTo>
                    <a:cubicBezTo>
                      <a:pt x="13" y="0"/>
                      <a:pt x="0" y="16"/>
                      <a:pt x="0" y="16"/>
                    </a:cubicBezTo>
                    <a:cubicBezTo>
                      <a:pt x="0" y="44"/>
                      <a:pt x="0" y="44"/>
                      <a:pt x="28" y="44"/>
                    </a:cubicBezTo>
                    <a:cubicBezTo>
                      <a:pt x="793" y="398"/>
                      <a:pt x="1500" y="957"/>
                      <a:pt x="2179" y="1459"/>
                    </a:cubicBezTo>
                    <a:cubicBezTo>
                      <a:pt x="2533" y="1749"/>
                      <a:pt x="2887" y="2018"/>
                      <a:pt x="3269" y="2280"/>
                    </a:cubicBezTo>
                    <a:cubicBezTo>
                      <a:pt x="4301" y="2959"/>
                      <a:pt x="5419" y="3461"/>
                      <a:pt x="6544" y="3963"/>
                    </a:cubicBezTo>
                    <a:cubicBezTo>
                      <a:pt x="6509" y="4020"/>
                      <a:pt x="6480" y="4084"/>
                      <a:pt x="6480" y="4140"/>
                    </a:cubicBezTo>
                    <a:cubicBezTo>
                      <a:pt x="6452" y="4197"/>
                      <a:pt x="6424" y="4260"/>
                      <a:pt x="6395" y="4317"/>
                    </a:cubicBezTo>
                    <a:cubicBezTo>
                      <a:pt x="6395" y="4345"/>
                      <a:pt x="6395" y="4345"/>
                      <a:pt x="6424" y="4345"/>
                    </a:cubicBezTo>
                    <a:lnTo>
                      <a:pt x="6424" y="4374"/>
                    </a:lnTo>
                    <a:lnTo>
                      <a:pt x="6452" y="4345"/>
                    </a:lnTo>
                    <a:cubicBezTo>
                      <a:pt x="6480" y="4289"/>
                      <a:pt x="6509" y="4197"/>
                      <a:pt x="6509" y="4140"/>
                    </a:cubicBezTo>
                    <a:cubicBezTo>
                      <a:pt x="6544" y="4084"/>
                      <a:pt x="6572" y="4020"/>
                      <a:pt x="6601" y="3963"/>
                    </a:cubicBezTo>
                    <a:lnTo>
                      <a:pt x="6601" y="3935"/>
                    </a:lnTo>
                    <a:lnTo>
                      <a:pt x="6572" y="3935"/>
                    </a:lnTo>
                    <a:cubicBezTo>
                      <a:pt x="5483" y="3433"/>
                      <a:pt x="4330" y="2902"/>
                      <a:pt x="3297" y="2223"/>
                    </a:cubicBezTo>
                    <a:cubicBezTo>
                      <a:pt x="2915" y="1990"/>
                      <a:pt x="2561" y="1692"/>
                      <a:pt x="2207" y="1431"/>
                    </a:cubicBezTo>
                    <a:cubicBezTo>
                      <a:pt x="1528" y="900"/>
                      <a:pt x="821" y="370"/>
                      <a:pt x="28" y="16"/>
                    </a:cubicBezTo>
                    <a:cubicBezTo>
                      <a:pt x="28" y="4"/>
                      <a:pt x="25" y="0"/>
                      <a:pt x="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1">
                <a:extLst>
                  <a:ext uri="{FF2B5EF4-FFF2-40B4-BE49-F238E27FC236}">
                    <a16:creationId xmlns:a16="http://schemas.microsoft.com/office/drawing/2014/main" id="{1F971064-5D4F-ADD9-08DC-1197A949512A}"/>
                  </a:ext>
                </a:extLst>
              </p:cNvPr>
              <p:cNvSpPr/>
              <p:nvPr/>
            </p:nvSpPr>
            <p:spPr>
              <a:xfrm>
                <a:off x="5610745" y="4321400"/>
                <a:ext cx="22659" cy="12858"/>
              </a:xfrm>
              <a:custGeom>
                <a:avLst/>
                <a:gdLst/>
                <a:ahLst/>
                <a:cxnLst/>
                <a:rect l="l" t="t" r="r" b="b"/>
                <a:pathLst>
                  <a:path w="652" h="370" extrusionOk="0">
                    <a:moveTo>
                      <a:pt x="616" y="0"/>
                    </a:moveTo>
                    <a:cubicBezTo>
                      <a:pt x="608" y="0"/>
                      <a:pt x="595" y="16"/>
                      <a:pt x="595" y="16"/>
                    </a:cubicBezTo>
                    <a:cubicBezTo>
                      <a:pt x="560" y="129"/>
                      <a:pt x="475" y="221"/>
                      <a:pt x="383" y="278"/>
                    </a:cubicBezTo>
                    <a:cubicBezTo>
                      <a:pt x="303" y="298"/>
                      <a:pt x="219" y="318"/>
                      <a:pt x="147" y="318"/>
                    </a:cubicBezTo>
                    <a:cubicBezTo>
                      <a:pt x="117" y="318"/>
                      <a:pt x="89" y="314"/>
                      <a:pt x="65" y="306"/>
                    </a:cubicBezTo>
                    <a:cubicBezTo>
                      <a:pt x="53" y="297"/>
                      <a:pt x="42" y="293"/>
                      <a:pt x="32" y="293"/>
                    </a:cubicBezTo>
                    <a:cubicBezTo>
                      <a:pt x="13" y="293"/>
                      <a:pt x="1" y="306"/>
                      <a:pt x="1" y="306"/>
                    </a:cubicBezTo>
                    <a:cubicBezTo>
                      <a:pt x="1" y="334"/>
                      <a:pt x="1" y="334"/>
                      <a:pt x="29" y="334"/>
                    </a:cubicBezTo>
                    <a:cubicBezTo>
                      <a:pt x="65" y="370"/>
                      <a:pt x="121" y="370"/>
                      <a:pt x="178" y="370"/>
                    </a:cubicBezTo>
                    <a:cubicBezTo>
                      <a:pt x="270" y="370"/>
                      <a:pt x="326" y="370"/>
                      <a:pt x="418" y="306"/>
                    </a:cubicBezTo>
                    <a:cubicBezTo>
                      <a:pt x="531" y="249"/>
                      <a:pt x="623" y="157"/>
                      <a:pt x="652" y="44"/>
                    </a:cubicBezTo>
                    <a:cubicBezTo>
                      <a:pt x="652" y="16"/>
                      <a:pt x="652" y="16"/>
                      <a:pt x="623" y="16"/>
                    </a:cubicBezTo>
                    <a:cubicBezTo>
                      <a:pt x="623" y="4"/>
                      <a:pt x="620"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1">
                <a:extLst>
                  <a:ext uri="{FF2B5EF4-FFF2-40B4-BE49-F238E27FC236}">
                    <a16:creationId xmlns:a16="http://schemas.microsoft.com/office/drawing/2014/main" id="{4AD71975-A4D0-B688-B269-758CB519E70E}"/>
                  </a:ext>
                </a:extLst>
              </p:cNvPr>
              <p:cNvSpPr/>
              <p:nvPr/>
            </p:nvSpPr>
            <p:spPr>
              <a:xfrm>
                <a:off x="5664091" y="4287203"/>
                <a:ext cx="35378" cy="33223"/>
              </a:xfrm>
              <a:custGeom>
                <a:avLst/>
                <a:gdLst/>
                <a:ahLst/>
                <a:cxnLst/>
                <a:rect l="l" t="t" r="r" b="b"/>
                <a:pathLst>
                  <a:path w="1018" h="956" extrusionOk="0">
                    <a:moveTo>
                      <a:pt x="477" y="0"/>
                    </a:moveTo>
                    <a:cubicBezTo>
                      <a:pt x="274" y="0"/>
                      <a:pt x="67" y="136"/>
                      <a:pt x="1" y="377"/>
                    </a:cubicBezTo>
                    <a:lnTo>
                      <a:pt x="298" y="936"/>
                    </a:lnTo>
                    <a:cubicBezTo>
                      <a:pt x="346" y="949"/>
                      <a:pt x="392" y="955"/>
                      <a:pt x="436" y="955"/>
                    </a:cubicBezTo>
                    <a:cubicBezTo>
                      <a:pt x="796" y="955"/>
                      <a:pt x="1018" y="551"/>
                      <a:pt x="885" y="293"/>
                    </a:cubicBezTo>
                    <a:cubicBezTo>
                      <a:pt x="806" y="92"/>
                      <a:pt x="643" y="0"/>
                      <a:pt x="477"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1">
                <a:extLst>
                  <a:ext uri="{FF2B5EF4-FFF2-40B4-BE49-F238E27FC236}">
                    <a16:creationId xmlns:a16="http://schemas.microsoft.com/office/drawing/2014/main" id="{BD8C169D-E2D5-F8A7-3BCE-CDA6B1ADBB48}"/>
                  </a:ext>
                </a:extLst>
              </p:cNvPr>
              <p:cNvSpPr/>
              <p:nvPr/>
            </p:nvSpPr>
            <p:spPr>
              <a:xfrm>
                <a:off x="5669269" y="4294501"/>
                <a:ext cx="14283" cy="10009"/>
              </a:xfrm>
              <a:custGeom>
                <a:avLst/>
                <a:gdLst/>
                <a:ahLst/>
                <a:cxnLst/>
                <a:rect l="l" t="t" r="r" b="b"/>
                <a:pathLst>
                  <a:path w="411" h="288" extrusionOk="0">
                    <a:moveTo>
                      <a:pt x="271" y="0"/>
                    </a:moveTo>
                    <a:cubicBezTo>
                      <a:pt x="219" y="0"/>
                      <a:pt x="168" y="14"/>
                      <a:pt x="114" y="47"/>
                    </a:cubicBezTo>
                    <a:cubicBezTo>
                      <a:pt x="29" y="111"/>
                      <a:pt x="1" y="196"/>
                      <a:pt x="1" y="259"/>
                    </a:cubicBezTo>
                    <a:cubicBezTo>
                      <a:pt x="1" y="288"/>
                      <a:pt x="1" y="288"/>
                      <a:pt x="29" y="288"/>
                    </a:cubicBezTo>
                    <a:cubicBezTo>
                      <a:pt x="29" y="288"/>
                      <a:pt x="57" y="288"/>
                      <a:pt x="57" y="259"/>
                    </a:cubicBezTo>
                    <a:cubicBezTo>
                      <a:pt x="57" y="196"/>
                      <a:pt x="85" y="139"/>
                      <a:pt x="149" y="111"/>
                    </a:cubicBezTo>
                    <a:cubicBezTo>
                      <a:pt x="182" y="74"/>
                      <a:pt x="223" y="59"/>
                      <a:pt x="270" y="59"/>
                    </a:cubicBezTo>
                    <a:cubicBezTo>
                      <a:pt x="305" y="59"/>
                      <a:pt x="343" y="67"/>
                      <a:pt x="383" y="83"/>
                    </a:cubicBezTo>
                    <a:lnTo>
                      <a:pt x="411" y="47"/>
                    </a:lnTo>
                    <a:cubicBezTo>
                      <a:pt x="411" y="19"/>
                      <a:pt x="411" y="19"/>
                      <a:pt x="383" y="19"/>
                    </a:cubicBezTo>
                    <a:cubicBezTo>
                      <a:pt x="344" y="7"/>
                      <a:pt x="308" y="0"/>
                      <a:pt x="2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1">
                <a:extLst>
                  <a:ext uri="{FF2B5EF4-FFF2-40B4-BE49-F238E27FC236}">
                    <a16:creationId xmlns:a16="http://schemas.microsoft.com/office/drawing/2014/main" id="{8C073757-74B7-F21A-C0B9-B2F3B1E54D0B}"/>
                  </a:ext>
                </a:extLst>
              </p:cNvPr>
              <p:cNvSpPr/>
              <p:nvPr/>
            </p:nvSpPr>
            <p:spPr>
              <a:xfrm>
                <a:off x="5746976" y="4431357"/>
                <a:ext cx="106725" cy="137446"/>
              </a:xfrm>
              <a:custGeom>
                <a:avLst/>
                <a:gdLst/>
                <a:ahLst/>
                <a:cxnLst/>
                <a:rect l="l" t="t" r="r" b="b"/>
                <a:pathLst>
                  <a:path w="3071" h="3955" extrusionOk="0">
                    <a:moveTo>
                      <a:pt x="1655" y="0"/>
                    </a:moveTo>
                    <a:lnTo>
                      <a:pt x="0" y="1507"/>
                    </a:lnTo>
                    <a:cubicBezTo>
                      <a:pt x="120" y="2009"/>
                      <a:pt x="149" y="3099"/>
                      <a:pt x="149" y="3955"/>
                    </a:cubicBezTo>
                    <a:cubicBezTo>
                      <a:pt x="474" y="3926"/>
                      <a:pt x="799" y="3863"/>
                      <a:pt x="1097" y="3806"/>
                    </a:cubicBezTo>
                    <a:cubicBezTo>
                      <a:pt x="1769" y="3686"/>
                      <a:pt x="2419" y="3481"/>
                      <a:pt x="3070" y="3219"/>
                    </a:cubicBezTo>
                    <a:cubicBezTo>
                      <a:pt x="2865" y="2009"/>
                      <a:pt x="2540" y="856"/>
                      <a:pt x="16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1">
                <a:extLst>
                  <a:ext uri="{FF2B5EF4-FFF2-40B4-BE49-F238E27FC236}">
                    <a16:creationId xmlns:a16="http://schemas.microsoft.com/office/drawing/2014/main" id="{3A588DF2-9B17-92AC-607A-4B49B01A07EA}"/>
                  </a:ext>
                </a:extLst>
              </p:cNvPr>
              <p:cNvSpPr/>
              <p:nvPr/>
            </p:nvSpPr>
            <p:spPr>
              <a:xfrm>
                <a:off x="5509476" y="4735722"/>
                <a:ext cx="248828" cy="12302"/>
              </a:xfrm>
              <a:custGeom>
                <a:avLst/>
                <a:gdLst/>
                <a:ahLst/>
                <a:cxnLst/>
                <a:rect l="l" t="t" r="r" b="b"/>
                <a:pathLst>
                  <a:path w="7160" h="354" extrusionOk="0">
                    <a:moveTo>
                      <a:pt x="177" y="0"/>
                    </a:moveTo>
                    <a:cubicBezTo>
                      <a:pt x="85" y="0"/>
                      <a:pt x="0" y="57"/>
                      <a:pt x="0" y="177"/>
                    </a:cubicBezTo>
                    <a:cubicBezTo>
                      <a:pt x="0" y="262"/>
                      <a:pt x="85" y="354"/>
                      <a:pt x="177" y="354"/>
                    </a:cubicBezTo>
                    <a:lnTo>
                      <a:pt x="6983" y="354"/>
                    </a:lnTo>
                    <a:cubicBezTo>
                      <a:pt x="7075" y="354"/>
                      <a:pt x="7159" y="262"/>
                      <a:pt x="7159" y="177"/>
                    </a:cubicBezTo>
                    <a:cubicBezTo>
                      <a:pt x="7159" y="57"/>
                      <a:pt x="7075" y="0"/>
                      <a:pt x="69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1">
                <a:extLst>
                  <a:ext uri="{FF2B5EF4-FFF2-40B4-BE49-F238E27FC236}">
                    <a16:creationId xmlns:a16="http://schemas.microsoft.com/office/drawing/2014/main" id="{182A3373-AF98-2D25-53E2-6E5CE0F100F9}"/>
                  </a:ext>
                </a:extLst>
              </p:cNvPr>
              <p:cNvSpPr/>
              <p:nvPr/>
            </p:nvSpPr>
            <p:spPr>
              <a:xfrm>
                <a:off x="5465444" y="4626042"/>
                <a:ext cx="252060" cy="112668"/>
              </a:xfrm>
              <a:custGeom>
                <a:avLst/>
                <a:gdLst/>
                <a:ahLst/>
                <a:cxnLst/>
                <a:rect l="l" t="t" r="r" b="b"/>
                <a:pathLst>
                  <a:path w="7253" h="3242" extrusionOk="0">
                    <a:moveTo>
                      <a:pt x="178" y="1"/>
                    </a:moveTo>
                    <a:cubicBezTo>
                      <a:pt x="86" y="1"/>
                      <a:pt x="1" y="93"/>
                      <a:pt x="57" y="206"/>
                    </a:cubicBezTo>
                    <a:lnTo>
                      <a:pt x="1296" y="3241"/>
                    </a:lnTo>
                    <a:lnTo>
                      <a:pt x="7252" y="3241"/>
                    </a:lnTo>
                    <a:lnTo>
                      <a:pt x="5950" y="93"/>
                    </a:lnTo>
                    <a:cubicBezTo>
                      <a:pt x="5922" y="29"/>
                      <a:pt x="5894" y="1"/>
                      <a:pt x="5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1">
                <a:extLst>
                  <a:ext uri="{FF2B5EF4-FFF2-40B4-BE49-F238E27FC236}">
                    <a16:creationId xmlns:a16="http://schemas.microsoft.com/office/drawing/2014/main" id="{66AD4DB7-FF90-CEB5-FA68-13F309311818}"/>
                  </a:ext>
                </a:extLst>
              </p:cNvPr>
              <p:cNvSpPr/>
              <p:nvPr/>
            </p:nvSpPr>
            <p:spPr>
              <a:xfrm>
                <a:off x="5567721" y="4671047"/>
                <a:ext cx="29783" cy="22659"/>
              </a:xfrm>
              <a:custGeom>
                <a:avLst/>
                <a:gdLst/>
                <a:ahLst/>
                <a:cxnLst/>
                <a:rect l="l" t="t" r="r" b="b"/>
                <a:pathLst>
                  <a:path w="857" h="652" extrusionOk="0">
                    <a:moveTo>
                      <a:pt x="326" y="64"/>
                    </a:moveTo>
                    <a:cubicBezTo>
                      <a:pt x="503" y="64"/>
                      <a:pt x="708" y="177"/>
                      <a:pt x="772" y="326"/>
                    </a:cubicBezTo>
                    <a:cubicBezTo>
                      <a:pt x="800" y="418"/>
                      <a:pt x="800" y="475"/>
                      <a:pt x="772" y="503"/>
                    </a:cubicBezTo>
                    <a:cubicBezTo>
                      <a:pt x="708" y="567"/>
                      <a:pt x="652" y="595"/>
                      <a:pt x="560" y="595"/>
                    </a:cubicBezTo>
                    <a:cubicBezTo>
                      <a:pt x="355" y="595"/>
                      <a:pt x="149" y="475"/>
                      <a:pt x="93" y="326"/>
                    </a:cubicBezTo>
                    <a:cubicBezTo>
                      <a:pt x="64" y="269"/>
                      <a:pt x="93" y="213"/>
                      <a:pt x="121" y="149"/>
                    </a:cubicBezTo>
                    <a:cubicBezTo>
                      <a:pt x="149" y="93"/>
                      <a:pt x="241" y="64"/>
                      <a:pt x="326" y="64"/>
                    </a:cubicBezTo>
                    <a:close/>
                    <a:moveTo>
                      <a:pt x="326" y="1"/>
                    </a:moveTo>
                    <a:cubicBezTo>
                      <a:pt x="206" y="1"/>
                      <a:pt x="121" y="36"/>
                      <a:pt x="64" y="121"/>
                    </a:cubicBezTo>
                    <a:cubicBezTo>
                      <a:pt x="29" y="177"/>
                      <a:pt x="1" y="269"/>
                      <a:pt x="29" y="326"/>
                    </a:cubicBezTo>
                    <a:cubicBezTo>
                      <a:pt x="121" y="503"/>
                      <a:pt x="326" y="651"/>
                      <a:pt x="560" y="651"/>
                    </a:cubicBezTo>
                    <a:cubicBezTo>
                      <a:pt x="652" y="651"/>
                      <a:pt x="772" y="623"/>
                      <a:pt x="800" y="531"/>
                    </a:cubicBezTo>
                    <a:cubicBezTo>
                      <a:pt x="857" y="475"/>
                      <a:pt x="857" y="418"/>
                      <a:pt x="829" y="326"/>
                    </a:cubicBezTo>
                    <a:cubicBezTo>
                      <a:pt x="772" y="149"/>
                      <a:pt x="531" y="1"/>
                      <a:pt x="3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1">
                <a:extLst>
                  <a:ext uri="{FF2B5EF4-FFF2-40B4-BE49-F238E27FC236}">
                    <a16:creationId xmlns:a16="http://schemas.microsoft.com/office/drawing/2014/main" id="{CDE0A824-A8F6-8B43-86E2-C4B76A4B5A39}"/>
                  </a:ext>
                </a:extLst>
              </p:cNvPr>
              <p:cNvSpPr/>
              <p:nvPr/>
            </p:nvSpPr>
            <p:spPr>
              <a:xfrm>
                <a:off x="5640493" y="4353650"/>
                <a:ext cx="18488" cy="17481"/>
              </a:xfrm>
              <a:custGeom>
                <a:avLst/>
                <a:gdLst/>
                <a:ahLst/>
                <a:cxnLst/>
                <a:rect l="l" t="t" r="r" b="b"/>
                <a:pathLst>
                  <a:path w="532" h="503" extrusionOk="0">
                    <a:moveTo>
                      <a:pt x="531" y="1"/>
                    </a:moveTo>
                    <a:cubicBezTo>
                      <a:pt x="383" y="85"/>
                      <a:pt x="178" y="149"/>
                      <a:pt x="1" y="149"/>
                    </a:cubicBezTo>
                    <a:lnTo>
                      <a:pt x="1" y="503"/>
                    </a:lnTo>
                    <a:cubicBezTo>
                      <a:pt x="234" y="411"/>
                      <a:pt x="447" y="234"/>
                      <a:pt x="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1">
                <a:extLst>
                  <a:ext uri="{FF2B5EF4-FFF2-40B4-BE49-F238E27FC236}">
                    <a16:creationId xmlns:a16="http://schemas.microsoft.com/office/drawing/2014/main" id="{4F4DC51E-19E4-04F3-B64F-9FD783658C7F}"/>
                  </a:ext>
                </a:extLst>
              </p:cNvPr>
              <p:cNvSpPr/>
              <p:nvPr/>
            </p:nvSpPr>
            <p:spPr>
              <a:xfrm>
                <a:off x="5257971" y="4238828"/>
                <a:ext cx="103041" cy="82224"/>
              </a:xfrm>
              <a:custGeom>
                <a:avLst/>
                <a:gdLst/>
                <a:ahLst/>
                <a:cxnLst/>
                <a:rect l="l" t="t" r="r" b="b"/>
                <a:pathLst>
                  <a:path w="2965" h="2366" extrusionOk="0">
                    <a:moveTo>
                      <a:pt x="1160" y="1"/>
                    </a:moveTo>
                    <a:cubicBezTo>
                      <a:pt x="1132" y="1"/>
                      <a:pt x="1047" y="29"/>
                      <a:pt x="1104" y="57"/>
                    </a:cubicBezTo>
                    <a:cubicBezTo>
                      <a:pt x="1132" y="93"/>
                      <a:pt x="1160" y="121"/>
                      <a:pt x="1224" y="149"/>
                    </a:cubicBezTo>
                    <a:cubicBezTo>
                      <a:pt x="1252" y="149"/>
                      <a:pt x="1281" y="178"/>
                      <a:pt x="1309" y="206"/>
                    </a:cubicBezTo>
                    <a:cubicBezTo>
                      <a:pt x="1401" y="298"/>
                      <a:pt x="1486" y="355"/>
                      <a:pt x="1549" y="447"/>
                    </a:cubicBezTo>
                    <a:cubicBezTo>
                      <a:pt x="1634" y="560"/>
                      <a:pt x="1663" y="708"/>
                      <a:pt x="1726" y="829"/>
                    </a:cubicBezTo>
                    <a:cubicBezTo>
                      <a:pt x="1755" y="1034"/>
                      <a:pt x="1726" y="1295"/>
                      <a:pt x="1457" y="1295"/>
                    </a:cubicBezTo>
                    <a:cubicBezTo>
                      <a:pt x="1443" y="1298"/>
                      <a:pt x="1429" y="1299"/>
                      <a:pt x="1415" y="1299"/>
                    </a:cubicBezTo>
                    <a:cubicBezTo>
                      <a:pt x="1192" y="1299"/>
                      <a:pt x="944" y="1051"/>
                      <a:pt x="778" y="885"/>
                    </a:cubicBezTo>
                    <a:cubicBezTo>
                      <a:pt x="665" y="765"/>
                      <a:pt x="517" y="588"/>
                      <a:pt x="340" y="503"/>
                    </a:cubicBezTo>
                    <a:cubicBezTo>
                      <a:pt x="317" y="496"/>
                      <a:pt x="294" y="492"/>
                      <a:pt x="272" y="492"/>
                    </a:cubicBezTo>
                    <a:cubicBezTo>
                      <a:pt x="122" y="492"/>
                      <a:pt x="1" y="646"/>
                      <a:pt x="99" y="800"/>
                    </a:cubicBezTo>
                    <a:cubicBezTo>
                      <a:pt x="163" y="857"/>
                      <a:pt x="219" y="913"/>
                      <a:pt x="276" y="1005"/>
                    </a:cubicBezTo>
                    <a:cubicBezTo>
                      <a:pt x="311" y="1034"/>
                      <a:pt x="340" y="1119"/>
                      <a:pt x="368" y="1182"/>
                    </a:cubicBezTo>
                    <a:cubicBezTo>
                      <a:pt x="488" y="1416"/>
                      <a:pt x="630" y="1649"/>
                      <a:pt x="807" y="1861"/>
                    </a:cubicBezTo>
                    <a:cubicBezTo>
                      <a:pt x="1132" y="2215"/>
                      <a:pt x="1514" y="2272"/>
                      <a:pt x="1960" y="2357"/>
                    </a:cubicBezTo>
                    <a:cubicBezTo>
                      <a:pt x="2011" y="2363"/>
                      <a:pt x="2061" y="2366"/>
                      <a:pt x="2110" y="2366"/>
                    </a:cubicBezTo>
                    <a:cubicBezTo>
                      <a:pt x="2345" y="2366"/>
                      <a:pt x="2554" y="2293"/>
                      <a:pt x="2724" y="2123"/>
                    </a:cubicBezTo>
                    <a:cubicBezTo>
                      <a:pt x="2752" y="2123"/>
                      <a:pt x="2752" y="2095"/>
                      <a:pt x="2787" y="2095"/>
                    </a:cubicBezTo>
                    <a:cubicBezTo>
                      <a:pt x="2844" y="2038"/>
                      <a:pt x="2901" y="1975"/>
                      <a:pt x="2929" y="1890"/>
                    </a:cubicBezTo>
                    <a:cubicBezTo>
                      <a:pt x="2964" y="1798"/>
                      <a:pt x="2964" y="1685"/>
                      <a:pt x="2964" y="1593"/>
                    </a:cubicBezTo>
                    <a:cubicBezTo>
                      <a:pt x="2964" y="1387"/>
                      <a:pt x="2929" y="1182"/>
                      <a:pt x="2872" y="1005"/>
                    </a:cubicBezTo>
                    <a:cubicBezTo>
                      <a:pt x="2844" y="913"/>
                      <a:pt x="2787" y="829"/>
                      <a:pt x="2724" y="737"/>
                    </a:cubicBezTo>
                    <a:cubicBezTo>
                      <a:pt x="2695" y="652"/>
                      <a:pt x="2639" y="560"/>
                      <a:pt x="2547" y="503"/>
                    </a:cubicBezTo>
                    <a:cubicBezTo>
                      <a:pt x="2462" y="411"/>
                      <a:pt x="2370" y="355"/>
                      <a:pt x="2257" y="270"/>
                    </a:cubicBezTo>
                    <a:cubicBezTo>
                      <a:pt x="2193" y="234"/>
                      <a:pt x="2165" y="206"/>
                      <a:pt x="2108" y="178"/>
                    </a:cubicBezTo>
                    <a:cubicBezTo>
                      <a:pt x="2045" y="149"/>
                      <a:pt x="1988" y="121"/>
                      <a:pt x="1931" y="93"/>
                    </a:cubicBezTo>
                    <a:cubicBezTo>
                      <a:pt x="1811" y="57"/>
                      <a:pt x="1663" y="29"/>
                      <a:pt x="1514" y="29"/>
                    </a:cubicBezTo>
                    <a:cubicBezTo>
                      <a:pt x="1401" y="1"/>
                      <a:pt x="1281" y="1"/>
                      <a:pt x="1160"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1">
                <a:extLst>
                  <a:ext uri="{FF2B5EF4-FFF2-40B4-BE49-F238E27FC236}">
                    <a16:creationId xmlns:a16="http://schemas.microsoft.com/office/drawing/2014/main" id="{240B2132-30AC-6575-B4B1-0247BE295355}"/>
                  </a:ext>
                </a:extLst>
              </p:cNvPr>
              <p:cNvSpPr/>
              <p:nvPr/>
            </p:nvSpPr>
            <p:spPr>
              <a:xfrm>
                <a:off x="5244174" y="4208662"/>
                <a:ext cx="8167" cy="23076"/>
              </a:xfrm>
              <a:custGeom>
                <a:avLst/>
                <a:gdLst/>
                <a:ahLst/>
                <a:cxnLst/>
                <a:rect l="l" t="t" r="r" b="b"/>
                <a:pathLst>
                  <a:path w="235" h="664" extrusionOk="0">
                    <a:moveTo>
                      <a:pt x="152" y="0"/>
                    </a:moveTo>
                    <a:cubicBezTo>
                      <a:pt x="146" y="0"/>
                      <a:pt x="142" y="3"/>
                      <a:pt x="142" y="13"/>
                    </a:cubicBezTo>
                    <a:cubicBezTo>
                      <a:pt x="114" y="13"/>
                      <a:pt x="114" y="13"/>
                      <a:pt x="114" y="41"/>
                    </a:cubicBezTo>
                    <a:cubicBezTo>
                      <a:pt x="178" y="218"/>
                      <a:pt x="114" y="459"/>
                      <a:pt x="1" y="635"/>
                    </a:cubicBezTo>
                    <a:lnTo>
                      <a:pt x="1" y="664"/>
                    </a:lnTo>
                    <a:lnTo>
                      <a:pt x="58" y="664"/>
                    </a:lnTo>
                    <a:cubicBezTo>
                      <a:pt x="178" y="487"/>
                      <a:pt x="234" y="253"/>
                      <a:pt x="178" y="13"/>
                    </a:cubicBezTo>
                    <a:cubicBezTo>
                      <a:pt x="178" y="13"/>
                      <a:pt x="162" y="0"/>
                      <a:pt x="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1">
                <a:extLst>
                  <a:ext uri="{FF2B5EF4-FFF2-40B4-BE49-F238E27FC236}">
                    <a16:creationId xmlns:a16="http://schemas.microsoft.com/office/drawing/2014/main" id="{BD548834-D318-7EE5-FC28-4D4228C00BF7}"/>
                  </a:ext>
                </a:extLst>
              </p:cNvPr>
              <p:cNvSpPr/>
              <p:nvPr/>
            </p:nvSpPr>
            <p:spPr>
              <a:xfrm>
                <a:off x="5234860" y="4234657"/>
                <a:ext cx="7159" cy="5213"/>
              </a:xfrm>
              <a:custGeom>
                <a:avLst/>
                <a:gdLst/>
                <a:ahLst/>
                <a:cxnLst/>
                <a:rect l="l" t="t" r="r" b="b"/>
                <a:pathLst>
                  <a:path w="206" h="150" extrusionOk="0">
                    <a:moveTo>
                      <a:pt x="149" y="1"/>
                    </a:moveTo>
                    <a:cubicBezTo>
                      <a:pt x="120" y="64"/>
                      <a:pt x="92" y="64"/>
                      <a:pt x="28" y="93"/>
                    </a:cubicBezTo>
                    <a:lnTo>
                      <a:pt x="0" y="121"/>
                    </a:lnTo>
                    <a:lnTo>
                      <a:pt x="28" y="149"/>
                    </a:lnTo>
                    <a:lnTo>
                      <a:pt x="57" y="149"/>
                    </a:lnTo>
                    <a:cubicBezTo>
                      <a:pt x="120" y="121"/>
                      <a:pt x="149" y="93"/>
                      <a:pt x="177" y="64"/>
                    </a:cubicBezTo>
                    <a:cubicBezTo>
                      <a:pt x="205" y="36"/>
                      <a:pt x="205" y="36"/>
                      <a:pt x="1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1">
                <a:extLst>
                  <a:ext uri="{FF2B5EF4-FFF2-40B4-BE49-F238E27FC236}">
                    <a16:creationId xmlns:a16="http://schemas.microsoft.com/office/drawing/2014/main" id="{A8E0431F-12A8-8C1E-666F-D44D59E9BCF0}"/>
                  </a:ext>
                </a:extLst>
              </p:cNvPr>
              <p:cNvSpPr/>
              <p:nvPr/>
            </p:nvSpPr>
            <p:spPr>
              <a:xfrm>
                <a:off x="5389475" y="4458152"/>
                <a:ext cx="8410" cy="8132"/>
              </a:xfrm>
              <a:custGeom>
                <a:avLst/>
                <a:gdLst/>
                <a:ahLst/>
                <a:cxnLst/>
                <a:rect l="l" t="t" r="r" b="b"/>
                <a:pathLst>
                  <a:path w="242" h="234" extrusionOk="0">
                    <a:moveTo>
                      <a:pt x="1" y="0"/>
                    </a:moveTo>
                    <a:cubicBezTo>
                      <a:pt x="1" y="57"/>
                      <a:pt x="1" y="113"/>
                      <a:pt x="65" y="177"/>
                    </a:cubicBezTo>
                    <a:cubicBezTo>
                      <a:pt x="93" y="205"/>
                      <a:pt x="149" y="234"/>
                      <a:pt x="178" y="234"/>
                    </a:cubicBezTo>
                    <a:lnTo>
                      <a:pt x="206" y="234"/>
                    </a:lnTo>
                    <a:cubicBezTo>
                      <a:pt x="206" y="234"/>
                      <a:pt x="241" y="234"/>
                      <a:pt x="241" y="205"/>
                    </a:cubicBezTo>
                    <a:cubicBezTo>
                      <a:pt x="241" y="177"/>
                      <a:pt x="206" y="177"/>
                      <a:pt x="206" y="177"/>
                    </a:cubicBezTo>
                    <a:cubicBezTo>
                      <a:pt x="149" y="177"/>
                      <a:pt x="121" y="177"/>
                      <a:pt x="93" y="149"/>
                    </a:cubicBezTo>
                    <a:cubicBezTo>
                      <a:pt x="65" y="85"/>
                      <a:pt x="65" y="57"/>
                      <a:pt x="65" y="28"/>
                    </a:cubicBezTo>
                    <a:cubicBezTo>
                      <a:pt x="65" y="0"/>
                      <a:pt x="65"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1">
                <a:extLst>
                  <a:ext uri="{FF2B5EF4-FFF2-40B4-BE49-F238E27FC236}">
                    <a16:creationId xmlns:a16="http://schemas.microsoft.com/office/drawing/2014/main" id="{AD59BA92-1459-D63F-A151-8D1B1C10DC70}"/>
                  </a:ext>
                </a:extLst>
              </p:cNvPr>
              <p:cNvSpPr/>
              <p:nvPr/>
            </p:nvSpPr>
            <p:spPr>
              <a:xfrm>
                <a:off x="5690676" y="4886583"/>
                <a:ext cx="37880" cy="34544"/>
              </a:xfrm>
              <a:custGeom>
                <a:avLst/>
                <a:gdLst/>
                <a:ahLst/>
                <a:cxnLst/>
                <a:rect l="l" t="t" r="r" b="b"/>
                <a:pathLst>
                  <a:path w="1090" h="994" extrusionOk="0">
                    <a:moveTo>
                      <a:pt x="513" y="0"/>
                    </a:moveTo>
                    <a:cubicBezTo>
                      <a:pt x="485" y="0"/>
                      <a:pt x="454" y="9"/>
                      <a:pt x="417" y="24"/>
                    </a:cubicBezTo>
                    <a:cubicBezTo>
                      <a:pt x="241" y="81"/>
                      <a:pt x="92" y="229"/>
                      <a:pt x="0" y="406"/>
                    </a:cubicBezTo>
                    <a:cubicBezTo>
                      <a:pt x="0" y="434"/>
                      <a:pt x="0" y="491"/>
                      <a:pt x="28" y="491"/>
                    </a:cubicBezTo>
                    <a:cubicBezTo>
                      <a:pt x="64" y="491"/>
                      <a:pt x="92" y="491"/>
                      <a:pt x="120" y="463"/>
                    </a:cubicBezTo>
                    <a:cubicBezTo>
                      <a:pt x="177" y="314"/>
                      <a:pt x="297" y="201"/>
                      <a:pt x="474" y="137"/>
                    </a:cubicBezTo>
                    <a:cubicBezTo>
                      <a:pt x="488" y="123"/>
                      <a:pt x="502" y="116"/>
                      <a:pt x="513" y="116"/>
                    </a:cubicBezTo>
                    <a:cubicBezTo>
                      <a:pt x="524" y="116"/>
                      <a:pt x="531" y="123"/>
                      <a:pt x="531" y="137"/>
                    </a:cubicBezTo>
                    <a:cubicBezTo>
                      <a:pt x="531" y="137"/>
                      <a:pt x="531" y="166"/>
                      <a:pt x="474" y="229"/>
                    </a:cubicBezTo>
                    <a:cubicBezTo>
                      <a:pt x="417" y="342"/>
                      <a:pt x="354" y="463"/>
                      <a:pt x="325" y="583"/>
                    </a:cubicBezTo>
                    <a:cubicBezTo>
                      <a:pt x="325" y="611"/>
                      <a:pt x="297" y="696"/>
                      <a:pt x="354" y="760"/>
                    </a:cubicBezTo>
                    <a:cubicBezTo>
                      <a:pt x="391" y="793"/>
                      <a:pt x="436" y="807"/>
                      <a:pt x="478" y="807"/>
                    </a:cubicBezTo>
                    <a:cubicBezTo>
                      <a:pt x="507" y="807"/>
                      <a:pt x="535" y="800"/>
                      <a:pt x="559" y="788"/>
                    </a:cubicBezTo>
                    <a:cubicBezTo>
                      <a:pt x="594" y="760"/>
                      <a:pt x="623" y="731"/>
                      <a:pt x="651" y="696"/>
                    </a:cubicBezTo>
                    <a:lnTo>
                      <a:pt x="679" y="668"/>
                    </a:lnTo>
                    <a:cubicBezTo>
                      <a:pt x="735" y="583"/>
                      <a:pt x="855" y="520"/>
                      <a:pt x="946" y="491"/>
                    </a:cubicBezTo>
                    <a:lnTo>
                      <a:pt x="946" y="491"/>
                    </a:lnTo>
                    <a:cubicBezTo>
                      <a:pt x="944" y="507"/>
                      <a:pt x="935" y="519"/>
                      <a:pt x="913" y="519"/>
                    </a:cubicBezTo>
                    <a:cubicBezTo>
                      <a:pt x="828" y="640"/>
                      <a:pt x="799" y="788"/>
                      <a:pt x="799" y="937"/>
                    </a:cubicBezTo>
                    <a:cubicBezTo>
                      <a:pt x="799" y="965"/>
                      <a:pt x="828" y="993"/>
                      <a:pt x="856" y="993"/>
                    </a:cubicBezTo>
                    <a:cubicBezTo>
                      <a:pt x="913" y="993"/>
                      <a:pt x="913" y="965"/>
                      <a:pt x="913" y="937"/>
                    </a:cubicBezTo>
                    <a:cubicBezTo>
                      <a:pt x="913" y="816"/>
                      <a:pt x="948" y="696"/>
                      <a:pt x="1005" y="611"/>
                    </a:cubicBezTo>
                    <a:cubicBezTo>
                      <a:pt x="1033" y="583"/>
                      <a:pt x="1089" y="491"/>
                      <a:pt x="1061" y="434"/>
                    </a:cubicBezTo>
                    <a:cubicBezTo>
                      <a:pt x="1061" y="406"/>
                      <a:pt x="1033" y="378"/>
                      <a:pt x="1005" y="342"/>
                    </a:cubicBezTo>
                    <a:cubicBezTo>
                      <a:pt x="948" y="342"/>
                      <a:pt x="913" y="378"/>
                      <a:pt x="884" y="378"/>
                    </a:cubicBezTo>
                    <a:cubicBezTo>
                      <a:pt x="771" y="434"/>
                      <a:pt x="679" y="491"/>
                      <a:pt x="594" y="611"/>
                    </a:cubicBezTo>
                    <a:lnTo>
                      <a:pt x="559" y="611"/>
                    </a:lnTo>
                    <a:cubicBezTo>
                      <a:pt x="559" y="640"/>
                      <a:pt x="531" y="668"/>
                      <a:pt x="502" y="668"/>
                    </a:cubicBezTo>
                    <a:cubicBezTo>
                      <a:pt x="474" y="696"/>
                      <a:pt x="446" y="696"/>
                      <a:pt x="446" y="696"/>
                    </a:cubicBezTo>
                    <a:cubicBezTo>
                      <a:pt x="446" y="668"/>
                      <a:pt x="417" y="668"/>
                      <a:pt x="446" y="611"/>
                    </a:cubicBezTo>
                    <a:cubicBezTo>
                      <a:pt x="474" y="491"/>
                      <a:pt x="502" y="378"/>
                      <a:pt x="594" y="286"/>
                    </a:cubicBezTo>
                    <a:cubicBezTo>
                      <a:pt x="651" y="201"/>
                      <a:pt x="679" y="109"/>
                      <a:pt x="623" y="52"/>
                    </a:cubicBezTo>
                    <a:cubicBezTo>
                      <a:pt x="586" y="16"/>
                      <a:pt x="552" y="0"/>
                      <a:pt x="5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1">
                <a:extLst>
                  <a:ext uri="{FF2B5EF4-FFF2-40B4-BE49-F238E27FC236}">
                    <a16:creationId xmlns:a16="http://schemas.microsoft.com/office/drawing/2014/main" id="{70F77721-60B5-75AD-841C-08E25B4BE0F2}"/>
                  </a:ext>
                </a:extLst>
              </p:cNvPr>
              <p:cNvSpPr/>
              <p:nvPr/>
            </p:nvSpPr>
            <p:spPr>
              <a:xfrm>
                <a:off x="5530849" y="4869311"/>
                <a:ext cx="39131" cy="31416"/>
              </a:xfrm>
              <a:custGeom>
                <a:avLst/>
                <a:gdLst/>
                <a:ahLst/>
                <a:cxnLst/>
                <a:rect l="l" t="t" r="r" b="b"/>
                <a:pathLst>
                  <a:path w="1126" h="904" extrusionOk="0">
                    <a:moveTo>
                      <a:pt x="818" y="0"/>
                    </a:moveTo>
                    <a:cubicBezTo>
                      <a:pt x="783" y="0"/>
                      <a:pt x="746" y="7"/>
                      <a:pt x="708" y="19"/>
                    </a:cubicBezTo>
                    <a:cubicBezTo>
                      <a:pt x="652" y="47"/>
                      <a:pt x="595" y="104"/>
                      <a:pt x="595" y="167"/>
                    </a:cubicBezTo>
                    <a:cubicBezTo>
                      <a:pt x="595" y="196"/>
                      <a:pt x="623" y="224"/>
                      <a:pt x="623" y="252"/>
                    </a:cubicBezTo>
                    <a:lnTo>
                      <a:pt x="623" y="309"/>
                    </a:lnTo>
                    <a:cubicBezTo>
                      <a:pt x="652" y="344"/>
                      <a:pt x="623" y="401"/>
                      <a:pt x="595" y="429"/>
                    </a:cubicBezTo>
                    <a:cubicBezTo>
                      <a:pt x="560" y="429"/>
                      <a:pt x="531" y="429"/>
                      <a:pt x="503" y="401"/>
                    </a:cubicBezTo>
                    <a:cubicBezTo>
                      <a:pt x="475" y="401"/>
                      <a:pt x="475" y="372"/>
                      <a:pt x="475" y="309"/>
                    </a:cubicBezTo>
                    <a:cubicBezTo>
                      <a:pt x="475" y="281"/>
                      <a:pt x="475" y="224"/>
                      <a:pt x="418" y="167"/>
                    </a:cubicBezTo>
                    <a:cubicBezTo>
                      <a:pt x="383" y="132"/>
                      <a:pt x="326" y="104"/>
                      <a:pt x="270" y="104"/>
                    </a:cubicBezTo>
                    <a:cubicBezTo>
                      <a:pt x="206" y="132"/>
                      <a:pt x="121" y="167"/>
                      <a:pt x="93" y="252"/>
                    </a:cubicBezTo>
                    <a:cubicBezTo>
                      <a:pt x="64" y="344"/>
                      <a:pt x="64" y="429"/>
                      <a:pt x="64" y="521"/>
                    </a:cubicBezTo>
                    <a:lnTo>
                      <a:pt x="93" y="578"/>
                    </a:lnTo>
                    <a:cubicBezTo>
                      <a:pt x="93" y="663"/>
                      <a:pt x="64" y="754"/>
                      <a:pt x="29" y="783"/>
                    </a:cubicBezTo>
                    <a:cubicBezTo>
                      <a:pt x="1" y="811"/>
                      <a:pt x="1" y="839"/>
                      <a:pt x="29" y="875"/>
                    </a:cubicBezTo>
                    <a:cubicBezTo>
                      <a:pt x="29" y="903"/>
                      <a:pt x="64" y="903"/>
                      <a:pt x="64" y="903"/>
                    </a:cubicBezTo>
                    <a:cubicBezTo>
                      <a:pt x="93" y="903"/>
                      <a:pt x="93" y="903"/>
                      <a:pt x="121" y="875"/>
                    </a:cubicBezTo>
                    <a:cubicBezTo>
                      <a:pt x="178" y="811"/>
                      <a:pt x="206" y="698"/>
                      <a:pt x="206" y="549"/>
                    </a:cubicBezTo>
                    <a:lnTo>
                      <a:pt x="178" y="521"/>
                    </a:lnTo>
                    <a:cubicBezTo>
                      <a:pt x="178" y="429"/>
                      <a:pt x="178" y="372"/>
                      <a:pt x="206" y="281"/>
                    </a:cubicBezTo>
                    <a:cubicBezTo>
                      <a:pt x="206" y="252"/>
                      <a:pt x="241" y="224"/>
                      <a:pt x="298" y="224"/>
                    </a:cubicBezTo>
                    <a:cubicBezTo>
                      <a:pt x="326" y="224"/>
                      <a:pt x="326" y="224"/>
                      <a:pt x="326" y="252"/>
                    </a:cubicBezTo>
                    <a:cubicBezTo>
                      <a:pt x="354" y="252"/>
                      <a:pt x="354" y="281"/>
                      <a:pt x="354" y="344"/>
                    </a:cubicBezTo>
                    <a:cubicBezTo>
                      <a:pt x="354" y="372"/>
                      <a:pt x="383" y="429"/>
                      <a:pt x="418" y="486"/>
                    </a:cubicBezTo>
                    <a:cubicBezTo>
                      <a:pt x="453" y="526"/>
                      <a:pt x="514" y="552"/>
                      <a:pt x="575" y="552"/>
                    </a:cubicBezTo>
                    <a:cubicBezTo>
                      <a:pt x="611" y="552"/>
                      <a:pt x="648" y="542"/>
                      <a:pt x="680" y="521"/>
                    </a:cubicBezTo>
                    <a:cubicBezTo>
                      <a:pt x="736" y="457"/>
                      <a:pt x="772" y="372"/>
                      <a:pt x="736" y="281"/>
                    </a:cubicBezTo>
                    <a:lnTo>
                      <a:pt x="736" y="224"/>
                    </a:lnTo>
                    <a:cubicBezTo>
                      <a:pt x="708" y="196"/>
                      <a:pt x="708" y="196"/>
                      <a:pt x="708" y="167"/>
                    </a:cubicBezTo>
                    <a:cubicBezTo>
                      <a:pt x="708" y="132"/>
                      <a:pt x="736" y="132"/>
                      <a:pt x="772" y="104"/>
                    </a:cubicBezTo>
                    <a:cubicBezTo>
                      <a:pt x="800" y="104"/>
                      <a:pt x="857" y="104"/>
                      <a:pt x="885" y="132"/>
                    </a:cubicBezTo>
                    <a:cubicBezTo>
                      <a:pt x="949" y="196"/>
                      <a:pt x="977" y="281"/>
                      <a:pt x="977" y="401"/>
                    </a:cubicBezTo>
                    <a:cubicBezTo>
                      <a:pt x="997" y="421"/>
                      <a:pt x="1017" y="441"/>
                      <a:pt x="1037" y="441"/>
                    </a:cubicBezTo>
                    <a:cubicBezTo>
                      <a:pt x="1045" y="441"/>
                      <a:pt x="1054" y="437"/>
                      <a:pt x="1062" y="429"/>
                    </a:cubicBezTo>
                    <a:cubicBezTo>
                      <a:pt x="1090" y="429"/>
                      <a:pt x="1125" y="401"/>
                      <a:pt x="1090" y="372"/>
                    </a:cubicBezTo>
                    <a:cubicBezTo>
                      <a:pt x="1090" y="281"/>
                      <a:pt x="1062" y="132"/>
                      <a:pt x="949" y="47"/>
                    </a:cubicBezTo>
                    <a:cubicBezTo>
                      <a:pt x="911" y="14"/>
                      <a:pt x="867" y="0"/>
                      <a:pt x="8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1">
                <a:extLst>
                  <a:ext uri="{FF2B5EF4-FFF2-40B4-BE49-F238E27FC236}">
                    <a16:creationId xmlns:a16="http://schemas.microsoft.com/office/drawing/2014/main" id="{47D67EC4-6A4F-FAA2-5FD8-CEC4BF67998F}"/>
                  </a:ext>
                </a:extLst>
              </p:cNvPr>
              <p:cNvSpPr/>
              <p:nvPr/>
            </p:nvSpPr>
            <p:spPr>
              <a:xfrm>
                <a:off x="5816794" y="4543192"/>
                <a:ext cx="36907" cy="18488"/>
              </a:xfrm>
              <a:custGeom>
                <a:avLst/>
                <a:gdLst/>
                <a:ahLst/>
                <a:cxnLst/>
                <a:rect l="l" t="t" r="r" b="b"/>
                <a:pathLst>
                  <a:path w="1062" h="532" extrusionOk="0">
                    <a:moveTo>
                      <a:pt x="998" y="1"/>
                    </a:moveTo>
                    <a:cubicBezTo>
                      <a:pt x="969" y="29"/>
                      <a:pt x="913" y="58"/>
                      <a:pt x="884" y="86"/>
                    </a:cubicBezTo>
                    <a:cubicBezTo>
                      <a:pt x="821" y="114"/>
                      <a:pt x="764" y="142"/>
                      <a:pt x="708" y="142"/>
                    </a:cubicBezTo>
                    <a:cubicBezTo>
                      <a:pt x="531" y="206"/>
                      <a:pt x="354" y="263"/>
                      <a:pt x="205" y="291"/>
                    </a:cubicBezTo>
                    <a:cubicBezTo>
                      <a:pt x="113" y="319"/>
                      <a:pt x="57" y="355"/>
                      <a:pt x="0" y="383"/>
                    </a:cubicBezTo>
                    <a:cubicBezTo>
                      <a:pt x="79" y="363"/>
                      <a:pt x="176" y="340"/>
                      <a:pt x="259" y="340"/>
                    </a:cubicBezTo>
                    <a:cubicBezTo>
                      <a:pt x="294" y="340"/>
                      <a:pt x="326" y="344"/>
                      <a:pt x="354" y="355"/>
                    </a:cubicBezTo>
                    <a:cubicBezTo>
                      <a:pt x="410" y="383"/>
                      <a:pt x="439" y="383"/>
                      <a:pt x="467" y="411"/>
                    </a:cubicBezTo>
                    <a:cubicBezTo>
                      <a:pt x="531" y="411"/>
                      <a:pt x="559" y="411"/>
                      <a:pt x="587" y="383"/>
                    </a:cubicBezTo>
                    <a:cubicBezTo>
                      <a:pt x="616" y="383"/>
                      <a:pt x="616" y="355"/>
                      <a:pt x="644" y="355"/>
                    </a:cubicBezTo>
                    <a:cubicBezTo>
                      <a:pt x="656" y="343"/>
                      <a:pt x="667" y="339"/>
                      <a:pt x="678" y="339"/>
                    </a:cubicBezTo>
                    <a:cubicBezTo>
                      <a:pt x="701" y="339"/>
                      <a:pt x="726" y="355"/>
                      <a:pt x="764" y="355"/>
                    </a:cubicBezTo>
                    <a:lnTo>
                      <a:pt x="856" y="440"/>
                    </a:lnTo>
                    <a:cubicBezTo>
                      <a:pt x="884" y="496"/>
                      <a:pt x="913" y="496"/>
                      <a:pt x="941" y="532"/>
                    </a:cubicBezTo>
                    <a:cubicBezTo>
                      <a:pt x="1033" y="532"/>
                      <a:pt x="1061" y="411"/>
                      <a:pt x="1061" y="411"/>
                    </a:cubicBezTo>
                    <a:cubicBezTo>
                      <a:pt x="1061" y="383"/>
                      <a:pt x="1033" y="142"/>
                      <a:pt x="1033" y="114"/>
                    </a:cubicBezTo>
                    <a:cubicBezTo>
                      <a:pt x="998" y="58"/>
                      <a:pt x="998" y="58"/>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1">
                <a:extLst>
                  <a:ext uri="{FF2B5EF4-FFF2-40B4-BE49-F238E27FC236}">
                    <a16:creationId xmlns:a16="http://schemas.microsoft.com/office/drawing/2014/main" id="{E987209D-839D-F9B5-7B20-DF8F43397EE8}"/>
                  </a:ext>
                </a:extLst>
              </p:cNvPr>
              <p:cNvSpPr/>
              <p:nvPr/>
            </p:nvSpPr>
            <p:spPr>
              <a:xfrm>
                <a:off x="5920287" y="4713619"/>
                <a:ext cx="32737" cy="50183"/>
              </a:xfrm>
              <a:custGeom>
                <a:avLst/>
                <a:gdLst/>
                <a:ahLst/>
                <a:cxnLst/>
                <a:rect l="l" t="t" r="r" b="b"/>
                <a:pathLst>
                  <a:path w="942" h="1444" extrusionOk="0">
                    <a:moveTo>
                      <a:pt x="620" y="1"/>
                    </a:moveTo>
                    <a:cubicBezTo>
                      <a:pt x="529" y="1"/>
                      <a:pt x="436" y="52"/>
                      <a:pt x="382" y="162"/>
                    </a:cubicBezTo>
                    <a:cubicBezTo>
                      <a:pt x="319" y="282"/>
                      <a:pt x="354" y="431"/>
                      <a:pt x="291" y="580"/>
                    </a:cubicBezTo>
                    <a:cubicBezTo>
                      <a:pt x="234" y="664"/>
                      <a:pt x="142" y="721"/>
                      <a:pt x="85" y="813"/>
                    </a:cubicBezTo>
                    <a:cubicBezTo>
                      <a:pt x="0" y="962"/>
                      <a:pt x="0" y="1138"/>
                      <a:pt x="85" y="1287"/>
                    </a:cubicBezTo>
                    <a:cubicBezTo>
                      <a:pt x="148" y="1383"/>
                      <a:pt x="249" y="1443"/>
                      <a:pt x="352" y="1443"/>
                    </a:cubicBezTo>
                    <a:cubicBezTo>
                      <a:pt x="401" y="1443"/>
                      <a:pt x="450" y="1430"/>
                      <a:pt x="496" y="1400"/>
                    </a:cubicBezTo>
                    <a:cubicBezTo>
                      <a:pt x="616" y="1344"/>
                      <a:pt x="708" y="1223"/>
                      <a:pt x="736" y="1110"/>
                    </a:cubicBezTo>
                    <a:cubicBezTo>
                      <a:pt x="821" y="841"/>
                      <a:pt x="941" y="459"/>
                      <a:pt x="849" y="190"/>
                    </a:cubicBezTo>
                    <a:cubicBezTo>
                      <a:pt x="819" y="67"/>
                      <a:pt x="722" y="1"/>
                      <a:pt x="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1">
                <a:extLst>
                  <a:ext uri="{FF2B5EF4-FFF2-40B4-BE49-F238E27FC236}">
                    <a16:creationId xmlns:a16="http://schemas.microsoft.com/office/drawing/2014/main" id="{A3114EED-48F1-88F2-A0C1-13A592BC52A8}"/>
                  </a:ext>
                </a:extLst>
              </p:cNvPr>
              <p:cNvSpPr/>
              <p:nvPr/>
            </p:nvSpPr>
            <p:spPr>
              <a:xfrm>
                <a:off x="5339327" y="4680847"/>
                <a:ext cx="28810" cy="50461"/>
              </a:xfrm>
              <a:custGeom>
                <a:avLst/>
                <a:gdLst/>
                <a:ahLst/>
                <a:cxnLst/>
                <a:rect l="l" t="t" r="r" b="b"/>
                <a:pathLst>
                  <a:path w="829" h="1452" extrusionOk="0">
                    <a:moveTo>
                      <a:pt x="325" y="1"/>
                    </a:moveTo>
                    <a:cubicBezTo>
                      <a:pt x="294" y="1"/>
                      <a:pt x="263" y="5"/>
                      <a:pt x="234" y="16"/>
                    </a:cubicBezTo>
                    <a:cubicBezTo>
                      <a:pt x="206" y="16"/>
                      <a:pt x="149" y="72"/>
                      <a:pt x="121" y="108"/>
                    </a:cubicBezTo>
                    <a:cubicBezTo>
                      <a:pt x="93" y="164"/>
                      <a:pt x="57" y="221"/>
                      <a:pt x="57" y="285"/>
                    </a:cubicBezTo>
                    <a:cubicBezTo>
                      <a:pt x="1" y="546"/>
                      <a:pt x="93" y="751"/>
                      <a:pt x="121" y="1020"/>
                    </a:cubicBezTo>
                    <a:cubicBezTo>
                      <a:pt x="149" y="1169"/>
                      <a:pt x="178" y="1310"/>
                      <a:pt x="326" y="1402"/>
                    </a:cubicBezTo>
                    <a:cubicBezTo>
                      <a:pt x="374" y="1436"/>
                      <a:pt x="424" y="1452"/>
                      <a:pt x="476" y="1452"/>
                    </a:cubicBezTo>
                    <a:cubicBezTo>
                      <a:pt x="555" y="1452"/>
                      <a:pt x="635" y="1414"/>
                      <a:pt x="708" y="1346"/>
                    </a:cubicBezTo>
                    <a:cubicBezTo>
                      <a:pt x="800" y="1225"/>
                      <a:pt x="828" y="1077"/>
                      <a:pt x="765" y="928"/>
                    </a:cubicBezTo>
                    <a:cubicBezTo>
                      <a:pt x="736" y="843"/>
                      <a:pt x="680" y="751"/>
                      <a:pt x="680" y="667"/>
                    </a:cubicBezTo>
                    <a:cubicBezTo>
                      <a:pt x="680" y="603"/>
                      <a:pt x="736" y="518"/>
                      <a:pt x="736" y="461"/>
                    </a:cubicBezTo>
                    <a:cubicBezTo>
                      <a:pt x="792" y="250"/>
                      <a:pt x="548"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1">
                <a:extLst>
                  <a:ext uri="{FF2B5EF4-FFF2-40B4-BE49-F238E27FC236}">
                    <a16:creationId xmlns:a16="http://schemas.microsoft.com/office/drawing/2014/main" id="{87869D84-47C8-B01B-4344-04DFC5EEC11F}"/>
                  </a:ext>
                </a:extLst>
              </p:cNvPr>
              <p:cNvSpPr/>
              <p:nvPr/>
            </p:nvSpPr>
            <p:spPr>
              <a:xfrm>
                <a:off x="5823918" y="4660969"/>
                <a:ext cx="15256" cy="25613"/>
              </a:xfrm>
              <a:custGeom>
                <a:avLst/>
                <a:gdLst/>
                <a:ahLst/>
                <a:cxnLst/>
                <a:rect l="l" t="t" r="r" b="b"/>
                <a:pathLst>
                  <a:path w="439" h="737" extrusionOk="0">
                    <a:moveTo>
                      <a:pt x="411" y="1"/>
                    </a:moveTo>
                    <a:lnTo>
                      <a:pt x="382" y="29"/>
                    </a:lnTo>
                    <a:cubicBezTo>
                      <a:pt x="297" y="291"/>
                      <a:pt x="177" y="503"/>
                      <a:pt x="0" y="680"/>
                    </a:cubicBezTo>
                    <a:lnTo>
                      <a:pt x="0" y="736"/>
                    </a:lnTo>
                    <a:lnTo>
                      <a:pt x="29" y="736"/>
                    </a:lnTo>
                    <a:cubicBezTo>
                      <a:pt x="234" y="531"/>
                      <a:pt x="354" y="291"/>
                      <a:pt x="439" y="57"/>
                    </a:cubicBezTo>
                    <a:cubicBezTo>
                      <a:pt x="439" y="29"/>
                      <a:pt x="439" y="29"/>
                      <a:pt x="4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1">
                <a:extLst>
                  <a:ext uri="{FF2B5EF4-FFF2-40B4-BE49-F238E27FC236}">
                    <a16:creationId xmlns:a16="http://schemas.microsoft.com/office/drawing/2014/main" id="{E0E1AAB9-BBD6-8CC4-8417-445032F039DF}"/>
                  </a:ext>
                </a:extLst>
              </p:cNvPr>
              <p:cNvSpPr/>
              <p:nvPr/>
            </p:nvSpPr>
            <p:spPr>
              <a:xfrm>
                <a:off x="5811616" y="4689501"/>
                <a:ext cx="9140" cy="7402"/>
              </a:xfrm>
              <a:custGeom>
                <a:avLst/>
                <a:gdLst/>
                <a:ahLst/>
                <a:cxnLst/>
                <a:rect l="l" t="t" r="r" b="b"/>
                <a:pathLst>
                  <a:path w="263" h="213" extrusionOk="0">
                    <a:moveTo>
                      <a:pt x="206" y="0"/>
                    </a:moveTo>
                    <a:lnTo>
                      <a:pt x="29" y="149"/>
                    </a:lnTo>
                    <a:cubicBezTo>
                      <a:pt x="1" y="149"/>
                      <a:pt x="1" y="177"/>
                      <a:pt x="29" y="177"/>
                    </a:cubicBezTo>
                    <a:lnTo>
                      <a:pt x="29" y="212"/>
                    </a:lnTo>
                    <a:lnTo>
                      <a:pt x="57" y="212"/>
                    </a:lnTo>
                    <a:lnTo>
                      <a:pt x="262" y="36"/>
                    </a:lnTo>
                    <a:lnTo>
                      <a:pt x="2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1">
                <a:extLst>
                  <a:ext uri="{FF2B5EF4-FFF2-40B4-BE49-F238E27FC236}">
                    <a16:creationId xmlns:a16="http://schemas.microsoft.com/office/drawing/2014/main" id="{43DC7418-7D18-0661-A8D6-84E557E62F87}"/>
                  </a:ext>
                </a:extLst>
              </p:cNvPr>
              <p:cNvSpPr/>
              <p:nvPr/>
            </p:nvSpPr>
            <p:spPr>
              <a:xfrm>
                <a:off x="5817767" y="4679422"/>
                <a:ext cx="6186" cy="6151"/>
              </a:xfrm>
              <a:custGeom>
                <a:avLst/>
                <a:gdLst/>
                <a:ahLst/>
                <a:cxnLst/>
                <a:rect l="l" t="t" r="r" b="b"/>
                <a:pathLst>
                  <a:path w="178" h="177" extrusionOk="0">
                    <a:moveTo>
                      <a:pt x="121" y="0"/>
                    </a:moveTo>
                    <a:lnTo>
                      <a:pt x="0" y="113"/>
                    </a:lnTo>
                    <a:lnTo>
                      <a:pt x="0" y="149"/>
                    </a:lnTo>
                    <a:cubicBezTo>
                      <a:pt x="0" y="177"/>
                      <a:pt x="29" y="177"/>
                      <a:pt x="29" y="177"/>
                    </a:cubicBezTo>
                    <a:lnTo>
                      <a:pt x="29" y="149"/>
                    </a:lnTo>
                    <a:lnTo>
                      <a:pt x="149" y="57"/>
                    </a:lnTo>
                    <a:cubicBezTo>
                      <a:pt x="177" y="28"/>
                      <a:pt x="177" y="28"/>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1">
                <a:extLst>
                  <a:ext uri="{FF2B5EF4-FFF2-40B4-BE49-F238E27FC236}">
                    <a16:creationId xmlns:a16="http://schemas.microsoft.com/office/drawing/2014/main" id="{D3EF022C-CAE2-EE0D-BB5F-F29AA2F00C79}"/>
                  </a:ext>
                </a:extLst>
              </p:cNvPr>
              <p:cNvSpPr/>
              <p:nvPr/>
            </p:nvSpPr>
            <p:spPr>
              <a:xfrm>
                <a:off x="5822945" y="4538604"/>
                <a:ext cx="20434" cy="8584"/>
              </a:xfrm>
              <a:custGeom>
                <a:avLst/>
                <a:gdLst/>
                <a:ahLst/>
                <a:cxnLst/>
                <a:rect l="l" t="t" r="r" b="b"/>
                <a:pathLst>
                  <a:path w="588" h="247" extrusionOk="0">
                    <a:moveTo>
                      <a:pt x="566" y="0"/>
                    </a:moveTo>
                    <a:cubicBezTo>
                      <a:pt x="562" y="0"/>
                      <a:pt x="559" y="3"/>
                      <a:pt x="559" y="13"/>
                    </a:cubicBezTo>
                    <a:lnTo>
                      <a:pt x="28" y="190"/>
                    </a:lnTo>
                    <a:cubicBezTo>
                      <a:pt x="0" y="190"/>
                      <a:pt x="0" y="218"/>
                      <a:pt x="0" y="246"/>
                    </a:cubicBezTo>
                    <a:lnTo>
                      <a:pt x="57" y="246"/>
                    </a:lnTo>
                    <a:lnTo>
                      <a:pt x="559" y="69"/>
                    </a:lnTo>
                    <a:cubicBezTo>
                      <a:pt x="587" y="41"/>
                      <a:pt x="587" y="41"/>
                      <a:pt x="587" y="13"/>
                    </a:cubicBezTo>
                    <a:cubicBezTo>
                      <a:pt x="587" y="13"/>
                      <a:pt x="575"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1">
                <a:extLst>
                  <a:ext uri="{FF2B5EF4-FFF2-40B4-BE49-F238E27FC236}">
                    <a16:creationId xmlns:a16="http://schemas.microsoft.com/office/drawing/2014/main" id="{A8A19468-5C3E-20FA-9238-31099035B73F}"/>
                  </a:ext>
                </a:extLst>
              </p:cNvPr>
              <p:cNvSpPr/>
              <p:nvPr/>
            </p:nvSpPr>
            <p:spPr>
              <a:xfrm>
                <a:off x="5824891" y="4475598"/>
                <a:ext cx="10356" cy="24605"/>
              </a:xfrm>
              <a:custGeom>
                <a:avLst/>
                <a:gdLst/>
                <a:ahLst/>
                <a:cxnLst/>
                <a:rect l="l" t="t" r="r" b="b"/>
                <a:pathLst>
                  <a:path w="298" h="708" extrusionOk="0">
                    <a:moveTo>
                      <a:pt x="29" y="0"/>
                    </a:moveTo>
                    <a:cubicBezTo>
                      <a:pt x="29" y="0"/>
                      <a:pt x="1" y="29"/>
                      <a:pt x="29" y="29"/>
                    </a:cubicBezTo>
                    <a:cubicBezTo>
                      <a:pt x="121" y="234"/>
                      <a:pt x="177" y="467"/>
                      <a:pt x="234" y="673"/>
                    </a:cubicBezTo>
                    <a:cubicBezTo>
                      <a:pt x="234" y="708"/>
                      <a:pt x="269" y="708"/>
                      <a:pt x="269" y="708"/>
                    </a:cubicBezTo>
                    <a:cubicBezTo>
                      <a:pt x="298" y="708"/>
                      <a:pt x="298" y="673"/>
                      <a:pt x="298" y="673"/>
                    </a:cubicBezTo>
                    <a:cubicBezTo>
                      <a:pt x="234" y="439"/>
                      <a:pt x="177" y="234"/>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1">
                <a:extLst>
                  <a:ext uri="{FF2B5EF4-FFF2-40B4-BE49-F238E27FC236}">
                    <a16:creationId xmlns:a16="http://schemas.microsoft.com/office/drawing/2014/main" id="{6B4E3C7F-3E2B-6DD6-90C3-5C710CC6857E}"/>
                  </a:ext>
                </a:extLst>
              </p:cNvPr>
              <p:cNvSpPr/>
              <p:nvPr/>
            </p:nvSpPr>
            <p:spPr>
              <a:xfrm>
                <a:off x="5834240" y="4502149"/>
                <a:ext cx="3962" cy="9140"/>
              </a:xfrm>
              <a:custGeom>
                <a:avLst/>
                <a:gdLst/>
                <a:ahLst/>
                <a:cxnLst/>
                <a:rect l="l" t="t" r="r" b="b"/>
                <a:pathLst>
                  <a:path w="114" h="263" extrusionOk="0">
                    <a:moveTo>
                      <a:pt x="29" y="1"/>
                    </a:moveTo>
                    <a:cubicBezTo>
                      <a:pt x="29" y="29"/>
                      <a:pt x="0" y="29"/>
                      <a:pt x="0" y="57"/>
                    </a:cubicBezTo>
                    <a:lnTo>
                      <a:pt x="57" y="262"/>
                    </a:lnTo>
                    <a:lnTo>
                      <a:pt x="85" y="262"/>
                    </a:lnTo>
                    <a:cubicBezTo>
                      <a:pt x="114" y="262"/>
                      <a:pt x="114" y="262"/>
                      <a:pt x="114" y="234"/>
                    </a:cubicBezTo>
                    <a:lnTo>
                      <a:pt x="57" y="29"/>
                    </a:lnTo>
                    <a:cubicBezTo>
                      <a:pt x="57" y="29"/>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1">
                <a:extLst>
                  <a:ext uri="{FF2B5EF4-FFF2-40B4-BE49-F238E27FC236}">
                    <a16:creationId xmlns:a16="http://schemas.microsoft.com/office/drawing/2014/main" id="{BDD61A91-2973-BC02-C24E-54523886FDE2}"/>
                  </a:ext>
                </a:extLst>
              </p:cNvPr>
              <p:cNvSpPr/>
              <p:nvPr/>
            </p:nvSpPr>
            <p:spPr>
              <a:xfrm>
                <a:off x="5692866" y="4348507"/>
                <a:ext cx="2989" cy="22624"/>
              </a:xfrm>
              <a:custGeom>
                <a:avLst/>
                <a:gdLst/>
                <a:ahLst/>
                <a:cxnLst/>
                <a:rect l="l" t="t" r="r" b="b"/>
                <a:pathLst>
                  <a:path w="86" h="651" extrusionOk="0">
                    <a:moveTo>
                      <a:pt x="29" y="0"/>
                    </a:moveTo>
                    <a:cubicBezTo>
                      <a:pt x="1" y="0"/>
                      <a:pt x="1" y="0"/>
                      <a:pt x="1" y="28"/>
                    </a:cubicBezTo>
                    <a:cubicBezTo>
                      <a:pt x="1" y="233"/>
                      <a:pt x="1" y="439"/>
                      <a:pt x="29" y="651"/>
                    </a:cubicBezTo>
                    <a:lnTo>
                      <a:pt x="57" y="651"/>
                    </a:lnTo>
                    <a:cubicBezTo>
                      <a:pt x="86" y="651"/>
                      <a:pt x="86" y="651"/>
                      <a:pt x="86" y="615"/>
                    </a:cubicBezTo>
                    <a:cubicBezTo>
                      <a:pt x="57" y="410"/>
                      <a:pt x="57" y="205"/>
                      <a:pt x="57" y="28"/>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1">
                <a:extLst>
                  <a:ext uri="{FF2B5EF4-FFF2-40B4-BE49-F238E27FC236}">
                    <a16:creationId xmlns:a16="http://schemas.microsoft.com/office/drawing/2014/main" id="{E35C8C4A-22CE-6FA5-258B-E5A911E8F1AF}"/>
                  </a:ext>
                </a:extLst>
              </p:cNvPr>
              <p:cNvSpPr/>
              <p:nvPr/>
            </p:nvSpPr>
            <p:spPr>
              <a:xfrm>
                <a:off x="5736863" y="4501176"/>
                <a:ext cx="22415" cy="68601"/>
              </a:xfrm>
              <a:custGeom>
                <a:avLst/>
                <a:gdLst/>
                <a:ahLst/>
                <a:cxnLst/>
                <a:rect l="l" t="t" r="r" b="b"/>
                <a:pathLst>
                  <a:path w="645" h="1974" extrusionOk="0">
                    <a:moveTo>
                      <a:pt x="29" y="0"/>
                    </a:moveTo>
                    <a:cubicBezTo>
                      <a:pt x="1" y="0"/>
                      <a:pt x="1" y="29"/>
                      <a:pt x="1" y="57"/>
                    </a:cubicBezTo>
                    <a:lnTo>
                      <a:pt x="326" y="1882"/>
                    </a:lnTo>
                    <a:cubicBezTo>
                      <a:pt x="326" y="1917"/>
                      <a:pt x="326" y="1946"/>
                      <a:pt x="355" y="1974"/>
                    </a:cubicBezTo>
                    <a:lnTo>
                      <a:pt x="616" y="1974"/>
                    </a:lnTo>
                    <a:cubicBezTo>
                      <a:pt x="645" y="1974"/>
                      <a:pt x="645" y="1974"/>
                      <a:pt x="645" y="1946"/>
                    </a:cubicBezTo>
                    <a:cubicBezTo>
                      <a:pt x="645" y="1946"/>
                      <a:pt x="645" y="1917"/>
                      <a:pt x="616" y="1917"/>
                    </a:cubicBezTo>
                    <a:lnTo>
                      <a:pt x="383" y="1917"/>
                    </a:lnTo>
                    <a:lnTo>
                      <a:pt x="383" y="1882"/>
                    </a:lnTo>
                    <a:lnTo>
                      <a:pt x="58" y="29"/>
                    </a:lnTo>
                    <a:cubicBezTo>
                      <a:pt x="58" y="29"/>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1">
                <a:extLst>
                  <a:ext uri="{FF2B5EF4-FFF2-40B4-BE49-F238E27FC236}">
                    <a16:creationId xmlns:a16="http://schemas.microsoft.com/office/drawing/2014/main" id="{ABB8F6AF-10BC-171F-DD9B-B76EA3E41BF1}"/>
                  </a:ext>
                </a:extLst>
              </p:cNvPr>
              <p:cNvSpPr/>
              <p:nvPr/>
            </p:nvSpPr>
            <p:spPr>
              <a:xfrm>
                <a:off x="5570919" y="4504130"/>
                <a:ext cx="16264" cy="10356"/>
              </a:xfrm>
              <a:custGeom>
                <a:avLst/>
                <a:gdLst/>
                <a:ahLst/>
                <a:cxnLst/>
                <a:rect l="l" t="t" r="r" b="b"/>
                <a:pathLst>
                  <a:path w="468" h="298" extrusionOk="0">
                    <a:moveTo>
                      <a:pt x="411" y="0"/>
                    </a:moveTo>
                    <a:cubicBezTo>
                      <a:pt x="291" y="92"/>
                      <a:pt x="149" y="177"/>
                      <a:pt x="1" y="269"/>
                    </a:cubicBezTo>
                    <a:lnTo>
                      <a:pt x="1" y="297"/>
                    </a:lnTo>
                    <a:lnTo>
                      <a:pt x="29" y="297"/>
                    </a:lnTo>
                    <a:cubicBezTo>
                      <a:pt x="178" y="241"/>
                      <a:pt x="326" y="149"/>
                      <a:pt x="468" y="64"/>
                    </a:cubicBezTo>
                    <a:lnTo>
                      <a:pt x="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 name="Google Shape;1007;p41">
              <a:extLst>
                <a:ext uri="{FF2B5EF4-FFF2-40B4-BE49-F238E27FC236}">
                  <a16:creationId xmlns:a16="http://schemas.microsoft.com/office/drawing/2014/main" id="{A2CE36EA-97B4-D36B-9ADC-9605ECA7CBA1}"/>
                </a:ext>
              </a:extLst>
            </p:cNvPr>
            <p:cNvGrpSpPr/>
            <p:nvPr/>
          </p:nvGrpSpPr>
          <p:grpSpPr>
            <a:xfrm>
              <a:off x="5240433" y="2333504"/>
              <a:ext cx="1470385" cy="1003512"/>
              <a:chOff x="4805595" y="2633670"/>
              <a:chExt cx="513367" cy="350376"/>
            </a:xfrm>
          </p:grpSpPr>
          <p:sp>
            <p:nvSpPr>
              <p:cNvPr id="1008" name="Google Shape;1008;p41">
                <a:extLst>
                  <a:ext uri="{FF2B5EF4-FFF2-40B4-BE49-F238E27FC236}">
                    <a16:creationId xmlns:a16="http://schemas.microsoft.com/office/drawing/2014/main" id="{0BD68C0B-ACED-637A-7119-FD54327AC3D6}"/>
                  </a:ext>
                </a:extLst>
              </p:cNvPr>
              <p:cNvSpPr/>
              <p:nvPr/>
            </p:nvSpPr>
            <p:spPr>
              <a:xfrm>
                <a:off x="4811819" y="2641767"/>
                <a:ext cx="33953" cy="94457"/>
              </a:xfrm>
              <a:custGeom>
                <a:avLst/>
                <a:gdLst/>
                <a:ahLst/>
                <a:cxnLst/>
                <a:rect l="l" t="t" r="r" b="b"/>
                <a:pathLst>
                  <a:path w="977" h="2718" extrusionOk="0">
                    <a:moveTo>
                      <a:pt x="884" y="1"/>
                    </a:moveTo>
                    <a:cubicBezTo>
                      <a:pt x="594" y="1"/>
                      <a:pt x="325" y="241"/>
                      <a:pt x="325" y="560"/>
                    </a:cubicBezTo>
                    <a:lnTo>
                      <a:pt x="325" y="913"/>
                    </a:lnTo>
                    <a:cubicBezTo>
                      <a:pt x="325" y="1034"/>
                      <a:pt x="297" y="1126"/>
                      <a:pt x="212" y="1210"/>
                    </a:cubicBezTo>
                    <a:lnTo>
                      <a:pt x="0" y="1416"/>
                    </a:lnTo>
                    <a:lnTo>
                      <a:pt x="149" y="1564"/>
                    </a:lnTo>
                    <a:cubicBezTo>
                      <a:pt x="241" y="1656"/>
                      <a:pt x="297" y="1741"/>
                      <a:pt x="297" y="1861"/>
                    </a:cubicBezTo>
                    <a:lnTo>
                      <a:pt x="297" y="2187"/>
                    </a:lnTo>
                    <a:cubicBezTo>
                      <a:pt x="297" y="2477"/>
                      <a:pt x="531" y="2717"/>
                      <a:pt x="856" y="2717"/>
                    </a:cubicBezTo>
                    <a:lnTo>
                      <a:pt x="920" y="2717"/>
                    </a:lnTo>
                    <a:cubicBezTo>
                      <a:pt x="948" y="2717"/>
                      <a:pt x="976" y="2717"/>
                      <a:pt x="976" y="2654"/>
                    </a:cubicBezTo>
                    <a:cubicBezTo>
                      <a:pt x="976" y="2625"/>
                      <a:pt x="948" y="2597"/>
                      <a:pt x="920" y="2597"/>
                    </a:cubicBezTo>
                    <a:lnTo>
                      <a:pt x="856" y="2597"/>
                    </a:lnTo>
                    <a:cubicBezTo>
                      <a:pt x="594" y="2597"/>
                      <a:pt x="417" y="2420"/>
                      <a:pt x="417" y="2187"/>
                    </a:cubicBezTo>
                    <a:lnTo>
                      <a:pt x="417" y="1861"/>
                    </a:lnTo>
                    <a:cubicBezTo>
                      <a:pt x="417" y="1713"/>
                      <a:pt x="354" y="1564"/>
                      <a:pt x="241" y="1479"/>
                    </a:cubicBezTo>
                    <a:lnTo>
                      <a:pt x="177" y="1416"/>
                    </a:lnTo>
                    <a:lnTo>
                      <a:pt x="297" y="1302"/>
                    </a:lnTo>
                    <a:cubicBezTo>
                      <a:pt x="389" y="1210"/>
                      <a:pt x="446" y="1062"/>
                      <a:pt x="446" y="913"/>
                    </a:cubicBezTo>
                    <a:lnTo>
                      <a:pt x="446" y="560"/>
                    </a:lnTo>
                    <a:cubicBezTo>
                      <a:pt x="446" y="298"/>
                      <a:pt x="651" y="121"/>
                      <a:pt x="884" y="121"/>
                    </a:cubicBezTo>
                    <a:cubicBezTo>
                      <a:pt x="920" y="121"/>
                      <a:pt x="948" y="93"/>
                      <a:pt x="948" y="64"/>
                    </a:cubicBezTo>
                    <a:cubicBezTo>
                      <a:pt x="948" y="29"/>
                      <a:pt x="920"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1">
                <a:extLst>
                  <a:ext uri="{FF2B5EF4-FFF2-40B4-BE49-F238E27FC236}">
                    <a16:creationId xmlns:a16="http://schemas.microsoft.com/office/drawing/2014/main" id="{70256016-F4F9-0093-793F-F9798E7036C7}"/>
                  </a:ext>
                </a:extLst>
              </p:cNvPr>
              <p:cNvSpPr/>
              <p:nvPr/>
            </p:nvSpPr>
            <p:spPr>
              <a:xfrm>
                <a:off x="4901224" y="2641767"/>
                <a:ext cx="33710" cy="94457"/>
              </a:xfrm>
              <a:custGeom>
                <a:avLst/>
                <a:gdLst/>
                <a:ahLst/>
                <a:cxnLst/>
                <a:rect l="l" t="t" r="r" b="b"/>
                <a:pathLst>
                  <a:path w="970" h="2718" extrusionOk="0">
                    <a:moveTo>
                      <a:pt x="86" y="1"/>
                    </a:moveTo>
                    <a:cubicBezTo>
                      <a:pt x="57" y="1"/>
                      <a:pt x="29" y="29"/>
                      <a:pt x="29" y="64"/>
                    </a:cubicBezTo>
                    <a:cubicBezTo>
                      <a:pt x="29" y="93"/>
                      <a:pt x="57" y="121"/>
                      <a:pt x="86" y="121"/>
                    </a:cubicBezTo>
                    <a:cubicBezTo>
                      <a:pt x="326" y="121"/>
                      <a:pt x="531" y="298"/>
                      <a:pt x="531" y="560"/>
                    </a:cubicBezTo>
                    <a:lnTo>
                      <a:pt x="531" y="913"/>
                    </a:lnTo>
                    <a:cubicBezTo>
                      <a:pt x="531" y="1062"/>
                      <a:pt x="588" y="1210"/>
                      <a:pt x="680" y="1302"/>
                    </a:cubicBezTo>
                    <a:lnTo>
                      <a:pt x="793" y="1416"/>
                    </a:lnTo>
                    <a:lnTo>
                      <a:pt x="736" y="1479"/>
                    </a:lnTo>
                    <a:cubicBezTo>
                      <a:pt x="616" y="1564"/>
                      <a:pt x="559" y="1713"/>
                      <a:pt x="559" y="1861"/>
                    </a:cubicBezTo>
                    <a:lnTo>
                      <a:pt x="559" y="2187"/>
                    </a:lnTo>
                    <a:cubicBezTo>
                      <a:pt x="559" y="2420"/>
                      <a:pt x="383" y="2597"/>
                      <a:pt x="121" y="2597"/>
                    </a:cubicBezTo>
                    <a:lnTo>
                      <a:pt x="57" y="2597"/>
                    </a:lnTo>
                    <a:cubicBezTo>
                      <a:pt x="1" y="2597"/>
                      <a:pt x="1" y="2625"/>
                      <a:pt x="1" y="2654"/>
                    </a:cubicBezTo>
                    <a:cubicBezTo>
                      <a:pt x="1" y="2717"/>
                      <a:pt x="1" y="2717"/>
                      <a:pt x="57" y="2717"/>
                    </a:cubicBezTo>
                    <a:lnTo>
                      <a:pt x="121" y="2717"/>
                    </a:lnTo>
                    <a:cubicBezTo>
                      <a:pt x="439" y="2717"/>
                      <a:pt x="680" y="2477"/>
                      <a:pt x="680" y="2187"/>
                    </a:cubicBezTo>
                    <a:lnTo>
                      <a:pt x="680" y="1861"/>
                    </a:lnTo>
                    <a:cubicBezTo>
                      <a:pt x="680" y="1741"/>
                      <a:pt x="736" y="1656"/>
                      <a:pt x="828" y="1564"/>
                    </a:cubicBezTo>
                    <a:lnTo>
                      <a:pt x="970" y="1416"/>
                    </a:lnTo>
                    <a:lnTo>
                      <a:pt x="765" y="1210"/>
                    </a:lnTo>
                    <a:cubicBezTo>
                      <a:pt x="680" y="1126"/>
                      <a:pt x="651" y="1034"/>
                      <a:pt x="651" y="913"/>
                    </a:cubicBezTo>
                    <a:lnTo>
                      <a:pt x="651" y="560"/>
                    </a:lnTo>
                    <a:cubicBezTo>
                      <a:pt x="651" y="241"/>
                      <a:pt x="383" y="1"/>
                      <a:pt x="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1">
                <a:extLst>
                  <a:ext uri="{FF2B5EF4-FFF2-40B4-BE49-F238E27FC236}">
                    <a16:creationId xmlns:a16="http://schemas.microsoft.com/office/drawing/2014/main" id="{94B7A6CB-2C87-97A2-D9AE-59DC9D7A4F11}"/>
                  </a:ext>
                </a:extLst>
              </p:cNvPr>
              <p:cNvSpPr/>
              <p:nvPr/>
            </p:nvSpPr>
            <p:spPr>
              <a:xfrm>
                <a:off x="4840009" y="2703836"/>
                <a:ext cx="12337" cy="23041"/>
              </a:xfrm>
              <a:custGeom>
                <a:avLst/>
                <a:gdLst/>
                <a:ahLst/>
                <a:cxnLst/>
                <a:rect l="l" t="t" r="r" b="b"/>
                <a:pathLst>
                  <a:path w="355" h="663" extrusionOk="0">
                    <a:moveTo>
                      <a:pt x="267" y="0"/>
                    </a:moveTo>
                    <a:cubicBezTo>
                      <a:pt x="248" y="0"/>
                      <a:pt x="234" y="22"/>
                      <a:pt x="234" y="47"/>
                    </a:cubicBezTo>
                    <a:lnTo>
                      <a:pt x="1" y="606"/>
                    </a:lnTo>
                    <a:cubicBezTo>
                      <a:pt x="1" y="634"/>
                      <a:pt x="1" y="662"/>
                      <a:pt x="29" y="662"/>
                    </a:cubicBezTo>
                    <a:lnTo>
                      <a:pt x="57" y="662"/>
                    </a:lnTo>
                    <a:cubicBezTo>
                      <a:pt x="85" y="662"/>
                      <a:pt x="114" y="662"/>
                      <a:pt x="114" y="634"/>
                    </a:cubicBezTo>
                    <a:lnTo>
                      <a:pt x="326" y="75"/>
                    </a:lnTo>
                    <a:cubicBezTo>
                      <a:pt x="354" y="47"/>
                      <a:pt x="326" y="12"/>
                      <a:pt x="291" y="12"/>
                    </a:cubicBezTo>
                    <a:cubicBezTo>
                      <a:pt x="283" y="4"/>
                      <a:pt x="274" y="0"/>
                      <a:pt x="2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1">
                <a:extLst>
                  <a:ext uri="{FF2B5EF4-FFF2-40B4-BE49-F238E27FC236}">
                    <a16:creationId xmlns:a16="http://schemas.microsoft.com/office/drawing/2014/main" id="{F3354DA6-924F-7775-88D1-B6E3D32D6B97}"/>
                  </a:ext>
                </a:extLst>
              </p:cNvPr>
              <p:cNvSpPr/>
              <p:nvPr/>
            </p:nvSpPr>
            <p:spPr>
              <a:xfrm>
                <a:off x="5095432" y="2706025"/>
                <a:ext cx="12337" cy="22832"/>
              </a:xfrm>
              <a:custGeom>
                <a:avLst/>
                <a:gdLst/>
                <a:ahLst/>
                <a:cxnLst/>
                <a:rect l="l" t="t" r="r" b="b"/>
                <a:pathLst>
                  <a:path w="355" h="657" extrusionOk="0">
                    <a:moveTo>
                      <a:pt x="274" y="1"/>
                    </a:moveTo>
                    <a:cubicBezTo>
                      <a:pt x="256" y="1"/>
                      <a:pt x="242" y="21"/>
                      <a:pt x="242" y="41"/>
                    </a:cubicBezTo>
                    <a:lnTo>
                      <a:pt x="1" y="571"/>
                    </a:lnTo>
                    <a:cubicBezTo>
                      <a:pt x="1" y="599"/>
                      <a:pt x="36" y="656"/>
                      <a:pt x="65" y="656"/>
                    </a:cubicBezTo>
                    <a:cubicBezTo>
                      <a:pt x="93" y="656"/>
                      <a:pt x="121" y="656"/>
                      <a:pt x="121" y="628"/>
                    </a:cubicBezTo>
                    <a:lnTo>
                      <a:pt x="326" y="69"/>
                    </a:lnTo>
                    <a:cubicBezTo>
                      <a:pt x="355" y="41"/>
                      <a:pt x="326" y="12"/>
                      <a:pt x="298" y="12"/>
                    </a:cubicBezTo>
                    <a:cubicBezTo>
                      <a:pt x="290" y="4"/>
                      <a:pt x="282" y="1"/>
                      <a:pt x="2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1">
                <a:extLst>
                  <a:ext uri="{FF2B5EF4-FFF2-40B4-BE49-F238E27FC236}">
                    <a16:creationId xmlns:a16="http://schemas.microsoft.com/office/drawing/2014/main" id="{B74E3A37-4DA0-E426-BFFC-B638E40AFF15}"/>
                  </a:ext>
                </a:extLst>
              </p:cNvPr>
              <p:cNvSpPr/>
              <p:nvPr/>
            </p:nvSpPr>
            <p:spPr>
              <a:xfrm>
                <a:off x="5173382" y="2706025"/>
                <a:ext cx="12337" cy="22832"/>
              </a:xfrm>
              <a:custGeom>
                <a:avLst/>
                <a:gdLst/>
                <a:ahLst/>
                <a:cxnLst/>
                <a:rect l="l" t="t" r="r" b="b"/>
                <a:pathLst>
                  <a:path w="355" h="657" extrusionOk="0">
                    <a:moveTo>
                      <a:pt x="271" y="1"/>
                    </a:moveTo>
                    <a:cubicBezTo>
                      <a:pt x="249" y="1"/>
                      <a:pt x="226" y="21"/>
                      <a:pt x="206" y="41"/>
                    </a:cubicBezTo>
                    <a:lnTo>
                      <a:pt x="1" y="571"/>
                    </a:lnTo>
                    <a:cubicBezTo>
                      <a:pt x="1" y="599"/>
                      <a:pt x="1" y="656"/>
                      <a:pt x="29" y="656"/>
                    </a:cubicBezTo>
                    <a:lnTo>
                      <a:pt x="57" y="656"/>
                    </a:lnTo>
                    <a:cubicBezTo>
                      <a:pt x="93" y="656"/>
                      <a:pt x="121" y="656"/>
                      <a:pt x="121" y="628"/>
                    </a:cubicBezTo>
                    <a:lnTo>
                      <a:pt x="326" y="69"/>
                    </a:lnTo>
                    <a:cubicBezTo>
                      <a:pt x="354" y="41"/>
                      <a:pt x="326" y="12"/>
                      <a:pt x="298" y="12"/>
                    </a:cubicBezTo>
                    <a:cubicBezTo>
                      <a:pt x="289" y="4"/>
                      <a:pt x="281" y="1"/>
                      <a:pt x="2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1">
                <a:extLst>
                  <a:ext uri="{FF2B5EF4-FFF2-40B4-BE49-F238E27FC236}">
                    <a16:creationId xmlns:a16="http://schemas.microsoft.com/office/drawing/2014/main" id="{5EC074D9-1F5E-75CB-9BAF-2C3D45150457}"/>
                  </a:ext>
                </a:extLst>
              </p:cNvPr>
              <p:cNvSpPr/>
              <p:nvPr/>
            </p:nvSpPr>
            <p:spPr>
              <a:xfrm>
                <a:off x="5186658" y="2706025"/>
                <a:ext cx="12337" cy="22832"/>
              </a:xfrm>
              <a:custGeom>
                <a:avLst/>
                <a:gdLst/>
                <a:ahLst/>
                <a:cxnLst/>
                <a:rect l="l" t="t" r="r" b="b"/>
                <a:pathLst>
                  <a:path w="355" h="657" extrusionOk="0">
                    <a:moveTo>
                      <a:pt x="273" y="1"/>
                    </a:moveTo>
                    <a:cubicBezTo>
                      <a:pt x="252" y="1"/>
                      <a:pt x="231" y="21"/>
                      <a:pt x="206" y="41"/>
                    </a:cubicBezTo>
                    <a:lnTo>
                      <a:pt x="1" y="571"/>
                    </a:lnTo>
                    <a:cubicBezTo>
                      <a:pt x="1" y="599"/>
                      <a:pt x="1" y="656"/>
                      <a:pt x="29" y="656"/>
                    </a:cubicBezTo>
                    <a:lnTo>
                      <a:pt x="64" y="656"/>
                    </a:lnTo>
                    <a:cubicBezTo>
                      <a:pt x="93" y="656"/>
                      <a:pt x="121" y="656"/>
                      <a:pt x="121" y="628"/>
                    </a:cubicBezTo>
                    <a:lnTo>
                      <a:pt x="326" y="69"/>
                    </a:lnTo>
                    <a:cubicBezTo>
                      <a:pt x="354" y="41"/>
                      <a:pt x="326" y="12"/>
                      <a:pt x="298" y="12"/>
                    </a:cubicBezTo>
                    <a:cubicBezTo>
                      <a:pt x="289" y="4"/>
                      <a:pt x="281" y="1"/>
                      <a:pt x="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1">
                <a:extLst>
                  <a:ext uri="{FF2B5EF4-FFF2-40B4-BE49-F238E27FC236}">
                    <a16:creationId xmlns:a16="http://schemas.microsoft.com/office/drawing/2014/main" id="{01729B20-FEE6-DE62-4174-EBD448206804}"/>
                  </a:ext>
                </a:extLst>
              </p:cNvPr>
              <p:cNvSpPr/>
              <p:nvPr/>
            </p:nvSpPr>
            <p:spPr>
              <a:xfrm>
                <a:off x="4856959" y="2667345"/>
                <a:ext cx="51399" cy="46256"/>
              </a:xfrm>
              <a:custGeom>
                <a:avLst/>
                <a:gdLst/>
                <a:ahLst/>
                <a:cxnLst/>
                <a:rect l="l" t="t" r="r" b="b"/>
                <a:pathLst>
                  <a:path w="1479" h="1331" extrusionOk="0">
                    <a:moveTo>
                      <a:pt x="0" y="0"/>
                    </a:moveTo>
                    <a:lnTo>
                      <a:pt x="0" y="1330"/>
                    </a:lnTo>
                    <a:lnTo>
                      <a:pt x="1479" y="1330"/>
                    </a:lnTo>
                    <a:lnTo>
                      <a:pt x="1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1">
                <a:extLst>
                  <a:ext uri="{FF2B5EF4-FFF2-40B4-BE49-F238E27FC236}">
                    <a16:creationId xmlns:a16="http://schemas.microsoft.com/office/drawing/2014/main" id="{F97F965E-DC97-1A36-6A96-B63C1A2C095B}"/>
                  </a:ext>
                </a:extLst>
              </p:cNvPr>
              <p:cNvSpPr/>
              <p:nvPr/>
            </p:nvSpPr>
            <p:spPr>
              <a:xfrm>
                <a:off x="4963441" y="2633670"/>
                <a:ext cx="22624" cy="116803"/>
              </a:xfrm>
              <a:custGeom>
                <a:avLst/>
                <a:gdLst/>
                <a:ahLst/>
                <a:cxnLst/>
                <a:rect l="l" t="t" r="r" b="b"/>
                <a:pathLst>
                  <a:path w="651" h="3361" extrusionOk="0">
                    <a:moveTo>
                      <a:pt x="587" y="0"/>
                    </a:moveTo>
                    <a:cubicBezTo>
                      <a:pt x="559" y="0"/>
                      <a:pt x="531" y="0"/>
                      <a:pt x="531" y="29"/>
                    </a:cubicBezTo>
                    <a:cubicBezTo>
                      <a:pt x="0" y="1033"/>
                      <a:pt x="0" y="2299"/>
                      <a:pt x="502" y="3332"/>
                    </a:cubicBezTo>
                    <a:cubicBezTo>
                      <a:pt x="502" y="3361"/>
                      <a:pt x="531" y="3361"/>
                      <a:pt x="559" y="3361"/>
                    </a:cubicBezTo>
                    <a:lnTo>
                      <a:pt x="587" y="3361"/>
                    </a:lnTo>
                    <a:cubicBezTo>
                      <a:pt x="616" y="3332"/>
                      <a:pt x="616" y="3304"/>
                      <a:pt x="616" y="3269"/>
                    </a:cubicBezTo>
                    <a:cubicBezTo>
                      <a:pt x="120" y="2299"/>
                      <a:pt x="120" y="1061"/>
                      <a:pt x="616" y="85"/>
                    </a:cubicBezTo>
                    <a:cubicBezTo>
                      <a:pt x="651" y="57"/>
                      <a:pt x="616" y="29"/>
                      <a:pt x="5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1">
                <a:extLst>
                  <a:ext uri="{FF2B5EF4-FFF2-40B4-BE49-F238E27FC236}">
                    <a16:creationId xmlns:a16="http://schemas.microsoft.com/office/drawing/2014/main" id="{37364326-AA77-BBF1-6D60-29ED9B1901FE}"/>
                  </a:ext>
                </a:extLst>
              </p:cNvPr>
              <p:cNvSpPr/>
              <p:nvPr/>
            </p:nvSpPr>
            <p:spPr>
              <a:xfrm>
                <a:off x="4989993" y="2675686"/>
                <a:ext cx="103528" cy="32737"/>
              </a:xfrm>
              <a:custGeom>
                <a:avLst/>
                <a:gdLst/>
                <a:ahLst/>
                <a:cxnLst/>
                <a:rect l="l" t="t" r="r" b="b"/>
                <a:pathLst>
                  <a:path w="2979" h="942" extrusionOk="0">
                    <a:moveTo>
                      <a:pt x="0" y="1"/>
                    </a:moveTo>
                    <a:lnTo>
                      <a:pt x="0" y="942"/>
                    </a:lnTo>
                    <a:lnTo>
                      <a:pt x="2978" y="942"/>
                    </a:lnTo>
                    <a:lnTo>
                      <a:pt x="29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1">
                <a:extLst>
                  <a:ext uri="{FF2B5EF4-FFF2-40B4-BE49-F238E27FC236}">
                    <a16:creationId xmlns:a16="http://schemas.microsoft.com/office/drawing/2014/main" id="{1489473A-4B58-84E7-415D-9E197A007F1C}"/>
                  </a:ext>
                </a:extLst>
              </p:cNvPr>
              <p:cNvSpPr/>
              <p:nvPr/>
            </p:nvSpPr>
            <p:spPr>
              <a:xfrm>
                <a:off x="5122261" y="2675686"/>
                <a:ext cx="48202" cy="32737"/>
              </a:xfrm>
              <a:custGeom>
                <a:avLst/>
                <a:gdLst/>
                <a:ahLst/>
                <a:cxnLst/>
                <a:rect l="l" t="t" r="r" b="b"/>
                <a:pathLst>
                  <a:path w="1387" h="942" extrusionOk="0">
                    <a:moveTo>
                      <a:pt x="0" y="1"/>
                    </a:moveTo>
                    <a:lnTo>
                      <a:pt x="0" y="942"/>
                    </a:lnTo>
                    <a:lnTo>
                      <a:pt x="1387" y="942"/>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1">
                <a:extLst>
                  <a:ext uri="{FF2B5EF4-FFF2-40B4-BE49-F238E27FC236}">
                    <a16:creationId xmlns:a16="http://schemas.microsoft.com/office/drawing/2014/main" id="{270E37F0-2DE0-99C1-B76E-E479715461CB}"/>
                  </a:ext>
                </a:extLst>
              </p:cNvPr>
              <p:cNvSpPr/>
              <p:nvPr/>
            </p:nvSpPr>
            <p:spPr>
              <a:xfrm>
                <a:off x="5001287" y="2696121"/>
                <a:ext cx="75760" cy="4205"/>
              </a:xfrm>
              <a:custGeom>
                <a:avLst/>
                <a:gdLst/>
                <a:ahLst/>
                <a:cxnLst/>
                <a:rect l="l" t="t" r="r" b="b"/>
                <a:pathLst>
                  <a:path w="2180" h="121" extrusionOk="0">
                    <a:moveTo>
                      <a:pt x="57" y="0"/>
                    </a:moveTo>
                    <a:cubicBezTo>
                      <a:pt x="29" y="0"/>
                      <a:pt x="1" y="28"/>
                      <a:pt x="1" y="57"/>
                    </a:cubicBezTo>
                    <a:cubicBezTo>
                      <a:pt x="1" y="92"/>
                      <a:pt x="29" y="120"/>
                      <a:pt x="57" y="120"/>
                    </a:cubicBezTo>
                    <a:lnTo>
                      <a:pt x="2123" y="120"/>
                    </a:lnTo>
                    <a:cubicBezTo>
                      <a:pt x="2151" y="120"/>
                      <a:pt x="2179" y="92"/>
                      <a:pt x="2179" y="57"/>
                    </a:cubicBezTo>
                    <a:cubicBezTo>
                      <a:pt x="2179" y="28"/>
                      <a:pt x="2151" y="0"/>
                      <a:pt x="2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1">
                <a:extLst>
                  <a:ext uri="{FF2B5EF4-FFF2-40B4-BE49-F238E27FC236}">
                    <a16:creationId xmlns:a16="http://schemas.microsoft.com/office/drawing/2014/main" id="{DA227EC5-67CB-369A-879F-6852737CFF69}"/>
                  </a:ext>
                </a:extLst>
              </p:cNvPr>
              <p:cNvSpPr/>
              <p:nvPr/>
            </p:nvSpPr>
            <p:spPr>
              <a:xfrm>
                <a:off x="4892858" y="2675686"/>
                <a:ext cx="4205" cy="32737"/>
              </a:xfrm>
              <a:custGeom>
                <a:avLst/>
                <a:gdLst/>
                <a:ahLst/>
                <a:cxnLst/>
                <a:rect l="l" t="t" r="r" b="b"/>
                <a:pathLst>
                  <a:path w="121" h="942" extrusionOk="0">
                    <a:moveTo>
                      <a:pt x="64" y="1"/>
                    </a:moveTo>
                    <a:cubicBezTo>
                      <a:pt x="28" y="1"/>
                      <a:pt x="0" y="29"/>
                      <a:pt x="0" y="58"/>
                    </a:cubicBezTo>
                    <a:lnTo>
                      <a:pt x="0" y="885"/>
                    </a:lnTo>
                    <a:cubicBezTo>
                      <a:pt x="0" y="914"/>
                      <a:pt x="28" y="942"/>
                      <a:pt x="64" y="942"/>
                    </a:cubicBezTo>
                    <a:cubicBezTo>
                      <a:pt x="92" y="942"/>
                      <a:pt x="120" y="914"/>
                      <a:pt x="120" y="885"/>
                    </a:cubicBezTo>
                    <a:lnTo>
                      <a:pt x="120" y="58"/>
                    </a:lnTo>
                    <a:cubicBezTo>
                      <a:pt x="120" y="29"/>
                      <a:pt x="92"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1">
                <a:extLst>
                  <a:ext uri="{FF2B5EF4-FFF2-40B4-BE49-F238E27FC236}">
                    <a16:creationId xmlns:a16="http://schemas.microsoft.com/office/drawing/2014/main" id="{BADB493E-D754-E8D5-B8F8-9FB86CD97E16}"/>
                  </a:ext>
                </a:extLst>
              </p:cNvPr>
              <p:cNvSpPr/>
              <p:nvPr/>
            </p:nvSpPr>
            <p:spPr>
              <a:xfrm>
                <a:off x="5180507" y="2670543"/>
                <a:ext cx="34961" cy="27559"/>
              </a:xfrm>
              <a:custGeom>
                <a:avLst/>
                <a:gdLst/>
                <a:ahLst/>
                <a:cxnLst/>
                <a:rect l="l" t="t" r="r" b="b"/>
                <a:pathLst>
                  <a:path w="1006" h="793" extrusionOk="0">
                    <a:moveTo>
                      <a:pt x="121" y="0"/>
                    </a:moveTo>
                    <a:lnTo>
                      <a:pt x="1" y="651"/>
                    </a:lnTo>
                    <a:lnTo>
                      <a:pt x="913" y="793"/>
                    </a:lnTo>
                    <a:lnTo>
                      <a:pt x="1005" y="149"/>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1">
                <a:extLst>
                  <a:ext uri="{FF2B5EF4-FFF2-40B4-BE49-F238E27FC236}">
                    <a16:creationId xmlns:a16="http://schemas.microsoft.com/office/drawing/2014/main" id="{C0884107-2EA3-99B3-9004-B22A21F6D849}"/>
                  </a:ext>
                </a:extLst>
              </p:cNvPr>
              <p:cNvSpPr/>
              <p:nvPr/>
            </p:nvSpPr>
            <p:spPr>
              <a:xfrm>
                <a:off x="4825021" y="2875340"/>
                <a:ext cx="33953" cy="95430"/>
              </a:xfrm>
              <a:custGeom>
                <a:avLst/>
                <a:gdLst/>
                <a:ahLst/>
                <a:cxnLst/>
                <a:rect l="l" t="t" r="r" b="b"/>
                <a:pathLst>
                  <a:path w="977" h="2746" extrusionOk="0">
                    <a:moveTo>
                      <a:pt x="884" y="0"/>
                    </a:moveTo>
                    <a:cubicBezTo>
                      <a:pt x="594" y="0"/>
                      <a:pt x="326" y="241"/>
                      <a:pt x="326" y="559"/>
                    </a:cubicBezTo>
                    <a:lnTo>
                      <a:pt x="326" y="913"/>
                    </a:lnTo>
                    <a:cubicBezTo>
                      <a:pt x="326" y="1033"/>
                      <a:pt x="269" y="1125"/>
                      <a:pt x="212" y="1210"/>
                    </a:cubicBezTo>
                    <a:lnTo>
                      <a:pt x="0" y="1415"/>
                    </a:lnTo>
                    <a:lnTo>
                      <a:pt x="149" y="1564"/>
                    </a:lnTo>
                    <a:cubicBezTo>
                      <a:pt x="241" y="1656"/>
                      <a:pt x="269" y="1741"/>
                      <a:pt x="269" y="1861"/>
                    </a:cubicBezTo>
                    <a:lnTo>
                      <a:pt x="269" y="2186"/>
                    </a:lnTo>
                    <a:cubicBezTo>
                      <a:pt x="269" y="2476"/>
                      <a:pt x="531" y="2745"/>
                      <a:pt x="828" y="2745"/>
                    </a:cubicBezTo>
                    <a:lnTo>
                      <a:pt x="920" y="2745"/>
                    </a:lnTo>
                    <a:cubicBezTo>
                      <a:pt x="948" y="2745"/>
                      <a:pt x="976" y="2717"/>
                      <a:pt x="976" y="2682"/>
                    </a:cubicBezTo>
                    <a:cubicBezTo>
                      <a:pt x="976" y="2625"/>
                      <a:pt x="948" y="2625"/>
                      <a:pt x="920" y="2625"/>
                    </a:cubicBezTo>
                    <a:lnTo>
                      <a:pt x="828" y="2625"/>
                    </a:lnTo>
                    <a:cubicBezTo>
                      <a:pt x="594" y="2625"/>
                      <a:pt x="389" y="2420"/>
                      <a:pt x="389" y="2186"/>
                    </a:cubicBezTo>
                    <a:lnTo>
                      <a:pt x="389" y="1861"/>
                    </a:lnTo>
                    <a:cubicBezTo>
                      <a:pt x="389" y="1712"/>
                      <a:pt x="326" y="1592"/>
                      <a:pt x="241" y="1479"/>
                    </a:cubicBezTo>
                    <a:lnTo>
                      <a:pt x="177" y="1415"/>
                    </a:lnTo>
                    <a:lnTo>
                      <a:pt x="269" y="1302"/>
                    </a:lnTo>
                    <a:cubicBezTo>
                      <a:pt x="389" y="1210"/>
                      <a:pt x="446" y="1062"/>
                      <a:pt x="446" y="913"/>
                    </a:cubicBezTo>
                    <a:lnTo>
                      <a:pt x="446" y="559"/>
                    </a:lnTo>
                    <a:cubicBezTo>
                      <a:pt x="446" y="297"/>
                      <a:pt x="651" y="121"/>
                      <a:pt x="884" y="121"/>
                    </a:cubicBezTo>
                    <a:cubicBezTo>
                      <a:pt x="920" y="121"/>
                      <a:pt x="948" y="92"/>
                      <a:pt x="948" y="64"/>
                    </a:cubicBezTo>
                    <a:cubicBezTo>
                      <a:pt x="948" y="29"/>
                      <a:pt x="920" y="0"/>
                      <a:pt x="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1">
                <a:extLst>
                  <a:ext uri="{FF2B5EF4-FFF2-40B4-BE49-F238E27FC236}">
                    <a16:creationId xmlns:a16="http://schemas.microsoft.com/office/drawing/2014/main" id="{0BB98195-2CE0-6EF7-05BA-38F50E405518}"/>
                  </a:ext>
                </a:extLst>
              </p:cNvPr>
              <p:cNvSpPr/>
              <p:nvPr/>
            </p:nvSpPr>
            <p:spPr>
              <a:xfrm>
                <a:off x="4974736" y="2875340"/>
                <a:ext cx="33710" cy="95430"/>
              </a:xfrm>
              <a:custGeom>
                <a:avLst/>
                <a:gdLst/>
                <a:ahLst/>
                <a:cxnLst/>
                <a:rect l="l" t="t" r="r" b="b"/>
                <a:pathLst>
                  <a:path w="970" h="2746" extrusionOk="0">
                    <a:moveTo>
                      <a:pt x="114" y="0"/>
                    </a:moveTo>
                    <a:cubicBezTo>
                      <a:pt x="57" y="0"/>
                      <a:pt x="57" y="29"/>
                      <a:pt x="57" y="64"/>
                    </a:cubicBezTo>
                    <a:cubicBezTo>
                      <a:pt x="57" y="92"/>
                      <a:pt x="57" y="121"/>
                      <a:pt x="114" y="121"/>
                    </a:cubicBezTo>
                    <a:cubicBezTo>
                      <a:pt x="354" y="121"/>
                      <a:pt x="559" y="297"/>
                      <a:pt x="559" y="559"/>
                    </a:cubicBezTo>
                    <a:lnTo>
                      <a:pt x="559" y="913"/>
                    </a:lnTo>
                    <a:cubicBezTo>
                      <a:pt x="559" y="1062"/>
                      <a:pt x="588" y="1210"/>
                      <a:pt x="708" y="1302"/>
                    </a:cubicBezTo>
                    <a:lnTo>
                      <a:pt x="821" y="1415"/>
                    </a:lnTo>
                    <a:lnTo>
                      <a:pt x="765" y="1479"/>
                    </a:lnTo>
                    <a:cubicBezTo>
                      <a:pt x="644" y="1564"/>
                      <a:pt x="588" y="1712"/>
                      <a:pt x="588" y="1861"/>
                    </a:cubicBezTo>
                    <a:lnTo>
                      <a:pt x="588" y="2186"/>
                    </a:lnTo>
                    <a:cubicBezTo>
                      <a:pt x="588" y="2420"/>
                      <a:pt x="382" y="2625"/>
                      <a:pt x="149" y="2625"/>
                    </a:cubicBezTo>
                    <a:lnTo>
                      <a:pt x="57" y="2625"/>
                    </a:lnTo>
                    <a:cubicBezTo>
                      <a:pt x="29" y="2625"/>
                      <a:pt x="0" y="2625"/>
                      <a:pt x="0" y="2682"/>
                    </a:cubicBezTo>
                    <a:cubicBezTo>
                      <a:pt x="0" y="2717"/>
                      <a:pt x="29" y="2745"/>
                      <a:pt x="57" y="2745"/>
                    </a:cubicBezTo>
                    <a:lnTo>
                      <a:pt x="149" y="2745"/>
                    </a:lnTo>
                    <a:cubicBezTo>
                      <a:pt x="467" y="2745"/>
                      <a:pt x="708" y="2476"/>
                      <a:pt x="708" y="2186"/>
                    </a:cubicBezTo>
                    <a:lnTo>
                      <a:pt x="708" y="1861"/>
                    </a:lnTo>
                    <a:cubicBezTo>
                      <a:pt x="708" y="1741"/>
                      <a:pt x="765" y="1656"/>
                      <a:pt x="821" y="1564"/>
                    </a:cubicBezTo>
                    <a:lnTo>
                      <a:pt x="970" y="1415"/>
                    </a:lnTo>
                    <a:lnTo>
                      <a:pt x="793" y="1210"/>
                    </a:lnTo>
                    <a:cubicBezTo>
                      <a:pt x="708" y="1125"/>
                      <a:pt x="680" y="1033"/>
                      <a:pt x="680" y="913"/>
                    </a:cubicBezTo>
                    <a:lnTo>
                      <a:pt x="680" y="559"/>
                    </a:lnTo>
                    <a:cubicBezTo>
                      <a:pt x="680" y="241"/>
                      <a:pt x="411" y="0"/>
                      <a:pt x="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1">
                <a:extLst>
                  <a:ext uri="{FF2B5EF4-FFF2-40B4-BE49-F238E27FC236}">
                    <a16:creationId xmlns:a16="http://schemas.microsoft.com/office/drawing/2014/main" id="{C9D67DC4-9574-793A-1B8A-E7A11DFC131C}"/>
                  </a:ext>
                </a:extLst>
              </p:cNvPr>
              <p:cNvSpPr/>
              <p:nvPr/>
            </p:nvSpPr>
            <p:spPr>
              <a:xfrm>
                <a:off x="4858940" y="2899910"/>
                <a:ext cx="51156" cy="47263"/>
              </a:xfrm>
              <a:custGeom>
                <a:avLst/>
                <a:gdLst/>
                <a:ahLst/>
                <a:cxnLst/>
                <a:rect l="l" t="t" r="r" b="b"/>
                <a:pathLst>
                  <a:path w="1472" h="1360" extrusionOk="0">
                    <a:moveTo>
                      <a:pt x="0" y="1"/>
                    </a:moveTo>
                    <a:lnTo>
                      <a:pt x="0" y="1359"/>
                    </a:lnTo>
                    <a:lnTo>
                      <a:pt x="1472" y="1359"/>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1">
                <a:extLst>
                  <a:ext uri="{FF2B5EF4-FFF2-40B4-BE49-F238E27FC236}">
                    <a16:creationId xmlns:a16="http://schemas.microsoft.com/office/drawing/2014/main" id="{B7ADA6D9-2150-6A2F-8F2B-A0AD5E854CE5}"/>
                  </a:ext>
                </a:extLst>
              </p:cNvPr>
              <p:cNvSpPr/>
              <p:nvPr/>
            </p:nvSpPr>
            <p:spPr>
              <a:xfrm>
                <a:off x="5042330" y="2867208"/>
                <a:ext cx="23666" cy="116838"/>
              </a:xfrm>
              <a:custGeom>
                <a:avLst/>
                <a:gdLst/>
                <a:ahLst/>
                <a:cxnLst/>
                <a:rect l="l" t="t" r="r" b="b"/>
                <a:pathLst>
                  <a:path w="681" h="3362" extrusionOk="0">
                    <a:moveTo>
                      <a:pt x="616" y="1"/>
                    </a:moveTo>
                    <a:cubicBezTo>
                      <a:pt x="588" y="1"/>
                      <a:pt x="560" y="1"/>
                      <a:pt x="560" y="29"/>
                    </a:cubicBezTo>
                    <a:cubicBezTo>
                      <a:pt x="29" y="1034"/>
                      <a:pt x="1" y="2300"/>
                      <a:pt x="532" y="3333"/>
                    </a:cubicBezTo>
                    <a:cubicBezTo>
                      <a:pt x="532" y="3361"/>
                      <a:pt x="560" y="3361"/>
                      <a:pt x="588" y="3361"/>
                    </a:cubicBezTo>
                    <a:lnTo>
                      <a:pt x="616" y="3361"/>
                    </a:lnTo>
                    <a:cubicBezTo>
                      <a:pt x="645" y="3333"/>
                      <a:pt x="645" y="3305"/>
                      <a:pt x="645" y="3269"/>
                    </a:cubicBezTo>
                    <a:cubicBezTo>
                      <a:pt x="149" y="2300"/>
                      <a:pt x="149" y="1062"/>
                      <a:pt x="645" y="86"/>
                    </a:cubicBezTo>
                    <a:cubicBezTo>
                      <a:pt x="680" y="58"/>
                      <a:pt x="645" y="29"/>
                      <a:pt x="6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1">
                <a:extLst>
                  <a:ext uri="{FF2B5EF4-FFF2-40B4-BE49-F238E27FC236}">
                    <a16:creationId xmlns:a16="http://schemas.microsoft.com/office/drawing/2014/main" id="{EA91108B-00DB-7E33-6655-1107D88E3C90}"/>
                  </a:ext>
                </a:extLst>
              </p:cNvPr>
              <p:cNvSpPr/>
              <p:nvPr/>
            </p:nvSpPr>
            <p:spPr>
              <a:xfrm>
                <a:off x="5296303" y="2867208"/>
                <a:ext cx="22659" cy="116838"/>
              </a:xfrm>
              <a:custGeom>
                <a:avLst/>
                <a:gdLst/>
                <a:ahLst/>
                <a:cxnLst/>
                <a:rect l="l" t="t" r="r" b="b"/>
                <a:pathLst>
                  <a:path w="652" h="3362" extrusionOk="0">
                    <a:moveTo>
                      <a:pt x="29" y="1"/>
                    </a:moveTo>
                    <a:cubicBezTo>
                      <a:pt x="1" y="29"/>
                      <a:pt x="1" y="58"/>
                      <a:pt x="1" y="86"/>
                    </a:cubicBezTo>
                    <a:cubicBezTo>
                      <a:pt x="531" y="1062"/>
                      <a:pt x="531" y="2300"/>
                      <a:pt x="29" y="3269"/>
                    </a:cubicBezTo>
                    <a:cubicBezTo>
                      <a:pt x="29" y="3305"/>
                      <a:pt x="29" y="3333"/>
                      <a:pt x="57" y="3361"/>
                    </a:cubicBezTo>
                    <a:lnTo>
                      <a:pt x="93" y="3361"/>
                    </a:lnTo>
                    <a:cubicBezTo>
                      <a:pt x="121" y="3361"/>
                      <a:pt x="121" y="3361"/>
                      <a:pt x="149" y="3333"/>
                    </a:cubicBezTo>
                    <a:cubicBezTo>
                      <a:pt x="652" y="2300"/>
                      <a:pt x="652" y="1034"/>
                      <a:pt x="121" y="29"/>
                    </a:cubicBezTo>
                    <a:cubicBezTo>
                      <a:pt x="121" y="1"/>
                      <a:pt x="57"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1">
                <a:extLst>
                  <a:ext uri="{FF2B5EF4-FFF2-40B4-BE49-F238E27FC236}">
                    <a16:creationId xmlns:a16="http://schemas.microsoft.com/office/drawing/2014/main" id="{EB9331EB-DD01-D7BF-9250-11C96FF50DBE}"/>
                  </a:ext>
                </a:extLst>
              </p:cNvPr>
              <p:cNvSpPr/>
              <p:nvPr/>
            </p:nvSpPr>
            <p:spPr>
              <a:xfrm>
                <a:off x="5069889"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1">
                <a:extLst>
                  <a:ext uri="{FF2B5EF4-FFF2-40B4-BE49-F238E27FC236}">
                    <a16:creationId xmlns:a16="http://schemas.microsoft.com/office/drawing/2014/main" id="{206D1D19-4BF8-6B3A-F895-982C7C429F05}"/>
                  </a:ext>
                </a:extLst>
              </p:cNvPr>
              <p:cNvSpPr/>
              <p:nvPr/>
            </p:nvSpPr>
            <p:spPr>
              <a:xfrm>
                <a:off x="5245182"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1">
                <a:extLst>
                  <a:ext uri="{FF2B5EF4-FFF2-40B4-BE49-F238E27FC236}">
                    <a16:creationId xmlns:a16="http://schemas.microsoft.com/office/drawing/2014/main" id="{A73D60DE-C64D-86E9-71B3-E82752A29151}"/>
                  </a:ext>
                </a:extLst>
              </p:cNvPr>
              <p:cNvSpPr/>
              <p:nvPr/>
            </p:nvSpPr>
            <p:spPr>
              <a:xfrm>
                <a:off x="5142661" y="2908286"/>
                <a:ext cx="50183" cy="33710"/>
              </a:xfrm>
              <a:custGeom>
                <a:avLst/>
                <a:gdLst/>
                <a:ahLst/>
                <a:cxnLst/>
                <a:rect l="l" t="t" r="r" b="b"/>
                <a:pathLst>
                  <a:path w="1444" h="970" extrusionOk="0">
                    <a:moveTo>
                      <a:pt x="0" y="0"/>
                    </a:moveTo>
                    <a:lnTo>
                      <a:pt x="0" y="970"/>
                    </a:lnTo>
                    <a:lnTo>
                      <a:pt x="1443" y="97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1">
                <a:extLst>
                  <a:ext uri="{FF2B5EF4-FFF2-40B4-BE49-F238E27FC236}">
                    <a16:creationId xmlns:a16="http://schemas.microsoft.com/office/drawing/2014/main" id="{340914B3-0798-0504-2E54-AF1567CB74C2}"/>
                  </a:ext>
                </a:extLst>
              </p:cNvPr>
              <p:cNvSpPr/>
              <p:nvPr/>
            </p:nvSpPr>
            <p:spPr>
              <a:xfrm>
                <a:off x="5175363" y="2908286"/>
                <a:ext cx="50426" cy="33710"/>
              </a:xfrm>
              <a:custGeom>
                <a:avLst/>
                <a:gdLst/>
                <a:ahLst/>
                <a:cxnLst/>
                <a:rect l="l" t="t" r="r" b="b"/>
                <a:pathLst>
                  <a:path w="1451" h="970" extrusionOk="0">
                    <a:moveTo>
                      <a:pt x="0" y="0"/>
                    </a:moveTo>
                    <a:lnTo>
                      <a:pt x="1450" y="970"/>
                    </a:lnTo>
                    <a:lnTo>
                      <a:pt x="14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1">
                <a:extLst>
                  <a:ext uri="{FF2B5EF4-FFF2-40B4-BE49-F238E27FC236}">
                    <a16:creationId xmlns:a16="http://schemas.microsoft.com/office/drawing/2014/main" id="{913A9E15-A540-5D93-30C3-622DC22961EA}"/>
                  </a:ext>
                </a:extLst>
              </p:cNvPr>
              <p:cNvSpPr/>
              <p:nvPr/>
            </p:nvSpPr>
            <p:spPr>
              <a:xfrm>
                <a:off x="5081184" y="2929659"/>
                <a:ext cx="31764" cy="4240"/>
              </a:xfrm>
              <a:custGeom>
                <a:avLst/>
                <a:gdLst/>
                <a:ahLst/>
                <a:cxnLst/>
                <a:rect l="l" t="t" r="r" b="b"/>
                <a:pathLst>
                  <a:path w="914" h="122" extrusionOk="0">
                    <a:moveTo>
                      <a:pt x="57" y="1"/>
                    </a:moveTo>
                    <a:cubicBezTo>
                      <a:pt x="29" y="1"/>
                      <a:pt x="1" y="29"/>
                      <a:pt x="1" y="57"/>
                    </a:cubicBezTo>
                    <a:cubicBezTo>
                      <a:pt x="1" y="93"/>
                      <a:pt x="29" y="121"/>
                      <a:pt x="57" y="121"/>
                    </a:cubicBezTo>
                    <a:lnTo>
                      <a:pt x="857" y="121"/>
                    </a:lnTo>
                    <a:cubicBezTo>
                      <a:pt x="885" y="121"/>
                      <a:pt x="913" y="93"/>
                      <a:pt x="913" y="57"/>
                    </a:cubicBezTo>
                    <a:cubicBezTo>
                      <a:pt x="913" y="29"/>
                      <a:pt x="885" y="1"/>
                      <a:pt x="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1">
                <a:extLst>
                  <a:ext uri="{FF2B5EF4-FFF2-40B4-BE49-F238E27FC236}">
                    <a16:creationId xmlns:a16="http://schemas.microsoft.com/office/drawing/2014/main" id="{A13160A2-9C1F-CBD8-FE8E-8D712CFEA36C}"/>
                  </a:ext>
                </a:extLst>
              </p:cNvPr>
              <p:cNvSpPr/>
              <p:nvPr/>
            </p:nvSpPr>
            <p:spPr>
              <a:xfrm>
                <a:off x="5254287" y="2929659"/>
                <a:ext cx="32945" cy="4240"/>
              </a:xfrm>
              <a:custGeom>
                <a:avLst/>
                <a:gdLst/>
                <a:ahLst/>
                <a:cxnLst/>
                <a:rect l="l" t="t" r="r" b="b"/>
                <a:pathLst>
                  <a:path w="948" h="122" extrusionOk="0">
                    <a:moveTo>
                      <a:pt x="64" y="1"/>
                    </a:moveTo>
                    <a:cubicBezTo>
                      <a:pt x="28" y="1"/>
                      <a:pt x="0" y="29"/>
                      <a:pt x="0" y="57"/>
                    </a:cubicBezTo>
                    <a:cubicBezTo>
                      <a:pt x="0" y="93"/>
                      <a:pt x="28" y="121"/>
                      <a:pt x="64" y="121"/>
                    </a:cubicBezTo>
                    <a:lnTo>
                      <a:pt x="884" y="121"/>
                    </a:lnTo>
                    <a:cubicBezTo>
                      <a:pt x="913" y="121"/>
                      <a:pt x="948" y="93"/>
                      <a:pt x="948" y="57"/>
                    </a:cubicBezTo>
                    <a:cubicBezTo>
                      <a:pt x="948" y="29"/>
                      <a:pt x="913"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1">
                <a:extLst>
                  <a:ext uri="{FF2B5EF4-FFF2-40B4-BE49-F238E27FC236}">
                    <a16:creationId xmlns:a16="http://schemas.microsoft.com/office/drawing/2014/main" id="{39A5BA83-E225-A707-2837-B8CAB7D7246A}"/>
                  </a:ext>
                </a:extLst>
              </p:cNvPr>
              <p:cNvSpPr/>
              <p:nvPr/>
            </p:nvSpPr>
            <p:spPr>
              <a:xfrm>
                <a:off x="4894840" y="2909259"/>
                <a:ext cx="3962" cy="31764"/>
              </a:xfrm>
              <a:custGeom>
                <a:avLst/>
                <a:gdLst/>
                <a:ahLst/>
                <a:cxnLst/>
                <a:rect l="l" t="t" r="r" b="b"/>
                <a:pathLst>
                  <a:path w="114" h="914" extrusionOk="0">
                    <a:moveTo>
                      <a:pt x="57" y="1"/>
                    </a:moveTo>
                    <a:cubicBezTo>
                      <a:pt x="29" y="1"/>
                      <a:pt x="0" y="1"/>
                      <a:pt x="0" y="57"/>
                    </a:cubicBezTo>
                    <a:lnTo>
                      <a:pt x="0" y="857"/>
                    </a:lnTo>
                    <a:cubicBezTo>
                      <a:pt x="0" y="885"/>
                      <a:pt x="29" y="913"/>
                      <a:pt x="57" y="913"/>
                    </a:cubicBezTo>
                    <a:cubicBezTo>
                      <a:pt x="85" y="913"/>
                      <a:pt x="114" y="885"/>
                      <a:pt x="114" y="857"/>
                    </a:cubicBezTo>
                    <a:lnTo>
                      <a:pt x="114" y="57"/>
                    </a:lnTo>
                    <a:cubicBezTo>
                      <a:pt x="114" y="1"/>
                      <a:pt x="85" y="1"/>
                      <a:pt x="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1">
                <a:extLst>
                  <a:ext uri="{FF2B5EF4-FFF2-40B4-BE49-F238E27FC236}">
                    <a16:creationId xmlns:a16="http://schemas.microsoft.com/office/drawing/2014/main" id="{8FC73DA9-2370-1AEC-6F5C-5E2B44FF5846}"/>
                  </a:ext>
                </a:extLst>
              </p:cNvPr>
              <p:cNvSpPr/>
              <p:nvPr/>
            </p:nvSpPr>
            <p:spPr>
              <a:xfrm>
                <a:off x="4923337" y="2899910"/>
                <a:ext cx="51434" cy="47263"/>
              </a:xfrm>
              <a:custGeom>
                <a:avLst/>
                <a:gdLst/>
                <a:ahLst/>
                <a:cxnLst/>
                <a:rect l="l" t="t" r="r" b="b"/>
                <a:pathLst>
                  <a:path w="1480" h="1360" extrusionOk="0">
                    <a:moveTo>
                      <a:pt x="1" y="1"/>
                    </a:moveTo>
                    <a:lnTo>
                      <a:pt x="1" y="1359"/>
                    </a:lnTo>
                    <a:lnTo>
                      <a:pt x="1479" y="1359"/>
                    </a:lnTo>
                    <a:lnTo>
                      <a:pt x="1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1">
                <a:extLst>
                  <a:ext uri="{FF2B5EF4-FFF2-40B4-BE49-F238E27FC236}">
                    <a16:creationId xmlns:a16="http://schemas.microsoft.com/office/drawing/2014/main" id="{0422F908-93DE-3CFC-69FD-7F8CE2628869}"/>
                  </a:ext>
                </a:extLst>
              </p:cNvPr>
              <p:cNvSpPr/>
              <p:nvPr/>
            </p:nvSpPr>
            <p:spPr>
              <a:xfrm>
                <a:off x="4959236" y="2909259"/>
                <a:ext cx="4240" cy="31764"/>
              </a:xfrm>
              <a:custGeom>
                <a:avLst/>
                <a:gdLst/>
                <a:ahLst/>
                <a:cxnLst/>
                <a:rect l="l" t="t" r="r" b="b"/>
                <a:pathLst>
                  <a:path w="122" h="914" extrusionOk="0">
                    <a:moveTo>
                      <a:pt x="64" y="1"/>
                    </a:moveTo>
                    <a:cubicBezTo>
                      <a:pt x="29" y="1"/>
                      <a:pt x="1" y="1"/>
                      <a:pt x="1" y="57"/>
                    </a:cubicBezTo>
                    <a:lnTo>
                      <a:pt x="1" y="857"/>
                    </a:lnTo>
                    <a:cubicBezTo>
                      <a:pt x="1" y="885"/>
                      <a:pt x="29" y="913"/>
                      <a:pt x="64" y="913"/>
                    </a:cubicBezTo>
                    <a:cubicBezTo>
                      <a:pt x="121" y="913"/>
                      <a:pt x="121" y="885"/>
                      <a:pt x="121" y="857"/>
                    </a:cubicBezTo>
                    <a:lnTo>
                      <a:pt x="121" y="57"/>
                    </a:lnTo>
                    <a:cubicBezTo>
                      <a:pt x="121" y="1"/>
                      <a:pt x="121"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1">
                <a:extLst>
                  <a:ext uri="{FF2B5EF4-FFF2-40B4-BE49-F238E27FC236}">
                    <a16:creationId xmlns:a16="http://schemas.microsoft.com/office/drawing/2014/main" id="{2094A5A5-7161-4456-C3DE-4D166C170DE2}"/>
                  </a:ext>
                </a:extLst>
              </p:cNvPr>
              <p:cNvSpPr/>
              <p:nvPr/>
            </p:nvSpPr>
            <p:spPr>
              <a:xfrm>
                <a:off x="4805595" y="2781716"/>
                <a:ext cx="50183" cy="62937"/>
              </a:xfrm>
              <a:custGeom>
                <a:avLst/>
                <a:gdLst/>
                <a:ahLst/>
                <a:cxnLst/>
                <a:rect l="l" t="t" r="r" b="b"/>
                <a:pathLst>
                  <a:path w="1444" h="1811" extrusionOk="0">
                    <a:moveTo>
                      <a:pt x="1387" y="1"/>
                    </a:moveTo>
                    <a:cubicBezTo>
                      <a:pt x="1368" y="1"/>
                      <a:pt x="1349" y="13"/>
                      <a:pt x="1330" y="13"/>
                    </a:cubicBezTo>
                    <a:lnTo>
                      <a:pt x="29" y="1725"/>
                    </a:lnTo>
                    <a:cubicBezTo>
                      <a:pt x="0" y="1725"/>
                      <a:pt x="0" y="1782"/>
                      <a:pt x="29" y="1782"/>
                    </a:cubicBezTo>
                    <a:lnTo>
                      <a:pt x="64" y="1810"/>
                    </a:lnTo>
                    <a:cubicBezTo>
                      <a:pt x="92" y="1810"/>
                      <a:pt x="121" y="1782"/>
                      <a:pt x="121"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1">
                <a:extLst>
                  <a:ext uri="{FF2B5EF4-FFF2-40B4-BE49-F238E27FC236}">
                    <a16:creationId xmlns:a16="http://schemas.microsoft.com/office/drawing/2014/main" id="{C4AE77CC-0EC1-6A67-6C06-ADFA15230A79}"/>
                  </a:ext>
                </a:extLst>
              </p:cNvPr>
              <p:cNvSpPr/>
              <p:nvPr/>
            </p:nvSpPr>
            <p:spPr>
              <a:xfrm>
                <a:off x="4841494" y="2781716"/>
                <a:ext cx="50183" cy="62937"/>
              </a:xfrm>
              <a:custGeom>
                <a:avLst/>
                <a:gdLst/>
                <a:ahLst/>
                <a:cxnLst/>
                <a:rect l="l" t="t" r="r" b="b"/>
                <a:pathLst>
                  <a:path w="1444" h="1811" extrusionOk="0">
                    <a:moveTo>
                      <a:pt x="1387" y="1"/>
                    </a:moveTo>
                    <a:cubicBezTo>
                      <a:pt x="1368" y="1"/>
                      <a:pt x="1349" y="13"/>
                      <a:pt x="1330" y="13"/>
                    </a:cubicBezTo>
                    <a:lnTo>
                      <a:pt x="28" y="1725"/>
                    </a:lnTo>
                    <a:cubicBezTo>
                      <a:pt x="0" y="1725"/>
                      <a:pt x="0" y="1782"/>
                      <a:pt x="28" y="1782"/>
                    </a:cubicBezTo>
                    <a:cubicBezTo>
                      <a:pt x="28" y="1810"/>
                      <a:pt x="57" y="1810"/>
                      <a:pt x="57" y="1810"/>
                    </a:cubicBezTo>
                    <a:cubicBezTo>
                      <a:pt x="92" y="1810"/>
                      <a:pt x="92" y="1782"/>
                      <a:pt x="120"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1">
                <a:extLst>
                  <a:ext uri="{FF2B5EF4-FFF2-40B4-BE49-F238E27FC236}">
                    <a16:creationId xmlns:a16="http://schemas.microsoft.com/office/drawing/2014/main" id="{816F25A7-51B5-341C-55F0-01C9165510EB}"/>
                  </a:ext>
                </a:extLst>
              </p:cNvPr>
              <p:cNvSpPr/>
              <p:nvPr/>
            </p:nvSpPr>
            <p:spPr>
              <a:xfrm>
                <a:off x="4996109" y="2781716"/>
                <a:ext cx="50217" cy="62937"/>
              </a:xfrm>
              <a:custGeom>
                <a:avLst/>
                <a:gdLst/>
                <a:ahLst/>
                <a:cxnLst/>
                <a:rect l="l" t="t" r="r" b="b"/>
                <a:pathLst>
                  <a:path w="1445" h="1811" extrusionOk="0">
                    <a:moveTo>
                      <a:pt x="1388" y="1"/>
                    </a:moveTo>
                    <a:cubicBezTo>
                      <a:pt x="1369" y="1"/>
                      <a:pt x="1350" y="13"/>
                      <a:pt x="1331" y="13"/>
                    </a:cubicBezTo>
                    <a:lnTo>
                      <a:pt x="29" y="1725"/>
                    </a:lnTo>
                    <a:cubicBezTo>
                      <a:pt x="1" y="1725"/>
                      <a:pt x="1" y="1782"/>
                      <a:pt x="29" y="1782"/>
                    </a:cubicBezTo>
                    <a:cubicBezTo>
                      <a:pt x="65" y="1810"/>
                      <a:pt x="65" y="1810"/>
                      <a:pt x="93" y="1810"/>
                    </a:cubicBezTo>
                    <a:lnTo>
                      <a:pt x="121" y="1782"/>
                    </a:lnTo>
                    <a:lnTo>
                      <a:pt x="1444" y="105"/>
                    </a:lnTo>
                    <a:cubicBezTo>
                      <a:pt x="1444" y="70"/>
                      <a:pt x="1444" y="41"/>
                      <a:pt x="1416" y="13"/>
                    </a:cubicBezTo>
                    <a:cubicBezTo>
                      <a:pt x="1406" y="4"/>
                      <a:pt x="1397" y="1"/>
                      <a:pt x="13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1">
                <a:extLst>
                  <a:ext uri="{FF2B5EF4-FFF2-40B4-BE49-F238E27FC236}">
                    <a16:creationId xmlns:a16="http://schemas.microsoft.com/office/drawing/2014/main" id="{9B96AE6F-D944-B871-910D-D8928A341A71}"/>
                  </a:ext>
                </a:extLst>
              </p:cNvPr>
              <p:cNvSpPr/>
              <p:nvPr/>
            </p:nvSpPr>
            <p:spPr>
              <a:xfrm>
                <a:off x="5032009" y="2781716"/>
                <a:ext cx="50183" cy="62937"/>
              </a:xfrm>
              <a:custGeom>
                <a:avLst/>
                <a:gdLst/>
                <a:ahLst/>
                <a:cxnLst/>
                <a:rect l="l" t="t" r="r" b="b"/>
                <a:pathLst>
                  <a:path w="1444" h="1811" extrusionOk="0">
                    <a:moveTo>
                      <a:pt x="1387" y="1"/>
                    </a:moveTo>
                    <a:cubicBezTo>
                      <a:pt x="1369" y="1"/>
                      <a:pt x="1350" y="13"/>
                      <a:pt x="1331" y="13"/>
                    </a:cubicBezTo>
                    <a:lnTo>
                      <a:pt x="29" y="1725"/>
                    </a:lnTo>
                    <a:cubicBezTo>
                      <a:pt x="1" y="1725"/>
                      <a:pt x="1" y="1782"/>
                      <a:pt x="29" y="1782"/>
                    </a:cubicBezTo>
                    <a:lnTo>
                      <a:pt x="57" y="1810"/>
                    </a:lnTo>
                    <a:cubicBezTo>
                      <a:pt x="93" y="1810"/>
                      <a:pt x="121" y="1782"/>
                      <a:pt x="121" y="1782"/>
                    </a:cubicBezTo>
                    <a:lnTo>
                      <a:pt x="1416" y="105"/>
                    </a:lnTo>
                    <a:cubicBezTo>
                      <a:pt x="1444" y="70"/>
                      <a:pt x="1444" y="41"/>
                      <a:pt x="1416" y="13"/>
                    </a:cubicBezTo>
                    <a:cubicBezTo>
                      <a:pt x="1406" y="4"/>
                      <a:pt x="1397"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1">
                <a:extLst>
                  <a:ext uri="{FF2B5EF4-FFF2-40B4-BE49-F238E27FC236}">
                    <a16:creationId xmlns:a16="http://schemas.microsoft.com/office/drawing/2014/main" id="{E4C4F641-94DD-01A3-78D6-13FADF566DE5}"/>
                  </a:ext>
                </a:extLst>
              </p:cNvPr>
              <p:cNvSpPr/>
              <p:nvPr/>
            </p:nvSpPr>
            <p:spPr>
              <a:xfrm>
                <a:off x="5070862" y="2818068"/>
                <a:ext cx="36907" cy="4205"/>
              </a:xfrm>
              <a:custGeom>
                <a:avLst/>
                <a:gdLst/>
                <a:ahLst/>
                <a:cxnLst/>
                <a:rect l="l" t="t" r="r" b="b"/>
                <a:pathLst>
                  <a:path w="1062" h="121" extrusionOk="0">
                    <a:moveTo>
                      <a:pt x="64" y="0"/>
                    </a:moveTo>
                    <a:cubicBezTo>
                      <a:pt x="36" y="0"/>
                      <a:pt x="1" y="28"/>
                      <a:pt x="1" y="57"/>
                    </a:cubicBezTo>
                    <a:cubicBezTo>
                      <a:pt x="1" y="85"/>
                      <a:pt x="36" y="120"/>
                      <a:pt x="64" y="120"/>
                    </a:cubicBezTo>
                    <a:lnTo>
                      <a:pt x="1005" y="120"/>
                    </a:lnTo>
                    <a:cubicBezTo>
                      <a:pt x="1033" y="120"/>
                      <a:pt x="1062" y="85"/>
                      <a:pt x="1062" y="57"/>
                    </a:cubicBezTo>
                    <a:cubicBezTo>
                      <a:pt x="1062" y="28"/>
                      <a:pt x="1033" y="0"/>
                      <a:pt x="10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1">
                <a:extLst>
                  <a:ext uri="{FF2B5EF4-FFF2-40B4-BE49-F238E27FC236}">
                    <a16:creationId xmlns:a16="http://schemas.microsoft.com/office/drawing/2014/main" id="{89BEF09A-9F31-51D2-2E88-DD52F4D0A299}"/>
                  </a:ext>
                </a:extLst>
              </p:cNvPr>
              <p:cNvSpPr/>
              <p:nvPr/>
            </p:nvSpPr>
            <p:spPr>
              <a:xfrm>
                <a:off x="4956282" y="2818068"/>
                <a:ext cx="36942" cy="4205"/>
              </a:xfrm>
              <a:custGeom>
                <a:avLst/>
                <a:gdLst/>
                <a:ahLst/>
                <a:cxnLst/>
                <a:rect l="l" t="t" r="r" b="b"/>
                <a:pathLst>
                  <a:path w="1063" h="121" extrusionOk="0">
                    <a:moveTo>
                      <a:pt x="57" y="0"/>
                    </a:moveTo>
                    <a:cubicBezTo>
                      <a:pt x="29" y="0"/>
                      <a:pt x="1" y="28"/>
                      <a:pt x="1" y="57"/>
                    </a:cubicBezTo>
                    <a:cubicBezTo>
                      <a:pt x="1" y="85"/>
                      <a:pt x="29" y="120"/>
                      <a:pt x="57" y="120"/>
                    </a:cubicBezTo>
                    <a:lnTo>
                      <a:pt x="998" y="120"/>
                    </a:lnTo>
                    <a:cubicBezTo>
                      <a:pt x="1034" y="120"/>
                      <a:pt x="1062" y="85"/>
                      <a:pt x="1062" y="57"/>
                    </a:cubicBezTo>
                    <a:cubicBezTo>
                      <a:pt x="1062" y="28"/>
                      <a:pt x="1034" y="0"/>
                      <a:pt x="9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1">
                <a:extLst>
                  <a:ext uri="{FF2B5EF4-FFF2-40B4-BE49-F238E27FC236}">
                    <a16:creationId xmlns:a16="http://schemas.microsoft.com/office/drawing/2014/main" id="{4AA67ABE-5554-4CEE-0356-77A6B2E8CBB0}"/>
                  </a:ext>
                </a:extLst>
              </p:cNvPr>
              <p:cNvSpPr/>
              <p:nvPr/>
            </p:nvSpPr>
            <p:spPr>
              <a:xfrm>
                <a:off x="4879340" y="2790995"/>
                <a:ext cx="43058" cy="59774"/>
              </a:xfrm>
              <a:custGeom>
                <a:avLst/>
                <a:gdLst/>
                <a:ahLst/>
                <a:cxnLst/>
                <a:rect l="l" t="t" r="r" b="b"/>
                <a:pathLst>
                  <a:path w="1239" h="1720" extrusionOk="0">
                    <a:moveTo>
                      <a:pt x="1179" y="0"/>
                    </a:moveTo>
                    <a:cubicBezTo>
                      <a:pt x="1171" y="0"/>
                      <a:pt x="1162" y="4"/>
                      <a:pt x="1154" y="15"/>
                    </a:cubicBezTo>
                    <a:lnTo>
                      <a:pt x="1" y="807"/>
                    </a:lnTo>
                    <a:lnTo>
                      <a:pt x="1005" y="1692"/>
                    </a:lnTo>
                    <a:lnTo>
                      <a:pt x="1033" y="1720"/>
                    </a:lnTo>
                    <a:cubicBezTo>
                      <a:pt x="1062" y="1720"/>
                      <a:pt x="1062" y="1692"/>
                      <a:pt x="1090" y="1692"/>
                    </a:cubicBezTo>
                    <a:cubicBezTo>
                      <a:pt x="1090" y="1663"/>
                      <a:pt x="1090" y="1635"/>
                      <a:pt x="1062" y="1607"/>
                    </a:cubicBezTo>
                    <a:lnTo>
                      <a:pt x="177" y="807"/>
                    </a:lnTo>
                    <a:lnTo>
                      <a:pt x="1210" y="100"/>
                    </a:lnTo>
                    <a:cubicBezTo>
                      <a:pt x="1239" y="100"/>
                      <a:pt x="1239" y="72"/>
                      <a:pt x="1239" y="43"/>
                    </a:cubicBezTo>
                    <a:cubicBezTo>
                      <a:pt x="1219" y="23"/>
                      <a:pt x="1199"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1">
                <a:extLst>
                  <a:ext uri="{FF2B5EF4-FFF2-40B4-BE49-F238E27FC236}">
                    <a16:creationId xmlns:a16="http://schemas.microsoft.com/office/drawing/2014/main" id="{FC3BF40A-C881-5B6A-1A9B-C6ED8A4A6709}"/>
                  </a:ext>
                </a:extLst>
              </p:cNvPr>
              <p:cNvSpPr/>
              <p:nvPr/>
            </p:nvSpPr>
            <p:spPr>
              <a:xfrm>
                <a:off x="4914266" y="2797633"/>
                <a:ext cx="31729" cy="50217"/>
              </a:xfrm>
              <a:custGeom>
                <a:avLst/>
                <a:gdLst/>
                <a:ahLst/>
                <a:cxnLst/>
                <a:rect l="l" t="t" r="r" b="b"/>
                <a:pathLst>
                  <a:path w="913" h="1445" extrusionOk="0">
                    <a:moveTo>
                      <a:pt x="913" y="1"/>
                    </a:moveTo>
                    <a:lnTo>
                      <a:pt x="0" y="616"/>
                    </a:lnTo>
                    <a:lnTo>
                      <a:pt x="913" y="1444"/>
                    </a:lnTo>
                    <a:lnTo>
                      <a:pt x="9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1">
                <a:extLst>
                  <a:ext uri="{FF2B5EF4-FFF2-40B4-BE49-F238E27FC236}">
                    <a16:creationId xmlns:a16="http://schemas.microsoft.com/office/drawing/2014/main" id="{D22922B0-669A-ED5E-3519-4A8C7494449D}"/>
                  </a:ext>
                </a:extLst>
              </p:cNvPr>
              <p:cNvSpPr/>
              <p:nvPr/>
            </p:nvSpPr>
            <p:spPr>
              <a:xfrm>
                <a:off x="4922364" y="2807329"/>
                <a:ext cx="19461" cy="13692"/>
              </a:xfrm>
              <a:custGeom>
                <a:avLst/>
                <a:gdLst/>
                <a:ahLst/>
                <a:cxnLst/>
                <a:rect l="l" t="t" r="r" b="b"/>
                <a:pathLst>
                  <a:path w="560" h="394" extrusionOk="0">
                    <a:moveTo>
                      <a:pt x="499" y="0"/>
                    </a:moveTo>
                    <a:cubicBezTo>
                      <a:pt x="491" y="0"/>
                      <a:pt x="483" y="4"/>
                      <a:pt x="475" y="12"/>
                    </a:cubicBezTo>
                    <a:lnTo>
                      <a:pt x="64" y="281"/>
                    </a:lnTo>
                    <a:cubicBezTo>
                      <a:pt x="29" y="281"/>
                      <a:pt x="1" y="337"/>
                      <a:pt x="29" y="366"/>
                    </a:cubicBezTo>
                    <a:cubicBezTo>
                      <a:pt x="29" y="366"/>
                      <a:pt x="64" y="394"/>
                      <a:pt x="93" y="394"/>
                    </a:cubicBezTo>
                    <a:cubicBezTo>
                      <a:pt x="93" y="394"/>
                      <a:pt x="93" y="366"/>
                      <a:pt x="121" y="366"/>
                    </a:cubicBezTo>
                    <a:lnTo>
                      <a:pt x="531" y="104"/>
                    </a:lnTo>
                    <a:cubicBezTo>
                      <a:pt x="560" y="104"/>
                      <a:pt x="560" y="76"/>
                      <a:pt x="560" y="40"/>
                    </a:cubicBezTo>
                    <a:cubicBezTo>
                      <a:pt x="540" y="20"/>
                      <a:pt x="519" y="0"/>
                      <a:pt x="4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1">
                <a:extLst>
                  <a:ext uri="{FF2B5EF4-FFF2-40B4-BE49-F238E27FC236}">
                    <a16:creationId xmlns:a16="http://schemas.microsoft.com/office/drawing/2014/main" id="{604C5E52-C6FE-6611-508C-97F6296444A0}"/>
                  </a:ext>
                </a:extLst>
              </p:cNvPr>
              <p:cNvSpPr/>
              <p:nvPr/>
            </p:nvSpPr>
            <p:spPr>
              <a:xfrm>
                <a:off x="5120037" y="2800587"/>
                <a:ext cx="65682" cy="36907"/>
              </a:xfrm>
              <a:custGeom>
                <a:avLst/>
                <a:gdLst/>
                <a:ahLst/>
                <a:cxnLst/>
                <a:rect l="l" t="t" r="r" b="b"/>
                <a:pathLst>
                  <a:path w="1890" h="1062" extrusionOk="0">
                    <a:moveTo>
                      <a:pt x="0" y="1"/>
                    </a:moveTo>
                    <a:lnTo>
                      <a:pt x="0" y="1062"/>
                    </a:lnTo>
                    <a:lnTo>
                      <a:pt x="1889" y="1062"/>
                    </a:lnTo>
                    <a:lnTo>
                      <a:pt x="1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1">
                <a:extLst>
                  <a:ext uri="{FF2B5EF4-FFF2-40B4-BE49-F238E27FC236}">
                    <a16:creationId xmlns:a16="http://schemas.microsoft.com/office/drawing/2014/main" id="{87D785D7-6115-BEC2-9A85-897F62D1EA58}"/>
                  </a:ext>
                </a:extLst>
              </p:cNvPr>
              <p:cNvSpPr/>
              <p:nvPr/>
            </p:nvSpPr>
            <p:spPr>
              <a:xfrm>
                <a:off x="5133556" y="2826165"/>
                <a:ext cx="49210" cy="4205"/>
              </a:xfrm>
              <a:custGeom>
                <a:avLst/>
                <a:gdLst/>
                <a:ahLst/>
                <a:cxnLst/>
                <a:rect l="l" t="t" r="r" b="b"/>
                <a:pathLst>
                  <a:path w="1416" h="121" extrusionOk="0">
                    <a:moveTo>
                      <a:pt x="57" y="0"/>
                    </a:moveTo>
                    <a:cubicBezTo>
                      <a:pt x="29" y="0"/>
                      <a:pt x="1" y="29"/>
                      <a:pt x="1" y="64"/>
                    </a:cubicBezTo>
                    <a:cubicBezTo>
                      <a:pt x="1" y="92"/>
                      <a:pt x="29" y="121"/>
                      <a:pt x="57" y="121"/>
                    </a:cubicBezTo>
                    <a:lnTo>
                      <a:pt x="1352" y="121"/>
                    </a:lnTo>
                    <a:cubicBezTo>
                      <a:pt x="1380" y="121"/>
                      <a:pt x="1415" y="92"/>
                      <a:pt x="1415" y="64"/>
                    </a:cubicBezTo>
                    <a:cubicBezTo>
                      <a:pt x="1415" y="29"/>
                      <a:pt x="1380" y="0"/>
                      <a:pt x="13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8796129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A4ED2010-198C-BC58-FA07-AFF3537AFAE5}"/>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9DBCBCBB-C841-6060-ECCD-79A0323DFDE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Asersi</a:t>
            </a:r>
            <a:endParaRPr dirty="0"/>
          </a:p>
        </p:txBody>
      </p:sp>
      <p:sp>
        <p:nvSpPr>
          <p:cNvPr id="664" name="Google Shape;664;p38">
            <a:extLst>
              <a:ext uri="{FF2B5EF4-FFF2-40B4-BE49-F238E27FC236}">
                <a16:creationId xmlns:a16="http://schemas.microsoft.com/office/drawing/2014/main" id="{13131899-23C3-6D69-C5DA-F0F7801225AD}"/>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Asersi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digunakan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untuk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meyakinkan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bahwa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eksekusi</a:t>
            </a:r>
            <a:r>
              <a:rPr lang="en-US" sz="2000" dirty="0">
                <a:solidFill>
                  <a:schemeClr val="dk1"/>
                </a:solidFill>
                <a:latin typeface="Lato"/>
                <a:ea typeface="Lato"/>
                <a:cs typeface="Lato"/>
              </a:rPr>
              <a:t> program </a:t>
            </a:r>
            <a:r>
              <a:rPr lang="en-US" sz="2000" dirty="0" err="1">
                <a:solidFill>
                  <a:schemeClr val="dk1"/>
                </a:solidFill>
                <a:latin typeface="Lato"/>
                <a:ea typeface="Lato"/>
                <a:cs typeface="Lato"/>
              </a:rPr>
              <a:t>dilakukan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secara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benar</a:t>
            </a:r>
            <a:r>
              <a:rPr lang="en-US" sz="2000" dirty="0">
                <a:solidFill>
                  <a:schemeClr val="dk1"/>
                </a:solidFill>
                <a:latin typeface="Lato"/>
                <a:ea typeface="Lato"/>
                <a:cs typeface="Lato"/>
              </a:rPr>
              <a:t>.</a:t>
            </a:r>
          </a:p>
          <a:p>
            <a:pPr marL="714375" indent="-268288">
              <a:spcAft>
                <a:spcPts val="600"/>
              </a:spcAft>
              <a:buFont typeface="Arial" panose="020B0604020202020204" pitchFamily="34" charset="0"/>
              <a:buChar char="•"/>
            </a:pPr>
            <a:r>
              <a:rPr lang="en-US" sz="2000" dirty="0" err="1">
                <a:solidFill>
                  <a:schemeClr val="dk1"/>
                </a:solidFill>
                <a:latin typeface="Lato"/>
                <a:ea typeface="Lato"/>
                <a:cs typeface="Lato"/>
              </a:rPr>
              <a:t>Namun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tidak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tertutup</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kemungkinan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bahwa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eksekusi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tidak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benar</a:t>
            </a:r>
            <a:r>
              <a:rPr lang="en-US" sz="2000" dirty="0">
                <a:solidFill>
                  <a:schemeClr val="dk1"/>
                </a:solidFill>
                <a:latin typeface="Lato"/>
                <a:ea typeface="Lato"/>
                <a:cs typeface="Lato"/>
              </a:rPr>
              <a:t>.</a:t>
            </a:r>
          </a:p>
          <a:p>
            <a:pPr marL="714375" indent="-268288">
              <a:spcAft>
                <a:spcPts val="600"/>
              </a:spcAft>
              <a:buFont typeface="Arial" panose="020B0604020202020204" pitchFamily="34" charset="0"/>
              <a:buChar char="•"/>
            </a:pPr>
            <a:r>
              <a:rPr lang="en-US" sz="2000" dirty="0" err="1">
                <a:solidFill>
                  <a:schemeClr val="dk1"/>
                </a:solidFill>
                <a:latin typeface="Lato"/>
                <a:ea typeface="Lato"/>
                <a:cs typeface="Lato"/>
              </a:rPr>
              <a:t>Asersi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bernilai</a:t>
            </a:r>
            <a:r>
              <a:rPr lang="en-US" sz="2000" dirty="0">
                <a:solidFill>
                  <a:schemeClr val="dk1"/>
                </a:solidFill>
                <a:latin typeface="Lato"/>
                <a:ea typeface="Lato"/>
                <a:cs typeface="Lato"/>
              </a:rPr>
              <a:t> Boolean (true </a:t>
            </a:r>
            <a:r>
              <a:rPr lang="en-US" sz="2000" dirty="0" err="1">
                <a:solidFill>
                  <a:schemeClr val="dk1"/>
                </a:solidFill>
                <a:latin typeface="Lato"/>
                <a:ea typeface="Lato"/>
                <a:cs typeface="Lato"/>
              </a:rPr>
              <a:t>atau</a:t>
            </a:r>
            <a:r>
              <a:rPr lang="en-US" sz="2000" dirty="0">
                <a:solidFill>
                  <a:schemeClr val="dk1"/>
                </a:solidFill>
                <a:latin typeface="Lato"/>
                <a:ea typeface="Lato"/>
                <a:cs typeface="Lato"/>
              </a:rPr>
              <a:t> false).</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Asersi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bukan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bagian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dari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implementasi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tetapi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digunakan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untuk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keperluan</a:t>
            </a:r>
            <a:r>
              <a:rPr lang="en-US" sz="2000" dirty="0">
                <a:solidFill>
                  <a:schemeClr val="dk1"/>
                </a:solidFill>
                <a:latin typeface="Lato"/>
                <a:ea typeface="Lato"/>
                <a:cs typeface="Lato"/>
              </a:rPr>
              <a:t> </a:t>
            </a:r>
            <a:r>
              <a:rPr lang="en-US" sz="2000" i="1" dirty="0">
                <a:solidFill>
                  <a:schemeClr val="dk1"/>
                </a:solidFill>
                <a:latin typeface="Lato"/>
                <a:ea typeface="Lato"/>
                <a:cs typeface="Lato"/>
              </a:rPr>
              <a:t>debugging</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Asersi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dapat</a:t>
            </a:r>
            <a:r>
              <a:rPr lang="en-US" sz="2000" dirty="0">
                <a:solidFill>
                  <a:schemeClr val="dk1"/>
                </a:solidFill>
                <a:latin typeface="Lato"/>
                <a:ea typeface="Lato"/>
                <a:cs typeface="Lato"/>
              </a:rPr>
              <a:t> di-</a:t>
            </a:r>
            <a:r>
              <a:rPr lang="en-US" sz="2000" i="1" dirty="0">
                <a:solidFill>
                  <a:schemeClr val="dk1"/>
                </a:solidFill>
                <a:latin typeface="Lato"/>
                <a:ea typeface="Lato"/>
                <a:cs typeface="Lato"/>
              </a:rPr>
              <a:t>enable</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maupun</a:t>
            </a:r>
            <a:r>
              <a:rPr lang="en-US" sz="2000" dirty="0">
                <a:solidFill>
                  <a:schemeClr val="dk1"/>
                </a:solidFill>
                <a:latin typeface="Lato"/>
                <a:ea typeface="Lato"/>
                <a:cs typeface="Lato"/>
              </a:rPr>
              <a:t> di-</a:t>
            </a:r>
            <a:r>
              <a:rPr lang="en-US" sz="2000" i="1" dirty="0">
                <a:solidFill>
                  <a:schemeClr val="dk1"/>
                </a:solidFill>
                <a:latin typeface="Lato"/>
                <a:ea typeface="Lato"/>
                <a:cs typeface="Lato"/>
              </a:rPr>
              <a:t>disable</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ED4F78EE-09C7-964D-99C9-6A4D19996D59}"/>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F8A45783-6ECC-789A-555D-179F1BDC63A4}"/>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D3910F10-C2F9-9A23-9396-820AE9CDDB1D}"/>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3C1DF65D-2FDD-89E3-3421-01952443D940}"/>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49914794-FF4A-4F99-3307-331110DB7CFF}"/>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0ECEDCC8-7CE2-F912-7E9A-682D06926145}"/>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05417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4E0AC80E-EEBB-7F37-CD2B-95EE59315F11}"/>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9BEF0D4A-0AC6-9529-6C7A-174487543CF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Asersi</a:t>
            </a:r>
            <a:endParaRPr dirty="0"/>
          </a:p>
        </p:txBody>
      </p:sp>
      <p:sp>
        <p:nvSpPr>
          <p:cNvPr id="664" name="Google Shape;664;p38">
            <a:extLst>
              <a:ext uri="{FF2B5EF4-FFF2-40B4-BE49-F238E27FC236}">
                <a16:creationId xmlns:a16="http://schemas.microsoft.com/office/drawing/2014/main" id="{45054874-1853-63C3-95E9-D8B856497C93}"/>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Asersi</a:t>
            </a:r>
            <a:r>
              <a:rPr lang="en-US" sz="2000" dirty="0">
                <a:solidFill>
                  <a:schemeClr val="dk1"/>
                </a:solidFill>
                <a:latin typeface="Lato"/>
                <a:ea typeface="Lato"/>
                <a:cs typeface="Lato"/>
              </a:rPr>
              <a:t> (Java) </a:t>
            </a:r>
            <a:r>
              <a:rPr lang="en-US" sz="2000" dirty="0" err="1">
                <a:solidFill>
                  <a:schemeClr val="dk1"/>
                </a:solidFill>
                <a:latin typeface="Lato"/>
                <a:ea typeface="Lato"/>
                <a:cs typeface="Lato"/>
              </a:rPr>
              <a:t>dideklarasikan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dengan</a:t>
            </a:r>
            <a:r>
              <a:rPr lang="en-US" sz="2000" dirty="0">
                <a:solidFill>
                  <a:schemeClr val="dk1"/>
                </a:solidFill>
                <a:latin typeface="Lato"/>
                <a:ea typeface="Lato"/>
                <a:cs typeface="Lato"/>
              </a:rPr>
              <a:t>:</a:t>
            </a:r>
          </a:p>
          <a:p>
            <a:pPr marL="446088">
              <a:spcAft>
                <a:spcPts val="600"/>
              </a:spcAft>
            </a:pPr>
            <a:r>
              <a:rPr lang="en-US" sz="2000" b="1" dirty="0">
                <a:solidFill>
                  <a:schemeClr val="accent5"/>
                </a:solidFill>
                <a:latin typeface="Courier New" panose="02070309020205020404" pitchFamily="49" charset="0"/>
                <a:ea typeface="Lato"/>
                <a:cs typeface="Courier New" panose="02070309020205020404" pitchFamily="49" charset="0"/>
              </a:rPr>
              <a:t>assert </a:t>
            </a:r>
            <a:r>
              <a:rPr lang="en-US" sz="2000" b="1" dirty="0" err="1">
                <a:solidFill>
                  <a:schemeClr val="accent5"/>
                </a:solidFill>
                <a:latin typeface="Courier New" panose="02070309020205020404" pitchFamily="49" charset="0"/>
                <a:ea typeface="Lato"/>
                <a:cs typeface="Courier New" panose="02070309020205020404" pitchFamily="49" charset="0"/>
              </a:rPr>
              <a:t>ekspresiBoolean</a:t>
            </a:r>
            <a:endParaRPr lang="en-US" sz="2000" b="1" dirty="0">
              <a:solidFill>
                <a:schemeClr val="accent5"/>
              </a:solidFill>
              <a:latin typeface="Courier New" panose="02070309020205020404" pitchFamily="49" charset="0"/>
              <a:ea typeface="Lato"/>
              <a:cs typeface="Courier New" panose="02070309020205020404" pitchFamily="49" charset="0"/>
            </a:endParaRPr>
          </a:p>
          <a:p>
            <a:pPr marL="446088">
              <a:spcAft>
                <a:spcPts val="600"/>
              </a:spcAft>
            </a:pPr>
            <a:r>
              <a:rPr lang="en-US" sz="2000" dirty="0" err="1">
                <a:solidFill>
                  <a:schemeClr val="dk1"/>
                </a:solidFill>
                <a:latin typeface="Lato"/>
                <a:ea typeface="Lato"/>
                <a:cs typeface="Lato"/>
              </a:rPr>
              <a:t>atau</a:t>
            </a:r>
            <a:r>
              <a:rPr lang="en-US" sz="2000" dirty="0">
                <a:solidFill>
                  <a:schemeClr val="dk1"/>
                </a:solidFill>
                <a:latin typeface="Lato"/>
                <a:ea typeface="Lato"/>
                <a:cs typeface="Lato"/>
              </a:rPr>
              <a:t> </a:t>
            </a:r>
          </a:p>
          <a:p>
            <a:pPr marL="446088">
              <a:spcAft>
                <a:spcPts val="600"/>
              </a:spcAft>
            </a:pPr>
            <a:r>
              <a:rPr lang="en-US" sz="2000" b="1" dirty="0">
                <a:solidFill>
                  <a:schemeClr val="accent5"/>
                </a:solidFill>
                <a:latin typeface="Courier New" panose="02070309020205020404" pitchFamily="49" charset="0"/>
                <a:ea typeface="Lato"/>
                <a:cs typeface="Courier New" panose="02070309020205020404" pitchFamily="49" charset="0"/>
              </a:rPr>
              <a:t>assert </a:t>
            </a:r>
            <a:r>
              <a:rPr lang="en-US" sz="2000" b="1" dirty="0" err="1">
                <a:solidFill>
                  <a:schemeClr val="accent5"/>
                </a:solidFill>
                <a:latin typeface="Courier New" panose="02070309020205020404" pitchFamily="49" charset="0"/>
                <a:ea typeface="Lato"/>
                <a:cs typeface="Courier New" panose="02070309020205020404" pitchFamily="49" charset="0"/>
              </a:rPr>
              <a:t>ekspresiBoolean</a:t>
            </a:r>
            <a:r>
              <a:rPr lang="en-US" sz="2000" b="1" dirty="0">
                <a:solidFill>
                  <a:schemeClr val="accent5"/>
                </a:solidFill>
                <a:latin typeface="Courier New" panose="02070309020205020404" pitchFamily="49" charset="0"/>
                <a:ea typeface="Lato"/>
                <a:cs typeface="Courier New" panose="02070309020205020404" pitchFamily="49" charset="0"/>
              </a:rPr>
              <a:t>: </a:t>
            </a:r>
            <a:r>
              <a:rPr lang="en-US" sz="2000" b="1" dirty="0" err="1">
                <a:solidFill>
                  <a:schemeClr val="accent5"/>
                </a:solidFill>
                <a:latin typeface="Courier New" panose="02070309020205020404" pitchFamily="49" charset="0"/>
                <a:ea typeface="Lato"/>
                <a:cs typeface="Courier New" panose="02070309020205020404" pitchFamily="49" charset="0"/>
              </a:rPr>
              <a:t>pesan</a:t>
            </a:r>
            <a:endParaRPr lang="en-US" sz="2000" b="1" dirty="0">
              <a:solidFill>
                <a:schemeClr val="accent5"/>
              </a:solidFill>
              <a:latin typeface="Courier New" panose="02070309020205020404" pitchFamily="49" charset="0"/>
              <a:ea typeface="Lato"/>
              <a:cs typeface="Courier New" panose="02070309020205020404" pitchFamily="49" charset="0"/>
            </a:endParaRPr>
          </a:p>
          <a:p>
            <a:pPr marL="457200" indent="-457200">
              <a:spcAft>
                <a:spcPts val="600"/>
              </a:spcAft>
              <a:buFont typeface="Wingdings" panose="05000000000000000000" pitchFamily="2" charset="2"/>
              <a:buChar char="q"/>
            </a:pPr>
            <a:r>
              <a:rPr lang="en-US" sz="2000" b="1" dirty="0" err="1">
                <a:solidFill>
                  <a:schemeClr val="accent5"/>
                </a:solidFill>
                <a:latin typeface="Courier New" panose="02070309020205020404" pitchFamily="49" charset="0"/>
                <a:ea typeface="Lato"/>
                <a:cs typeface="Courier New" panose="02070309020205020404" pitchFamily="49" charset="0"/>
              </a:rPr>
              <a:t>ekspresiBoolean</a:t>
            </a:r>
            <a:r>
              <a:rPr lang="en-US" sz="2000" b="1" dirty="0">
                <a:solidFill>
                  <a:schemeClr val="accent5"/>
                </a:solidFill>
                <a:latin typeface="Courier New" panose="02070309020205020404" pitchFamily="49" charset="0"/>
                <a:ea typeface="Lato"/>
                <a:cs typeface="Courier New" panose="02070309020205020404" pitchFamily="49" charset="0"/>
              </a:rPr>
              <a:t> </a:t>
            </a:r>
            <a:r>
              <a:rPr lang="en-US" sz="2000" dirty="0" err="1">
                <a:solidFill>
                  <a:schemeClr val="dk1"/>
                </a:solidFill>
                <a:latin typeface="Lato"/>
                <a:ea typeface="Lato"/>
                <a:cs typeface="Lato"/>
              </a:rPr>
              <a:t>diharapkan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bernilai</a:t>
            </a:r>
            <a:r>
              <a:rPr lang="en-US" sz="2000" dirty="0">
                <a:solidFill>
                  <a:schemeClr val="dk1"/>
                </a:solidFill>
                <a:latin typeface="Lato"/>
                <a:ea typeface="Lato"/>
                <a:cs typeface="Lato"/>
              </a:rPr>
              <a:t> true </a:t>
            </a:r>
            <a:r>
              <a:rPr lang="en-US" sz="2000" dirty="0" err="1">
                <a:solidFill>
                  <a:schemeClr val="dk1"/>
                </a:solidFill>
                <a:latin typeface="Lato"/>
                <a:ea typeface="Lato"/>
                <a:cs typeface="Lato"/>
              </a:rPr>
              <a:t>atau</a:t>
            </a:r>
            <a:r>
              <a:rPr lang="en-US" sz="2000" dirty="0">
                <a:solidFill>
                  <a:schemeClr val="dk1"/>
                </a:solidFill>
                <a:latin typeface="Lato"/>
                <a:ea typeface="Lato"/>
                <a:cs typeface="Lato"/>
              </a:rPr>
              <a:t> false.</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Jika </a:t>
            </a:r>
            <a:r>
              <a:rPr lang="en-US" sz="2000" b="1" dirty="0" err="1">
                <a:solidFill>
                  <a:schemeClr val="accent5"/>
                </a:solidFill>
                <a:latin typeface="Courier New" panose="02070309020205020404" pitchFamily="49" charset="0"/>
                <a:ea typeface="Lato"/>
                <a:cs typeface="Courier New" panose="02070309020205020404" pitchFamily="49" charset="0"/>
              </a:rPr>
              <a:t>ekspresiBoolean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bernilai</a:t>
            </a:r>
            <a:r>
              <a:rPr lang="en-US" sz="2000" dirty="0">
                <a:solidFill>
                  <a:schemeClr val="dk1"/>
                </a:solidFill>
                <a:latin typeface="Lato"/>
                <a:ea typeface="Lato"/>
                <a:cs typeface="Lato"/>
              </a:rPr>
              <a:t> false, </a:t>
            </a:r>
            <a:r>
              <a:rPr lang="en-US" sz="2000" dirty="0" err="1">
                <a:solidFill>
                  <a:schemeClr val="dk1"/>
                </a:solidFill>
                <a:latin typeface="Lato"/>
                <a:ea typeface="Lato"/>
                <a:cs typeface="Lato"/>
              </a:rPr>
              <a:t>maka</a:t>
            </a:r>
            <a:r>
              <a:rPr lang="en-US" sz="2000" dirty="0">
                <a:solidFill>
                  <a:schemeClr val="dk1"/>
                </a:solidFill>
                <a:latin typeface="Lato"/>
                <a:ea typeface="Lato"/>
                <a:cs typeface="Lato"/>
              </a:rPr>
              <a:t> program </a:t>
            </a:r>
            <a:r>
              <a:rPr lang="en-US" sz="2000" dirty="0" err="1">
                <a:solidFill>
                  <a:schemeClr val="dk1"/>
                </a:solidFill>
                <a:latin typeface="Lato"/>
                <a:ea typeface="Lato"/>
                <a:cs typeface="Lato"/>
              </a:rPr>
              <a:t>akan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menjalankan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eksepsi</a:t>
            </a:r>
            <a:r>
              <a:rPr lang="en-US" sz="2000" dirty="0">
                <a:solidFill>
                  <a:schemeClr val="dk1"/>
                </a:solidFill>
                <a:latin typeface="Lato"/>
                <a:ea typeface="Lato"/>
                <a:cs typeface="Lato"/>
              </a:rPr>
              <a:t> </a:t>
            </a:r>
            <a:r>
              <a:rPr lang="en-US" sz="2000" b="1" dirty="0" err="1">
                <a:solidFill>
                  <a:schemeClr val="accent5"/>
                </a:solidFill>
                <a:latin typeface="Courier New" panose="02070309020205020404" pitchFamily="49" charset="0"/>
                <a:ea typeface="Lato"/>
                <a:cs typeface="Courier New" panose="02070309020205020404" pitchFamily="49" charset="0"/>
              </a:rPr>
              <a:t>AssertionError</a:t>
            </a:r>
            <a:r>
              <a:rPr lang="en-US" sz="2000" dirty="0">
                <a:solidFill>
                  <a:schemeClr val="dk1"/>
                </a:solidFill>
                <a:latin typeface="Lato"/>
                <a:ea typeface="Lato"/>
                <a:cs typeface="Lato"/>
              </a:rPr>
              <a:t> dan </a:t>
            </a:r>
            <a:r>
              <a:rPr lang="en-US" sz="2000" dirty="0" err="1">
                <a:solidFill>
                  <a:schemeClr val="dk1"/>
                </a:solidFill>
                <a:latin typeface="Lato"/>
                <a:ea typeface="Lato"/>
                <a:cs typeface="Lato"/>
              </a:rPr>
              <a:t>berhenti</a:t>
            </a:r>
            <a:r>
              <a:rPr lang="en-US" sz="2000" dirty="0">
                <a:solidFill>
                  <a:schemeClr val="dk1"/>
                </a:solidFill>
                <a:latin typeface="Lato"/>
                <a:ea typeface="Lato"/>
                <a:cs typeface="Lato"/>
              </a:rPr>
              <a:t> (</a:t>
            </a:r>
            <a:r>
              <a:rPr lang="en-US" sz="2000" i="1" dirty="0">
                <a:solidFill>
                  <a:schemeClr val="dk1"/>
                </a:solidFill>
                <a:latin typeface="Lato"/>
                <a:ea typeface="Lato"/>
                <a:cs typeface="Lato"/>
              </a:rPr>
              <a:t>terminate</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6F6669C6-A79C-51C7-6D3F-1A2449800DB3}"/>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D911F540-76FF-ADA6-AC0D-E86ED637192B}"/>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948C02EC-32D0-ADA6-E8AF-9204704FB5FE}"/>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5DF6F494-4C1D-9648-E0D9-3FCAF3E59487}"/>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13C9C467-72F0-006E-940C-78C97549262D}"/>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7FD32FE4-A993-7827-3EF3-4BC66B66A1A1}"/>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682183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DA3D44BA-EE1F-E66A-E135-832C8338AD16}"/>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0F64CD11-65A4-B276-1EE2-4F76C5EC51A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Asersi</a:t>
            </a:r>
            <a:endParaRPr dirty="0"/>
          </a:p>
        </p:txBody>
      </p:sp>
      <p:sp>
        <p:nvSpPr>
          <p:cNvPr id="664" name="Google Shape;664;p38">
            <a:extLst>
              <a:ext uri="{FF2B5EF4-FFF2-40B4-BE49-F238E27FC236}">
                <a16:creationId xmlns:a16="http://schemas.microsoft.com/office/drawing/2014/main" id="{E3C90432-2801-8E68-2046-A0145CAFD2A9}"/>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Pada Java, </a:t>
            </a:r>
            <a:r>
              <a:rPr lang="en-US" sz="2000" dirty="0" err="1">
                <a:solidFill>
                  <a:schemeClr val="dk1"/>
                </a:solidFill>
                <a:latin typeface="Lato"/>
                <a:ea typeface="Lato"/>
                <a:cs typeface="Lato"/>
              </a:rPr>
              <a:t>asersi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dapat</a:t>
            </a:r>
            <a:r>
              <a:rPr lang="en-US" sz="2000" dirty="0">
                <a:solidFill>
                  <a:schemeClr val="dk1"/>
                </a:solidFill>
                <a:latin typeface="Lato"/>
                <a:ea typeface="Lato"/>
                <a:cs typeface="Lato"/>
              </a:rPr>
              <a:t> di-</a:t>
            </a:r>
            <a:r>
              <a:rPr lang="en-US" sz="2000" i="1" dirty="0">
                <a:solidFill>
                  <a:schemeClr val="dk1"/>
                </a:solidFill>
                <a:latin typeface="Lato"/>
                <a:ea typeface="Lato"/>
                <a:cs typeface="Lato"/>
              </a:rPr>
              <a:t>enable</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ketika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menjalankan</a:t>
            </a:r>
            <a:r>
              <a:rPr lang="en-US" sz="2000" dirty="0">
                <a:solidFill>
                  <a:schemeClr val="dk1"/>
                </a:solidFill>
                <a:latin typeface="Lato"/>
                <a:ea typeface="Lato"/>
                <a:cs typeface="Lato"/>
              </a:rPr>
              <a:t> program </a:t>
            </a:r>
            <a:r>
              <a:rPr lang="en-US" sz="2000" dirty="0" err="1">
                <a:solidFill>
                  <a:schemeClr val="dk1"/>
                </a:solidFill>
                <a:latin typeface="Lato"/>
                <a:ea typeface="Lato"/>
                <a:cs typeface="Lato"/>
              </a:rPr>
              <a:t>dengan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cara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sbb</a:t>
            </a:r>
            <a:r>
              <a:rPr lang="en-US" sz="2000" dirty="0">
                <a:solidFill>
                  <a:schemeClr val="dk1"/>
                </a:solidFill>
                <a:latin typeface="Lato"/>
                <a:ea typeface="Lato"/>
                <a:cs typeface="Lato"/>
              </a:rPr>
              <a:t>:</a:t>
            </a:r>
          </a:p>
          <a:p>
            <a:pPr marL="446088">
              <a:spcAft>
                <a:spcPts val="600"/>
              </a:spcAft>
            </a:pPr>
            <a:r>
              <a:rPr lang="en-US" sz="2000" b="1" dirty="0">
                <a:solidFill>
                  <a:schemeClr val="accent5"/>
                </a:solidFill>
                <a:latin typeface="Courier New" panose="02070309020205020404" pitchFamily="49" charset="0"/>
                <a:ea typeface="Lato"/>
                <a:cs typeface="Courier New" panose="02070309020205020404" pitchFamily="49" charset="0"/>
              </a:rPr>
              <a:t>java –</a:t>
            </a:r>
            <a:r>
              <a:rPr lang="en-US" sz="2000" b="1" dirty="0" err="1">
                <a:solidFill>
                  <a:schemeClr val="accent5"/>
                </a:solidFill>
                <a:latin typeface="Courier New" panose="02070309020205020404" pitchFamily="49" charset="0"/>
                <a:ea typeface="Lato"/>
                <a:cs typeface="Courier New" panose="02070309020205020404" pitchFamily="49" charset="0"/>
              </a:rPr>
              <a:t>ea</a:t>
            </a:r>
            <a:r>
              <a:rPr lang="en-US" sz="2000" b="1" dirty="0">
                <a:solidFill>
                  <a:schemeClr val="accent5"/>
                </a:solidFill>
                <a:latin typeface="Courier New" panose="02070309020205020404" pitchFamily="49" charset="0"/>
                <a:ea typeface="Lato"/>
                <a:cs typeface="Courier New" panose="02070309020205020404" pitchFamily="49" charset="0"/>
              </a:rPr>
              <a:t> </a:t>
            </a:r>
            <a:r>
              <a:rPr lang="en-US" sz="2000" b="1" dirty="0" err="1">
                <a:solidFill>
                  <a:schemeClr val="accent5"/>
                </a:solidFill>
                <a:latin typeface="Courier New" panose="02070309020205020404" pitchFamily="49" charset="0"/>
                <a:ea typeface="Lato"/>
                <a:cs typeface="Courier New" panose="02070309020205020404" pitchFamily="49" charset="0"/>
              </a:rPr>
              <a:t>DemoAsersi</a:t>
            </a:r>
            <a:endParaRPr lang="en-US" sz="2000" b="1" dirty="0">
              <a:solidFill>
                <a:schemeClr val="accent5"/>
              </a:solidFill>
              <a:latin typeface="Courier New" panose="02070309020205020404" pitchFamily="49" charset="0"/>
              <a:ea typeface="Lato"/>
              <a:cs typeface="Courier New" panose="02070309020205020404" pitchFamily="49" charset="0"/>
            </a:endParaRP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Secara</a:t>
            </a:r>
            <a:r>
              <a:rPr lang="en-US" sz="2000" dirty="0">
                <a:solidFill>
                  <a:schemeClr val="dk1"/>
                </a:solidFill>
                <a:latin typeface="Lato"/>
                <a:ea typeface="Lato"/>
                <a:cs typeface="Lato"/>
              </a:rPr>
              <a:t> default, </a:t>
            </a:r>
            <a:r>
              <a:rPr lang="en-US" sz="2000" dirty="0" err="1">
                <a:solidFill>
                  <a:schemeClr val="dk1"/>
                </a:solidFill>
                <a:latin typeface="Lato"/>
                <a:ea typeface="Lato"/>
                <a:cs typeface="Lato"/>
              </a:rPr>
              <a:t>asersi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tidak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diaktifkan</a:t>
            </a:r>
            <a:r>
              <a:rPr lang="en-US" sz="2000" dirty="0">
                <a:solidFill>
                  <a:schemeClr val="dk1"/>
                </a:solidFill>
                <a:latin typeface="Lato"/>
                <a:ea typeface="Lato"/>
                <a:cs typeface="Lato"/>
              </a:rPr>
              <a:t> (</a:t>
            </a:r>
            <a:r>
              <a:rPr lang="en-US" sz="2000" i="1" dirty="0">
                <a:solidFill>
                  <a:schemeClr val="dk1"/>
                </a:solidFill>
                <a:latin typeface="Lato"/>
                <a:ea typeface="Lato"/>
                <a:cs typeface="Lato"/>
              </a:rPr>
              <a:t>disable</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Asersi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hanya</a:t>
            </a:r>
            <a:r>
              <a:rPr lang="en-US" sz="2000" dirty="0">
                <a:solidFill>
                  <a:schemeClr val="dk1"/>
                </a:solidFill>
                <a:latin typeface="Lato"/>
                <a:ea typeface="Lato"/>
                <a:cs typeface="Lato"/>
              </a:rPr>
              <a:t> di-</a:t>
            </a:r>
            <a:r>
              <a:rPr lang="en-US" sz="2000" i="1" dirty="0">
                <a:solidFill>
                  <a:schemeClr val="dk1"/>
                </a:solidFill>
                <a:latin typeface="Lato"/>
                <a:ea typeface="Lato"/>
                <a:cs typeface="Lato"/>
              </a:rPr>
              <a:t>enable</a:t>
            </a:r>
            <a:r>
              <a:rPr lang="en-US" sz="2000" dirty="0">
                <a:solidFill>
                  <a:schemeClr val="dk1"/>
                </a:solidFill>
                <a:latin typeface="Lato"/>
                <a:ea typeface="Lato"/>
                <a:cs typeface="Lato"/>
              </a:rPr>
              <a:t> pada </a:t>
            </a:r>
            <a:r>
              <a:rPr lang="en-US" sz="2000" dirty="0" err="1">
                <a:solidFill>
                  <a:schemeClr val="dk1"/>
                </a:solidFill>
                <a:latin typeface="Lato"/>
                <a:ea typeface="Lato"/>
                <a:cs typeface="Lato"/>
              </a:rPr>
              <a:t>saat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pengembangan</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Asersi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bukan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bagian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dari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implementasi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semestinya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tidak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digunakan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untuk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mengubah</a:t>
            </a:r>
            <a:r>
              <a:rPr lang="en-US" sz="2000" dirty="0">
                <a:solidFill>
                  <a:schemeClr val="dk1"/>
                </a:solidFill>
                <a:latin typeface="Lato"/>
                <a:ea typeface="Lato"/>
                <a:cs typeface="Lato"/>
              </a:rPr>
              <a:t> </a:t>
            </a:r>
            <a:r>
              <a:rPr lang="en-US" sz="2000" i="1" dirty="0">
                <a:solidFill>
                  <a:schemeClr val="dk1"/>
                </a:solidFill>
                <a:latin typeface="Lato"/>
                <a:ea typeface="Lato"/>
                <a:cs typeface="Lato"/>
              </a:rPr>
              <a:t>state</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dari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objek</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9BF2B0E0-AF15-D1DB-6A46-2D0BE3829270}"/>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06B00916-79EE-C8D2-DB93-615B953E2EFA}"/>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9CC6E39E-66CA-96E0-C430-5AF611F4055A}"/>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7D802503-2ECB-F19E-D505-0AFC2A9887F5}"/>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3343E267-A582-8A73-F295-2749A8CB47DA}"/>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10C7EEB7-C0DE-330E-74CC-A7E322AE61EB}"/>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339853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F0EBC1A6-4AA2-FEB0-2E20-6225504B3E5C}"/>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F45614B2-19BA-D023-5B9D-C8C23A47D84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Contoh Asersi</a:t>
            </a:r>
            <a:endParaRPr dirty="0"/>
          </a:p>
        </p:txBody>
      </p:sp>
      <p:grpSp>
        <p:nvGrpSpPr>
          <p:cNvPr id="667" name="Google Shape;667;p38">
            <a:extLst>
              <a:ext uri="{FF2B5EF4-FFF2-40B4-BE49-F238E27FC236}">
                <a16:creationId xmlns:a16="http://schemas.microsoft.com/office/drawing/2014/main" id="{9319C26B-1C5D-4AEE-49DF-751D9274D85F}"/>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068B5B1B-2AB7-2FBF-A6A5-81DEEA71BC8C}"/>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5F19C189-A880-604B-3D91-148940DD2D09}"/>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109FE1DE-A571-9DDB-B848-F1C99DB26B26}"/>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E9922E20-BD28-B1DE-A48E-30FC525A4C34}"/>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ECB73ABF-8F26-DB6D-9288-7D695D730093}"/>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BFD10684-42D7-4CC7-42FB-4EFA6426A45B}"/>
              </a:ext>
            </a:extLst>
          </p:cNvPr>
          <p:cNvPicPr>
            <a:picLocks noChangeAspect="1"/>
          </p:cNvPicPr>
          <p:nvPr/>
        </p:nvPicPr>
        <p:blipFill>
          <a:blip r:embed="rId3"/>
          <a:stretch>
            <a:fillRect/>
          </a:stretch>
        </p:blipFill>
        <p:spPr>
          <a:xfrm>
            <a:off x="960540" y="1308466"/>
            <a:ext cx="7010458" cy="2220180"/>
          </a:xfrm>
          <a:prstGeom prst="rect">
            <a:avLst/>
          </a:prstGeom>
        </p:spPr>
      </p:pic>
    </p:spTree>
    <p:extLst>
      <p:ext uri="{BB962C8B-B14F-4D97-AF65-F5344CB8AC3E}">
        <p14:creationId xmlns:p14="http://schemas.microsoft.com/office/powerpoint/2010/main" val="35134417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206122F9-7D73-63DC-76A3-239B6ADB50F8}"/>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30388AA8-6D6C-CC46-5E04-6B8236B188A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Kesimpulan</a:t>
            </a:r>
            <a:endParaRPr dirty="0"/>
          </a:p>
        </p:txBody>
      </p:sp>
      <p:sp>
        <p:nvSpPr>
          <p:cNvPr id="664" name="Google Shape;664;p38">
            <a:extLst>
              <a:ext uri="{FF2B5EF4-FFF2-40B4-BE49-F238E27FC236}">
                <a16:creationId xmlns:a16="http://schemas.microsoft.com/office/drawing/2014/main" id="{1149425C-B580-BDB2-6791-F57B30B5421B}"/>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Eksepsi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adalah</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kondisi</a:t>
            </a:r>
            <a:r>
              <a:rPr lang="en-US" sz="2000" dirty="0">
                <a:solidFill>
                  <a:schemeClr val="dk1"/>
                </a:solidFill>
                <a:latin typeface="Lato"/>
                <a:ea typeface="Lato"/>
                <a:cs typeface="Lato"/>
              </a:rPr>
              <a:t> di </a:t>
            </a:r>
            <a:r>
              <a:rPr lang="en-US" sz="2000" dirty="0" err="1">
                <a:solidFill>
                  <a:schemeClr val="dk1"/>
                </a:solidFill>
                <a:latin typeface="Lato"/>
                <a:ea typeface="Lato"/>
                <a:cs typeface="Lato"/>
              </a:rPr>
              <a:t>luar</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kondisi</a:t>
            </a:r>
            <a:r>
              <a:rPr lang="en-US" sz="2000" dirty="0">
                <a:solidFill>
                  <a:schemeClr val="dk1"/>
                </a:solidFill>
                <a:latin typeface="Lato"/>
                <a:ea typeface="Lato"/>
                <a:cs typeface="Lato"/>
              </a:rPr>
              <a:t> normal </a:t>
            </a:r>
            <a:r>
              <a:rPr lang="en-US" sz="2000" dirty="0" err="1">
                <a:solidFill>
                  <a:schemeClr val="dk1"/>
                </a:solidFill>
                <a:latin typeface="Lato"/>
                <a:ea typeface="Lato"/>
                <a:cs typeface="Lato"/>
              </a:rPr>
              <a:t>eksekusi</a:t>
            </a:r>
            <a:r>
              <a:rPr lang="en-US" sz="2000" dirty="0">
                <a:solidFill>
                  <a:schemeClr val="dk1"/>
                </a:solidFill>
                <a:latin typeface="Lato"/>
                <a:ea typeface="Lato"/>
                <a:cs typeface="Lato"/>
              </a:rPr>
              <a:t> program, yang </a:t>
            </a:r>
            <a:r>
              <a:rPr lang="en-US" sz="2000" dirty="0" err="1">
                <a:solidFill>
                  <a:schemeClr val="dk1"/>
                </a:solidFill>
                <a:latin typeface="Lato"/>
                <a:ea typeface="Lato"/>
                <a:cs typeface="Lato"/>
              </a:rPr>
              <a:t>terjadi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karena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kesalahan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tertentu</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Penanganan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eksepsi</a:t>
            </a:r>
            <a:r>
              <a:rPr lang="en-US" sz="2000" dirty="0">
                <a:solidFill>
                  <a:schemeClr val="dk1"/>
                </a:solidFill>
                <a:latin typeface="Lato"/>
                <a:ea typeface="Lato"/>
                <a:cs typeface="Lato"/>
              </a:rPr>
              <a:t> (</a:t>
            </a:r>
            <a:r>
              <a:rPr lang="en-US" sz="2000" i="1" dirty="0">
                <a:solidFill>
                  <a:schemeClr val="dk1"/>
                </a:solidFill>
                <a:latin typeface="Lato"/>
                <a:ea typeface="Lato"/>
                <a:cs typeface="Lato"/>
              </a:rPr>
              <a:t>checked</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maupun</a:t>
            </a:r>
            <a:r>
              <a:rPr lang="en-US" sz="2000" dirty="0">
                <a:solidFill>
                  <a:schemeClr val="dk1"/>
                </a:solidFill>
                <a:latin typeface="Lato"/>
                <a:ea typeface="Lato"/>
                <a:cs typeface="Lato"/>
              </a:rPr>
              <a:t> </a:t>
            </a:r>
            <a:r>
              <a:rPr lang="en-US" sz="2000" i="1" dirty="0">
                <a:solidFill>
                  <a:schemeClr val="dk1"/>
                </a:solidFill>
                <a:latin typeface="Lato"/>
                <a:ea typeface="Lato"/>
                <a:cs typeface="Lato"/>
              </a:rPr>
              <a:t>unchecked</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dapat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dilakukan</a:t>
            </a:r>
            <a:r>
              <a:rPr lang="en-US" sz="2000" dirty="0">
                <a:solidFill>
                  <a:schemeClr val="dk1"/>
                </a:solidFill>
                <a:latin typeface="Lato"/>
                <a:ea typeface="Lato"/>
                <a:cs typeface="Lato"/>
              </a:rPr>
              <a:t> oleh </a:t>
            </a:r>
            <a:r>
              <a:rPr lang="en-US" sz="2000" dirty="0" err="1">
                <a:solidFill>
                  <a:schemeClr val="dk1"/>
                </a:solidFill>
                <a:latin typeface="Lato"/>
                <a:ea typeface="Lato"/>
                <a:cs typeface="Lato"/>
              </a:rPr>
              <a:t>objek-objek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khusus</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dengan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hirarki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tertentu</a:t>
            </a:r>
            <a:r>
              <a:rPr lang="en-US" sz="2000" dirty="0">
                <a:solidFill>
                  <a:schemeClr val="dk1"/>
                </a:solidFill>
                <a:latin typeface="Lato"/>
                <a:ea typeface="Lato"/>
                <a:cs typeface="Lato"/>
              </a:rPr>
              <a:t> dan </a:t>
            </a:r>
            <a:r>
              <a:rPr lang="en-US" sz="2000" dirty="0" err="1">
                <a:solidFill>
                  <a:schemeClr val="dk1"/>
                </a:solidFill>
                <a:latin typeface="Lato"/>
                <a:ea typeface="Lato"/>
                <a:cs typeface="Lato"/>
              </a:rPr>
              <a:t>deklarasi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tertentu</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Asersi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digunakan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untuk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meyakinkan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kondisi</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semestinya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benar</a:t>
            </a:r>
            <a:r>
              <a:rPr lang="en-US" sz="2000" dirty="0">
                <a:solidFill>
                  <a:schemeClr val="dk1"/>
                </a:solidFill>
                <a:latin typeface="Lato"/>
                <a:ea typeface="Lato"/>
                <a:cs typeface="Lato"/>
              </a:rPr>
              <a:t> dan </a:t>
            </a:r>
            <a:r>
              <a:rPr lang="en-US" sz="2000" dirty="0" err="1">
                <a:solidFill>
                  <a:schemeClr val="dk1"/>
                </a:solidFill>
                <a:latin typeface="Lato"/>
                <a:ea typeface="Lato"/>
                <a:cs typeface="Lato"/>
              </a:rPr>
              <a:t>dimanfaatkan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untuk</a:t>
            </a:r>
            <a:r>
              <a:rPr lang="en-US" sz="2000" dirty="0">
                <a:solidFill>
                  <a:schemeClr val="dk1"/>
                </a:solidFill>
                <a:latin typeface="Lato"/>
                <a:ea typeface="Lato"/>
                <a:cs typeface="Lato"/>
              </a:rPr>
              <a:t> </a:t>
            </a:r>
            <a:r>
              <a:rPr lang="en-US" sz="2000" i="1" dirty="0">
                <a:solidFill>
                  <a:schemeClr val="dk1"/>
                </a:solidFill>
                <a:latin typeface="Lato"/>
                <a:ea typeface="Lato"/>
                <a:cs typeface="Lato"/>
              </a:rPr>
              <a:t>debugging</a:t>
            </a:r>
            <a:r>
              <a:rPr lang="en-US" sz="2000" dirty="0">
                <a:solidFill>
                  <a:schemeClr val="dk1"/>
                </a:solidFill>
                <a:latin typeface="Lato"/>
                <a:ea typeface="Lato"/>
                <a:cs typeface="Lato"/>
              </a:rPr>
              <a:t>. Jadi, </a:t>
            </a:r>
            <a:r>
              <a:rPr lang="en-US" sz="2000" dirty="0" err="1">
                <a:solidFill>
                  <a:schemeClr val="dk1"/>
                </a:solidFill>
                <a:latin typeface="Lato"/>
                <a:ea typeface="Lato"/>
                <a:cs typeface="Lato"/>
              </a:rPr>
              <a:t>berbeda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dengan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eksepsi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asersi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bukan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bagian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dari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implementasi</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4F201D64-921B-1267-D083-15D9B52F0A83}"/>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712AB759-644E-B0F4-DAD1-AC94E2038D4C}"/>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88DDBBAD-02C6-F399-6985-777A3A6B399B}"/>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6EC8AAF1-5009-8ADF-1ECE-E7017EF27483}"/>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7853F577-FAD1-17D0-5D7C-2F4F59CB5C73}"/>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66983AD5-EF95-99DD-7387-C48DA8F9889F}"/>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54626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FFCD3E6E-8A5C-7812-C62C-41DCAAA2850B}"/>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A9D08037-5B04-804E-FA66-B62F744182C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Referensi</a:t>
            </a:r>
            <a:endParaRPr dirty="0"/>
          </a:p>
        </p:txBody>
      </p:sp>
      <p:sp>
        <p:nvSpPr>
          <p:cNvPr id="664" name="Google Shape;664;p38">
            <a:extLst>
              <a:ext uri="{FF2B5EF4-FFF2-40B4-BE49-F238E27FC236}">
                <a16:creationId xmlns:a16="http://schemas.microsoft.com/office/drawing/2014/main" id="{AE47EF51-EE1B-A2C2-15E3-29745B224A22}"/>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ID" sz="2000" dirty="0">
                <a:solidFill>
                  <a:schemeClr val="dk1"/>
                </a:solidFill>
                <a:latin typeface="Lato"/>
                <a:ea typeface="Lato"/>
                <a:cs typeface="Lato"/>
                <a:sym typeface="Lato"/>
              </a:rPr>
              <a:t>Daniel Y. Liang, </a:t>
            </a:r>
            <a:r>
              <a:rPr lang="en-ID" sz="2000" b="1" i="1" dirty="0">
                <a:solidFill>
                  <a:schemeClr val="dk1"/>
                </a:solidFill>
                <a:latin typeface="Lato"/>
                <a:ea typeface="Lato"/>
                <a:cs typeface="Lato"/>
                <a:sym typeface="Lato"/>
              </a:rPr>
              <a:t>Introduction into Java Programming Comprehensive Version 10</a:t>
            </a:r>
            <a:r>
              <a:rPr lang="en-ID" sz="2000" b="1" i="1" baseline="30000" dirty="0">
                <a:solidFill>
                  <a:schemeClr val="dk1"/>
                </a:solidFill>
                <a:latin typeface="Lato"/>
                <a:ea typeface="Lato"/>
                <a:cs typeface="Lato"/>
                <a:sym typeface="Lato"/>
              </a:rPr>
              <a:t>th</a:t>
            </a:r>
            <a:r>
              <a:rPr lang="en-ID" sz="2000" b="1" i="1" dirty="0">
                <a:solidFill>
                  <a:schemeClr val="dk1"/>
                </a:solidFill>
                <a:latin typeface="Lato"/>
                <a:ea typeface="Lato"/>
                <a:cs typeface="Lato"/>
                <a:sym typeface="Lato"/>
              </a:rPr>
              <a:t> Edition</a:t>
            </a:r>
            <a:r>
              <a:rPr lang="en-ID" sz="2000" i="1" dirty="0">
                <a:solidFill>
                  <a:schemeClr val="dk1"/>
                </a:solidFill>
                <a:latin typeface="Lato"/>
                <a:ea typeface="Lato"/>
                <a:cs typeface="Lato"/>
                <a:sym typeface="Lato"/>
              </a:rPr>
              <a:t>, </a:t>
            </a:r>
            <a:r>
              <a:rPr lang="en-ID" sz="2000" dirty="0">
                <a:solidFill>
                  <a:schemeClr val="dk1"/>
                </a:solidFill>
                <a:latin typeface="Lato"/>
                <a:ea typeface="Lato"/>
                <a:cs typeface="Lato"/>
                <a:sym typeface="Lato"/>
              </a:rPr>
              <a:t>2015, Pearson.</a:t>
            </a:r>
          </a:p>
          <a:p>
            <a:pPr marL="457200" indent="-457200">
              <a:spcAft>
                <a:spcPts val="600"/>
              </a:spcAft>
              <a:buFont typeface="Wingdings" panose="05000000000000000000" pitchFamily="2" charset="2"/>
              <a:buChar char="q"/>
            </a:pPr>
            <a:r>
              <a:rPr lang="en-ID" sz="2000" dirty="0" err="1">
                <a:solidFill>
                  <a:schemeClr val="dk1"/>
                </a:solidFill>
                <a:latin typeface="Lato"/>
                <a:ea typeface="Lato"/>
                <a:cs typeface="Lato"/>
                <a:sym typeface="Lato"/>
              </a:rPr>
              <a:t>Inggriani</a:t>
            </a:r>
            <a:r>
              <a:rPr lang="en-ID" sz="2000" dirty="0">
                <a:solidFill>
                  <a:schemeClr val="dk1"/>
                </a:solidFill>
                <a:latin typeface="Lato"/>
                <a:ea typeface="Lato"/>
                <a:cs typeface="Lato"/>
                <a:sym typeface="Lato"/>
              </a:rPr>
              <a:t> </a:t>
            </a:r>
            <a:r>
              <a:rPr lang="en-ID" sz="2000" dirty="0" err="1">
                <a:solidFill>
                  <a:schemeClr val="dk1"/>
                </a:solidFill>
                <a:latin typeface="Lato"/>
                <a:ea typeface="Lato"/>
                <a:cs typeface="Lato"/>
                <a:sym typeface="Lato"/>
              </a:rPr>
              <a:t>Liem</a:t>
            </a:r>
            <a:r>
              <a:rPr lang="en-ID" sz="2000" dirty="0">
                <a:solidFill>
                  <a:schemeClr val="dk1"/>
                </a:solidFill>
                <a:latin typeface="Lato"/>
                <a:ea typeface="Lato"/>
                <a:cs typeface="Lato"/>
                <a:sym typeface="Lato"/>
              </a:rPr>
              <a:t>, </a:t>
            </a:r>
            <a:r>
              <a:rPr lang="en-ID" sz="2000" b="1" i="1" dirty="0">
                <a:solidFill>
                  <a:schemeClr val="dk1"/>
                </a:solidFill>
                <a:latin typeface="Lato"/>
                <a:ea typeface="Lato"/>
                <a:cs typeface="Lato"/>
                <a:sym typeface="Lato"/>
              </a:rPr>
              <a:t>Diktat </a:t>
            </a:r>
            <a:r>
              <a:rPr lang="en-ID" sz="2000" b="1" i="1" dirty="0" err="1">
                <a:solidFill>
                  <a:schemeClr val="dk1"/>
                </a:solidFill>
                <a:latin typeface="Lato"/>
                <a:ea typeface="Lato"/>
                <a:cs typeface="Lato"/>
                <a:sym typeface="Lato"/>
              </a:rPr>
              <a:t>Kuliah</a:t>
            </a:r>
            <a:r>
              <a:rPr lang="en-ID" sz="2000" b="1" i="1" dirty="0">
                <a:solidFill>
                  <a:schemeClr val="dk1"/>
                </a:solidFill>
                <a:latin typeface="Lato"/>
                <a:ea typeface="Lato"/>
                <a:cs typeface="Lato"/>
                <a:sym typeface="Lato"/>
              </a:rPr>
              <a:t> </a:t>
            </a:r>
            <a:r>
              <a:rPr lang="en-ID" sz="2000" b="1" i="1" dirty="0" err="1">
                <a:solidFill>
                  <a:schemeClr val="dk1"/>
                </a:solidFill>
                <a:latin typeface="Lato"/>
                <a:ea typeface="Lato"/>
                <a:cs typeface="Lato"/>
                <a:sym typeface="Lato"/>
              </a:rPr>
              <a:t>Pemrograman</a:t>
            </a:r>
            <a:r>
              <a:rPr lang="en-ID" sz="2000" b="1" i="1" dirty="0">
                <a:solidFill>
                  <a:schemeClr val="dk1"/>
                </a:solidFill>
                <a:latin typeface="Lato"/>
                <a:ea typeface="Lato"/>
                <a:cs typeface="Lato"/>
                <a:sym typeface="Lato"/>
              </a:rPr>
              <a:t> </a:t>
            </a:r>
            <a:r>
              <a:rPr lang="en-ID" sz="2000" b="1" i="1" dirty="0" err="1">
                <a:solidFill>
                  <a:schemeClr val="dk1"/>
                </a:solidFill>
                <a:latin typeface="Lato"/>
                <a:ea typeface="Lato"/>
                <a:cs typeface="Lato"/>
                <a:sym typeface="Lato"/>
              </a:rPr>
              <a:t>Berorientasi</a:t>
            </a:r>
            <a:r>
              <a:rPr lang="en-ID" sz="2000" b="1" i="1" dirty="0">
                <a:solidFill>
                  <a:schemeClr val="dk1"/>
                </a:solidFill>
                <a:latin typeface="Lato"/>
                <a:ea typeface="Lato"/>
                <a:cs typeface="Lato"/>
                <a:sym typeface="Lato"/>
              </a:rPr>
              <a:t> </a:t>
            </a:r>
            <a:r>
              <a:rPr lang="en-ID" sz="2000" b="1" i="1" dirty="0" err="1">
                <a:solidFill>
                  <a:schemeClr val="dk1"/>
                </a:solidFill>
                <a:latin typeface="Lato"/>
                <a:ea typeface="Lato"/>
                <a:cs typeface="Lato"/>
                <a:sym typeface="Lato"/>
              </a:rPr>
              <a:t>Objek</a:t>
            </a:r>
            <a:r>
              <a:rPr lang="en-ID" sz="2000" dirty="0">
                <a:solidFill>
                  <a:schemeClr val="dk1"/>
                </a:solidFill>
                <a:latin typeface="Lato"/>
                <a:ea typeface="Lato"/>
                <a:cs typeface="Lato"/>
                <a:sym typeface="Lato"/>
              </a:rPr>
              <a:t>, ITB.</a:t>
            </a:r>
          </a:p>
          <a:p>
            <a:pPr marL="457200" indent="-457200">
              <a:spcAft>
                <a:spcPts val="600"/>
              </a:spcAft>
              <a:buFont typeface="Wingdings" panose="05000000000000000000" pitchFamily="2" charset="2"/>
              <a:buChar char="q"/>
            </a:pPr>
            <a:r>
              <a:rPr lang="en-ID" sz="2000" dirty="0">
                <a:solidFill>
                  <a:schemeClr val="dk1"/>
                </a:solidFill>
                <a:latin typeface="Lato"/>
                <a:ea typeface="Lato"/>
                <a:cs typeface="Lato"/>
              </a:rPr>
              <a:t>Panji Wisnu </a:t>
            </a:r>
            <a:r>
              <a:rPr lang="en-ID" sz="2000" dirty="0" err="1">
                <a:solidFill>
                  <a:schemeClr val="dk1"/>
                </a:solidFill>
                <a:latin typeface="Lato"/>
                <a:ea typeface="Lato"/>
                <a:cs typeface="Lato"/>
              </a:rPr>
              <a:t>Wirawan</a:t>
            </a:r>
            <a:r>
              <a:rPr lang="en-ID" sz="2000" dirty="0">
                <a:solidFill>
                  <a:schemeClr val="dk1"/>
                </a:solidFill>
                <a:latin typeface="Lato"/>
                <a:ea typeface="Lato"/>
                <a:cs typeface="Lato"/>
              </a:rPr>
              <a:t>, Indra </a:t>
            </a:r>
            <a:r>
              <a:rPr lang="en-ID" sz="2000" dirty="0" err="1">
                <a:solidFill>
                  <a:schemeClr val="dk1"/>
                </a:solidFill>
                <a:latin typeface="Lato"/>
                <a:ea typeface="Lato"/>
                <a:cs typeface="Lato"/>
              </a:rPr>
              <a:t>Waspada</a:t>
            </a:r>
            <a:r>
              <a:rPr lang="en-ID" sz="2000" dirty="0">
                <a:solidFill>
                  <a:schemeClr val="dk1"/>
                </a:solidFill>
                <a:latin typeface="Lato"/>
                <a:ea typeface="Lato"/>
                <a:cs typeface="Lato"/>
              </a:rPr>
              <a:t>, </a:t>
            </a:r>
            <a:r>
              <a:rPr lang="en-ID" sz="2000" dirty="0" err="1">
                <a:solidFill>
                  <a:schemeClr val="dk1"/>
                </a:solidFill>
                <a:latin typeface="Lato"/>
                <a:ea typeface="Lato"/>
                <a:cs typeface="Lato"/>
              </a:rPr>
              <a:t>Satriyo</a:t>
            </a:r>
            <a:r>
              <a:rPr lang="en-ID" sz="2000" dirty="0">
                <a:solidFill>
                  <a:schemeClr val="dk1"/>
                </a:solidFill>
                <a:latin typeface="Lato"/>
                <a:ea typeface="Lato"/>
                <a:cs typeface="Lato"/>
              </a:rPr>
              <a:t> </a:t>
            </a:r>
            <a:r>
              <a:rPr lang="en-ID" sz="2000" dirty="0" err="1">
                <a:solidFill>
                  <a:schemeClr val="dk1"/>
                </a:solidFill>
                <a:latin typeface="Lato"/>
                <a:ea typeface="Lato"/>
                <a:cs typeface="Lato"/>
              </a:rPr>
              <a:t>Adhy</a:t>
            </a:r>
            <a:r>
              <a:rPr lang="en-ID" sz="2000" dirty="0">
                <a:solidFill>
                  <a:schemeClr val="dk1"/>
                </a:solidFill>
                <a:latin typeface="Lato"/>
                <a:ea typeface="Lato"/>
                <a:cs typeface="Lato"/>
              </a:rPr>
              <a:t>. 2018. </a:t>
            </a:r>
            <a:r>
              <a:rPr lang="en-ID" sz="2000" b="1" i="1" dirty="0" err="1">
                <a:solidFill>
                  <a:schemeClr val="dk1"/>
                </a:solidFill>
                <a:latin typeface="Lato"/>
                <a:ea typeface="Lato"/>
                <a:cs typeface="Lato"/>
              </a:rPr>
              <a:t>Buku</a:t>
            </a:r>
            <a:r>
              <a:rPr lang="en-ID" sz="2000" b="1" i="1" dirty="0">
                <a:solidFill>
                  <a:schemeClr val="dk1"/>
                </a:solidFill>
                <a:latin typeface="Lato"/>
                <a:ea typeface="Lato"/>
                <a:cs typeface="Lato"/>
              </a:rPr>
              <a:t> Ajar </a:t>
            </a:r>
            <a:r>
              <a:rPr lang="en-ID" sz="2000" b="1" i="1" dirty="0" err="1">
                <a:solidFill>
                  <a:schemeClr val="dk1"/>
                </a:solidFill>
                <a:latin typeface="Lato"/>
                <a:ea typeface="Lato"/>
                <a:cs typeface="Lato"/>
              </a:rPr>
              <a:t>Pemrograman</a:t>
            </a:r>
            <a:r>
              <a:rPr lang="en-ID" sz="2000" b="1" i="1" dirty="0">
                <a:solidFill>
                  <a:schemeClr val="dk1"/>
                </a:solidFill>
                <a:latin typeface="Lato"/>
                <a:ea typeface="Lato"/>
                <a:cs typeface="Lato"/>
              </a:rPr>
              <a:t> </a:t>
            </a:r>
            <a:r>
              <a:rPr lang="en-ID" sz="2000" b="1" i="1" dirty="0" err="1">
                <a:solidFill>
                  <a:schemeClr val="dk1"/>
                </a:solidFill>
                <a:latin typeface="Lato"/>
                <a:ea typeface="Lato"/>
                <a:cs typeface="Lato"/>
              </a:rPr>
              <a:t>Berorientasi</a:t>
            </a:r>
            <a:r>
              <a:rPr lang="en-ID" sz="2000" b="1" i="1" dirty="0">
                <a:solidFill>
                  <a:schemeClr val="dk1"/>
                </a:solidFill>
                <a:latin typeface="Lato"/>
                <a:ea typeface="Lato"/>
                <a:cs typeface="Lato"/>
              </a:rPr>
              <a:t> </a:t>
            </a:r>
            <a:r>
              <a:rPr lang="en-ID" sz="2000" b="1" i="1" dirty="0" err="1">
                <a:solidFill>
                  <a:schemeClr val="dk1"/>
                </a:solidFill>
                <a:latin typeface="Lato"/>
                <a:ea typeface="Lato"/>
                <a:cs typeface="Lato"/>
              </a:rPr>
              <a:t>Objek</a:t>
            </a:r>
            <a:r>
              <a:rPr lang="en-ID"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ID" sz="2000" dirty="0" err="1">
                <a:solidFill>
                  <a:schemeClr val="dk1"/>
                </a:solidFill>
                <a:latin typeface="Lato"/>
                <a:ea typeface="Lato"/>
                <a:cs typeface="Lato"/>
              </a:rPr>
              <a:t>Vaskaran</a:t>
            </a:r>
            <a:r>
              <a:rPr lang="en-ID" sz="2000" dirty="0">
                <a:solidFill>
                  <a:schemeClr val="dk1"/>
                </a:solidFill>
                <a:latin typeface="Lato"/>
                <a:ea typeface="Lato"/>
                <a:cs typeface="Lato"/>
              </a:rPr>
              <a:t> </a:t>
            </a:r>
            <a:r>
              <a:rPr lang="en-ID" sz="2000" dirty="0" err="1">
                <a:solidFill>
                  <a:schemeClr val="dk1"/>
                </a:solidFill>
                <a:latin typeface="Lato"/>
                <a:ea typeface="Lato"/>
                <a:cs typeface="Lato"/>
              </a:rPr>
              <a:t>Sarcar</a:t>
            </a:r>
            <a:r>
              <a:rPr lang="en-ID" sz="2000" dirty="0">
                <a:solidFill>
                  <a:schemeClr val="dk1"/>
                </a:solidFill>
                <a:latin typeface="Lato"/>
                <a:ea typeface="Lato"/>
                <a:cs typeface="Lato"/>
              </a:rPr>
              <a:t>. 2020.  </a:t>
            </a:r>
            <a:r>
              <a:rPr lang="en-ID" sz="2000" b="1" i="1" dirty="0">
                <a:solidFill>
                  <a:schemeClr val="dk1"/>
                </a:solidFill>
                <a:latin typeface="Lato"/>
                <a:ea typeface="Lato"/>
                <a:cs typeface="Lato"/>
              </a:rPr>
              <a:t>Interactive Object-Oriented Programming in Java</a:t>
            </a:r>
            <a:r>
              <a:rPr lang="en-ID"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884CC804-2728-3FE4-3B25-F050DC5EC9FD}"/>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8C7218F5-3A20-E519-E4D2-DE4148A62439}"/>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0E7C04C2-35D5-4812-C46A-8D96EDEFF4FF}"/>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F3595F48-64D1-ECA0-7B4F-0C3AF97C0AD4}"/>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60A17395-1CC6-959B-B6EE-251D0835B62F}"/>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C8505C4B-3A2A-5B25-E800-757278B45BCD}"/>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45478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608"/>
        <p:cNvGrpSpPr/>
        <p:nvPr/>
      </p:nvGrpSpPr>
      <p:grpSpPr>
        <a:xfrm>
          <a:off x="0" y="0"/>
          <a:ext cx="0" cy="0"/>
          <a:chOff x="0" y="0"/>
          <a:chExt cx="0" cy="0"/>
        </a:xfrm>
      </p:grpSpPr>
      <p:sp>
        <p:nvSpPr>
          <p:cNvPr id="2609" name="Google Shape;2609;p71"/>
          <p:cNvSpPr txBox="1">
            <a:spLocks noGrp="1"/>
          </p:cNvSpPr>
          <p:nvPr>
            <p:ph type="title"/>
          </p:nvPr>
        </p:nvSpPr>
        <p:spPr>
          <a:xfrm>
            <a:off x="698457" y="1747325"/>
            <a:ext cx="38586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Thanks!</a:t>
            </a:r>
            <a:endParaRPr dirty="0"/>
          </a:p>
        </p:txBody>
      </p:sp>
      <p:sp>
        <p:nvSpPr>
          <p:cNvPr id="2611" name="Google Shape;2611;p71"/>
          <p:cNvSpPr txBox="1"/>
          <p:nvPr/>
        </p:nvSpPr>
        <p:spPr>
          <a:xfrm>
            <a:off x="713225" y="4305200"/>
            <a:ext cx="3858600" cy="26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Lato"/>
                <a:ea typeface="Lato"/>
                <a:cs typeface="Lato"/>
                <a:sym typeface="Lato"/>
              </a:rPr>
              <a:t>Please keep this slide for attribution</a:t>
            </a:r>
            <a:endParaRPr sz="1200" b="1">
              <a:solidFill>
                <a:schemeClr val="dk1"/>
              </a:solidFill>
              <a:latin typeface="Lato"/>
              <a:ea typeface="Lato"/>
              <a:cs typeface="Lato"/>
              <a:sym typeface="Lato"/>
            </a:endParaRPr>
          </a:p>
        </p:txBody>
      </p:sp>
      <p:grpSp>
        <p:nvGrpSpPr>
          <p:cNvPr id="2612" name="Google Shape;2612;p71"/>
          <p:cNvGrpSpPr/>
          <p:nvPr/>
        </p:nvGrpSpPr>
        <p:grpSpPr>
          <a:xfrm>
            <a:off x="5007401" y="1298425"/>
            <a:ext cx="3956755" cy="4128030"/>
            <a:chOff x="2770216" y="1172311"/>
            <a:chExt cx="3514928" cy="3667079"/>
          </a:xfrm>
        </p:grpSpPr>
        <p:sp>
          <p:nvSpPr>
            <p:cNvPr id="2613" name="Google Shape;2613;p71"/>
            <p:cNvSpPr/>
            <p:nvPr/>
          </p:nvSpPr>
          <p:spPr>
            <a:xfrm>
              <a:off x="2770216" y="1172311"/>
              <a:ext cx="3514928" cy="2228226"/>
            </a:xfrm>
            <a:custGeom>
              <a:avLst/>
              <a:gdLst/>
              <a:ahLst/>
              <a:cxnLst/>
              <a:rect l="l" t="t" r="r" b="b"/>
              <a:pathLst>
                <a:path w="47371" h="30030" extrusionOk="0">
                  <a:moveTo>
                    <a:pt x="30713" y="1"/>
                  </a:moveTo>
                  <a:cubicBezTo>
                    <a:pt x="29748" y="1"/>
                    <a:pt x="28782" y="127"/>
                    <a:pt x="27824" y="424"/>
                  </a:cubicBezTo>
                  <a:cubicBezTo>
                    <a:pt x="26233" y="898"/>
                    <a:pt x="24733" y="1605"/>
                    <a:pt x="23077" y="1931"/>
                  </a:cubicBezTo>
                  <a:cubicBezTo>
                    <a:pt x="22133" y="2112"/>
                    <a:pt x="21172" y="2158"/>
                    <a:pt x="20205" y="2158"/>
                  </a:cubicBezTo>
                  <a:cubicBezTo>
                    <a:pt x="19185" y="2158"/>
                    <a:pt x="18159" y="2106"/>
                    <a:pt x="17142" y="2106"/>
                  </a:cubicBezTo>
                  <a:cubicBezTo>
                    <a:pt x="15844" y="2106"/>
                    <a:pt x="14560" y="2191"/>
                    <a:pt x="13322" y="2574"/>
                  </a:cubicBezTo>
                  <a:cubicBezTo>
                    <a:pt x="11079" y="3282"/>
                    <a:pt x="9198" y="4966"/>
                    <a:pt x="8250" y="7088"/>
                  </a:cubicBezTo>
                  <a:cubicBezTo>
                    <a:pt x="7514" y="8708"/>
                    <a:pt x="7337" y="10505"/>
                    <a:pt x="6453" y="12012"/>
                  </a:cubicBezTo>
                  <a:cubicBezTo>
                    <a:pt x="5158" y="14247"/>
                    <a:pt x="2590" y="15513"/>
                    <a:pt x="1296" y="17756"/>
                  </a:cubicBezTo>
                  <a:cubicBezTo>
                    <a:pt x="1" y="20055"/>
                    <a:pt x="355" y="23062"/>
                    <a:pt x="1798" y="25304"/>
                  </a:cubicBezTo>
                  <a:cubicBezTo>
                    <a:pt x="1883" y="25389"/>
                    <a:pt x="1946" y="25509"/>
                    <a:pt x="2031" y="25630"/>
                  </a:cubicBezTo>
                  <a:cubicBezTo>
                    <a:pt x="3687" y="27865"/>
                    <a:pt x="6340" y="29195"/>
                    <a:pt x="9077" y="29726"/>
                  </a:cubicBezTo>
                  <a:cubicBezTo>
                    <a:pt x="10189" y="29941"/>
                    <a:pt x="11314" y="30029"/>
                    <a:pt x="12442" y="30029"/>
                  </a:cubicBezTo>
                  <a:cubicBezTo>
                    <a:pt x="14099" y="30029"/>
                    <a:pt x="15761" y="29838"/>
                    <a:pt x="17390" y="29577"/>
                  </a:cubicBezTo>
                  <a:cubicBezTo>
                    <a:pt x="18897" y="29344"/>
                    <a:pt x="20425" y="29047"/>
                    <a:pt x="21960" y="29018"/>
                  </a:cubicBezTo>
                  <a:cubicBezTo>
                    <a:pt x="22130" y="29012"/>
                    <a:pt x="22300" y="29010"/>
                    <a:pt x="22470" y="29010"/>
                  </a:cubicBezTo>
                  <a:cubicBezTo>
                    <a:pt x="24892" y="29010"/>
                    <a:pt x="27287" y="29585"/>
                    <a:pt x="29713" y="29698"/>
                  </a:cubicBezTo>
                  <a:cubicBezTo>
                    <a:pt x="29922" y="29707"/>
                    <a:pt x="30132" y="29711"/>
                    <a:pt x="30343" y="29711"/>
                  </a:cubicBezTo>
                  <a:cubicBezTo>
                    <a:pt x="32751" y="29711"/>
                    <a:pt x="35268" y="29093"/>
                    <a:pt x="36816" y="27278"/>
                  </a:cubicBezTo>
                  <a:cubicBezTo>
                    <a:pt x="37672" y="26274"/>
                    <a:pt x="38139" y="25007"/>
                    <a:pt x="39143" y="24123"/>
                  </a:cubicBezTo>
                  <a:cubicBezTo>
                    <a:pt x="40120" y="23295"/>
                    <a:pt x="41414" y="22977"/>
                    <a:pt x="42560" y="22383"/>
                  </a:cubicBezTo>
                  <a:cubicBezTo>
                    <a:pt x="44859" y="21173"/>
                    <a:pt x="46366" y="18789"/>
                    <a:pt x="46869" y="16256"/>
                  </a:cubicBezTo>
                  <a:cubicBezTo>
                    <a:pt x="47371" y="13717"/>
                    <a:pt x="46925" y="11064"/>
                    <a:pt x="45984" y="8651"/>
                  </a:cubicBezTo>
                  <a:cubicBezTo>
                    <a:pt x="44541" y="4966"/>
                    <a:pt x="40735" y="2751"/>
                    <a:pt x="37141" y="1428"/>
                  </a:cubicBezTo>
                  <a:cubicBezTo>
                    <a:pt x="35075" y="648"/>
                    <a:pt x="32897" y="1"/>
                    <a:pt x="307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14" name="Google Shape;2614;p71"/>
            <p:cNvGrpSpPr/>
            <p:nvPr/>
          </p:nvGrpSpPr>
          <p:grpSpPr>
            <a:xfrm>
              <a:off x="4859988" y="1584961"/>
              <a:ext cx="1034299" cy="200009"/>
              <a:chOff x="5111749" y="2599637"/>
              <a:chExt cx="339794" cy="65708"/>
            </a:xfrm>
          </p:grpSpPr>
          <p:sp>
            <p:nvSpPr>
              <p:cNvPr id="2615" name="Google Shape;2615;p71"/>
              <p:cNvSpPr/>
              <p:nvPr/>
            </p:nvSpPr>
            <p:spPr>
              <a:xfrm>
                <a:off x="5172695" y="2607379"/>
                <a:ext cx="23262" cy="37676"/>
              </a:xfrm>
              <a:custGeom>
                <a:avLst/>
                <a:gdLst/>
                <a:ahLst/>
                <a:cxnLst/>
                <a:rect l="l" t="t" r="r" b="b"/>
                <a:pathLst>
                  <a:path w="673" h="1090" extrusionOk="0">
                    <a:moveTo>
                      <a:pt x="57" y="0"/>
                    </a:moveTo>
                    <a:lnTo>
                      <a:pt x="0" y="85"/>
                    </a:lnTo>
                    <a:lnTo>
                      <a:pt x="531" y="644"/>
                    </a:lnTo>
                    <a:lnTo>
                      <a:pt x="0" y="1026"/>
                    </a:lnTo>
                    <a:lnTo>
                      <a:pt x="57" y="1090"/>
                    </a:lnTo>
                    <a:lnTo>
                      <a:pt x="673" y="644"/>
                    </a:lnTo>
                    <a:lnTo>
                      <a:pt x="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71"/>
              <p:cNvSpPr/>
              <p:nvPr/>
            </p:nvSpPr>
            <p:spPr>
              <a:xfrm>
                <a:off x="5188837" y="2607379"/>
                <a:ext cx="23504" cy="37676"/>
              </a:xfrm>
              <a:custGeom>
                <a:avLst/>
                <a:gdLst/>
                <a:ahLst/>
                <a:cxnLst/>
                <a:rect l="l" t="t" r="r" b="b"/>
                <a:pathLst>
                  <a:path w="680" h="1090" extrusionOk="0">
                    <a:moveTo>
                      <a:pt x="64" y="0"/>
                    </a:moveTo>
                    <a:lnTo>
                      <a:pt x="0" y="85"/>
                    </a:lnTo>
                    <a:lnTo>
                      <a:pt x="531" y="644"/>
                    </a:lnTo>
                    <a:lnTo>
                      <a:pt x="0" y="1026"/>
                    </a:lnTo>
                    <a:lnTo>
                      <a:pt x="64" y="1090"/>
                    </a:lnTo>
                    <a:lnTo>
                      <a:pt x="680" y="644"/>
                    </a:lnTo>
                    <a:lnTo>
                      <a:pt x="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71"/>
              <p:cNvSpPr/>
              <p:nvPr/>
            </p:nvSpPr>
            <p:spPr>
              <a:xfrm>
                <a:off x="5221605" y="2607379"/>
                <a:ext cx="24472" cy="35464"/>
              </a:xfrm>
              <a:custGeom>
                <a:avLst/>
                <a:gdLst/>
                <a:ahLst/>
                <a:cxnLst/>
                <a:rect l="l" t="t" r="r" b="b"/>
                <a:pathLst>
                  <a:path w="708" h="1026" extrusionOk="0">
                    <a:moveTo>
                      <a:pt x="354" y="85"/>
                    </a:moveTo>
                    <a:cubicBezTo>
                      <a:pt x="496" y="85"/>
                      <a:pt x="616" y="290"/>
                      <a:pt x="616" y="531"/>
                    </a:cubicBezTo>
                    <a:cubicBezTo>
                      <a:pt x="616" y="736"/>
                      <a:pt x="496" y="941"/>
                      <a:pt x="354" y="941"/>
                    </a:cubicBezTo>
                    <a:cubicBezTo>
                      <a:pt x="206" y="941"/>
                      <a:pt x="85" y="736"/>
                      <a:pt x="85" y="531"/>
                    </a:cubicBezTo>
                    <a:cubicBezTo>
                      <a:pt x="85" y="290"/>
                      <a:pt x="206" y="85"/>
                      <a:pt x="354" y="85"/>
                    </a:cubicBezTo>
                    <a:close/>
                    <a:moveTo>
                      <a:pt x="354" y="0"/>
                    </a:moveTo>
                    <a:cubicBezTo>
                      <a:pt x="142" y="0"/>
                      <a:pt x="0" y="234"/>
                      <a:pt x="0" y="531"/>
                    </a:cubicBezTo>
                    <a:cubicBezTo>
                      <a:pt x="0" y="792"/>
                      <a:pt x="142" y="1026"/>
                      <a:pt x="354" y="1026"/>
                    </a:cubicBezTo>
                    <a:cubicBezTo>
                      <a:pt x="531" y="1026"/>
                      <a:pt x="708" y="792"/>
                      <a:pt x="708" y="531"/>
                    </a:cubicBezTo>
                    <a:cubicBezTo>
                      <a:pt x="708" y="234"/>
                      <a:pt x="531" y="0"/>
                      <a:pt x="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71"/>
              <p:cNvSpPr/>
              <p:nvPr/>
            </p:nvSpPr>
            <p:spPr>
              <a:xfrm>
                <a:off x="5256868" y="2611285"/>
                <a:ext cx="3215" cy="32802"/>
              </a:xfrm>
              <a:custGeom>
                <a:avLst/>
                <a:gdLst/>
                <a:ahLst/>
                <a:cxnLst/>
                <a:rect l="l" t="t" r="r" b="b"/>
                <a:pathLst>
                  <a:path w="93" h="949" extrusionOk="0">
                    <a:moveTo>
                      <a:pt x="0" y="0"/>
                    </a:moveTo>
                    <a:lnTo>
                      <a:pt x="0" y="948"/>
                    </a:lnTo>
                    <a:lnTo>
                      <a:pt x="92" y="948"/>
                    </a:lnTo>
                    <a:lnTo>
                      <a:pt x="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71"/>
              <p:cNvSpPr/>
              <p:nvPr/>
            </p:nvSpPr>
            <p:spPr>
              <a:xfrm>
                <a:off x="5272250" y="2612253"/>
                <a:ext cx="21327" cy="32802"/>
              </a:xfrm>
              <a:custGeom>
                <a:avLst/>
                <a:gdLst/>
                <a:ahLst/>
                <a:cxnLst/>
                <a:rect l="l" t="t" r="r" b="b"/>
                <a:pathLst>
                  <a:path w="617" h="949" extrusionOk="0">
                    <a:moveTo>
                      <a:pt x="532" y="93"/>
                    </a:moveTo>
                    <a:lnTo>
                      <a:pt x="532" y="857"/>
                    </a:lnTo>
                    <a:lnTo>
                      <a:pt x="86" y="857"/>
                    </a:lnTo>
                    <a:lnTo>
                      <a:pt x="86" y="93"/>
                    </a:lnTo>
                    <a:close/>
                    <a:moveTo>
                      <a:pt x="1" y="1"/>
                    </a:moveTo>
                    <a:lnTo>
                      <a:pt x="1" y="949"/>
                    </a:lnTo>
                    <a:lnTo>
                      <a:pt x="616" y="949"/>
                    </a:lnTo>
                    <a:lnTo>
                      <a:pt x="6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71"/>
              <p:cNvSpPr/>
              <p:nvPr/>
            </p:nvSpPr>
            <p:spPr>
              <a:xfrm>
                <a:off x="5304777" y="2612253"/>
                <a:ext cx="30625" cy="32802"/>
              </a:xfrm>
              <a:custGeom>
                <a:avLst/>
                <a:gdLst/>
                <a:ahLst/>
                <a:cxnLst/>
                <a:rect l="l" t="t" r="r" b="b"/>
                <a:pathLst>
                  <a:path w="886" h="949" extrusionOk="0">
                    <a:moveTo>
                      <a:pt x="793" y="93"/>
                    </a:moveTo>
                    <a:lnTo>
                      <a:pt x="793" y="857"/>
                    </a:lnTo>
                    <a:lnTo>
                      <a:pt x="86" y="857"/>
                    </a:lnTo>
                    <a:lnTo>
                      <a:pt x="86" y="93"/>
                    </a:lnTo>
                    <a:close/>
                    <a:moveTo>
                      <a:pt x="1" y="1"/>
                    </a:moveTo>
                    <a:lnTo>
                      <a:pt x="1" y="949"/>
                    </a:lnTo>
                    <a:lnTo>
                      <a:pt x="885" y="949"/>
                    </a:lnTo>
                    <a:lnTo>
                      <a:pt x="8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71"/>
              <p:cNvSpPr/>
              <p:nvPr/>
            </p:nvSpPr>
            <p:spPr>
              <a:xfrm>
                <a:off x="5345634" y="2612253"/>
                <a:ext cx="34496" cy="32802"/>
              </a:xfrm>
              <a:custGeom>
                <a:avLst/>
                <a:gdLst/>
                <a:ahLst/>
                <a:cxnLst/>
                <a:rect l="l" t="t" r="r" b="b"/>
                <a:pathLst>
                  <a:path w="998" h="949" extrusionOk="0">
                    <a:moveTo>
                      <a:pt x="913" y="93"/>
                    </a:moveTo>
                    <a:lnTo>
                      <a:pt x="913" y="857"/>
                    </a:lnTo>
                    <a:lnTo>
                      <a:pt x="85" y="857"/>
                    </a:lnTo>
                    <a:lnTo>
                      <a:pt x="85" y="93"/>
                    </a:lnTo>
                    <a:close/>
                    <a:moveTo>
                      <a:pt x="0" y="1"/>
                    </a:moveTo>
                    <a:lnTo>
                      <a:pt x="0" y="949"/>
                    </a:lnTo>
                    <a:lnTo>
                      <a:pt x="998" y="949"/>
                    </a:lnTo>
                    <a:lnTo>
                      <a:pt x="9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71"/>
              <p:cNvSpPr/>
              <p:nvPr/>
            </p:nvSpPr>
            <p:spPr>
              <a:xfrm>
                <a:off x="5392332" y="2599637"/>
                <a:ext cx="20566" cy="61560"/>
              </a:xfrm>
              <a:custGeom>
                <a:avLst/>
                <a:gdLst/>
                <a:ahLst/>
                <a:cxnLst/>
                <a:rect l="l" t="t" r="r" b="b"/>
                <a:pathLst>
                  <a:path w="595" h="1781" extrusionOk="0">
                    <a:moveTo>
                      <a:pt x="259" y="0"/>
                    </a:moveTo>
                    <a:cubicBezTo>
                      <a:pt x="241" y="0"/>
                      <a:pt x="224" y="4"/>
                      <a:pt x="206" y="12"/>
                    </a:cubicBezTo>
                    <a:lnTo>
                      <a:pt x="241" y="104"/>
                    </a:lnTo>
                    <a:cubicBezTo>
                      <a:pt x="250" y="94"/>
                      <a:pt x="260" y="91"/>
                      <a:pt x="269" y="91"/>
                    </a:cubicBezTo>
                    <a:cubicBezTo>
                      <a:pt x="288" y="91"/>
                      <a:pt x="307" y="104"/>
                      <a:pt x="326" y="104"/>
                    </a:cubicBezTo>
                    <a:cubicBezTo>
                      <a:pt x="382" y="132"/>
                      <a:pt x="418" y="224"/>
                      <a:pt x="418" y="281"/>
                    </a:cubicBezTo>
                    <a:cubicBezTo>
                      <a:pt x="418" y="337"/>
                      <a:pt x="418" y="401"/>
                      <a:pt x="382" y="486"/>
                    </a:cubicBezTo>
                    <a:lnTo>
                      <a:pt x="382" y="634"/>
                    </a:lnTo>
                    <a:cubicBezTo>
                      <a:pt x="354" y="719"/>
                      <a:pt x="382" y="840"/>
                      <a:pt x="446" y="896"/>
                    </a:cubicBezTo>
                    <a:cubicBezTo>
                      <a:pt x="418" y="932"/>
                      <a:pt x="382" y="960"/>
                      <a:pt x="382" y="988"/>
                    </a:cubicBezTo>
                    <a:cubicBezTo>
                      <a:pt x="354" y="1073"/>
                      <a:pt x="354" y="1137"/>
                      <a:pt x="382" y="1193"/>
                    </a:cubicBezTo>
                    <a:lnTo>
                      <a:pt x="382" y="1222"/>
                    </a:lnTo>
                    <a:cubicBezTo>
                      <a:pt x="382" y="1370"/>
                      <a:pt x="382" y="1490"/>
                      <a:pt x="326" y="1575"/>
                    </a:cubicBezTo>
                    <a:cubicBezTo>
                      <a:pt x="285" y="1642"/>
                      <a:pt x="196" y="1690"/>
                      <a:pt x="115" y="1690"/>
                    </a:cubicBezTo>
                    <a:cubicBezTo>
                      <a:pt x="84" y="1690"/>
                      <a:pt x="54" y="1683"/>
                      <a:pt x="29" y="1667"/>
                    </a:cubicBezTo>
                    <a:lnTo>
                      <a:pt x="0" y="1724"/>
                    </a:lnTo>
                    <a:cubicBezTo>
                      <a:pt x="29" y="1752"/>
                      <a:pt x="92" y="1780"/>
                      <a:pt x="121" y="1780"/>
                    </a:cubicBezTo>
                    <a:cubicBezTo>
                      <a:pt x="241" y="1780"/>
                      <a:pt x="326" y="1696"/>
                      <a:pt x="382" y="1639"/>
                    </a:cubicBezTo>
                    <a:cubicBezTo>
                      <a:pt x="474" y="1519"/>
                      <a:pt x="474" y="1370"/>
                      <a:pt x="474" y="1193"/>
                    </a:cubicBezTo>
                    <a:cubicBezTo>
                      <a:pt x="446" y="1137"/>
                      <a:pt x="446" y="1073"/>
                      <a:pt x="474" y="1016"/>
                    </a:cubicBezTo>
                    <a:cubicBezTo>
                      <a:pt x="474" y="988"/>
                      <a:pt x="503" y="960"/>
                      <a:pt x="531" y="960"/>
                    </a:cubicBezTo>
                    <a:lnTo>
                      <a:pt x="559" y="960"/>
                    </a:lnTo>
                    <a:lnTo>
                      <a:pt x="595" y="868"/>
                    </a:lnTo>
                    <a:lnTo>
                      <a:pt x="559" y="868"/>
                    </a:lnTo>
                    <a:cubicBezTo>
                      <a:pt x="503" y="840"/>
                      <a:pt x="446" y="719"/>
                      <a:pt x="474" y="634"/>
                    </a:cubicBezTo>
                    <a:lnTo>
                      <a:pt x="474" y="486"/>
                    </a:lnTo>
                    <a:cubicBezTo>
                      <a:pt x="503" y="429"/>
                      <a:pt x="503" y="337"/>
                      <a:pt x="503" y="252"/>
                    </a:cubicBezTo>
                    <a:cubicBezTo>
                      <a:pt x="503" y="160"/>
                      <a:pt x="446" y="76"/>
                      <a:pt x="382" y="47"/>
                    </a:cubicBezTo>
                    <a:cubicBezTo>
                      <a:pt x="342" y="22"/>
                      <a:pt x="302"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71"/>
              <p:cNvSpPr/>
              <p:nvPr/>
            </p:nvSpPr>
            <p:spPr>
              <a:xfrm>
                <a:off x="5425101" y="2602229"/>
                <a:ext cx="10058" cy="55062"/>
              </a:xfrm>
              <a:custGeom>
                <a:avLst/>
                <a:gdLst/>
                <a:ahLst/>
                <a:cxnLst/>
                <a:rect l="l" t="t" r="r" b="b"/>
                <a:pathLst>
                  <a:path w="291" h="1593" extrusionOk="0">
                    <a:moveTo>
                      <a:pt x="85" y="1"/>
                    </a:moveTo>
                    <a:lnTo>
                      <a:pt x="0" y="29"/>
                    </a:lnTo>
                    <a:cubicBezTo>
                      <a:pt x="206" y="531"/>
                      <a:pt x="206" y="1090"/>
                      <a:pt x="29" y="1564"/>
                    </a:cubicBezTo>
                    <a:lnTo>
                      <a:pt x="85" y="1592"/>
                    </a:lnTo>
                    <a:cubicBezTo>
                      <a:pt x="290" y="1090"/>
                      <a:pt x="290" y="503"/>
                      <a:pt x="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71"/>
              <p:cNvSpPr/>
              <p:nvPr/>
            </p:nvSpPr>
            <p:spPr>
              <a:xfrm>
                <a:off x="5438305" y="2601261"/>
                <a:ext cx="13238" cy="64084"/>
              </a:xfrm>
              <a:custGeom>
                <a:avLst/>
                <a:gdLst/>
                <a:ahLst/>
                <a:cxnLst/>
                <a:rect l="l" t="t" r="r" b="b"/>
                <a:pathLst>
                  <a:path w="383" h="1854" extrusionOk="0">
                    <a:moveTo>
                      <a:pt x="114" y="0"/>
                    </a:moveTo>
                    <a:lnTo>
                      <a:pt x="29" y="29"/>
                    </a:lnTo>
                    <a:cubicBezTo>
                      <a:pt x="290" y="587"/>
                      <a:pt x="290" y="1267"/>
                      <a:pt x="0" y="1825"/>
                    </a:cubicBezTo>
                    <a:lnTo>
                      <a:pt x="85" y="1854"/>
                    </a:lnTo>
                    <a:cubicBezTo>
                      <a:pt x="382" y="1295"/>
                      <a:pt x="382" y="587"/>
                      <a:pt x="1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71"/>
              <p:cNvSpPr/>
              <p:nvPr/>
            </p:nvSpPr>
            <p:spPr>
              <a:xfrm>
                <a:off x="5150394" y="2599637"/>
                <a:ext cx="21569" cy="61560"/>
              </a:xfrm>
              <a:custGeom>
                <a:avLst/>
                <a:gdLst/>
                <a:ahLst/>
                <a:cxnLst/>
                <a:rect l="l" t="t" r="r" b="b"/>
                <a:pathLst>
                  <a:path w="624" h="1781" extrusionOk="0">
                    <a:moveTo>
                      <a:pt x="352" y="0"/>
                    </a:moveTo>
                    <a:cubicBezTo>
                      <a:pt x="322" y="0"/>
                      <a:pt x="281" y="22"/>
                      <a:pt x="241" y="47"/>
                    </a:cubicBezTo>
                    <a:cubicBezTo>
                      <a:pt x="177" y="76"/>
                      <a:pt x="121" y="160"/>
                      <a:pt x="121" y="252"/>
                    </a:cubicBezTo>
                    <a:cubicBezTo>
                      <a:pt x="92" y="337"/>
                      <a:pt x="121" y="429"/>
                      <a:pt x="121" y="486"/>
                    </a:cubicBezTo>
                    <a:cubicBezTo>
                      <a:pt x="149" y="542"/>
                      <a:pt x="149" y="578"/>
                      <a:pt x="149" y="634"/>
                    </a:cubicBezTo>
                    <a:cubicBezTo>
                      <a:pt x="149" y="719"/>
                      <a:pt x="121" y="840"/>
                      <a:pt x="29" y="868"/>
                    </a:cubicBezTo>
                    <a:lnTo>
                      <a:pt x="1" y="868"/>
                    </a:lnTo>
                    <a:lnTo>
                      <a:pt x="29" y="960"/>
                    </a:lnTo>
                    <a:lnTo>
                      <a:pt x="92" y="960"/>
                    </a:lnTo>
                    <a:cubicBezTo>
                      <a:pt x="121" y="960"/>
                      <a:pt x="149" y="988"/>
                      <a:pt x="149" y="1016"/>
                    </a:cubicBezTo>
                    <a:lnTo>
                      <a:pt x="149" y="1193"/>
                    </a:lnTo>
                    <a:cubicBezTo>
                      <a:pt x="121" y="1370"/>
                      <a:pt x="149" y="1519"/>
                      <a:pt x="206" y="1639"/>
                    </a:cubicBezTo>
                    <a:cubicBezTo>
                      <a:pt x="269" y="1696"/>
                      <a:pt x="383" y="1780"/>
                      <a:pt x="475" y="1780"/>
                    </a:cubicBezTo>
                    <a:cubicBezTo>
                      <a:pt x="531" y="1780"/>
                      <a:pt x="595" y="1752"/>
                      <a:pt x="623" y="1724"/>
                    </a:cubicBezTo>
                    <a:lnTo>
                      <a:pt x="559" y="1667"/>
                    </a:lnTo>
                    <a:cubicBezTo>
                      <a:pt x="536" y="1683"/>
                      <a:pt x="510" y="1690"/>
                      <a:pt x="483" y="1690"/>
                    </a:cubicBezTo>
                    <a:cubicBezTo>
                      <a:pt x="413" y="1690"/>
                      <a:pt x="339" y="1642"/>
                      <a:pt x="298" y="1575"/>
                    </a:cubicBezTo>
                    <a:cubicBezTo>
                      <a:pt x="241" y="1490"/>
                      <a:pt x="206" y="1370"/>
                      <a:pt x="241" y="1222"/>
                    </a:cubicBezTo>
                    <a:lnTo>
                      <a:pt x="241" y="1193"/>
                    </a:lnTo>
                    <a:lnTo>
                      <a:pt x="241" y="988"/>
                    </a:lnTo>
                    <a:cubicBezTo>
                      <a:pt x="206" y="960"/>
                      <a:pt x="177" y="932"/>
                      <a:pt x="149" y="896"/>
                    </a:cubicBezTo>
                    <a:cubicBezTo>
                      <a:pt x="206" y="840"/>
                      <a:pt x="241" y="719"/>
                      <a:pt x="241" y="634"/>
                    </a:cubicBezTo>
                    <a:cubicBezTo>
                      <a:pt x="241" y="578"/>
                      <a:pt x="241" y="514"/>
                      <a:pt x="206" y="486"/>
                    </a:cubicBezTo>
                    <a:cubicBezTo>
                      <a:pt x="206" y="401"/>
                      <a:pt x="177" y="337"/>
                      <a:pt x="206" y="281"/>
                    </a:cubicBezTo>
                    <a:cubicBezTo>
                      <a:pt x="206" y="224"/>
                      <a:pt x="241" y="132"/>
                      <a:pt x="298" y="104"/>
                    </a:cubicBezTo>
                    <a:cubicBezTo>
                      <a:pt x="317" y="104"/>
                      <a:pt x="335" y="91"/>
                      <a:pt x="354" y="91"/>
                    </a:cubicBezTo>
                    <a:cubicBezTo>
                      <a:pt x="364" y="91"/>
                      <a:pt x="373" y="94"/>
                      <a:pt x="383" y="104"/>
                    </a:cubicBezTo>
                    <a:lnTo>
                      <a:pt x="383" y="12"/>
                    </a:lnTo>
                    <a:cubicBezTo>
                      <a:pt x="374" y="4"/>
                      <a:pt x="364" y="0"/>
                      <a:pt x="3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71"/>
              <p:cNvSpPr/>
              <p:nvPr/>
            </p:nvSpPr>
            <p:spPr>
              <a:xfrm>
                <a:off x="5128133" y="2602229"/>
                <a:ext cx="10058" cy="55062"/>
              </a:xfrm>
              <a:custGeom>
                <a:avLst/>
                <a:gdLst/>
                <a:ahLst/>
                <a:cxnLst/>
                <a:rect l="l" t="t" r="r" b="b"/>
                <a:pathLst>
                  <a:path w="291" h="1593" extrusionOk="0">
                    <a:moveTo>
                      <a:pt x="206" y="1"/>
                    </a:moveTo>
                    <a:cubicBezTo>
                      <a:pt x="1" y="503"/>
                      <a:pt x="1" y="1090"/>
                      <a:pt x="206" y="1592"/>
                    </a:cubicBezTo>
                    <a:lnTo>
                      <a:pt x="291" y="1564"/>
                    </a:lnTo>
                    <a:cubicBezTo>
                      <a:pt x="86" y="1090"/>
                      <a:pt x="86" y="531"/>
                      <a:pt x="291" y="29"/>
                    </a:cubicBez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71"/>
              <p:cNvSpPr/>
              <p:nvPr/>
            </p:nvSpPr>
            <p:spPr>
              <a:xfrm>
                <a:off x="5111749" y="2601261"/>
                <a:ext cx="14241" cy="64084"/>
              </a:xfrm>
              <a:custGeom>
                <a:avLst/>
                <a:gdLst/>
                <a:ahLst/>
                <a:cxnLst/>
                <a:rect l="l" t="t" r="r" b="b"/>
                <a:pathLst>
                  <a:path w="412" h="1854" extrusionOk="0">
                    <a:moveTo>
                      <a:pt x="263" y="0"/>
                    </a:moveTo>
                    <a:lnTo>
                      <a:pt x="263" y="0"/>
                    </a:lnTo>
                    <a:cubicBezTo>
                      <a:pt x="1" y="587"/>
                      <a:pt x="29" y="1295"/>
                      <a:pt x="326" y="1854"/>
                    </a:cubicBezTo>
                    <a:lnTo>
                      <a:pt x="411" y="1825"/>
                    </a:lnTo>
                    <a:cubicBezTo>
                      <a:pt x="121" y="1267"/>
                      <a:pt x="86" y="587"/>
                      <a:pt x="354" y="29"/>
                    </a:cubicBezTo>
                    <a:lnTo>
                      <a:pt x="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8" name="Google Shape;2628;p71"/>
            <p:cNvGrpSpPr/>
            <p:nvPr/>
          </p:nvGrpSpPr>
          <p:grpSpPr>
            <a:xfrm>
              <a:off x="3039177" y="1582153"/>
              <a:ext cx="1761889" cy="1511082"/>
              <a:chOff x="4014029" y="2295956"/>
              <a:chExt cx="578826" cy="496429"/>
            </a:xfrm>
          </p:grpSpPr>
          <p:sp>
            <p:nvSpPr>
              <p:cNvPr id="2629" name="Google Shape;2629;p71"/>
              <p:cNvSpPr/>
              <p:nvPr/>
            </p:nvSpPr>
            <p:spPr>
              <a:xfrm>
                <a:off x="4045588" y="2295956"/>
                <a:ext cx="547268" cy="457537"/>
              </a:xfrm>
              <a:custGeom>
                <a:avLst/>
                <a:gdLst/>
                <a:ahLst/>
                <a:cxnLst/>
                <a:rect l="l" t="t" r="r" b="b"/>
                <a:pathLst>
                  <a:path w="15833" h="13237" extrusionOk="0">
                    <a:moveTo>
                      <a:pt x="0" y="0"/>
                    </a:moveTo>
                    <a:lnTo>
                      <a:pt x="0" y="13237"/>
                    </a:lnTo>
                    <a:lnTo>
                      <a:pt x="15832" y="13237"/>
                    </a:lnTo>
                    <a:lnTo>
                      <a:pt x="15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71"/>
              <p:cNvSpPr/>
              <p:nvPr/>
            </p:nvSpPr>
            <p:spPr>
              <a:xfrm>
                <a:off x="4014029" y="2447805"/>
                <a:ext cx="4182" cy="21569"/>
              </a:xfrm>
              <a:custGeom>
                <a:avLst/>
                <a:gdLst/>
                <a:ahLst/>
                <a:cxnLst/>
                <a:rect l="l" t="t" r="r" b="b"/>
                <a:pathLst>
                  <a:path w="121" h="624" extrusionOk="0">
                    <a:moveTo>
                      <a:pt x="0" y="1"/>
                    </a:moveTo>
                    <a:lnTo>
                      <a:pt x="0" y="623"/>
                    </a:lnTo>
                    <a:lnTo>
                      <a:pt x="121" y="623"/>
                    </a:lnTo>
                    <a:lnTo>
                      <a:pt x="12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71"/>
              <p:cNvSpPr/>
              <p:nvPr/>
            </p:nvSpPr>
            <p:spPr>
              <a:xfrm>
                <a:off x="4014029" y="2485481"/>
                <a:ext cx="23504" cy="300785"/>
              </a:xfrm>
              <a:custGeom>
                <a:avLst/>
                <a:gdLst/>
                <a:ahLst/>
                <a:cxnLst/>
                <a:rect l="l" t="t" r="r" b="b"/>
                <a:pathLst>
                  <a:path w="680" h="8702" extrusionOk="0">
                    <a:moveTo>
                      <a:pt x="0" y="0"/>
                    </a:moveTo>
                    <a:cubicBezTo>
                      <a:pt x="29" y="2865"/>
                      <a:pt x="121" y="8581"/>
                      <a:pt x="149" y="8638"/>
                    </a:cubicBezTo>
                    <a:lnTo>
                      <a:pt x="149" y="8702"/>
                    </a:lnTo>
                    <a:lnTo>
                      <a:pt x="680" y="8702"/>
                    </a:lnTo>
                    <a:lnTo>
                      <a:pt x="680" y="8581"/>
                    </a:lnTo>
                    <a:lnTo>
                      <a:pt x="234" y="8581"/>
                    </a:lnTo>
                    <a:cubicBezTo>
                      <a:pt x="234" y="7959"/>
                      <a:pt x="149" y="2717"/>
                      <a:pt x="1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71"/>
              <p:cNvSpPr/>
              <p:nvPr/>
            </p:nvSpPr>
            <p:spPr>
              <a:xfrm>
                <a:off x="4558097" y="2394988"/>
                <a:ext cx="7155" cy="386160"/>
              </a:xfrm>
              <a:custGeom>
                <a:avLst/>
                <a:gdLst/>
                <a:ahLst/>
                <a:cxnLst/>
                <a:rect l="l" t="t" r="r" b="b"/>
                <a:pathLst>
                  <a:path w="207" h="11172" extrusionOk="0">
                    <a:moveTo>
                      <a:pt x="93" y="1"/>
                    </a:moveTo>
                    <a:lnTo>
                      <a:pt x="1" y="11171"/>
                    </a:lnTo>
                    <a:lnTo>
                      <a:pt x="121" y="11171"/>
                    </a:lnTo>
                    <a:lnTo>
                      <a:pt x="2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71"/>
              <p:cNvSpPr/>
              <p:nvPr/>
            </p:nvSpPr>
            <p:spPr>
              <a:xfrm>
                <a:off x="4376660" y="2313309"/>
                <a:ext cx="189554" cy="42826"/>
              </a:xfrm>
              <a:custGeom>
                <a:avLst/>
                <a:gdLst/>
                <a:ahLst/>
                <a:cxnLst/>
                <a:rect l="l" t="t" r="r" b="b"/>
                <a:pathLst>
                  <a:path w="5484" h="1239" extrusionOk="0">
                    <a:moveTo>
                      <a:pt x="1" y="1"/>
                    </a:moveTo>
                    <a:lnTo>
                      <a:pt x="1" y="121"/>
                    </a:lnTo>
                    <a:lnTo>
                      <a:pt x="5370" y="121"/>
                    </a:lnTo>
                    <a:lnTo>
                      <a:pt x="5342" y="1239"/>
                    </a:lnTo>
                    <a:lnTo>
                      <a:pt x="5455" y="1239"/>
                    </a:lnTo>
                    <a:lnTo>
                      <a:pt x="54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71"/>
              <p:cNvSpPr/>
              <p:nvPr/>
            </p:nvSpPr>
            <p:spPr>
              <a:xfrm>
                <a:off x="4014029" y="2349015"/>
                <a:ext cx="5185" cy="52124"/>
              </a:xfrm>
              <a:custGeom>
                <a:avLst/>
                <a:gdLst/>
                <a:ahLst/>
                <a:cxnLst/>
                <a:rect l="l" t="t" r="r" b="b"/>
                <a:pathLst>
                  <a:path w="150" h="1508" extrusionOk="0">
                    <a:moveTo>
                      <a:pt x="29" y="1"/>
                    </a:moveTo>
                    <a:cubicBezTo>
                      <a:pt x="29" y="588"/>
                      <a:pt x="29" y="1062"/>
                      <a:pt x="0" y="1507"/>
                    </a:cubicBezTo>
                    <a:lnTo>
                      <a:pt x="121" y="1507"/>
                    </a:lnTo>
                    <a:cubicBezTo>
                      <a:pt x="149" y="1062"/>
                      <a:pt x="149" y="588"/>
                      <a:pt x="1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71"/>
              <p:cNvSpPr/>
              <p:nvPr/>
            </p:nvSpPr>
            <p:spPr>
              <a:xfrm>
                <a:off x="4084440" y="2333875"/>
                <a:ext cx="136497" cy="136463"/>
              </a:xfrm>
              <a:custGeom>
                <a:avLst/>
                <a:gdLst/>
                <a:ahLst/>
                <a:cxnLst/>
                <a:rect l="l" t="t" r="r" b="b"/>
                <a:pathLst>
                  <a:path w="3949" h="3948" extrusionOk="0">
                    <a:moveTo>
                      <a:pt x="1975" y="113"/>
                    </a:moveTo>
                    <a:cubicBezTo>
                      <a:pt x="3007" y="113"/>
                      <a:pt x="3828" y="941"/>
                      <a:pt x="3828" y="1974"/>
                    </a:cubicBezTo>
                    <a:cubicBezTo>
                      <a:pt x="3828" y="3007"/>
                      <a:pt x="3007" y="3827"/>
                      <a:pt x="1975" y="3827"/>
                    </a:cubicBezTo>
                    <a:cubicBezTo>
                      <a:pt x="942" y="3827"/>
                      <a:pt x="114" y="3007"/>
                      <a:pt x="114" y="1974"/>
                    </a:cubicBezTo>
                    <a:cubicBezTo>
                      <a:pt x="114" y="941"/>
                      <a:pt x="942" y="113"/>
                      <a:pt x="1975" y="113"/>
                    </a:cubicBezTo>
                    <a:close/>
                    <a:moveTo>
                      <a:pt x="1975" y="0"/>
                    </a:moveTo>
                    <a:cubicBezTo>
                      <a:pt x="885" y="0"/>
                      <a:pt x="1" y="884"/>
                      <a:pt x="1" y="1974"/>
                    </a:cubicBezTo>
                    <a:cubicBezTo>
                      <a:pt x="1" y="3063"/>
                      <a:pt x="885" y="3948"/>
                      <a:pt x="1975" y="3948"/>
                    </a:cubicBezTo>
                    <a:cubicBezTo>
                      <a:pt x="3064" y="3948"/>
                      <a:pt x="3948" y="3063"/>
                      <a:pt x="3948" y="1974"/>
                    </a:cubicBezTo>
                    <a:cubicBezTo>
                      <a:pt x="3948" y="884"/>
                      <a:pt x="3064" y="0"/>
                      <a:pt x="19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71"/>
              <p:cNvSpPr/>
              <p:nvPr/>
            </p:nvSpPr>
            <p:spPr>
              <a:xfrm>
                <a:off x="4115999" y="2365399"/>
                <a:ext cx="73381" cy="73381"/>
              </a:xfrm>
              <a:custGeom>
                <a:avLst/>
                <a:gdLst/>
                <a:ahLst/>
                <a:cxnLst/>
                <a:rect l="l" t="t" r="r" b="b"/>
                <a:pathLst>
                  <a:path w="2123" h="2123" extrusionOk="0">
                    <a:moveTo>
                      <a:pt x="1062" y="1"/>
                    </a:moveTo>
                    <a:cubicBezTo>
                      <a:pt x="467" y="1"/>
                      <a:pt x="0" y="468"/>
                      <a:pt x="0" y="1062"/>
                    </a:cubicBezTo>
                    <a:cubicBezTo>
                      <a:pt x="0" y="1649"/>
                      <a:pt x="467" y="2123"/>
                      <a:pt x="1062" y="2123"/>
                    </a:cubicBezTo>
                    <a:cubicBezTo>
                      <a:pt x="1649" y="2123"/>
                      <a:pt x="2123" y="1649"/>
                      <a:pt x="2123" y="1062"/>
                    </a:cubicBezTo>
                    <a:cubicBezTo>
                      <a:pt x="2123" y="468"/>
                      <a:pt x="1649" y="1"/>
                      <a:pt x="10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71"/>
              <p:cNvSpPr/>
              <p:nvPr/>
            </p:nvSpPr>
            <p:spPr>
              <a:xfrm>
                <a:off x="4310639" y="2415278"/>
                <a:ext cx="24507" cy="24507"/>
              </a:xfrm>
              <a:custGeom>
                <a:avLst/>
                <a:gdLst/>
                <a:ahLst/>
                <a:cxnLst/>
                <a:rect l="l" t="t" r="r" b="b"/>
                <a:pathLst>
                  <a:path w="709" h="709" extrusionOk="0">
                    <a:moveTo>
                      <a:pt x="616" y="121"/>
                    </a:moveTo>
                    <a:lnTo>
                      <a:pt x="616" y="616"/>
                    </a:lnTo>
                    <a:lnTo>
                      <a:pt x="114" y="616"/>
                    </a:lnTo>
                    <a:lnTo>
                      <a:pt x="114" y="121"/>
                    </a:lnTo>
                    <a:close/>
                    <a:moveTo>
                      <a:pt x="1" y="1"/>
                    </a:moveTo>
                    <a:lnTo>
                      <a:pt x="1" y="708"/>
                    </a:lnTo>
                    <a:lnTo>
                      <a:pt x="708" y="708"/>
                    </a:lnTo>
                    <a:lnTo>
                      <a:pt x="7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71"/>
              <p:cNvSpPr/>
              <p:nvPr/>
            </p:nvSpPr>
            <p:spPr>
              <a:xfrm>
                <a:off x="4347314" y="2413342"/>
                <a:ext cx="46732" cy="26442"/>
              </a:xfrm>
              <a:custGeom>
                <a:avLst/>
                <a:gdLst/>
                <a:ahLst/>
                <a:cxnLst/>
                <a:rect l="l" t="t" r="r" b="b"/>
                <a:pathLst>
                  <a:path w="1352" h="765" extrusionOk="0">
                    <a:moveTo>
                      <a:pt x="708" y="142"/>
                    </a:moveTo>
                    <a:lnTo>
                      <a:pt x="1119" y="672"/>
                    </a:lnTo>
                    <a:lnTo>
                      <a:pt x="263" y="672"/>
                    </a:lnTo>
                    <a:lnTo>
                      <a:pt x="708" y="142"/>
                    </a:lnTo>
                    <a:close/>
                    <a:moveTo>
                      <a:pt x="708" y="0"/>
                    </a:moveTo>
                    <a:lnTo>
                      <a:pt x="1" y="764"/>
                    </a:lnTo>
                    <a:lnTo>
                      <a:pt x="1352" y="764"/>
                    </a:lnTo>
                    <a:lnTo>
                      <a:pt x="70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71"/>
              <p:cNvSpPr/>
              <p:nvPr/>
            </p:nvSpPr>
            <p:spPr>
              <a:xfrm>
                <a:off x="4402343" y="2413342"/>
                <a:ext cx="28412" cy="28378"/>
              </a:xfrm>
              <a:custGeom>
                <a:avLst/>
                <a:gdLst/>
                <a:ahLst/>
                <a:cxnLst/>
                <a:rect l="l" t="t" r="r" b="b"/>
                <a:pathLst>
                  <a:path w="822" h="821" extrusionOk="0">
                    <a:moveTo>
                      <a:pt x="736" y="0"/>
                    </a:moveTo>
                    <a:lnTo>
                      <a:pt x="1" y="736"/>
                    </a:lnTo>
                    <a:lnTo>
                      <a:pt x="85" y="821"/>
                    </a:lnTo>
                    <a:lnTo>
                      <a:pt x="821" y="57"/>
                    </a:lnTo>
                    <a:lnTo>
                      <a:pt x="73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71"/>
              <p:cNvSpPr/>
              <p:nvPr/>
            </p:nvSpPr>
            <p:spPr>
              <a:xfrm>
                <a:off x="4417517" y="2413342"/>
                <a:ext cx="27652" cy="28378"/>
              </a:xfrm>
              <a:custGeom>
                <a:avLst/>
                <a:gdLst/>
                <a:ahLst/>
                <a:cxnLst/>
                <a:rect l="l" t="t" r="r" b="b"/>
                <a:pathLst>
                  <a:path w="800" h="821" extrusionOk="0">
                    <a:moveTo>
                      <a:pt x="736" y="0"/>
                    </a:moveTo>
                    <a:lnTo>
                      <a:pt x="0" y="736"/>
                    </a:lnTo>
                    <a:lnTo>
                      <a:pt x="57" y="821"/>
                    </a:lnTo>
                    <a:lnTo>
                      <a:pt x="800" y="57"/>
                    </a:lnTo>
                    <a:lnTo>
                      <a:pt x="73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71"/>
              <p:cNvSpPr/>
              <p:nvPr/>
            </p:nvSpPr>
            <p:spPr>
              <a:xfrm>
                <a:off x="4455160" y="2412098"/>
                <a:ext cx="8365" cy="27687"/>
              </a:xfrm>
              <a:custGeom>
                <a:avLst/>
                <a:gdLst/>
                <a:ahLst/>
                <a:cxnLst/>
                <a:rect l="l" t="t" r="r" b="b"/>
                <a:pathLst>
                  <a:path w="242" h="801" extrusionOk="0">
                    <a:moveTo>
                      <a:pt x="1" y="1"/>
                    </a:moveTo>
                    <a:lnTo>
                      <a:pt x="1" y="64"/>
                    </a:lnTo>
                    <a:lnTo>
                      <a:pt x="29" y="64"/>
                    </a:lnTo>
                    <a:cubicBezTo>
                      <a:pt x="64" y="64"/>
                      <a:pt x="93" y="93"/>
                      <a:pt x="93" y="121"/>
                    </a:cubicBezTo>
                    <a:lnTo>
                      <a:pt x="93" y="298"/>
                    </a:lnTo>
                    <a:cubicBezTo>
                      <a:pt x="93" y="355"/>
                      <a:pt x="93" y="390"/>
                      <a:pt x="121" y="390"/>
                    </a:cubicBezTo>
                    <a:cubicBezTo>
                      <a:pt x="93" y="390"/>
                      <a:pt x="93" y="418"/>
                      <a:pt x="93" y="475"/>
                    </a:cubicBezTo>
                    <a:lnTo>
                      <a:pt x="93" y="652"/>
                    </a:lnTo>
                    <a:cubicBezTo>
                      <a:pt x="93" y="680"/>
                      <a:pt x="64" y="708"/>
                      <a:pt x="29" y="708"/>
                    </a:cubicBezTo>
                    <a:lnTo>
                      <a:pt x="1" y="708"/>
                    </a:lnTo>
                    <a:lnTo>
                      <a:pt x="1" y="800"/>
                    </a:lnTo>
                    <a:lnTo>
                      <a:pt x="29" y="800"/>
                    </a:lnTo>
                    <a:cubicBezTo>
                      <a:pt x="121" y="800"/>
                      <a:pt x="177" y="744"/>
                      <a:pt x="177" y="652"/>
                    </a:cubicBezTo>
                    <a:lnTo>
                      <a:pt x="177" y="475"/>
                    </a:lnTo>
                    <a:cubicBezTo>
                      <a:pt x="177" y="446"/>
                      <a:pt x="177" y="418"/>
                      <a:pt x="206" y="418"/>
                    </a:cubicBezTo>
                    <a:lnTo>
                      <a:pt x="241" y="418"/>
                    </a:lnTo>
                    <a:lnTo>
                      <a:pt x="241" y="355"/>
                    </a:lnTo>
                    <a:lnTo>
                      <a:pt x="206" y="355"/>
                    </a:lnTo>
                    <a:cubicBezTo>
                      <a:pt x="177" y="355"/>
                      <a:pt x="177" y="326"/>
                      <a:pt x="177" y="298"/>
                    </a:cubicBezTo>
                    <a:lnTo>
                      <a:pt x="177" y="121"/>
                    </a:lnTo>
                    <a:cubicBezTo>
                      <a:pt x="177" y="36"/>
                      <a:pt x="121" y="1"/>
                      <a:pt x="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71"/>
              <p:cNvSpPr/>
              <p:nvPr/>
            </p:nvSpPr>
            <p:spPr>
              <a:xfrm>
                <a:off x="4472512" y="2411130"/>
                <a:ext cx="19356" cy="30590"/>
              </a:xfrm>
              <a:custGeom>
                <a:avLst/>
                <a:gdLst/>
                <a:ahLst/>
                <a:cxnLst/>
                <a:rect l="l" t="t" r="r" b="b"/>
                <a:pathLst>
                  <a:path w="560" h="885" extrusionOk="0">
                    <a:moveTo>
                      <a:pt x="270" y="121"/>
                    </a:moveTo>
                    <a:cubicBezTo>
                      <a:pt x="355" y="121"/>
                      <a:pt x="447" y="269"/>
                      <a:pt x="447" y="446"/>
                    </a:cubicBezTo>
                    <a:cubicBezTo>
                      <a:pt x="447" y="651"/>
                      <a:pt x="355" y="772"/>
                      <a:pt x="270" y="772"/>
                    </a:cubicBezTo>
                    <a:cubicBezTo>
                      <a:pt x="178" y="772"/>
                      <a:pt x="93" y="651"/>
                      <a:pt x="93" y="446"/>
                    </a:cubicBezTo>
                    <a:cubicBezTo>
                      <a:pt x="93" y="269"/>
                      <a:pt x="178" y="121"/>
                      <a:pt x="270" y="121"/>
                    </a:cubicBezTo>
                    <a:close/>
                    <a:moveTo>
                      <a:pt x="270" y="1"/>
                    </a:moveTo>
                    <a:cubicBezTo>
                      <a:pt x="121" y="1"/>
                      <a:pt x="1" y="206"/>
                      <a:pt x="1" y="446"/>
                    </a:cubicBezTo>
                    <a:cubicBezTo>
                      <a:pt x="1" y="708"/>
                      <a:pt x="121" y="885"/>
                      <a:pt x="270" y="885"/>
                    </a:cubicBezTo>
                    <a:cubicBezTo>
                      <a:pt x="447" y="885"/>
                      <a:pt x="560" y="708"/>
                      <a:pt x="560" y="446"/>
                    </a:cubicBezTo>
                    <a:cubicBezTo>
                      <a:pt x="560" y="206"/>
                      <a:pt x="447" y="1"/>
                      <a:pt x="2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71"/>
              <p:cNvSpPr/>
              <p:nvPr/>
            </p:nvSpPr>
            <p:spPr>
              <a:xfrm>
                <a:off x="4496016" y="2411130"/>
                <a:ext cx="19322" cy="30590"/>
              </a:xfrm>
              <a:custGeom>
                <a:avLst/>
                <a:gdLst/>
                <a:ahLst/>
                <a:cxnLst/>
                <a:rect l="l" t="t" r="r" b="b"/>
                <a:pathLst>
                  <a:path w="559" h="885" extrusionOk="0">
                    <a:moveTo>
                      <a:pt x="262" y="121"/>
                    </a:moveTo>
                    <a:cubicBezTo>
                      <a:pt x="354" y="121"/>
                      <a:pt x="439" y="269"/>
                      <a:pt x="439" y="446"/>
                    </a:cubicBezTo>
                    <a:cubicBezTo>
                      <a:pt x="439" y="651"/>
                      <a:pt x="354" y="772"/>
                      <a:pt x="262" y="772"/>
                    </a:cubicBezTo>
                    <a:cubicBezTo>
                      <a:pt x="205" y="772"/>
                      <a:pt x="85" y="651"/>
                      <a:pt x="85" y="446"/>
                    </a:cubicBezTo>
                    <a:cubicBezTo>
                      <a:pt x="85" y="269"/>
                      <a:pt x="205" y="121"/>
                      <a:pt x="262" y="121"/>
                    </a:cubicBezTo>
                    <a:close/>
                    <a:moveTo>
                      <a:pt x="262" y="1"/>
                    </a:moveTo>
                    <a:cubicBezTo>
                      <a:pt x="120" y="1"/>
                      <a:pt x="0" y="206"/>
                      <a:pt x="0" y="446"/>
                    </a:cubicBezTo>
                    <a:cubicBezTo>
                      <a:pt x="0" y="708"/>
                      <a:pt x="120" y="885"/>
                      <a:pt x="262" y="885"/>
                    </a:cubicBezTo>
                    <a:cubicBezTo>
                      <a:pt x="439" y="885"/>
                      <a:pt x="559" y="708"/>
                      <a:pt x="559" y="446"/>
                    </a:cubicBezTo>
                    <a:cubicBezTo>
                      <a:pt x="559" y="206"/>
                      <a:pt x="439" y="1"/>
                      <a:pt x="2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71"/>
              <p:cNvSpPr/>
              <p:nvPr/>
            </p:nvSpPr>
            <p:spPr>
              <a:xfrm>
                <a:off x="4113786" y="2557862"/>
                <a:ext cx="75594" cy="234524"/>
              </a:xfrm>
              <a:custGeom>
                <a:avLst/>
                <a:gdLst/>
                <a:ahLst/>
                <a:cxnLst/>
                <a:rect l="l" t="t" r="r" b="b"/>
                <a:pathLst>
                  <a:path w="2187" h="6785" extrusionOk="0">
                    <a:moveTo>
                      <a:pt x="1126" y="120"/>
                    </a:moveTo>
                    <a:cubicBezTo>
                      <a:pt x="1656" y="120"/>
                      <a:pt x="2067" y="531"/>
                      <a:pt x="2067" y="1061"/>
                    </a:cubicBezTo>
                    <a:lnTo>
                      <a:pt x="2067" y="5723"/>
                    </a:lnTo>
                    <a:cubicBezTo>
                      <a:pt x="2067" y="6254"/>
                      <a:pt x="1656" y="6664"/>
                      <a:pt x="1126" y="6664"/>
                    </a:cubicBezTo>
                    <a:lnTo>
                      <a:pt x="1062" y="6664"/>
                    </a:lnTo>
                    <a:cubicBezTo>
                      <a:pt x="567" y="6664"/>
                      <a:pt x="121" y="6254"/>
                      <a:pt x="121" y="5723"/>
                    </a:cubicBezTo>
                    <a:lnTo>
                      <a:pt x="121" y="1061"/>
                    </a:lnTo>
                    <a:cubicBezTo>
                      <a:pt x="121" y="531"/>
                      <a:pt x="567" y="120"/>
                      <a:pt x="1062" y="120"/>
                    </a:cubicBezTo>
                    <a:close/>
                    <a:moveTo>
                      <a:pt x="1062" y="0"/>
                    </a:moveTo>
                    <a:cubicBezTo>
                      <a:pt x="475" y="0"/>
                      <a:pt x="1" y="474"/>
                      <a:pt x="1" y="1061"/>
                    </a:cubicBezTo>
                    <a:lnTo>
                      <a:pt x="1" y="5723"/>
                    </a:lnTo>
                    <a:cubicBezTo>
                      <a:pt x="1" y="6310"/>
                      <a:pt x="475" y="6784"/>
                      <a:pt x="1062" y="6784"/>
                    </a:cubicBezTo>
                    <a:lnTo>
                      <a:pt x="1126" y="6784"/>
                    </a:lnTo>
                    <a:cubicBezTo>
                      <a:pt x="1713" y="6784"/>
                      <a:pt x="2187" y="6310"/>
                      <a:pt x="2187" y="5723"/>
                    </a:cubicBezTo>
                    <a:lnTo>
                      <a:pt x="2187" y="1061"/>
                    </a:lnTo>
                    <a:cubicBezTo>
                      <a:pt x="2187" y="474"/>
                      <a:pt x="1713" y="0"/>
                      <a:pt x="11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71"/>
              <p:cNvSpPr/>
              <p:nvPr/>
            </p:nvSpPr>
            <p:spPr>
              <a:xfrm>
                <a:off x="4258549" y="2313309"/>
                <a:ext cx="92703" cy="4217"/>
              </a:xfrm>
              <a:custGeom>
                <a:avLst/>
                <a:gdLst/>
                <a:ahLst/>
                <a:cxnLst/>
                <a:rect l="l" t="t" r="r" b="b"/>
                <a:pathLst>
                  <a:path w="2682" h="122" extrusionOk="0">
                    <a:moveTo>
                      <a:pt x="1" y="1"/>
                    </a:moveTo>
                    <a:lnTo>
                      <a:pt x="1" y="121"/>
                    </a:lnTo>
                    <a:lnTo>
                      <a:pt x="2682" y="121"/>
                    </a:lnTo>
                    <a:lnTo>
                      <a:pt x="268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71"/>
              <p:cNvSpPr/>
              <p:nvPr/>
            </p:nvSpPr>
            <p:spPr>
              <a:xfrm>
                <a:off x="4095466" y="2313309"/>
                <a:ext cx="137707" cy="6153"/>
              </a:xfrm>
              <a:custGeom>
                <a:avLst/>
                <a:gdLst/>
                <a:ahLst/>
                <a:cxnLst/>
                <a:rect l="l" t="t" r="r" b="b"/>
                <a:pathLst>
                  <a:path w="3984" h="178" extrusionOk="0">
                    <a:moveTo>
                      <a:pt x="3983" y="1"/>
                    </a:moveTo>
                    <a:lnTo>
                      <a:pt x="0" y="64"/>
                    </a:lnTo>
                    <a:lnTo>
                      <a:pt x="0" y="178"/>
                    </a:lnTo>
                    <a:lnTo>
                      <a:pt x="3983" y="121"/>
                    </a:lnTo>
                    <a:lnTo>
                      <a:pt x="39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7" name="Google Shape;2647;p71"/>
            <p:cNvGrpSpPr/>
            <p:nvPr/>
          </p:nvGrpSpPr>
          <p:grpSpPr>
            <a:xfrm>
              <a:off x="3788953" y="1869154"/>
              <a:ext cx="2304469" cy="1767886"/>
              <a:chOff x="4687475" y="2211500"/>
              <a:chExt cx="547575" cy="420075"/>
            </a:xfrm>
          </p:grpSpPr>
          <p:sp>
            <p:nvSpPr>
              <p:cNvPr id="2648" name="Google Shape;2648;p71"/>
              <p:cNvSpPr/>
              <p:nvPr/>
            </p:nvSpPr>
            <p:spPr>
              <a:xfrm>
                <a:off x="4687475" y="2211500"/>
                <a:ext cx="547575" cy="420075"/>
              </a:xfrm>
              <a:custGeom>
                <a:avLst/>
                <a:gdLst/>
                <a:ahLst/>
                <a:cxnLst/>
                <a:rect l="l" t="t" r="r" b="b"/>
                <a:pathLst>
                  <a:path w="21903" h="16803" extrusionOk="0">
                    <a:moveTo>
                      <a:pt x="12239" y="1"/>
                    </a:moveTo>
                    <a:lnTo>
                      <a:pt x="8879" y="3276"/>
                    </a:lnTo>
                    <a:lnTo>
                      <a:pt x="0" y="3276"/>
                    </a:lnTo>
                    <a:lnTo>
                      <a:pt x="0" y="16802"/>
                    </a:lnTo>
                    <a:lnTo>
                      <a:pt x="18542" y="16802"/>
                    </a:lnTo>
                    <a:lnTo>
                      <a:pt x="21903" y="13209"/>
                    </a:lnTo>
                    <a:lnTo>
                      <a:pt x="1223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71"/>
              <p:cNvSpPr/>
              <p:nvPr/>
            </p:nvSpPr>
            <p:spPr>
              <a:xfrm>
                <a:off x="4910850" y="2289675"/>
                <a:ext cx="252750" cy="331650"/>
              </a:xfrm>
              <a:custGeom>
                <a:avLst/>
                <a:gdLst/>
                <a:ahLst/>
                <a:cxnLst/>
                <a:rect l="l" t="t" r="r" b="b"/>
                <a:pathLst>
                  <a:path w="10110" h="13266" extrusionOk="0">
                    <a:moveTo>
                      <a:pt x="0" y="1"/>
                    </a:moveTo>
                    <a:lnTo>
                      <a:pt x="0" y="13265"/>
                    </a:lnTo>
                    <a:lnTo>
                      <a:pt x="10110" y="13265"/>
                    </a:lnTo>
                    <a:lnTo>
                      <a:pt x="10110" y="13145"/>
                    </a:lnTo>
                    <a:lnTo>
                      <a:pt x="121" y="13145"/>
                    </a:lnTo>
                    <a:lnTo>
                      <a:pt x="12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71"/>
              <p:cNvSpPr/>
              <p:nvPr/>
            </p:nvSpPr>
            <p:spPr>
              <a:xfrm>
                <a:off x="4938075" y="2261725"/>
                <a:ext cx="252050" cy="331650"/>
              </a:xfrm>
              <a:custGeom>
                <a:avLst/>
                <a:gdLst/>
                <a:ahLst/>
                <a:cxnLst/>
                <a:rect l="l" t="t" r="r" b="b"/>
                <a:pathLst>
                  <a:path w="10082" h="13266" extrusionOk="0">
                    <a:moveTo>
                      <a:pt x="1" y="1"/>
                    </a:moveTo>
                    <a:lnTo>
                      <a:pt x="1" y="13265"/>
                    </a:lnTo>
                    <a:lnTo>
                      <a:pt x="10082" y="13265"/>
                    </a:lnTo>
                    <a:lnTo>
                      <a:pt x="10082" y="13145"/>
                    </a:lnTo>
                    <a:lnTo>
                      <a:pt x="121" y="13145"/>
                    </a:lnTo>
                    <a:lnTo>
                      <a:pt x="12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71"/>
              <p:cNvSpPr/>
              <p:nvPr/>
            </p:nvSpPr>
            <p:spPr>
              <a:xfrm>
                <a:off x="4964600" y="2232900"/>
                <a:ext cx="252775" cy="332350"/>
              </a:xfrm>
              <a:custGeom>
                <a:avLst/>
                <a:gdLst/>
                <a:ahLst/>
                <a:cxnLst/>
                <a:rect l="l" t="t" r="r" b="b"/>
                <a:pathLst>
                  <a:path w="10111" h="13294" extrusionOk="0">
                    <a:moveTo>
                      <a:pt x="1" y="1"/>
                    </a:moveTo>
                    <a:lnTo>
                      <a:pt x="1" y="13294"/>
                    </a:lnTo>
                    <a:lnTo>
                      <a:pt x="10110" y="13294"/>
                    </a:lnTo>
                    <a:lnTo>
                      <a:pt x="10110" y="13180"/>
                    </a:lnTo>
                    <a:lnTo>
                      <a:pt x="121" y="13180"/>
                    </a:lnTo>
                    <a:lnTo>
                      <a:pt x="12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71"/>
              <p:cNvSpPr/>
              <p:nvPr/>
            </p:nvSpPr>
            <p:spPr>
              <a:xfrm>
                <a:off x="4993450" y="2211500"/>
                <a:ext cx="241600" cy="330225"/>
              </a:xfrm>
              <a:custGeom>
                <a:avLst/>
                <a:gdLst/>
                <a:ahLst/>
                <a:cxnLst/>
                <a:rect l="l" t="t" r="r" b="b"/>
                <a:pathLst>
                  <a:path w="9664" h="13209" extrusionOk="0">
                    <a:moveTo>
                      <a:pt x="0" y="1"/>
                    </a:moveTo>
                    <a:lnTo>
                      <a:pt x="0" y="13209"/>
                    </a:lnTo>
                    <a:lnTo>
                      <a:pt x="9664" y="13209"/>
                    </a:lnTo>
                    <a:lnTo>
                      <a:pt x="96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71"/>
              <p:cNvSpPr/>
              <p:nvPr/>
            </p:nvSpPr>
            <p:spPr>
              <a:xfrm>
                <a:off x="5011125" y="2285250"/>
                <a:ext cx="5150" cy="19125"/>
              </a:xfrm>
              <a:custGeom>
                <a:avLst/>
                <a:gdLst/>
                <a:ahLst/>
                <a:cxnLst/>
                <a:rect l="l" t="t" r="r" b="b"/>
                <a:pathLst>
                  <a:path w="206" h="765" extrusionOk="0">
                    <a:moveTo>
                      <a:pt x="177" y="1"/>
                    </a:moveTo>
                    <a:cubicBezTo>
                      <a:pt x="114" y="57"/>
                      <a:pt x="85" y="121"/>
                      <a:pt x="57" y="178"/>
                    </a:cubicBezTo>
                    <a:cubicBezTo>
                      <a:pt x="29" y="270"/>
                      <a:pt x="0" y="326"/>
                      <a:pt x="0" y="383"/>
                    </a:cubicBezTo>
                    <a:cubicBezTo>
                      <a:pt x="0" y="475"/>
                      <a:pt x="29" y="531"/>
                      <a:pt x="57" y="588"/>
                    </a:cubicBezTo>
                    <a:cubicBezTo>
                      <a:pt x="85" y="652"/>
                      <a:pt x="114" y="708"/>
                      <a:pt x="177" y="765"/>
                    </a:cubicBezTo>
                    <a:lnTo>
                      <a:pt x="206" y="765"/>
                    </a:lnTo>
                    <a:cubicBezTo>
                      <a:pt x="177" y="737"/>
                      <a:pt x="177" y="708"/>
                      <a:pt x="142" y="652"/>
                    </a:cubicBezTo>
                    <a:cubicBezTo>
                      <a:pt x="114" y="623"/>
                      <a:pt x="114" y="560"/>
                      <a:pt x="114" y="531"/>
                    </a:cubicBezTo>
                    <a:cubicBezTo>
                      <a:pt x="85" y="475"/>
                      <a:pt x="85" y="447"/>
                      <a:pt x="85" y="383"/>
                    </a:cubicBezTo>
                    <a:cubicBezTo>
                      <a:pt x="85" y="355"/>
                      <a:pt x="85" y="298"/>
                      <a:pt x="114" y="270"/>
                    </a:cubicBezTo>
                    <a:cubicBezTo>
                      <a:pt x="114" y="206"/>
                      <a:pt x="114" y="178"/>
                      <a:pt x="142" y="121"/>
                    </a:cubicBezTo>
                    <a:cubicBezTo>
                      <a:pt x="177" y="93"/>
                      <a:pt x="177" y="29"/>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71"/>
              <p:cNvSpPr/>
              <p:nvPr/>
            </p:nvSpPr>
            <p:spPr>
              <a:xfrm>
                <a:off x="5019075" y="2285250"/>
                <a:ext cx="4450" cy="19125"/>
              </a:xfrm>
              <a:custGeom>
                <a:avLst/>
                <a:gdLst/>
                <a:ahLst/>
                <a:cxnLst/>
                <a:rect l="l" t="t" r="r" b="b"/>
                <a:pathLst>
                  <a:path w="178" h="765" extrusionOk="0">
                    <a:moveTo>
                      <a:pt x="149" y="1"/>
                    </a:moveTo>
                    <a:cubicBezTo>
                      <a:pt x="93" y="57"/>
                      <a:pt x="65" y="121"/>
                      <a:pt x="36" y="178"/>
                    </a:cubicBezTo>
                    <a:cubicBezTo>
                      <a:pt x="1" y="270"/>
                      <a:pt x="1" y="326"/>
                      <a:pt x="1" y="383"/>
                    </a:cubicBezTo>
                    <a:cubicBezTo>
                      <a:pt x="1" y="475"/>
                      <a:pt x="1" y="531"/>
                      <a:pt x="36" y="588"/>
                    </a:cubicBezTo>
                    <a:cubicBezTo>
                      <a:pt x="65" y="652"/>
                      <a:pt x="93" y="708"/>
                      <a:pt x="149" y="765"/>
                    </a:cubicBezTo>
                    <a:lnTo>
                      <a:pt x="178" y="765"/>
                    </a:lnTo>
                    <a:cubicBezTo>
                      <a:pt x="178" y="737"/>
                      <a:pt x="149" y="708"/>
                      <a:pt x="121" y="652"/>
                    </a:cubicBezTo>
                    <a:cubicBezTo>
                      <a:pt x="121" y="623"/>
                      <a:pt x="93" y="560"/>
                      <a:pt x="93" y="531"/>
                    </a:cubicBezTo>
                    <a:cubicBezTo>
                      <a:pt x="65" y="475"/>
                      <a:pt x="65" y="447"/>
                      <a:pt x="65" y="383"/>
                    </a:cubicBezTo>
                    <a:cubicBezTo>
                      <a:pt x="65" y="355"/>
                      <a:pt x="65" y="298"/>
                      <a:pt x="93" y="270"/>
                    </a:cubicBezTo>
                    <a:cubicBezTo>
                      <a:pt x="93" y="206"/>
                      <a:pt x="121" y="178"/>
                      <a:pt x="121" y="121"/>
                    </a:cubicBezTo>
                    <a:cubicBezTo>
                      <a:pt x="149" y="93"/>
                      <a:pt x="178" y="29"/>
                      <a:pt x="1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71"/>
              <p:cNvSpPr/>
              <p:nvPr/>
            </p:nvSpPr>
            <p:spPr>
              <a:xfrm>
                <a:off x="5027225" y="2289675"/>
                <a:ext cx="2325" cy="11175"/>
              </a:xfrm>
              <a:custGeom>
                <a:avLst/>
                <a:gdLst/>
                <a:ahLst/>
                <a:cxnLst/>
                <a:rect l="l" t="t" r="r" b="b"/>
                <a:pathLst>
                  <a:path w="93" h="447" extrusionOk="0">
                    <a:moveTo>
                      <a:pt x="0" y="1"/>
                    </a:moveTo>
                    <a:lnTo>
                      <a:pt x="0" y="93"/>
                    </a:lnTo>
                    <a:lnTo>
                      <a:pt x="92" y="93"/>
                    </a:lnTo>
                    <a:lnTo>
                      <a:pt x="92" y="1"/>
                    </a:lnTo>
                    <a:close/>
                    <a:moveTo>
                      <a:pt x="0" y="354"/>
                    </a:moveTo>
                    <a:lnTo>
                      <a:pt x="0" y="446"/>
                    </a:lnTo>
                    <a:lnTo>
                      <a:pt x="92" y="446"/>
                    </a:lnTo>
                    <a:lnTo>
                      <a:pt x="92" y="35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71"/>
              <p:cNvSpPr/>
              <p:nvPr/>
            </p:nvSpPr>
            <p:spPr>
              <a:xfrm>
                <a:off x="5036775" y="2285975"/>
                <a:ext cx="9750" cy="15575"/>
              </a:xfrm>
              <a:custGeom>
                <a:avLst/>
                <a:gdLst/>
                <a:ahLst/>
                <a:cxnLst/>
                <a:rect l="l" t="t" r="r" b="b"/>
                <a:pathLst>
                  <a:path w="390" h="623" extrusionOk="0">
                    <a:moveTo>
                      <a:pt x="269" y="92"/>
                    </a:moveTo>
                    <a:cubicBezTo>
                      <a:pt x="297" y="120"/>
                      <a:pt x="297" y="149"/>
                      <a:pt x="297" y="177"/>
                    </a:cubicBezTo>
                    <a:cubicBezTo>
                      <a:pt x="326" y="205"/>
                      <a:pt x="326" y="241"/>
                      <a:pt x="326" y="297"/>
                    </a:cubicBezTo>
                    <a:lnTo>
                      <a:pt x="326" y="326"/>
                    </a:lnTo>
                    <a:cubicBezTo>
                      <a:pt x="326" y="382"/>
                      <a:pt x="326" y="418"/>
                      <a:pt x="297" y="446"/>
                    </a:cubicBezTo>
                    <a:cubicBezTo>
                      <a:pt x="297" y="474"/>
                      <a:pt x="297" y="502"/>
                      <a:pt x="269" y="531"/>
                    </a:cubicBezTo>
                    <a:cubicBezTo>
                      <a:pt x="269" y="531"/>
                      <a:pt x="241" y="559"/>
                      <a:pt x="212" y="559"/>
                    </a:cubicBezTo>
                    <a:cubicBezTo>
                      <a:pt x="177" y="559"/>
                      <a:pt x="149" y="531"/>
                      <a:pt x="121" y="531"/>
                    </a:cubicBezTo>
                    <a:cubicBezTo>
                      <a:pt x="92" y="502"/>
                      <a:pt x="92" y="474"/>
                      <a:pt x="92" y="446"/>
                    </a:cubicBezTo>
                    <a:cubicBezTo>
                      <a:pt x="92" y="418"/>
                      <a:pt x="64" y="382"/>
                      <a:pt x="64" y="326"/>
                    </a:cubicBezTo>
                    <a:lnTo>
                      <a:pt x="64" y="297"/>
                    </a:lnTo>
                    <a:cubicBezTo>
                      <a:pt x="64" y="241"/>
                      <a:pt x="92" y="205"/>
                      <a:pt x="92" y="177"/>
                    </a:cubicBezTo>
                    <a:cubicBezTo>
                      <a:pt x="92" y="149"/>
                      <a:pt x="92" y="120"/>
                      <a:pt x="121" y="92"/>
                    </a:cubicBezTo>
                    <a:close/>
                    <a:moveTo>
                      <a:pt x="212" y="0"/>
                    </a:moveTo>
                    <a:cubicBezTo>
                      <a:pt x="177" y="0"/>
                      <a:pt x="149" y="28"/>
                      <a:pt x="121" y="28"/>
                    </a:cubicBezTo>
                    <a:cubicBezTo>
                      <a:pt x="92" y="28"/>
                      <a:pt x="64" y="64"/>
                      <a:pt x="64" y="92"/>
                    </a:cubicBezTo>
                    <a:cubicBezTo>
                      <a:pt x="36" y="92"/>
                      <a:pt x="36" y="120"/>
                      <a:pt x="0" y="177"/>
                    </a:cubicBezTo>
                    <a:lnTo>
                      <a:pt x="0" y="326"/>
                    </a:lnTo>
                    <a:lnTo>
                      <a:pt x="0" y="474"/>
                    </a:lnTo>
                    <a:cubicBezTo>
                      <a:pt x="36" y="502"/>
                      <a:pt x="36" y="531"/>
                      <a:pt x="64" y="559"/>
                    </a:cubicBezTo>
                    <a:cubicBezTo>
                      <a:pt x="64" y="594"/>
                      <a:pt x="92" y="594"/>
                      <a:pt x="121" y="594"/>
                    </a:cubicBezTo>
                    <a:cubicBezTo>
                      <a:pt x="149" y="623"/>
                      <a:pt x="177" y="623"/>
                      <a:pt x="212" y="623"/>
                    </a:cubicBezTo>
                    <a:cubicBezTo>
                      <a:pt x="241" y="623"/>
                      <a:pt x="269" y="623"/>
                      <a:pt x="297" y="594"/>
                    </a:cubicBezTo>
                    <a:cubicBezTo>
                      <a:pt x="297" y="594"/>
                      <a:pt x="326" y="594"/>
                      <a:pt x="354" y="559"/>
                    </a:cubicBezTo>
                    <a:cubicBezTo>
                      <a:pt x="354" y="531"/>
                      <a:pt x="389" y="502"/>
                      <a:pt x="389" y="474"/>
                    </a:cubicBezTo>
                    <a:lnTo>
                      <a:pt x="389" y="326"/>
                    </a:lnTo>
                    <a:lnTo>
                      <a:pt x="389" y="177"/>
                    </a:lnTo>
                    <a:cubicBezTo>
                      <a:pt x="389" y="120"/>
                      <a:pt x="354" y="92"/>
                      <a:pt x="354" y="92"/>
                    </a:cubicBezTo>
                    <a:cubicBezTo>
                      <a:pt x="326" y="64"/>
                      <a:pt x="297" y="28"/>
                      <a:pt x="297" y="28"/>
                    </a:cubicBezTo>
                    <a:cubicBezTo>
                      <a:pt x="269" y="28"/>
                      <a:pt x="241" y="0"/>
                      <a:pt x="2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71"/>
              <p:cNvSpPr/>
              <p:nvPr/>
            </p:nvSpPr>
            <p:spPr>
              <a:xfrm>
                <a:off x="5048625" y="2285975"/>
                <a:ext cx="10275" cy="15575"/>
              </a:xfrm>
              <a:custGeom>
                <a:avLst/>
                <a:gdLst/>
                <a:ahLst/>
                <a:cxnLst/>
                <a:rect l="l" t="t" r="r" b="b"/>
                <a:pathLst>
                  <a:path w="411" h="623" extrusionOk="0">
                    <a:moveTo>
                      <a:pt x="297" y="92"/>
                    </a:moveTo>
                    <a:cubicBezTo>
                      <a:pt x="297" y="120"/>
                      <a:pt x="326" y="149"/>
                      <a:pt x="326" y="177"/>
                    </a:cubicBezTo>
                    <a:lnTo>
                      <a:pt x="326" y="297"/>
                    </a:lnTo>
                    <a:lnTo>
                      <a:pt x="326" y="326"/>
                    </a:lnTo>
                    <a:lnTo>
                      <a:pt x="326" y="446"/>
                    </a:lnTo>
                    <a:cubicBezTo>
                      <a:pt x="326" y="474"/>
                      <a:pt x="297" y="502"/>
                      <a:pt x="297" y="531"/>
                    </a:cubicBezTo>
                    <a:cubicBezTo>
                      <a:pt x="269" y="531"/>
                      <a:pt x="234" y="559"/>
                      <a:pt x="205" y="559"/>
                    </a:cubicBezTo>
                    <a:cubicBezTo>
                      <a:pt x="177" y="559"/>
                      <a:pt x="149" y="531"/>
                      <a:pt x="149" y="531"/>
                    </a:cubicBezTo>
                    <a:cubicBezTo>
                      <a:pt x="121" y="502"/>
                      <a:pt x="121" y="474"/>
                      <a:pt x="92" y="446"/>
                    </a:cubicBezTo>
                    <a:lnTo>
                      <a:pt x="92" y="326"/>
                    </a:lnTo>
                    <a:lnTo>
                      <a:pt x="92" y="297"/>
                    </a:lnTo>
                    <a:lnTo>
                      <a:pt x="92" y="177"/>
                    </a:lnTo>
                    <a:cubicBezTo>
                      <a:pt x="121" y="149"/>
                      <a:pt x="121" y="120"/>
                      <a:pt x="149" y="92"/>
                    </a:cubicBezTo>
                    <a:close/>
                    <a:moveTo>
                      <a:pt x="205" y="0"/>
                    </a:moveTo>
                    <a:cubicBezTo>
                      <a:pt x="177" y="0"/>
                      <a:pt x="149" y="28"/>
                      <a:pt x="121" y="28"/>
                    </a:cubicBezTo>
                    <a:cubicBezTo>
                      <a:pt x="92" y="28"/>
                      <a:pt x="92" y="64"/>
                      <a:pt x="57" y="92"/>
                    </a:cubicBezTo>
                    <a:cubicBezTo>
                      <a:pt x="57" y="92"/>
                      <a:pt x="29" y="120"/>
                      <a:pt x="29" y="177"/>
                    </a:cubicBezTo>
                    <a:cubicBezTo>
                      <a:pt x="0" y="205"/>
                      <a:pt x="0" y="269"/>
                      <a:pt x="0" y="326"/>
                    </a:cubicBezTo>
                    <a:cubicBezTo>
                      <a:pt x="0" y="382"/>
                      <a:pt x="0" y="418"/>
                      <a:pt x="29" y="474"/>
                    </a:cubicBezTo>
                    <a:cubicBezTo>
                      <a:pt x="29" y="502"/>
                      <a:pt x="57" y="531"/>
                      <a:pt x="57" y="559"/>
                    </a:cubicBezTo>
                    <a:cubicBezTo>
                      <a:pt x="92" y="594"/>
                      <a:pt x="92" y="594"/>
                      <a:pt x="121" y="594"/>
                    </a:cubicBezTo>
                    <a:cubicBezTo>
                      <a:pt x="149" y="623"/>
                      <a:pt x="177" y="623"/>
                      <a:pt x="205" y="623"/>
                    </a:cubicBezTo>
                    <a:cubicBezTo>
                      <a:pt x="234" y="623"/>
                      <a:pt x="269" y="623"/>
                      <a:pt x="297" y="594"/>
                    </a:cubicBezTo>
                    <a:cubicBezTo>
                      <a:pt x="326" y="594"/>
                      <a:pt x="354" y="594"/>
                      <a:pt x="354" y="559"/>
                    </a:cubicBezTo>
                    <a:cubicBezTo>
                      <a:pt x="382" y="531"/>
                      <a:pt x="382" y="502"/>
                      <a:pt x="411" y="474"/>
                    </a:cubicBezTo>
                    <a:lnTo>
                      <a:pt x="411" y="326"/>
                    </a:lnTo>
                    <a:lnTo>
                      <a:pt x="411" y="177"/>
                    </a:lnTo>
                    <a:cubicBezTo>
                      <a:pt x="382" y="120"/>
                      <a:pt x="382" y="92"/>
                      <a:pt x="354" y="92"/>
                    </a:cubicBezTo>
                    <a:cubicBezTo>
                      <a:pt x="354" y="64"/>
                      <a:pt x="326" y="28"/>
                      <a:pt x="297" y="28"/>
                    </a:cubicBezTo>
                    <a:cubicBezTo>
                      <a:pt x="269" y="28"/>
                      <a:pt x="234"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71"/>
              <p:cNvSpPr/>
              <p:nvPr/>
            </p:nvSpPr>
            <p:spPr>
              <a:xfrm>
                <a:off x="5065600" y="2294100"/>
                <a:ext cx="5150" cy="2325"/>
              </a:xfrm>
              <a:custGeom>
                <a:avLst/>
                <a:gdLst/>
                <a:ahLst/>
                <a:cxnLst/>
                <a:rect l="l" t="t" r="r" b="b"/>
                <a:pathLst>
                  <a:path w="206" h="93" extrusionOk="0">
                    <a:moveTo>
                      <a:pt x="0" y="1"/>
                    </a:moveTo>
                    <a:lnTo>
                      <a:pt x="0" y="93"/>
                    </a:lnTo>
                    <a:lnTo>
                      <a:pt x="206" y="93"/>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71"/>
              <p:cNvSpPr/>
              <p:nvPr/>
            </p:nvSpPr>
            <p:spPr>
              <a:xfrm>
                <a:off x="5077450" y="2292675"/>
                <a:ext cx="10275" cy="5875"/>
              </a:xfrm>
              <a:custGeom>
                <a:avLst/>
                <a:gdLst/>
                <a:ahLst/>
                <a:cxnLst/>
                <a:rect l="l" t="t" r="r" b="b"/>
                <a:pathLst>
                  <a:path w="411" h="235" extrusionOk="0">
                    <a:moveTo>
                      <a:pt x="0" y="1"/>
                    </a:moveTo>
                    <a:lnTo>
                      <a:pt x="0" y="58"/>
                    </a:lnTo>
                    <a:lnTo>
                      <a:pt x="411" y="58"/>
                    </a:lnTo>
                    <a:lnTo>
                      <a:pt x="411" y="1"/>
                    </a:lnTo>
                    <a:close/>
                    <a:moveTo>
                      <a:pt x="0" y="178"/>
                    </a:moveTo>
                    <a:lnTo>
                      <a:pt x="0" y="234"/>
                    </a:lnTo>
                    <a:lnTo>
                      <a:pt x="411" y="234"/>
                    </a:lnTo>
                    <a:lnTo>
                      <a:pt x="411" y="17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71"/>
              <p:cNvSpPr/>
              <p:nvPr/>
            </p:nvSpPr>
            <p:spPr>
              <a:xfrm>
                <a:off x="5090700" y="2290400"/>
                <a:ext cx="10300" cy="10450"/>
              </a:xfrm>
              <a:custGeom>
                <a:avLst/>
                <a:gdLst/>
                <a:ahLst/>
                <a:cxnLst/>
                <a:rect l="l" t="t" r="r" b="b"/>
                <a:pathLst>
                  <a:path w="412" h="418" extrusionOk="0">
                    <a:moveTo>
                      <a:pt x="1" y="0"/>
                    </a:moveTo>
                    <a:lnTo>
                      <a:pt x="1" y="64"/>
                    </a:lnTo>
                    <a:lnTo>
                      <a:pt x="355" y="205"/>
                    </a:lnTo>
                    <a:lnTo>
                      <a:pt x="1" y="354"/>
                    </a:lnTo>
                    <a:lnTo>
                      <a:pt x="1" y="417"/>
                    </a:lnTo>
                    <a:lnTo>
                      <a:pt x="411" y="269"/>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71"/>
              <p:cNvSpPr/>
              <p:nvPr/>
            </p:nvSpPr>
            <p:spPr>
              <a:xfrm>
                <a:off x="5103975" y="2290400"/>
                <a:ext cx="10275" cy="10450"/>
              </a:xfrm>
              <a:custGeom>
                <a:avLst/>
                <a:gdLst/>
                <a:ahLst/>
                <a:cxnLst/>
                <a:rect l="l" t="t" r="r" b="b"/>
                <a:pathLst>
                  <a:path w="411" h="418" extrusionOk="0">
                    <a:moveTo>
                      <a:pt x="1" y="0"/>
                    </a:moveTo>
                    <a:lnTo>
                      <a:pt x="1" y="64"/>
                    </a:lnTo>
                    <a:lnTo>
                      <a:pt x="354" y="205"/>
                    </a:lnTo>
                    <a:lnTo>
                      <a:pt x="1" y="354"/>
                    </a:lnTo>
                    <a:lnTo>
                      <a:pt x="1" y="417"/>
                    </a:lnTo>
                    <a:lnTo>
                      <a:pt x="411" y="269"/>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71"/>
              <p:cNvSpPr/>
              <p:nvPr/>
            </p:nvSpPr>
            <p:spPr>
              <a:xfrm>
                <a:off x="5116350" y="2285250"/>
                <a:ext cx="6050" cy="19125"/>
              </a:xfrm>
              <a:custGeom>
                <a:avLst/>
                <a:gdLst/>
                <a:ahLst/>
                <a:cxnLst/>
                <a:rect l="l" t="t" r="r" b="b"/>
                <a:pathLst>
                  <a:path w="242" h="765" extrusionOk="0">
                    <a:moveTo>
                      <a:pt x="1" y="1"/>
                    </a:moveTo>
                    <a:lnTo>
                      <a:pt x="1" y="57"/>
                    </a:lnTo>
                    <a:lnTo>
                      <a:pt x="64" y="57"/>
                    </a:lnTo>
                    <a:lnTo>
                      <a:pt x="93" y="93"/>
                    </a:lnTo>
                    <a:lnTo>
                      <a:pt x="93" y="121"/>
                    </a:lnTo>
                    <a:lnTo>
                      <a:pt x="93" y="298"/>
                    </a:lnTo>
                    <a:cubicBezTo>
                      <a:pt x="93" y="326"/>
                      <a:pt x="93" y="326"/>
                      <a:pt x="121" y="355"/>
                    </a:cubicBezTo>
                    <a:lnTo>
                      <a:pt x="149" y="383"/>
                    </a:lnTo>
                    <a:lnTo>
                      <a:pt x="178" y="383"/>
                    </a:lnTo>
                    <a:cubicBezTo>
                      <a:pt x="149" y="383"/>
                      <a:pt x="121" y="411"/>
                      <a:pt x="121" y="411"/>
                    </a:cubicBezTo>
                    <a:cubicBezTo>
                      <a:pt x="121" y="447"/>
                      <a:pt x="93" y="447"/>
                      <a:pt x="93" y="475"/>
                    </a:cubicBezTo>
                    <a:lnTo>
                      <a:pt x="93" y="680"/>
                    </a:lnTo>
                    <a:lnTo>
                      <a:pt x="93" y="708"/>
                    </a:lnTo>
                    <a:lnTo>
                      <a:pt x="1" y="708"/>
                    </a:lnTo>
                    <a:lnTo>
                      <a:pt x="1" y="765"/>
                    </a:lnTo>
                    <a:lnTo>
                      <a:pt x="64" y="765"/>
                    </a:lnTo>
                    <a:cubicBezTo>
                      <a:pt x="93" y="765"/>
                      <a:pt x="93" y="765"/>
                      <a:pt x="121" y="737"/>
                    </a:cubicBezTo>
                    <a:cubicBezTo>
                      <a:pt x="121" y="737"/>
                      <a:pt x="149" y="737"/>
                      <a:pt x="149" y="708"/>
                    </a:cubicBezTo>
                    <a:lnTo>
                      <a:pt x="149" y="652"/>
                    </a:lnTo>
                    <a:lnTo>
                      <a:pt x="149" y="475"/>
                    </a:lnTo>
                    <a:lnTo>
                      <a:pt x="178" y="447"/>
                    </a:lnTo>
                    <a:lnTo>
                      <a:pt x="213" y="447"/>
                    </a:lnTo>
                    <a:cubicBezTo>
                      <a:pt x="213" y="411"/>
                      <a:pt x="213" y="411"/>
                      <a:pt x="241" y="411"/>
                    </a:cubicBezTo>
                    <a:lnTo>
                      <a:pt x="241" y="355"/>
                    </a:lnTo>
                    <a:lnTo>
                      <a:pt x="213" y="355"/>
                    </a:lnTo>
                    <a:cubicBezTo>
                      <a:pt x="178" y="355"/>
                      <a:pt x="178" y="355"/>
                      <a:pt x="178" y="326"/>
                    </a:cubicBezTo>
                    <a:cubicBezTo>
                      <a:pt x="178" y="326"/>
                      <a:pt x="149" y="326"/>
                      <a:pt x="149" y="298"/>
                    </a:cubicBezTo>
                    <a:lnTo>
                      <a:pt x="149" y="121"/>
                    </a:lnTo>
                    <a:lnTo>
                      <a:pt x="149" y="57"/>
                    </a:lnTo>
                    <a:lnTo>
                      <a:pt x="121" y="29"/>
                    </a:lnTo>
                    <a:cubicBezTo>
                      <a:pt x="93" y="29"/>
                      <a:pt x="93" y="29"/>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71"/>
              <p:cNvSpPr/>
              <p:nvPr/>
            </p:nvSpPr>
            <p:spPr>
              <a:xfrm>
                <a:off x="5128925" y="2285250"/>
                <a:ext cx="4425" cy="19125"/>
              </a:xfrm>
              <a:custGeom>
                <a:avLst/>
                <a:gdLst/>
                <a:ahLst/>
                <a:cxnLst/>
                <a:rect l="l" t="t" r="r" b="b"/>
                <a:pathLst>
                  <a:path w="177" h="765" extrusionOk="0">
                    <a:moveTo>
                      <a:pt x="0" y="1"/>
                    </a:moveTo>
                    <a:cubicBezTo>
                      <a:pt x="0" y="57"/>
                      <a:pt x="28" y="93"/>
                      <a:pt x="64" y="121"/>
                    </a:cubicBezTo>
                    <a:cubicBezTo>
                      <a:pt x="64" y="178"/>
                      <a:pt x="92" y="206"/>
                      <a:pt x="92" y="270"/>
                    </a:cubicBezTo>
                    <a:cubicBezTo>
                      <a:pt x="120" y="298"/>
                      <a:pt x="120" y="355"/>
                      <a:pt x="120" y="383"/>
                    </a:cubicBezTo>
                    <a:cubicBezTo>
                      <a:pt x="120" y="447"/>
                      <a:pt x="120" y="475"/>
                      <a:pt x="92" y="531"/>
                    </a:cubicBezTo>
                    <a:cubicBezTo>
                      <a:pt x="92" y="560"/>
                      <a:pt x="64" y="623"/>
                      <a:pt x="64" y="652"/>
                    </a:cubicBezTo>
                    <a:cubicBezTo>
                      <a:pt x="28" y="708"/>
                      <a:pt x="0" y="737"/>
                      <a:pt x="0" y="765"/>
                    </a:cubicBezTo>
                    <a:lnTo>
                      <a:pt x="28" y="765"/>
                    </a:lnTo>
                    <a:cubicBezTo>
                      <a:pt x="92" y="708"/>
                      <a:pt x="120" y="652"/>
                      <a:pt x="149" y="588"/>
                    </a:cubicBezTo>
                    <a:cubicBezTo>
                      <a:pt x="177" y="531"/>
                      <a:pt x="177" y="475"/>
                      <a:pt x="177" y="383"/>
                    </a:cubicBezTo>
                    <a:cubicBezTo>
                      <a:pt x="177" y="326"/>
                      <a:pt x="177" y="270"/>
                      <a:pt x="149" y="178"/>
                    </a:cubicBezTo>
                    <a:cubicBezTo>
                      <a:pt x="120" y="121"/>
                      <a:pt x="92" y="57"/>
                      <a:pt x="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71"/>
              <p:cNvSpPr/>
              <p:nvPr/>
            </p:nvSpPr>
            <p:spPr>
              <a:xfrm>
                <a:off x="5028800" y="2316200"/>
                <a:ext cx="5175" cy="19125"/>
              </a:xfrm>
              <a:custGeom>
                <a:avLst/>
                <a:gdLst/>
                <a:ahLst/>
                <a:cxnLst/>
                <a:rect l="l" t="t" r="r" b="b"/>
                <a:pathLst>
                  <a:path w="207" h="765" extrusionOk="0">
                    <a:moveTo>
                      <a:pt x="142" y="1"/>
                    </a:moveTo>
                    <a:lnTo>
                      <a:pt x="114" y="29"/>
                    </a:lnTo>
                    <a:cubicBezTo>
                      <a:pt x="86" y="29"/>
                      <a:pt x="86" y="29"/>
                      <a:pt x="86" y="57"/>
                    </a:cubicBezTo>
                    <a:cubicBezTo>
                      <a:pt x="58" y="57"/>
                      <a:pt x="58" y="93"/>
                      <a:pt x="58" y="121"/>
                    </a:cubicBezTo>
                    <a:lnTo>
                      <a:pt x="58" y="298"/>
                    </a:lnTo>
                    <a:lnTo>
                      <a:pt x="58" y="326"/>
                    </a:lnTo>
                    <a:cubicBezTo>
                      <a:pt x="58" y="326"/>
                      <a:pt x="29" y="326"/>
                      <a:pt x="29" y="355"/>
                    </a:cubicBezTo>
                    <a:lnTo>
                      <a:pt x="1" y="355"/>
                    </a:lnTo>
                    <a:lnTo>
                      <a:pt x="1" y="411"/>
                    </a:lnTo>
                    <a:lnTo>
                      <a:pt x="29" y="411"/>
                    </a:lnTo>
                    <a:lnTo>
                      <a:pt x="58" y="447"/>
                    </a:lnTo>
                    <a:lnTo>
                      <a:pt x="58" y="475"/>
                    </a:lnTo>
                    <a:lnTo>
                      <a:pt x="58" y="652"/>
                    </a:lnTo>
                    <a:cubicBezTo>
                      <a:pt x="58" y="680"/>
                      <a:pt x="58" y="680"/>
                      <a:pt x="86" y="708"/>
                    </a:cubicBezTo>
                    <a:cubicBezTo>
                      <a:pt x="86" y="708"/>
                      <a:pt x="86" y="737"/>
                      <a:pt x="114" y="737"/>
                    </a:cubicBezTo>
                    <a:lnTo>
                      <a:pt x="142" y="765"/>
                    </a:lnTo>
                    <a:lnTo>
                      <a:pt x="206" y="765"/>
                    </a:lnTo>
                    <a:lnTo>
                      <a:pt x="206" y="708"/>
                    </a:lnTo>
                    <a:lnTo>
                      <a:pt x="142" y="708"/>
                    </a:lnTo>
                    <a:lnTo>
                      <a:pt x="142" y="652"/>
                    </a:lnTo>
                    <a:lnTo>
                      <a:pt x="114" y="475"/>
                    </a:lnTo>
                    <a:lnTo>
                      <a:pt x="114" y="411"/>
                    </a:lnTo>
                    <a:lnTo>
                      <a:pt x="86" y="383"/>
                    </a:lnTo>
                    <a:lnTo>
                      <a:pt x="29" y="383"/>
                    </a:lnTo>
                    <a:cubicBezTo>
                      <a:pt x="86" y="383"/>
                      <a:pt x="86" y="383"/>
                      <a:pt x="114" y="355"/>
                    </a:cubicBezTo>
                    <a:lnTo>
                      <a:pt x="114" y="298"/>
                    </a:lnTo>
                    <a:lnTo>
                      <a:pt x="142" y="93"/>
                    </a:lnTo>
                    <a:lnTo>
                      <a:pt x="142" y="57"/>
                    </a:lnTo>
                    <a:lnTo>
                      <a:pt x="206" y="57"/>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71"/>
              <p:cNvSpPr/>
              <p:nvPr/>
            </p:nvSpPr>
            <p:spPr>
              <a:xfrm>
                <a:off x="5041200" y="2316200"/>
                <a:ext cx="5325" cy="19125"/>
              </a:xfrm>
              <a:custGeom>
                <a:avLst/>
                <a:gdLst/>
                <a:ahLst/>
                <a:cxnLst/>
                <a:rect l="l" t="t" r="r" b="b"/>
                <a:pathLst>
                  <a:path w="213" h="765" extrusionOk="0">
                    <a:moveTo>
                      <a:pt x="149" y="1"/>
                    </a:moveTo>
                    <a:cubicBezTo>
                      <a:pt x="92" y="57"/>
                      <a:pt x="64" y="121"/>
                      <a:pt x="35" y="178"/>
                    </a:cubicBezTo>
                    <a:cubicBezTo>
                      <a:pt x="0" y="234"/>
                      <a:pt x="0" y="326"/>
                      <a:pt x="0" y="383"/>
                    </a:cubicBezTo>
                    <a:cubicBezTo>
                      <a:pt x="0" y="447"/>
                      <a:pt x="0" y="531"/>
                      <a:pt x="35" y="588"/>
                    </a:cubicBezTo>
                    <a:cubicBezTo>
                      <a:pt x="64" y="652"/>
                      <a:pt x="92" y="708"/>
                      <a:pt x="149" y="765"/>
                    </a:cubicBezTo>
                    <a:lnTo>
                      <a:pt x="212" y="765"/>
                    </a:lnTo>
                    <a:cubicBezTo>
                      <a:pt x="177" y="737"/>
                      <a:pt x="149" y="680"/>
                      <a:pt x="120" y="652"/>
                    </a:cubicBezTo>
                    <a:cubicBezTo>
                      <a:pt x="120" y="588"/>
                      <a:pt x="92" y="560"/>
                      <a:pt x="92" y="503"/>
                    </a:cubicBezTo>
                    <a:cubicBezTo>
                      <a:pt x="92" y="475"/>
                      <a:pt x="64" y="411"/>
                      <a:pt x="64" y="383"/>
                    </a:cubicBezTo>
                    <a:cubicBezTo>
                      <a:pt x="64" y="326"/>
                      <a:pt x="92" y="298"/>
                      <a:pt x="92" y="234"/>
                    </a:cubicBezTo>
                    <a:cubicBezTo>
                      <a:pt x="92" y="206"/>
                      <a:pt x="120" y="149"/>
                      <a:pt x="120" y="121"/>
                    </a:cubicBezTo>
                    <a:cubicBezTo>
                      <a:pt x="149" y="57"/>
                      <a:pt x="177" y="29"/>
                      <a:pt x="2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71"/>
              <p:cNvSpPr/>
              <p:nvPr/>
            </p:nvSpPr>
            <p:spPr>
              <a:xfrm>
                <a:off x="5048625" y="2321350"/>
                <a:ext cx="9575" cy="10450"/>
              </a:xfrm>
              <a:custGeom>
                <a:avLst/>
                <a:gdLst/>
                <a:ahLst/>
                <a:cxnLst/>
                <a:rect l="l" t="t" r="r" b="b"/>
                <a:pathLst>
                  <a:path w="383" h="418" extrusionOk="0">
                    <a:moveTo>
                      <a:pt x="382" y="0"/>
                    </a:moveTo>
                    <a:lnTo>
                      <a:pt x="0" y="177"/>
                    </a:lnTo>
                    <a:lnTo>
                      <a:pt x="0" y="241"/>
                    </a:lnTo>
                    <a:lnTo>
                      <a:pt x="382" y="417"/>
                    </a:lnTo>
                    <a:lnTo>
                      <a:pt x="382" y="354"/>
                    </a:lnTo>
                    <a:lnTo>
                      <a:pt x="57" y="205"/>
                    </a:lnTo>
                    <a:lnTo>
                      <a:pt x="382" y="64"/>
                    </a:lnTo>
                    <a:lnTo>
                      <a:pt x="3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71"/>
              <p:cNvSpPr/>
              <p:nvPr/>
            </p:nvSpPr>
            <p:spPr>
              <a:xfrm>
                <a:off x="5061875" y="2316925"/>
                <a:ext cx="8875" cy="14875"/>
              </a:xfrm>
              <a:custGeom>
                <a:avLst/>
                <a:gdLst/>
                <a:ahLst/>
                <a:cxnLst/>
                <a:rect l="l" t="t" r="r" b="b"/>
                <a:pathLst>
                  <a:path w="355" h="595" extrusionOk="0">
                    <a:moveTo>
                      <a:pt x="178" y="0"/>
                    </a:moveTo>
                    <a:cubicBezTo>
                      <a:pt x="178" y="28"/>
                      <a:pt x="149" y="28"/>
                      <a:pt x="121" y="64"/>
                    </a:cubicBezTo>
                    <a:lnTo>
                      <a:pt x="57" y="64"/>
                    </a:lnTo>
                    <a:cubicBezTo>
                      <a:pt x="29" y="92"/>
                      <a:pt x="29" y="92"/>
                      <a:pt x="1" y="92"/>
                    </a:cubicBezTo>
                    <a:lnTo>
                      <a:pt x="1" y="120"/>
                    </a:lnTo>
                    <a:lnTo>
                      <a:pt x="149" y="120"/>
                    </a:lnTo>
                    <a:lnTo>
                      <a:pt x="149" y="531"/>
                    </a:lnTo>
                    <a:lnTo>
                      <a:pt x="1" y="531"/>
                    </a:lnTo>
                    <a:lnTo>
                      <a:pt x="1" y="594"/>
                    </a:lnTo>
                    <a:lnTo>
                      <a:pt x="355" y="594"/>
                    </a:lnTo>
                    <a:lnTo>
                      <a:pt x="355" y="531"/>
                    </a:lnTo>
                    <a:lnTo>
                      <a:pt x="206" y="531"/>
                    </a:lnTo>
                    <a:lnTo>
                      <a:pt x="2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71"/>
              <p:cNvSpPr/>
              <p:nvPr/>
            </p:nvSpPr>
            <p:spPr>
              <a:xfrm>
                <a:off x="5076550" y="2316925"/>
                <a:ext cx="10475" cy="15575"/>
              </a:xfrm>
              <a:custGeom>
                <a:avLst/>
                <a:gdLst/>
                <a:ahLst/>
                <a:cxnLst/>
                <a:rect l="l" t="t" r="r" b="b"/>
                <a:pathLst>
                  <a:path w="419" h="623" extrusionOk="0">
                    <a:moveTo>
                      <a:pt x="213" y="64"/>
                    </a:moveTo>
                    <a:cubicBezTo>
                      <a:pt x="242" y="64"/>
                      <a:pt x="270" y="92"/>
                      <a:pt x="298" y="92"/>
                    </a:cubicBezTo>
                    <a:cubicBezTo>
                      <a:pt x="298" y="120"/>
                      <a:pt x="326" y="120"/>
                      <a:pt x="326" y="177"/>
                    </a:cubicBezTo>
                    <a:lnTo>
                      <a:pt x="326" y="297"/>
                    </a:lnTo>
                    <a:lnTo>
                      <a:pt x="326" y="326"/>
                    </a:lnTo>
                    <a:lnTo>
                      <a:pt x="326" y="446"/>
                    </a:lnTo>
                    <a:cubicBezTo>
                      <a:pt x="326" y="474"/>
                      <a:pt x="298" y="502"/>
                      <a:pt x="298" y="531"/>
                    </a:cubicBezTo>
                    <a:lnTo>
                      <a:pt x="150" y="531"/>
                    </a:lnTo>
                    <a:cubicBezTo>
                      <a:pt x="121" y="502"/>
                      <a:pt x="121" y="474"/>
                      <a:pt x="93" y="446"/>
                    </a:cubicBezTo>
                    <a:lnTo>
                      <a:pt x="93" y="326"/>
                    </a:lnTo>
                    <a:lnTo>
                      <a:pt x="93" y="297"/>
                    </a:lnTo>
                    <a:lnTo>
                      <a:pt x="93" y="177"/>
                    </a:lnTo>
                    <a:cubicBezTo>
                      <a:pt x="121" y="120"/>
                      <a:pt x="121" y="120"/>
                      <a:pt x="150" y="92"/>
                    </a:cubicBezTo>
                    <a:cubicBezTo>
                      <a:pt x="150" y="92"/>
                      <a:pt x="178" y="64"/>
                      <a:pt x="213" y="64"/>
                    </a:cubicBezTo>
                    <a:close/>
                    <a:moveTo>
                      <a:pt x="213" y="0"/>
                    </a:moveTo>
                    <a:cubicBezTo>
                      <a:pt x="178" y="0"/>
                      <a:pt x="150" y="0"/>
                      <a:pt x="121" y="28"/>
                    </a:cubicBezTo>
                    <a:cubicBezTo>
                      <a:pt x="121" y="28"/>
                      <a:pt x="93" y="28"/>
                      <a:pt x="65" y="64"/>
                    </a:cubicBezTo>
                    <a:cubicBezTo>
                      <a:pt x="65" y="92"/>
                      <a:pt x="36" y="120"/>
                      <a:pt x="36" y="149"/>
                    </a:cubicBezTo>
                    <a:cubicBezTo>
                      <a:pt x="36" y="205"/>
                      <a:pt x="1" y="241"/>
                      <a:pt x="1" y="297"/>
                    </a:cubicBezTo>
                    <a:cubicBezTo>
                      <a:pt x="1" y="354"/>
                      <a:pt x="36" y="418"/>
                      <a:pt x="36" y="446"/>
                    </a:cubicBezTo>
                    <a:cubicBezTo>
                      <a:pt x="36" y="502"/>
                      <a:pt x="65" y="531"/>
                      <a:pt x="65" y="531"/>
                    </a:cubicBezTo>
                    <a:cubicBezTo>
                      <a:pt x="93" y="559"/>
                      <a:pt x="121" y="594"/>
                      <a:pt x="121" y="594"/>
                    </a:cubicBezTo>
                    <a:cubicBezTo>
                      <a:pt x="150" y="594"/>
                      <a:pt x="178" y="623"/>
                      <a:pt x="213" y="623"/>
                    </a:cubicBezTo>
                    <a:cubicBezTo>
                      <a:pt x="242" y="623"/>
                      <a:pt x="270" y="594"/>
                      <a:pt x="298" y="594"/>
                    </a:cubicBezTo>
                    <a:cubicBezTo>
                      <a:pt x="326" y="594"/>
                      <a:pt x="355" y="559"/>
                      <a:pt x="355" y="531"/>
                    </a:cubicBezTo>
                    <a:cubicBezTo>
                      <a:pt x="390" y="531"/>
                      <a:pt x="390" y="502"/>
                      <a:pt x="418" y="446"/>
                    </a:cubicBezTo>
                    <a:lnTo>
                      <a:pt x="418" y="297"/>
                    </a:lnTo>
                    <a:lnTo>
                      <a:pt x="418" y="149"/>
                    </a:lnTo>
                    <a:cubicBezTo>
                      <a:pt x="390" y="120"/>
                      <a:pt x="390" y="92"/>
                      <a:pt x="355" y="64"/>
                    </a:cubicBezTo>
                    <a:cubicBezTo>
                      <a:pt x="355" y="28"/>
                      <a:pt x="326" y="28"/>
                      <a:pt x="298" y="28"/>
                    </a:cubicBezTo>
                    <a:cubicBezTo>
                      <a:pt x="270" y="0"/>
                      <a:pt x="242"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71"/>
              <p:cNvSpPr/>
              <p:nvPr/>
            </p:nvSpPr>
            <p:spPr>
              <a:xfrm>
                <a:off x="5089125" y="2316925"/>
                <a:ext cx="10450" cy="15575"/>
              </a:xfrm>
              <a:custGeom>
                <a:avLst/>
                <a:gdLst/>
                <a:ahLst/>
                <a:cxnLst/>
                <a:rect l="l" t="t" r="r" b="b"/>
                <a:pathLst>
                  <a:path w="418" h="623" extrusionOk="0">
                    <a:moveTo>
                      <a:pt x="205" y="64"/>
                    </a:moveTo>
                    <a:cubicBezTo>
                      <a:pt x="241" y="64"/>
                      <a:pt x="269" y="92"/>
                      <a:pt x="269" y="92"/>
                    </a:cubicBezTo>
                    <a:cubicBezTo>
                      <a:pt x="297" y="120"/>
                      <a:pt x="297" y="120"/>
                      <a:pt x="326" y="177"/>
                    </a:cubicBezTo>
                    <a:lnTo>
                      <a:pt x="326" y="297"/>
                    </a:lnTo>
                    <a:lnTo>
                      <a:pt x="326" y="326"/>
                    </a:lnTo>
                    <a:lnTo>
                      <a:pt x="326" y="446"/>
                    </a:lnTo>
                    <a:cubicBezTo>
                      <a:pt x="297" y="474"/>
                      <a:pt x="297" y="502"/>
                      <a:pt x="269" y="531"/>
                    </a:cubicBezTo>
                    <a:lnTo>
                      <a:pt x="121" y="531"/>
                    </a:lnTo>
                    <a:cubicBezTo>
                      <a:pt x="121" y="502"/>
                      <a:pt x="92" y="474"/>
                      <a:pt x="92" y="446"/>
                    </a:cubicBezTo>
                    <a:lnTo>
                      <a:pt x="92" y="326"/>
                    </a:lnTo>
                    <a:lnTo>
                      <a:pt x="92" y="297"/>
                    </a:lnTo>
                    <a:lnTo>
                      <a:pt x="92" y="177"/>
                    </a:lnTo>
                    <a:cubicBezTo>
                      <a:pt x="92" y="120"/>
                      <a:pt x="121" y="120"/>
                      <a:pt x="121" y="92"/>
                    </a:cubicBezTo>
                    <a:cubicBezTo>
                      <a:pt x="149" y="92"/>
                      <a:pt x="177" y="64"/>
                      <a:pt x="205" y="64"/>
                    </a:cubicBezTo>
                    <a:close/>
                    <a:moveTo>
                      <a:pt x="205" y="0"/>
                    </a:moveTo>
                    <a:cubicBezTo>
                      <a:pt x="177" y="0"/>
                      <a:pt x="149" y="0"/>
                      <a:pt x="121" y="28"/>
                    </a:cubicBezTo>
                    <a:cubicBezTo>
                      <a:pt x="92" y="28"/>
                      <a:pt x="64" y="28"/>
                      <a:pt x="64" y="64"/>
                    </a:cubicBezTo>
                    <a:cubicBezTo>
                      <a:pt x="29" y="92"/>
                      <a:pt x="29" y="120"/>
                      <a:pt x="0" y="149"/>
                    </a:cubicBezTo>
                    <a:lnTo>
                      <a:pt x="0" y="297"/>
                    </a:lnTo>
                    <a:lnTo>
                      <a:pt x="0" y="446"/>
                    </a:lnTo>
                    <a:cubicBezTo>
                      <a:pt x="29" y="502"/>
                      <a:pt x="29" y="531"/>
                      <a:pt x="64" y="531"/>
                    </a:cubicBezTo>
                    <a:cubicBezTo>
                      <a:pt x="64" y="559"/>
                      <a:pt x="92" y="594"/>
                      <a:pt x="121" y="594"/>
                    </a:cubicBezTo>
                    <a:cubicBezTo>
                      <a:pt x="149" y="594"/>
                      <a:pt x="177" y="623"/>
                      <a:pt x="205" y="623"/>
                    </a:cubicBezTo>
                    <a:cubicBezTo>
                      <a:pt x="241" y="623"/>
                      <a:pt x="269" y="594"/>
                      <a:pt x="297" y="594"/>
                    </a:cubicBezTo>
                    <a:cubicBezTo>
                      <a:pt x="297" y="594"/>
                      <a:pt x="326" y="559"/>
                      <a:pt x="354" y="531"/>
                    </a:cubicBezTo>
                    <a:cubicBezTo>
                      <a:pt x="354" y="531"/>
                      <a:pt x="382" y="502"/>
                      <a:pt x="382" y="446"/>
                    </a:cubicBezTo>
                    <a:cubicBezTo>
                      <a:pt x="382" y="418"/>
                      <a:pt x="418" y="354"/>
                      <a:pt x="418" y="297"/>
                    </a:cubicBezTo>
                    <a:cubicBezTo>
                      <a:pt x="418" y="241"/>
                      <a:pt x="382" y="205"/>
                      <a:pt x="382" y="149"/>
                    </a:cubicBezTo>
                    <a:cubicBezTo>
                      <a:pt x="382" y="120"/>
                      <a:pt x="354" y="92"/>
                      <a:pt x="354" y="64"/>
                    </a:cubicBezTo>
                    <a:cubicBezTo>
                      <a:pt x="326" y="28"/>
                      <a:pt x="297" y="28"/>
                      <a:pt x="297" y="28"/>
                    </a:cubicBezTo>
                    <a:cubicBezTo>
                      <a:pt x="269" y="0"/>
                      <a:pt x="241"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71"/>
              <p:cNvSpPr/>
              <p:nvPr/>
            </p:nvSpPr>
            <p:spPr>
              <a:xfrm>
                <a:off x="5106100" y="2316925"/>
                <a:ext cx="8875" cy="14875"/>
              </a:xfrm>
              <a:custGeom>
                <a:avLst/>
                <a:gdLst/>
                <a:ahLst/>
                <a:cxnLst/>
                <a:rect l="l" t="t" r="r" b="b"/>
                <a:pathLst>
                  <a:path w="355" h="595" extrusionOk="0">
                    <a:moveTo>
                      <a:pt x="177" y="0"/>
                    </a:moveTo>
                    <a:cubicBezTo>
                      <a:pt x="177" y="28"/>
                      <a:pt x="149" y="28"/>
                      <a:pt x="121" y="64"/>
                    </a:cubicBezTo>
                    <a:lnTo>
                      <a:pt x="57" y="64"/>
                    </a:lnTo>
                    <a:cubicBezTo>
                      <a:pt x="29" y="92"/>
                      <a:pt x="29" y="92"/>
                      <a:pt x="0" y="92"/>
                    </a:cubicBezTo>
                    <a:lnTo>
                      <a:pt x="0" y="120"/>
                    </a:lnTo>
                    <a:lnTo>
                      <a:pt x="149" y="120"/>
                    </a:lnTo>
                    <a:lnTo>
                      <a:pt x="149" y="531"/>
                    </a:lnTo>
                    <a:lnTo>
                      <a:pt x="0" y="531"/>
                    </a:lnTo>
                    <a:lnTo>
                      <a:pt x="0" y="594"/>
                    </a:lnTo>
                    <a:lnTo>
                      <a:pt x="354" y="594"/>
                    </a:lnTo>
                    <a:lnTo>
                      <a:pt x="354" y="531"/>
                    </a:lnTo>
                    <a:lnTo>
                      <a:pt x="206" y="531"/>
                    </a:lnTo>
                    <a:lnTo>
                      <a:pt x="2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71"/>
              <p:cNvSpPr/>
              <p:nvPr/>
            </p:nvSpPr>
            <p:spPr>
              <a:xfrm>
                <a:off x="5120775" y="2316925"/>
                <a:ext cx="10450" cy="15575"/>
              </a:xfrm>
              <a:custGeom>
                <a:avLst/>
                <a:gdLst/>
                <a:ahLst/>
                <a:cxnLst/>
                <a:rect l="l" t="t" r="r" b="b"/>
                <a:pathLst>
                  <a:path w="418" h="623" extrusionOk="0">
                    <a:moveTo>
                      <a:pt x="213" y="64"/>
                    </a:moveTo>
                    <a:cubicBezTo>
                      <a:pt x="241" y="64"/>
                      <a:pt x="269" y="92"/>
                      <a:pt x="298" y="92"/>
                    </a:cubicBezTo>
                    <a:cubicBezTo>
                      <a:pt x="298" y="120"/>
                      <a:pt x="326" y="120"/>
                      <a:pt x="326" y="177"/>
                    </a:cubicBezTo>
                    <a:lnTo>
                      <a:pt x="326" y="297"/>
                    </a:lnTo>
                    <a:lnTo>
                      <a:pt x="326" y="326"/>
                    </a:lnTo>
                    <a:lnTo>
                      <a:pt x="326" y="446"/>
                    </a:lnTo>
                    <a:cubicBezTo>
                      <a:pt x="326" y="474"/>
                      <a:pt x="298" y="502"/>
                      <a:pt x="298" y="531"/>
                    </a:cubicBezTo>
                    <a:lnTo>
                      <a:pt x="149" y="531"/>
                    </a:lnTo>
                    <a:cubicBezTo>
                      <a:pt x="121" y="502"/>
                      <a:pt x="121" y="474"/>
                      <a:pt x="93" y="446"/>
                    </a:cubicBezTo>
                    <a:lnTo>
                      <a:pt x="93" y="326"/>
                    </a:lnTo>
                    <a:lnTo>
                      <a:pt x="93" y="297"/>
                    </a:lnTo>
                    <a:lnTo>
                      <a:pt x="93" y="177"/>
                    </a:lnTo>
                    <a:cubicBezTo>
                      <a:pt x="121" y="120"/>
                      <a:pt x="121" y="120"/>
                      <a:pt x="149" y="92"/>
                    </a:cubicBezTo>
                    <a:cubicBezTo>
                      <a:pt x="149" y="92"/>
                      <a:pt x="177" y="64"/>
                      <a:pt x="213" y="64"/>
                    </a:cubicBezTo>
                    <a:close/>
                    <a:moveTo>
                      <a:pt x="213" y="0"/>
                    </a:moveTo>
                    <a:cubicBezTo>
                      <a:pt x="177" y="0"/>
                      <a:pt x="149" y="0"/>
                      <a:pt x="121" y="28"/>
                    </a:cubicBezTo>
                    <a:cubicBezTo>
                      <a:pt x="121" y="28"/>
                      <a:pt x="93" y="28"/>
                      <a:pt x="64" y="64"/>
                    </a:cubicBezTo>
                    <a:cubicBezTo>
                      <a:pt x="64" y="92"/>
                      <a:pt x="36" y="120"/>
                      <a:pt x="36" y="149"/>
                    </a:cubicBezTo>
                    <a:cubicBezTo>
                      <a:pt x="36" y="205"/>
                      <a:pt x="1" y="241"/>
                      <a:pt x="1" y="297"/>
                    </a:cubicBezTo>
                    <a:cubicBezTo>
                      <a:pt x="1" y="354"/>
                      <a:pt x="36" y="418"/>
                      <a:pt x="36" y="446"/>
                    </a:cubicBezTo>
                    <a:cubicBezTo>
                      <a:pt x="36" y="502"/>
                      <a:pt x="64" y="531"/>
                      <a:pt x="64" y="531"/>
                    </a:cubicBezTo>
                    <a:cubicBezTo>
                      <a:pt x="93" y="559"/>
                      <a:pt x="121" y="594"/>
                      <a:pt x="121" y="594"/>
                    </a:cubicBezTo>
                    <a:cubicBezTo>
                      <a:pt x="149" y="594"/>
                      <a:pt x="177" y="623"/>
                      <a:pt x="213" y="623"/>
                    </a:cubicBezTo>
                    <a:cubicBezTo>
                      <a:pt x="241" y="623"/>
                      <a:pt x="269" y="594"/>
                      <a:pt x="298" y="594"/>
                    </a:cubicBezTo>
                    <a:cubicBezTo>
                      <a:pt x="326" y="594"/>
                      <a:pt x="354" y="559"/>
                      <a:pt x="354" y="531"/>
                    </a:cubicBezTo>
                    <a:cubicBezTo>
                      <a:pt x="390" y="531"/>
                      <a:pt x="390" y="502"/>
                      <a:pt x="418" y="446"/>
                    </a:cubicBezTo>
                    <a:lnTo>
                      <a:pt x="418" y="297"/>
                    </a:lnTo>
                    <a:lnTo>
                      <a:pt x="418" y="149"/>
                    </a:lnTo>
                    <a:cubicBezTo>
                      <a:pt x="390" y="120"/>
                      <a:pt x="390" y="92"/>
                      <a:pt x="354" y="64"/>
                    </a:cubicBezTo>
                    <a:cubicBezTo>
                      <a:pt x="354" y="28"/>
                      <a:pt x="326" y="28"/>
                      <a:pt x="298" y="28"/>
                    </a:cubicBezTo>
                    <a:cubicBezTo>
                      <a:pt x="269" y="0"/>
                      <a:pt x="241"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71"/>
              <p:cNvSpPr/>
              <p:nvPr/>
            </p:nvSpPr>
            <p:spPr>
              <a:xfrm>
                <a:off x="5133325" y="2316925"/>
                <a:ext cx="10475" cy="15575"/>
              </a:xfrm>
              <a:custGeom>
                <a:avLst/>
                <a:gdLst/>
                <a:ahLst/>
                <a:cxnLst/>
                <a:rect l="l" t="t" r="r" b="b"/>
                <a:pathLst>
                  <a:path w="419" h="623" extrusionOk="0">
                    <a:moveTo>
                      <a:pt x="206" y="64"/>
                    </a:moveTo>
                    <a:cubicBezTo>
                      <a:pt x="241" y="64"/>
                      <a:pt x="270" y="92"/>
                      <a:pt x="270" y="92"/>
                    </a:cubicBezTo>
                    <a:cubicBezTo>
                      <a:pt x="298" y="120"/>
                      <a:pt x="298" y="120"/>
                      <a:pt x="326" y="177"/>
                    </a:cubicBezTo>
                    <a:lnTo>
                      <a:pt x="326" y="297"/>
                    </a:lnTo>
                    <a:lnTo>
                      <a:pt x="326" y="326"/>
                    </a:lnTo>
                    <a:lnTo>
                      <a:pt x="326" y="446"/>
                    </a:lnTo>
                    <a:cubicBezTo>
                      <a:pt x="298" y="474"/>
                      <a:pt x="298" y="502"/>
                      <a:pt x="270" y="531"/>
                    </a:cubicBezTo>
                    <a:lnTo>
                      <a:pt x="121" y="531"/>
                    </a:lnTo>
                    <a:cubicBezTo>
                      <a:pt x="121" y="502"/>
                      <a:pt x="93" y="474"/>
                      <a:pt x="93" y="446"/>
                    </a:cubicBezTo>
                    <a:lnTo>
                      <a:pt x="93" y="326"/>
                    </a:lnTo>
                    <a:lnTo>
                      <a:pt x="93" y="297"/>
                    </a:lnTo>
                    <a:lnTo>
                      <a:pt x="93" y="177"/>
                    </a:lnTo>
                    <a:cubicBezTo>
                      <a:pt x="93" y="120"/>
                      <a:pt x="121" y="120"/>
                      <a:pt x="121" y="92"/>
                    </a:cubicBezTo>
                    <a:cubicBezTo>
                      <a:pt x="149" y="92"/>
                      <a:pt x="178" y="64"/>
                      <a:pt x="206" y="64"/>
                    </a:cubicBezTo>
                    <a:close/>
                    <a:moveTo>
                      <a:pt x="206" y="0"/>
                    </a:moveTo>
                    <a:cubicBezTo>
                      <a:pt x="178" y="0"/>
                      <a:pt x="149" y="0"/>
                      <a:pt x="121" y="28"/>
                    </a:cubicBezTo>
                    <a:cubicBezTo>
                      <a:pt x="93" y="28"/>
                      <a:pt x="65" y="28"/>
                      <a:pt x="65" y="64"/>
                    </a:cubicBezTo>
                    <a:cubicBezTo>
                      <a:pt x="29" y="92"/>
                      <a:pt x="29" y="120"/>
                      <a:pt x="1" y="149"/>
                    </a:cubicBezTo>
                    <a:lnTo>
                      <a:pt x="1" y="297"/>
                    </a:lnTo>
                    <a:lnTo>
                      <a:pt x="1" y="446"/>
                    </a:lnTo>
                    <a:cubicBezTo>
                      <a:pt x="29" y="502"/>
                      <a:pt x="29" y="531"/>
                      <a:pt x="65" y="531"/>
                    </a:cubicBezTo>
                    <a:cubicBezTo>
                      <a:pt x="65" y="559"/>
                      <a:pt x="93" y="594"/>
                      <a:pt x="121" y="594"/>
                    </a:cubicBezTo>
                    <a:cubicBezTo>
                      <a:pt x="149" y="594"/>
                      <a:pt x="178" y="623"/>
                      <a:pt x="206" y="623"/>
                    </a:cubicBezTo>
                    <a:cubicBezTo>
                      <a:pt x="241" y="623"/>
                      <a:pt x="270" y="594"/>
                      <a:pt x="298" y="594"/>
                    </a:cubicBezTo>
                    <a:cubicBezTo>
                      <a:pt x="298" y="594"/>
                      <a:pt x="326" y="559"/>
                      <a:pt x="355" y="531"/>
                    </a:cubicBezTo>
                    <a:cubicBezTo>
                      <a:pt x="355" y="531"/>
                      <a:pt x="383" y="502"/>
                      <a:pt x="383" y="446"/>
                    </a:cubicBezTo>
                    <a:cubicBezTo>
                      <a:pt x="383" y="418"/>
                      <a:pt x="418" y="354"/>
                      <a:pt x="418" y="297"/>
                    </a:cubicBezTo>
                    <a:cubicBezTo>
                      <a:pt x="418" y="241"/>
                      <a:pt x="383" y="205"/>
                      <a:pt x="383" y="149"/>
                    </a:cubicBezTo>
                    <a:cubicBezTo>
                      <a:pt x="383" y="120"/>
                      <a:pt x="355" y="92"/>
                      <a:pt x="355" y="64"/>
                    </a:cubicBezTo>
                    <a:cubicBezTo>
                      <a:pt x="326" y="28"/>
                      <a:pt x="298" y="28"/>
                      <a:pt x="298" y="28"/>
                    </a:cubicBezTo>
                    <a:cubicBezTo>
                      <a:pt x="270" y="0"/>
                      <a:pt x="241"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71"/>
              <p:cNvSpPr/>
              <p:nvPr/>
            </p:nvSpPr>
            <p:spPr>
              <a:xfrm>
                <a:off x="5145175" y="2316925"/>
                <a:ext cx="10300" cy="15575"/>
              </a:xfrm>
              <a:custGeom>
                <a:avLst/>
                <a:gdLst/>
                <a:ahLst/>
                <a:cxnLst/>
                <a:rect l="l" t="t" r="r" b="b"/>
                <a:pathLst>
                  <a:path w="412" h="623" extrusionOk="0">
                    <a:moveTo>
                      <a:pt x="206" y="64"/>
                    </a:moveTo>
                    <a:cubicBezTo>
                      <a:pt x="234" y="64"/>
                      <a:pt x="263" y="92"/>
                      <a:pt x="298" y="92"/>
                    </a:cubicBezTo>
                    <a:cubicBezTo>
                      <a:pt x="298" y="120"/>
                      <a:pt x="326" y="120"/>
                      <a:pt x="326" y="177"/>
                    </a:cubicBezTo>
                    <a:lnTo>
                      <a:pt x="326" y="297"/>
                    </a:lnTo>
                    <a:lnTo>
                      <a:pt x="326" y="326"/>
                    </a:lnTo>
                    <a:lnTo>
                      <a:pt x="326" y="446"/>
                    </a:lnTo>
                    <a:cubicBezTo>
                      <a:pt x="326" y="474"/>
                      <a:pt x="298" y="502"/>
                      <a:pt x="298" y="531"/>
                    </a:cubicBezTo>
                    <a:lnTo>
                      <a:pt x="149" y="531"/>
                    </a:lnTo>
                    <a:cubicBezTo>
                      <a:pt x="121" y="502"/>
                      <a:pt x="121" y="474"/>
                      <a:pt x="86" y="446"/>
                    </a:cubicBezTo>
                    <a:lnTo>
                      <a:pt x="86" y="326"/>
                    </a:lnTo>
                    <a:lnTo>
                      <a:pt x="86" y="297"/>
                    </a:lnTo>
                    <a:lnTo>
                      <a:pt x="86" y="177"/>
                    </a:lnTo>
                    <a:cubicBezTo>
                      <a:pt x="121" y="120"/>
                      <a:pt x="121" y="120"/>
                      <a:pt x="149" y="92"/>
                    </a:cubicBezTo>
                    <a:cubicBezTo>
                      <a:pt x="149" y="92"/>
                      <a:pt x="178" y="64"/>
                      <a:pt x="206" y="64"/>
                    </a:cubicBezTo>
                    <a:close/>
                    <a:moveTo>
                      <a:pt x="206" y="0"/>
                    </a:moveTo>
                    <a:cubicBezTo>
                      <a:pt x="178" y="0"/>
                      <a:pt x="149" y="0"/>
                      <a:pt x="121" y="28"/>
                    </a:cubicBezTo>
                    <a:cubicBezTo>
                      <a:pt x="121" y="28"/>
                      <a:pt x="86" y="28"/>
                      <a:pt x="57" y="64"/>
                    </a:cubicBezTo>
                    <a:cubicBezTo>
                      <a:pt x="57" y="92"/>
                      <a:pt x="29" y="120"/>
                      <a:pt x="29" y="149"/>
                    </a:cubicBezTo>
                    <a:cubicBezTo>
                      <a:pt x="29" y="205"/>
                      <a:pt x="1" y="241"/>
                      <a:pt x="1" y="297"/>
                    </a:cubicBezTo>
                    <a:cubicBezTo>
                      <a:pt x="1" y="354"/>
                      <a:pt x="29" y="418"/>
                      <a:pt x="29" y="446"/>
                    </a:cubicBezTo>
                    <a:cubicBezTo>
                      <a:pt x="29" y="502"/>
                      <a:pt x="57" y="531"/>
                      <a:pt x="57" y="531"/>
                    </a:cubicBezTo>
                    <a:cubicBezTo>
                      <a:pt x="86" y="559"/>
                      <a:pt x="121" y="594"/>
                      <a:pt x="121" y="594"/>
                    </a:cubicBezTo>
                    <a:cubicBezTo>
                      <a:pt x="149" y="594"/>
                      <a:pt x="178" y="623"/>
                      <a:pt x="206" y="623"/>
                    </a:cubicBezTo>
                    <a:cubicBezTo>
                      <a:pt x="234" y="623"/>
                      <a:pt x="263" y="594"/>
                      <a:pt x="298" y="594"/>
                    </a:cubicBezTo>
                    <a:cubicBezTo>
                      <a:pt x="326" y="594"/>
                      <a:pt x="355" y="559"/>
                      <a:pt x="355" y="531"/>
                    </a:cubicBezTo>
                    <a:cubicBezTo>
                      <a:pt x="383" y="531"/>
                      <a:pt x="383" y="502"/>
                      <a:pt x="411" y="446"/>
                    </a:cubicBezTo>
                    <a:lnTo>
                      <a:pt x="411" y="297"/>
                    </a:lnTo>
                    <a:lnTo>
                      <a:pt x="411" y="149"/>
                    </a:lnTo>
                    <a:cubicBezTo>
                      <a:pt x="383" y="120"/>
                      <a:pt x="383" y="92"/>
                      <a:pt x="355" y="64"/>
                    </a:cubicBezTo>
                    <a:cubicBezTo>
                      <a:pt x="355" y="28"/>
                      <a:pt x="326" y="28"/>
                      <a:pt x="298" y="28"/>
                    </a:cubicBezTo>
                    <a:cubicBezTo>
                      <a:pt x="263" y="0"/>
                      <a:pt x="234"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71"/>
              <p:cNvSpPr/>
              <p:nvPr/>
            </p:nvSpPr>
            <p:spPr>
              <a:xfrm>
                <a:off x="5162875" y="2321350"/>
                <a:ext cx="10275" cy="10450"/>
              </a:xfrm>
              <a:custGeom>
                <a:avLst/>
                <a:gdLst/>
                <a:ahLst/>
                <a:cxnLst/>
                <a:rect l="l" t="t" r="r" b="b"/>
                <a:pathLst>
                  <a:path w="411" h="418" extrusionOk="0">
                    <a:moveTo>
                      <a:pt x="0" y="0"/>
                    </a:moveTo>
                    <a:lnTo>
                      <a:pt x="0" y="64"/>
                    </a:lnTo>
                    <a:lnTo>
                      <a:pt x="354" y="205"/>
                    </a:lnTo>
                    <a:lnTo>
                      <a:pt x="0" y="354"/>
                    </a:lnTo>
                    <a:lnTo>
                      <a:pt x="0" y="417"/>
                    </a:lnTo>
                    <a:lnTo>
                      <a:pt x="411" y="241"/>
                    </a:lnTo>
                    <a:lnTo>
                      <a:pt x="411" y="177"/>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71"/>
              <p:cNvSpPr/>
              <p:nvPr/>
            </p:nvSpPr>
            <p:spPr>
              <a:xfrm>
                <a:off x="5176125" y="2321350"/>
                <a:ext cx="10300" cy="10450"/>
              </a:xfrm>
              <a:custGeom>
                <a:avLst/>
                <a:gdLst/>
                <a:ahLst/>
                <a:cxnLst/>
                <a:rect l="l" t="t" r="r" b="b"/>
                <a:pathLst>
                  <a:path w="412" h="418" extrusionOk="0">
                    <a:moveTo>
                      <a:pt x="1" y="0"/>
                    </a:moveTo>
                    <a:lnTo>
                      <a:pt x="1" y="64"/>
                    </a:lnTo>
                    <a:lnTo>
                      <a:pt x="355" y="205"/>
                    </a:lnTo>
                    <a:lnTo>
                      <a:pt x="1" y="354"/>
                    </a:lnTo>
                    <a:lnTo>
                      <a:pt x="1" y="417"/>
                    </a:lnTo>
                    <a:lnTo>
                      <a:pt x="411" y="241"/>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71"/>
              <p:cNvSpPr/>
              <p:nvPr/>
            </p:nvSpPr>
            <p:spPr>
              <a:xfrm>
                <a:off x="5188700" y="2316200"/>
                <a:ext cx="5150" cy="19125"/>
              </a:xfrm>
              <a:custGeom>
                <a:avLst/>
                <a:gdLst/>
                <a:ahLst/>
                <a:cxnLst/>
                <a:rect l="l" t="t" r="r" b="b"/>
                <a:pathLst>
                  <a:path w="206" h="765" extrusionOk="0">
                    <a:moveTo>
                      <a:pt x="0" y="1"/>
                    </a:moveTo>
                    <a:cubicBezTo>
                      <a:pt x="28" y="29"/>
                      <a:pt x="28" y="93"/>
                      <a:pt x="57" y="121"/>
                    </a:cubicBezTo>
                    <a:cubicBezTo>
                      <a:pt x="85" y="149"/>
                      <a:pt x="85" y="206"/>
                      <a:pt x="113" y="234"/>
                    </a:cubicBezTo>
                    <a:lnTo>
                      <a:pt x="113" y="383"/>
                    </a:lnTo>
                    <a:lnTo>
                      <a:pt x="113" y="531"/>
                    </a:lnTo>
                    <a:cubicBezTo>
                      <a:pt x="85" y="560"/>
                      <a:pt x="85" y="623"/>
                      <a:pt x="57" y="652"/>
                    </a:cubicBezTo>
                    <a:cubicBezTo>
                      <a:pt x="28" y="680"/>
                      <a:pt x="28" y="737"/>
                      <a:pt x="0" y="765"/>
                    </a:cubicBezTo>
                    <a:lnTo>
                      <a:pt x="57" y="765"/>
                    </a:lnTo>
                    <a:cubicBezTo>
                      <a:pt x="85" y="708"/>
                      <a:pt x="149" y="652"/>
                      <a:pt x="149" y="588"/>
                    </a:cubicBezTo>
                    <a:cubicBezTo>
                      <a:pt x="177" y="531"/>
                      <a:pt x="205" y="447"/>
                      <a:pt x="205" y="383"/>
                    </a:cubicBezTo>
                    <a:cubicBezTo>
                      <a:pt x="205" y="326"/>
                      <a:pt x="177" y="234"/>
                      <a:pt x="149" y="178"/>
                    </a:cubicBezTo>
                    <a:cubicBezTo>
                      <a:pt x="149" y="121"/>
                      <a:pt x="85" y="57"/>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71"/>
              <p:cNvSpPr/>
              <p:nvPr/>
            </p:nvSpPr>
            <p:spPr>
              <a:xfrm>
                <a:off x="5195950" y="2316200"/>
                <a:ext cx="6025" cy="19125"/>
              </a:xfrm>
              <a:custGeom>
                <a:avLst/>
                <a:gdLst/>
                <a:ahLst/>
                <a:cxnLst/>
                <a:rect l="l" t="t" r="r" b="b"/>
                <a:pathLst>
                  <a:path w="241" h="765" extrusionOk="0">
                    <a:moveTo>
                      <a:pt x="0" y="1"/>
                    </a:moveTo>
                    <a:lnTo>
                      <a:pt x="0" y="57"/>
                    </a:lnTo>
                    <a:lnTo>
                      <a:pt x="64" y="57"/>
                    </a:lnTo>
                    <a:lnTo>
                      <a:pt x="92" y="93"/>
                    </a:lnTo>
                    <a:lnTo>
                      <a:pt x="92" y="298"/>
                    </a:lnTo>
                    <a:lnTo>
                      <a:pt x="92" y="326"/>
                    </a:lnTo>
                    <a:lnTo>
                      <a:pt x="120" y="355"/>
                    </a:lnTo>
                    <a:cubicBezTo>
                      <a:pt x="149" y="383"/>
                      <a:pt x="149" y="383"/>
                      <a:pt x="177" y="383"/>
                    </a:cubicBezTo>
                    <a:cubicBezTo>
                      <a:pt x="149" y="383"/>
                      <a:pt x="120" y="383"/>
                      <a:pt x="120" y="411"/>
                    </a:cubicBezTo>
                    <a:cubicBezTo>
                      <a:pt x="92" y="411"/>
                      <a:pt x="92" y="447"/>
                      <a:pt x="92" y="475"/>
                    </a:cubicBezTo>
                    <a:lnTo>
                      <a:pt x="92" y="652"/>
                    </a:lnTo>
                    <a:cubicBezTo>
                      <a:pt x="92" y="680"/>
                      <a:pt x="92" y="680"/>
                      <a:pt x="64" y="708"/>
                    </a:cubicBezTo>
                    <a:lnTo>
                      <a:pt x="0" y="708"/>
                    </a:lnTo>
                    <a:lnTo>
                      <a:pt x="0" y="765"/>
                    </a:lnTo>
                    <a:lnTo>
                      <a:pt x="64" y="765"/>
                    </a:lnTo>
                    <a:cubicBezTo>
                      <a:pt x="92" y="765"/>
                      <a:pt x="92" y="737"/>
                      <a:pt x="120" y="737"/>
                    </a:cubicBezTo>
                    <a:lnTo>
                      <a:pt x="149" y="708"/>
                    </a:lnTo>
                    <a:lnTo>
                      <a:pt x="149" y="652"/>
                    </a:lnTo>
                    <a:lnTo>
                      <a:pt x="149" y="475"/>
                    </a:lnTo>
                    <a:cubicBezTo>
                      <a:pt x="149" y="447"/>
                      <a:pt x="149" y="447"/>
                      <a:pt x="177" y="447"/>
                    </a:cubicBezTo>
                    <a:lnTo>
                      <a:pt x="177" y="411"/>
                    </a:lnTo>
                    <a:lnTo>
                      <a:pt x="241" y="411"/>
                    </a:lnTo>
                    <a:lnTo>
                      <a:pt x="241" y="355"/>
                    </a:lnTo>
                    <a:lnTo>
                      <a:pt x="177" y="355"/>
                    </a:lnTo>
                    <a:lnTo>
                      <a:pt x="177" y="326"/>
                    </a:lnTo>
                    <a:cubicBezTo>
                      <a:pt x="149" y="326"/>
                      <a:pt x="149" y="298"/>
                      <a:pt x="149" y="298"/>
                    </a:cubicBezTo>
                    <a:lnTo>
                      <a:pt x="149" y="121"/>
                    </a:lnTo>
                    <a:lnTo>
                      <a:pt x="149" y="57"/>
                    </a:lnTo>
                    <a:cubicBezTo>
                      <a:pt x="149" y="29"/>
                      <a:pt x="120" y="29"/>
                      <a:pt x="120" y="29"/>
                    </a:cubicBezTo>
                    <a:cubicBezTo>
                      <a:pt x="92" y="29"/>
                      <a:pt x="92" y="1"/>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71"/>
              <p:cNvSpPr/>
              <p:nvPr/>
            </p:nvSpPr>
            <p:spPr>
              <a:xfrm>
                <a:off x="5028800" y="2461400"/>
                <a:ext cx="5175" cy="19125"/>
              </a:xfrm>
              <a:custGeom>
                <a:avLst/>
                <a:gdLst/>
                <a:ahLst/>
                <a:cxnLst/>
                <a:rect l="l" t="t" r="r" b="b"/>
                <a:pathLst>
                  <a:path w="207" h="765" extrusionOk="0">
                    <a:moveTo>
                      <a:pt x="142" y="1"/>
                    </a:moveTo>
                    <a:lnTo>
                      <a:pt x="114" y="29"/>
                    </a:lnTo>
                    <a:cubicBezTo>
                      <a:pt x="86" y="29"/>
                      <a:pt x="86" y="58"/>
                      <a:pt x="86" y="58"/>
                    </a:cubicBezTo>
                    <a:cubicBezTo>
                      <a:pt x="58" y="86"/>
                      <a:pt x="58" y="86"/>
                      <a:pt x="58" y="121"/>
                    </a:cubicBezTo>
                    <a:lnTo>
                      <a:pt x="58" y="298"/>
                    </a:lnTo>
                    <a:lnTo>
                      <a:pt x="58" y="326"/>
                    </a:lnTo>
                    <a:lnTo>
                      <a:pt x="29" y="355"/>
                    </a:lnTo>
                    <a:lnTo>
                      <a:pt x="1" y="355"/>
                    </a:lnTo>
                    <a:lnTo>
                      <a:pt x="1" y="411"/>
                    </a:lnTo>
                    <a:lnTo>
                      <a:pt x="29" y="411"/>
                    </a:lnTo>
                    <a:cubicBezTo>
                      <a:pt x="29" y="440"/>
                      <a:pt x="58" y="440"/>
                      <a:pt x="58" y="440"/>
                    </a:cubicBezTo>
                    <a:lnTo>
                      <a:pt x="58" y="475"/>
                    </a:lnTo>
                    <a:lnTo>
                      <a:pt x="58" y="652"/>
                    </a:lnTo>
                    <a:cubicBezTo>
                      <a:pt x="58" y="680"/>
                      <a:pt x="58" y="708"/>
                      <a:pt x="86" y="708"/>
                    </a:cubicBezTo>
                    <a:cubicBezTo>
                      <a:pt x="86" y="737"/>
                      <a:pt x="86" y="737"/>
                      <a:pt x="114" y="737"/>
                    </a:cubicBezTo>
                    <a:lnTo>
                      <a:pt x="142" y="765"/>
                    </a:lnTo>
                    <a:lnTo>
                      <a:pt x="206" y="765"/>
                    </a:lnTo>
                    <a:lnTo>
                      <a:pt x="206" y="708"/>
                    </a:lnTo>
                    <a:lnTo>
                      <a:pt x="142" y="708"/>
                    </a:lnTo>
                    <a:lnTo>
                      <a:pt x="142" y="680"/>
                    </a:lnTo>
                    <a:lnTo>
                      <a:pt x="114" y="475"/>
                    </a:lnTo>
                    <a:lnTo>
                      <a:pt x="114" y="440"/>
                    </a:lnTo>
                    <a:cubicBezTo>
                      <a:pt x="114" y="411"/>
                      <a:pt x="114" y="411"/>
                      <a:pt x="86" y="411"/>
                    </a:cubicBezTo>
                    <a:cubicBezTo>
                      <a:pt x="86" y="383"/>
                      <a:pt x="58" y="383"/>
                      <a:pt x="29" y="383"/>
                    </a:cubicBezTo>
                    <a:cubicBezTo>
                      <a:pt x="86" y="383"/>
                      <a:pt x="86" y="383"/>
                      <a:pt x="114" y="355"/>
                    </a:cubicBezTo>
                    <a:lnTo>
                      <a:pt x="114" y="298"/>
                    </a:lnTo>
                    <a:lnTo>
                      <a:pt x="142" y="121"/>
                    </a:lnTo>
                    <a:lnTo>
                      <a:pt x="142" y="58"/>
                    </a:lnTo>
                    <a:lnTo>
                      <a:pt x="206" y="58"/>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71"/>
              <p:cNvSpPr/>
              <p:nvPr/>
            </p:nvSpPr>
            <p:spPr>
              <a:xfrm>
                <a:off x="5041200" y="2461400"/>
                <a:ext cx="5325" cy="19125"/>
              </a:xfrm>
              <a:custGeom>
                <a:avLst/>
                <a:gdLst/>
                <a:ahLst/>
                <a:cxnLst/>
                <a:rect l="l" t="t" r="r" b="b"/>
                <a:pathLst>
                  <a:path w="213" h="765" extrusionOk="0">
                    <a:moveTo>
                      <a:pt x="149" y="1"/>
                    </a:moveTo>
                    <a:cubicBezTo>
                      <a:pt x="92" y="58"/>
                      <a:pt x="64" y="121"/>
                      <a:pt x="35" y="178"/>
                    </a:cubicBezTo>
                    <a:cubicBezTo>
                      <a:pt x="0" y="234"/>
                      <a:pt x="0" y="326"/>
                      <a:pt x="0" y="383"/>
                    </a:cubicBezTo>
                    <a:cubicBezTo>
                      <a:pt x="0" y="440"/>
                      <a:pt x="0" y="532"/>
                      <a:pt x="35" y="588"/>
                    </a:cubicBezTo>
                    <a:cubicBezTo>
                      <a:pt x="64" y="652"/>
                      <a:pt x="92" y="708"/>
                      <a:pt x="149" y="765"/>
                    </a:cubicBezTo>
                    <a:lnTo>
                      <a:pt x="212" y="765"/>
                    </a:lnTo>
                    <a:cubicBezTo>
                      <a:pt x="177" y="737"/>
                      <a:pt x="149" y="680"/>
                      <a:pt x="120" y="652"/>
                    </a:cubicBezTo>
                    <a:cubicBezTo>
                      <a:pt x="120" y="616"/>
                      <a:pt x="92" y="560"/>
                      <a:pt x="92" y="532"/>
                    </a:cubicBezTo>
                    <a:cubicBezTo>
                      <a:pt x="92" y="475"/>
                      <a:pt x="64" y="440"/>
                      <a:pt x="64" y="383"/>
                    </a:cubicBezTo>
                    <a:cubicBezTo>
                      <a:pt x="64" y="326"/>
                      <a:pt x="92" y="298"/>
                      <a:pt x="92" y="234"/>
                    </a:cubicBezTo>
                    <a:cubicBezTo>
                      <a:pt x="92" y="206"/>
                      <a:pt x="120" y="150"/>
                      <a:pt x="120" y="121"/>
                    </a:cubicBezTo>
                    <a:cubicBezTo>
                      <a:pt x="149" y="86"/>
                      <a:pt x="177" y="29"/>
                      <a:pt x="2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71"/>
              <p:cNvSpPr/>
              <p:nvPr/>
            </p:nvSpPr>
            <p:spPr>
              <a:xfrm>
                <a:off x="5048625" y="2466550"/>
                <a:ext cx="9575" cy="10275"/>
              </a:xfrm>
              <a:custGeom>
                <a:avLst/>
                <a:gdLst/>
                <a:ahLst/>
                <a:cxnLst/>
                <a:rect l="l" t="t" r="r" b="b"/>
                <a:pathLst>
                  <a:path w="383" h="411" extrusionOk="0">
                    <a:moveTo>
                      <a:pt x="382" y="0"/>
                    </a:moveTo>
                    <a:lnTo>
                      <a:pt x="0" y="177"/>
                    </a:lnTo>
                    <a:lnTo>
                      <a:pt x="0" y="234"/>
                    </a:lnTo>
                    <a:lnTo>
                      <a:pt x="382" y="410"/>
                    </a:lnTo>
                    <a:lnTo>
                      <a:pt x="382" y="354"/>
                    </a:lnTo>
                    <a:lnTo>
                      <a:pt x="57" y="205"/>
                    </a:lnTo>
                    <a:lnTo>
                      <a:pt x="382" y="57"/>
                    </a:lnTo>
                    <a:lnTo>
                      <a:pt x="3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71"/>
              <p:cNvSpPr/>
              <p:nvPr/>
            </p:nvSpPr>
            <p:spPr>
              <a:xfrm>
                <a:off x="5061875" y="2462825"/>
                <a:ext cx="8875" cy="14000"/>
              </a:xfrm>
              <a:custGeom>
                <a:avLst/>
                <a:gdLst/>
                <a:ahLst/>
                <a:cxnLst/>
                <a:rect l="l" t="t" r="r" b="b"/>
                <a:pathLst>
                  <a:path w="355" h="560" extrusionOk="0">
                    <a:moveTo>
                      <a:pt x="178" y="1"/>
                    </a:moveTo>
                    <a:cubicBezTo>
                      <a:pt x="178" y="1"/>
                      <a:pt x="149" y="29"/>
                      <a:pt x="121" y="29"/>
                    </a:cubicBezTo>
                    <a:cubicBezTo>
                      <a:pt x="121" y="29"/>
                      <a:pt x="93" y="29"/>
                      <a:pt x="57" y="64"/>
                    </a:cubicBezTo>
                    <a:lnTo>
                      <a:pt x="1" y="64"/>
                    </a:lnTo>
                    <a:lnTo>
                      <a:pt x="1" y="121"/>
                    </a:lnTo>
                    <a:lnTo>
                      <a:pt x="149" y="121"/>
                    </a:lnTo>
                    <a:lnTo>
                      <a:pt x="149" y="503"/>
                    </a:lnTo>
                    <a:lnTo>
                      <a:pt x="1" y="503"/>
                    </a:lnTo>
                    <a:lnTo>
                      <a:pt x="1" y="559"/>
                    </a:lnTo>
                    <a:lnTo>
                      <a:pt x="355" y="559"/>
                    </a:lnTo>
                    <a:lnTo>
                      <a:pt x="355" y="503"/>
                    </a:lnTo>
                    <a:lnTo>
                      <a:pt x="206" y="503"/>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71"/>
              <p:cNvSpPr/>
              <p:nvPr/>
            </p:nvSpPr>
            <p:spPr>
              <a:xfrm>
                <a:off x="5076550" y="2462125"/>
                <a:ext cx="10475" cy="15575"/>
              </a:xfrm>
              <a:custGeom>
                <a:avLst/>
                <a:gdLst/>
                <a:ahLst/>
                <a:cxnLst/>
                <a:rect l="l" t="t" r="r" b="b"/>
                <a:pathLst>
                  <a:path w="419" h="623" extrusionOk="0">
                    <a:moveTo>
                      <a:pt x="213" y="57"/>
                    </a:moveTo>
                    <a:cubicBezTo>
                      <a:pt x="242" y="57"/>
                      <a:pt x="270" y="92"/>
                      <a:pt x="298" y="92"/>
                    </a:cubicBezTo>
                    <a:cubicBezTo>
                      <a:pt x="298" y="121"/>
                      <a:pt x="326" y="149"/>
                      <a:pt x="326" y="177"/>
                    </a:cubicBezTo>
                    <a:lnTo>
                      <a:pt x="326" y="297"/>
                    </a:lnTo>
                    <a:lnTo>
                      <a:pt x="326" y="326"/>
                    </a:lnTo>
                    <a:lnTo>
                      <a:pt x="326" y="446"/>
                    </a:lnTo>
                    <a:cubicBezTo>
                      <a:pt x="326" y="474"/>
                      <a:pt x="298" y="503"/>
                      <a:pt x="298" y="531"/>
                    </a:cubicBezTo>
                    <a:cubicBezTo>
                      <a:pt x="270" y="531"/>
                      <a:pt x="242" y="559"/>
                      <a:pt x="213" y="559"/>
                    </a:cubicBezTo>
                    <a:cubicBezTo>
                      <a:pt x="178" y="559"/>
                      <a:pt x="150" y="531"/>
                      <a:pt x="150" y="531"/>
                    </a:cubicBezTo>
                    <a:cubicBezTo>
                      <a:pt x="121" y="503"/>
                      <a:pt x="121" y="474"/>
                      <a:pt x="93" y="446"/>
                    </a:cubicBezTo>
                    <a:lnTo>
                      <a:pt x="93" y="326"/>
                    </a:lnTo>
                    <a:lnTo>
                      <a:pt x="93" y="297"/>
                    </a:lnTo>
                    <a:lnTo>
                      <a:pt x="93" y="177"/>
                    </a:lnTo>
                    <a:cubicBezTo>
                      <a:pt x="121" y="149"/>
                      <a:pt x="121" y="121"/>
                      <a:pt x="150" y="92"/>
                    </a:cubicBezTo>
                    <a:cubicBezTo>
                      <a:pt x="150" y="92"/>
                      <a:pt x="178" y="57"/>
                      <a:pt x="213" y="57"/>
                    </a:cubicBezTo>
                    <a:close/>
                    <a:moveTo>
                      <a:pt x="213" y="0"/>
                    </a:moveTo>
                    <a:cubicBezTo>
                      <a:pt x="178" y="0"/>
                      <a:pt x="150" y="0"/>
                      <a:pt x="121" y="29"/>
                    </a:cubicBezTo>
                    <a:cubicBezTo>
                      <a:pt x="121" y="29"/>
                      <a:pt x="93" y="57"/>
                      <a:pt x="65" y="57"/>
                    </a:cubicBezTo>
                    <a:cubicBezTo>
                      <a:pt x="65" y="92"/>
                      <a:pt x="36" y="121"/>
                      <a:pt x="36" y="177"/>
                    </a:cubicBezTo>
                    <a:cubicBezTo>
                      <a:pt x="36" y="205"/>
                      <a:pt x="1" y="234"/>
                      <a:pt x="1" y="297"/>
                    </a:cubicBezTo>
                    <a:cubicBezTo>
                      <a:pt x="1" y="354"/>
                      <a:pt x="36" y="411"/>
                      <a:pt x="36" y="446"/>
                    </a:cubicBezTo>
                    <a:cubicBezTo>
                      <a:pt x="36" y="503"/>
                      <a:pt x="65" y="531"/>
                      <a:pt x="65" y="559"/>
                    </a:cubicBezTo>
                    <a:cubicBezTo>
                      <a:pt x="93" y="559"/>
                      <a:pt x="121" y="587"/>
                      <a:pt x="121" y="587"/>
                    </a:cubicBezTo>
                    <a:cubicBezTo>
                      <a:pt x="150" y="623"/>
                      <a:pt x="178" y="623"/>
                      <a:pt x="213" y="623"/>
                    </a:cubicBezTo>
                    <a:cubicBezTo>
                      <a:pt x="242" y="623"/>
                      <a:pt x="270" y="623"/>
                      <a:pt x="298" y="587"/>
                    </a:cubicBezTo>
                    <a:cubicBezTo>
                      <a:pt x="326" y="587"/>
                      <a:pt x="355" y="559"/>
                      <a:pt x="355" y="559"/>
                    </a:cubicBezTo>
                    <a:cubicBezTo>
                      <a:pt x="390" y="531"/>
                      <a:pt x="390" y="503"/>
                      <a:pt x="418" y="446"/>
                    </a:cubicBezTo>
                    <a:lnTo>
                      <a:pt x="418" y="297"/>
                    </a:lnTo>
                    <a:lnTo>
                      <a:pt x="418" y="177"/>
                    </a:lnTo>
                    <a:cubicBezTo>
                      <a:pt x="390" y="121"/>
                      <a:pt x="390" y="92"/>
                      <a:pt x="355" y="57"/>
                    </a:cubicBezTo>
                    <a:cubicBezTo>
                      <a:pt x="355" y="57"/>
                      <a:pt x="326" y="29"/>
                      <a:pt x="298" y="29"/>
                    </a:cubicBezTo>
                    <a:cubicBezTo>
                      <a:pt x="270" y="0"/>
                      <a:pt x="242"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71"/>
              <p:cNvSpPr/>
              <p:nvPr/>
            </p:nvSpPr>
            <p:spPr>
              <a:xfrm>
                <a:off x="5089125" y="2462125"/>
                <a:ext cx="10450" cy="15575"/>
              </a:xfrm>
              <a:custGeom>
                <a:avLst/>
                <a:gdLst/>
                <a:ahLst/>
                <a:cxnLst/>
                <a:rect l="l" t="t" r="r" b="b"/>
                <a:pathLst>
                  <a:path w="418" h="623" extrusionOk="0">
                    <a:moveTo>
                      <a:pt x="205" y="57"/>
                    </a:moveTo>
                    <a:cubicBezTo>
                      <a:pt x="241" y="57"/>
                      <a:pt x="269" y="92"/>
                      <a:pt x="269" y="92"/>
                    </a:cubicBezTo>
                    <a:cubicBezTo>
                      <a:pt x="297" y="121"/>
                      <a:pt x="297" y="149"/>
                      <a:pt x="326" y="177"/>
                    </a:cubicBezTo>
                    <a:lnTo>
                      <a:pt x="326" y="297"/>
                    </a:lnTo>
                    <a:lnTo>
                      <a:pt x="326" y="326"/>
                    </a:lnTo>
                    <a:lnTo>
                      <a:pt x="326" y="446"/>
                    </a:lnTo>
                    <a:cubicBezTo>
                      <a:pt x="297" y="474"/>
                      <a:pt x="297" y="503"/>
                      <a:pt x="269" y="531"/>
                    </a:cubicBezTo>
                    <a:cubicBezTo>
                      <a:pt x="269" y="531"/>
                      <a:pt x="241" y="559"/>
                      <a:pt x="205" y="559"/>
                    </a:cubicBezTo>
                    <a:cubicBezTo>
                      <a:pt x="177" y="559"/>
                      <a:pt x="149" y="531"/>
                      <a:pt x="121" y="531"/>
                    </a:cubicBezTo>
                    <a:cubicBezTo>
                      <a:pt x="121" y="503"/>
                      <a:pt x="92" y="474"/>
                      <a:pt x="92" y="446"/>
                    </a:cubicBezTo>
                    <a:lnTo>
                      <a:pt x="92" y="326"/>
                    </a:lnTo>
                    <a:lnTo>
                      <a:pt x="92" y="297"/>
                    </a:lnTo>
                    <a:lnTo>
                      <a:pt x="92" y="177"/>
                    </a:lnTo>
                    <a:cubicBezTo>
                      <a:pt x="92" y="149"/>
                      <a:pt x="121" y="121"/>
                      <a:pt x="121" y="92"/>
                    </a:cubicBezTo>
                    <a:cubicBezTo>
                      <a:pt x="149" y="92"/>
                      <a:pt x="177" y="57"/>
                      <a:pt x="205" y="57"/>
                    </a:cubicBezTo>
                    <a:close/>
                    <a:moveTo>
                      <a:pt x="205" y="0"/>
                    </a:moveTo>
                    <a:cubicBezTo>
                      <a:pt x="177" y="0"/>
                      <a:pt x="149" y="0"/>
                      <a:pt x="121" y="29"/>
                    </a:cubicBezTo>
                    <a:cubicBezTo>
                      <a:pt x="92" y="29"/>
                      <a:pt x="64" y="57"/>
                      <a:pt x="64" y="57"/>
                    </a:cubicBezTo>
                    <a:cubicBezTo>
                      <a:pt x="29" y="92"/>
                      <a:pt x="29" y="121"/>
                      <a:pt x="0" y="177"/>
                    </a:cubicBezTo>
                    <a:lnTo>
                      <a:pt x="0" y="297"/>
                    </a:lnTo>
                    <a:lnTo>
                      <a:pt x="0" y="446"/>
                    </a:lnTo>
                    <a:cubicBezTo>
                      <a:pt x="29" y="503"/>
                      <a:pt x="29" y="531"/>
                      <a:pt x="64" y="559"/>
                    </a:cubicBezTo>
                    <a:cubicBezTo>
                      <a:pt x="64" y="559"/>
                      <a:pt x="92" y="587"/>
                      <a:pt x="121" y="587"/>
                    </a:cubicBezTo>
                    <a:cubicBezTo>
                      <a:pt x="149" y="623"/>
                      <a:pt x="177" y="623"/>
                      <a:pt x="205" y="623"/>
                    </a:cubicBezTo>
                    <a:cubicBezTo>
                      <a:pt x="241" y="623"/>
                      <a:pt x="269" y="623"/>
                      <a:pt x="297" y="587"/>
                    </a:cubicBezTo>
                    <a:cubicBezTo>
                      <a:pt x="297" y="587"/>
                      <a:pt x="326" y="559"/>
                      <a:pt x="354" y="559"/>
                    </a:cubicBezTo>
                    <a:cubicBezTo>
                      <a:pt x="354" y="531"/>
                      <a:pt x="382" y="503"/>
                      <a:pt x="382" y="446"/>
                    </a:cubicBezTo>
                    <a:cubicBezTo>
                      <a:pt x="382" y="411"/>
                      <a:pt x="418" y="354"/>
                      <a:pt x="418" y="297"/>
                    </a:cubicBezTo>
                    <a:cubicBezTo>
                      <a:pt x="418" y="234"/>
                      <a:pt x="382" y="205"/>
                      <a:pt x="382" y="177"/>
                    </a:cubicBezTo>
                    <a:cubicBezTo>
                      <a:pt x="382" y="121"/>
                      <a:pt x="354" y="92"/>
                      <a:pt x="354" y="57"/>
                    </a:cubicBezTo>
                    <a:cubicBezTo>
                      <a:pt x="326" y="57"/>
                      <a:pt x="297" y="29"/>
                      <a:pt x="297" y="29"/>
                    </a:cubicBezTo>
                    <a:cubicBezTo>
                      <a:pt x="269" y="0"/>
                      <a:pt x="241"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71"/>
              <p:cNvSpPr/>
              <p:nvPr/>
            </p:nvSpPr>
            <p:spPr>
              <a:xfrm>
                <a:off x="5106100" y="2462825"/>
                <a:ext cx="8875" cy="14000"/>
              </a:xfrm>
              <a:custGeom>
                <a:avLst/>
                <a:gdLst/>
                <a:ahLst/>
                <a:cxnLst/>
                <a:rect l="l" t="t" r="r" b="b"/>
                <a:pathLst>
                  <a:path w="355" h="560" extrusionOk="0">
                    <a:moveTo>
                      <a:pt x="177" y="1"/>
                    </a:moveTo>
                    <a:cubicBezTo>
                      <a:pt x="177" y="1"/>
                      <a:pt x="149" y="29"/>
                      <a:pt x="121" y="29"/>
                    </a:cubicBezTo>
                    <a:cubicBezTo>
                      <a:pt x="121" y="29"/>
                      <a:pt x="92" y="29"/>
                      <a:pt x="57" y="64"/>
                    </a:cubicBezTo>
                    <a:lnTo>
                      <a:pt x="0" y="64"/>
                    </a:lnTo>
                    <a:lnTo>
                      <a:pt x="0" y="121"/>
                    </a:lnTo>
                    <a:lnTo>
                      <a:pt x="149" y="121"/>
                    </a:lnTo>
                    <a:lnTo>
                      <a:pt x="149" y="503"/>
                    </a:lnTo>
                    <a:lnTo>
                      <a:pt x="0" y="503"/>
                    </a:lnTo>
                    <a:lnTo>
                      <a:pt x="0" y="559"/>
                    </a:lnTo>
                    <a:lnTo>
                      <a:pt x="354" y="559"/>
                    </a:lnTo>
                    <a:lnTo>
                      <a:pt x="354" y="503"/>
                    </a:lnTo>
                    <a:lnTo>
                      <a:pt x="206" y="503"/>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71"/>
              <p:cNvSpPr/>
              <p:nvPr/>
            </p:nvSpPr>
            <p:spPr>
              <a:xfrm>
                <a:off x="5120775" y="2462125"/>
                <a:ext cx="10450" cy="15575"/>
              </a:xfrm>
              <a:custGeom>
                <a:avLst/>
                <a:gdLst/>
                <a:ahLst/>
                <a:cxnLst/>
                <a:rect l="l" t="t" r="r" b="b"/>
                <a:pathLst>
                  <a:path w="418" h="623" extrusionOk="0">
                    <a:moveTo>
                      <a:pt x="213" y="57"/>
                    </a:moveTo>
                    <a:cubicBezTo>
                      <a:pt x="241" y="57"/>
                      <a:pt x="269" y="92"/>
                      <a:pt x="298" y="92"/>
                    </a:cubicBezTo>
                    <a:cubicBezTo>
                      <a:pt x="298" y="121"/>
                      <a:pt x="326" y="149"/>
                      <a:pt x="326" y="177"/>
                    </a:cubicBezTo>
                    <a:lnTo>
                      <a:pt x="326" y="297"/>
                    </a:lnTo>
                    <a:lnTo>
                      <a:pt x="326" y="326"/>
                    </a:lnTo>
                    <a:lnTo>
                      <a:pt x="326" y="446"/>
                    </a:lnTo>
                    <a:cubicBezTo>
                      <a:pt x="326" y="474"/>
                      <a:pt x="298" y="503"/>
                      <a:pt x="298" y="531"/>
                    </a:cubicBezTo>
                    <a:cubicBezTo>
                      <a:pt x="269" y="531"/>
                      <a:pt x="241" y="559"/>
                      <a:pt x="213" y="559"/>
                    </a:cubicBezTo>
                    <a:cubicBezTo>
                      <a:pt x="177" y="559"/>
                      <a:pt x="149" y="531"/>
                      <a:pt x="149" y="531"/>
                    </a:cubicBezTo>
                    <a:cubicBezTo>
                      <a:pt x="121" y="503"/>
                      <a:pt x="121" y="474"/>
                      <a:pt x="93" y="446"/>
                    </a:cubicBezTo>
                    <a:lnTo>
                      <a:pt x="93" y="326"/>
                    </a:lnTo>
                    <a:lnTo>
                      <a:pt x="93" y="297"/>
                    </a:lnTo>
                    <a:lnTo>
                      <a:pt x="93" y="177"/>
                    </a:lnTo>
                    <a:cubicBezTo>
                      <a:pt x="121" y="149"/>
                      <a:pt x="121" y="121"/>
                      <a:pt x="149" y="92"/>
                    </a:cubicBezTo>
                    <a:cubicBezTo>
                      <a:pt x="149" y="92"/>
                      <a:pt x="177" y="57"/>
                      <a:pt x="213" y="57"/>
                    </a:cubicBezTo>
                    <a:close/>
                    <a:moveTo>
                      <a:pt x="213" y="0"/>
                    </a:moveTo>
                    <a:cubicBezTo>
                      <a:pt x="177" y="0"/>
                      <a:pt x="149" y="0"/>
                      <a:pt x="121" y="29"/>
                    </a:cubicBezTo>
                    <a:cubicBezTo>
                      <a:pt x="121" y="29"/>
                      <a:pt x="93" y="57"/>
                      <a:pt x="64" y="57"/>
                    </a:cubicBezTo>
                    <a:cubicBezTo>
                      <a:pt x="64" y="92"/>
                      <a:pt x="36" y="121"/>
                      <a:pt x="36" y="177"/>
                    </a:cubicBezTo>
                    <a:cubicBezTo>
                      <a:pt x="36" y="205"/>
                      <a:pt x="1" y="234"/>
                      <a:pt x="1" y="297"/>
                    </a:cubicBezTo>
                    <a:cubicBezTo>
                      <a:pt x="1" y="354"/>
                      <a:pt x="36" y="411"/>
                      <a:pt x="36" y="446"/>
                    </a:cubicBezTo>
                    <a:cubicBezTo>
                      <a:pt x="36" y="503"/>
                      <a:pt x="64" y="531"/>
                      <a:pt x="64" y="559"/>
                    </a:cubicBezTo>
                    <a:cubicBezTo>
                      <a:pt x="93" y="559"/>
                      <a:pt x="121" y="587"/>
                      <a:pt x="121" y="587"/>
                    </a:cubicBezTo>
                    <a:cubicBezTo>
                      <a:pt x="149" y="623"/>
                      <a:pt x="177" y="623"/>
                      <a:pt x="213" y="623"/>
                    </a:cubicBezTo>
                    <a:cubicBezTo>
                      <a:pt x="241" y="623"/>
                      <a:pt x="269" y="623"/>
                      <a:pt x="298" y="587"/>
                    </a:cubicBezTo>
                    <a:cubicBezTo>
                      <a:pt x="326" y="587"/>
                      <a:pt x="354" y="559"/>
                      <a:pt x="354" y="559"/>
                    </a:cubicBezTo>
                    <a:cubicBezTo>
                      <a:pt x="390" y="531"/>
                      <a:pt x="390" y="503"/>
                      <a:pt x="418" y="446"/>
                    </a:cubicBezTo>
                    <a:lnTo>
                      <a:pt x="418" y="297"/>
                    </a:lnTo>
                    <a:lnTo>
                      <a:pt x="418" y="177"/>
                    </a:lnTo>
                    <a:cubicBezTo>
                      <a:pt x="390" y="121"/>
                      <a:pt x="390" y="92"/>
                      <a:pt x="354" y="57"/>
                    </a:cubicBezTo>
                    <a:cubicBezTo>
                      <a:pt x="354" y="57"/>
                      <a:pt x="326" y="29"/>
                      <a:pt x="298" y="29"/>
                    </a:cubicBezTo>
                    <a:cubicBezTo>
                      <a:pt x="269" y="0"/>
                      <a:pt x="241"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71"/>
              <p:cNvSpPr/>
              <p:nvPr/>
            </p:nvSpPr>
            <p:spPr>
              <a:xfrm>
                <a:off x="5133325" y="2462125"/>
                <a:ext cx="10475" cy="15575"/>
              </a:xfrm>
              <a:custGeom>
                <a:avLst/>
                <a:gdLst/>
                <a:ahLst/>
                <a:cxnLst/>
                <a:rect l="l" t="t" r="r" b="b"/>
                <a:pathLst>
                  <a:path w="419" h="623" extrusionOk="0">
                    <a:moveTo>
                      <a:pt x="206" y="57"/>
                    </a:moveTo>
                    <a:cubicBezTo>
                      <a:pt x="241" y="57"/>
                      <a:pt x="270" y="92"/>
                      <a:pt x="270" y="92"/>
                    </a:cubicBezTo>
                    <a:cubicBezTo>
                      <a:pt x="298" y="121"/>
                      <a:pt x="298" y="149"/>
                      <a:pt x="326" y="177"/>
                    </a:cubicBezTo>
                    <a:lnTo>
                      <a:pt x="326" y="297"/>
                    </a:lnTo>
                    <a:lnTo>
                      <a:pt x="326" y="326"/>
                    </a:lnTo>
                    <a:lnTo>
                      <a:pt x="326" y="446"/>
                    </a:lnTo>
                    <a:cubicBezTo>
                      <a:pt x="298" y="474"/>
                      <a:pt x="298" y="503"/>
                      <a:pt x="270" y="531"/>
                    </a:cubicBezTo>
                    <a:cubicBezTo>
                      <a:pt x="270" y="531"/>
                      <a:pt x="241" y="559"/>
                      <a:pt x="206" y="559"/>
                    </a:cubicBezTo>
                    <a:cubicBezTo>
                      <a:pt x="178" y="559"/>
                      <a:pt x="149" y="531"/>
                      <a:pt x="121" y="531"/>
                    </a:cubicBezTo>
                    <a:cubicBezTo>
                      <a:pt x="121" y="503"/>
                      <a:pt x="93" y="474"/>
                      <a:pt x="93" y="446"/>
                    </a:cubicBezTo>
                    <a:lnTo>
                      <a:pt x="93" y="326"/>
                    </a:lnTo>
                    <a:lnTo>
                      <a:pt x="93" y="297"/>
                    </a:lnTo>
                    <a:lnTo>
                      <a:pt x="93" y="177"/>
                    </a:lnTo>
                    <a:cubicBezTo>
                      <a:pt x="93" y="149"/>
                      <a:pt x="121" y="121"/>
                      <a:pt x="121" y="92"/>
                    </a:cubicBezTo>
                    <a:cubicBezTo>
                      <a:pt x="149" y="92"/>
                      <a:pt x="178" y="57"/>
                      <a:pt x="206" y="57"/>
                    </a:cubicBezTo>
                    <a:close/>
                    <a:moveTo>
                      <a:pt x="206" y="0"/>
                    </a:moveTo>
                    <a:cubicBezTo>
                      <a:pt x="178" y="0"/>
                      <a:pt x="149" y="0"/>
                      <a:pt x="121" y="29"/>
                    </a:cubicBezTo>
                    <a:cubicBezTo>
                      <a:pt x="93" y="29"/>
                      <a:pt x="65" y="57"/>
                      <a:pt x="65" y="57"/>
                    </a:cubicBezTo>
                    <a:cubicBezTo>
                      <a:pt x="29" y="92"/>
                      <a:pt x="29" y="121"/>
                      <a:pt x="1" y="177"/>
                    </a:cubicBezTo>
                    <a:lnTo>
                      <a:pt x="1" y="297"/>
                    </a:lnTo>
                    <a:lnTo>
                      <a:pt x="1" y="446"/>
                    </a:lnTo>
                    <a:cubicBezTo>
                      <a:pt x="29" y="503"/>
                      <a:pt x="29" y="531"/>
                      <a:pt x="65" y="559"/>
                    </a:cubicBezTo>
                    <a:cubicBezTo>
                      <a:pt x="65" y="559"/>
                      <a:pt x="93" y="587"/>
                      <a:pt x="121" y="587"/>
                    </a:cubicBezTo>
                    <a:cubicBezTo>
                      <a:pt x="149" y="623"/>
                      <a:pt x="178" y="623"/>
                      <a:pt x="206" y="623"/>
                    </a:cubicBezTo>
                    <a:cubicBezTo>
                      <a:pt x="241" y="623"/>
                      <a:pt x="270" y="623"/>
                      <a:pt x="298" y="587"/>
                    </a:cubicBezTo>
                    <a:cubicBezTo>
                      <a:pt x="298" y="587"/>
                      <a:pt x="326" y="559"/>
                      <a:pt x="355" y="559"/>
                    </a:cubicBezTo>
                    <a:cubicBezTo>
                      <a:pt x="355" y="531"/>
                      <a:pt x="383" y="503"/>
                      <a:pt x="383" y="446"/>
                    </a:cubicBezTo>
                    <a:cubicBezTo>
                      <a:pt x="383" y="411"/>
                      <a:pt x="418" y="354"/>
                      <a:pt x="418" y="297"/>
                    </a:cubicBezTo>
                    <a:cubicBezTo>
                      <a:pt x="418" y="234"/>
                      <a:pt x="383" y="205"/>
                      <a:pt x="383" y="177"/>
                    </a:cubicBezTo>
                    <a:cubicBezTo>
                      <a:pt x="383" y="121"/>
                      <a:pt x="355" y="92"/>
                      <a:pt x="355" y="57"/>
                    </a:cubicBezTo>
                    <a:cubicBezTo>
                      <a:pt x="326" y="57"/>
                      <a:pt x="298" y="29"/>
                      <a:pt x="298" y="29"/>
                    </a:cubicBezTo>
                    <a:cubicBezTo>
                      <a:pt x="270" y="0"/>
                      <a:pt x="241"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71"/>
              <p:cNvSpPr/>
              <p:nvPr/>
            </p:nvSpPr>
            <p:spPr>
              <a:xfrm>
                <a:off x="5145175" y="2462125"/>
                <a:ext cx="10300" cy="15575"/>
              </a:xfrm>
              <a:custGeom>
                <a:avLst/>
                <a:gdLst/>
                <a:ahLst/>
                <a:cxnLst/>
                <a:rect l="l" t="t" r="r" b="b"/>
                <a:pathLst>
                  <a:path w="412" h="623" extrusionOk="0">
                    <a:moveTo>
                      <a:pt x="206" y="57"/>
                    </a:moveTo>
                    <a:cubicBezTo>
                      <a:pt x="234" y="57"/>
                      <a:pt x="263" y="92"/>
                      <a:pt x="298" y="92"/>
                    </a:cubicBezTo>
                    <a:cubicBezTo>
                      <a:pt x="298" y="121"/>
                      <a:pt x="326" y="149"/>
                      <a:pt x="326" y="177"/>
                    </a:cubicBezTo>
                    <a:lnTo>
                      <a:pt x="326" y="297"/>
                    </a:lnTo>
                    <a:lnTo>
                      <a:pt x="326" y="326"/>
                    </a:lnTo>
                    <a:lnTo>
                      <a:pt x="326" y="446"/>
                    </a:lnTo>
                    <a:cubicBezTo>
                      <a:pt x="326" y="474"/>
                      <a:pt x="298" y="503"/>
                      <a:pt x="298" y="531"/>
                    </a:cubicBezTo>
                    <a:cubicBezTo>
                      <a:pt x="263" y="531"/>
                      <a:pt x="234" y="559"/>
                      <a:pt x="206" y="559"/>
                    </a:cubicBezTo>
                    <a:cubicBezTo>
                      <a:pt x="178" y="559"/>
                      <a:pt x="149" y="531"/>
                      <a:pt x="149" y="531"/>
                    </a:cubicBezTo>
                    <a:cubicBezTo>
                      <a:pt x="121" y="503"/>
                      <a:pt x="121" y="474"/>
                      <a:pt x="86" y="446"/>
                    </a:cubicBezTo>
                    <a:lnTo>
                      <a:pt x="86" y="326"/>
                    </a:lnTo>
                    <a:lnTo>
                      <a:pt x="86" y="297"/>
                    </a:lnTo>
                    <a:lnTo>
                      <a:pt x="86" y="177"/>
                    </a:lnTo>
                    <a:cubicBezTo>
                      <a:pt x="121" y="149"/>
                      <a:pt x="121" y="121"/>
                      <a:pt x="149" y="92"/>
                    </a:cubicBezTo>
                    <a:cubicBezTo>
                      <a:pt x="149" y="92"/>
                      <a:pt x="178" y="57"/>
                      <a:pt x="206" y="57"/>
                    </a:cubicBezTo>
                    <a:close/>
                    <a:moveTo>
                      <a:pt x="206" y="0"/>
                    </a:moveTo>
                    <a:cubicBezTo>
                      <a:pt x="178" y="0"/>
                      <a:pt x="149" y="0"/>
                      <a:pt x="121" y="29"/>
                    </a:cubicBezTo>
                    <a:cubicBezTo>
                      <a:pt x="121" y="29"/>
                      <a:pt x="86" y="57"/>
                      <a:pt x="57" y="57"/>
                    </a:cubicBezTo>
                    <a:cubicBezTo>
                      <a:pt x="57" y="92"/>
                      <a:pt x="29" y="121"/>
                      <a:pt x="29" y="177"/>
                    </a:cubicBezTo>
                    <a:cubicBezTo>
                      <a:pt x="29" y="205"/>
                      <a:pt x="1" y="234"/>
                      <a:pt x="1" y="297"/>
                    </a:cubicBezTo>
                    <a:cubicBezTo>
                      <a:pt x="1" y="354"/>
                      <a:pt x="29" y="411"/>
                      <a:pt x="29" y="446"/>
                    </a:cubicBezTo>
                    <a:cubicBezTo>
                      <a:pt x="29" y="503"/>
                      <a:pt x="57" y="531"/>
                      <a:pt x="57" y="559"/>
                    </a:cubicBezTo>
                    <a:cubicBezTo>
                      <a:pt x="86" y="559"/>
                      <a:pt x="121" y="587"/>
                      <a:pt x="121" y="587"/>
                    </a:cubicBezTo>
                    <a:cubicBezTo>
                      <a:pt x="149" y="623"/>
                      <a:pt x="178" y="623"/>
                      <a:pt x="206" y="623"/>
                    </a:cubicBezTo>
                    <a:cubicBezTo>
                      <a:pt x="234" y="623"/>
                      <a:pt x="263" y="623"/>
                      <a:pt x="298" y="587"/>
                    </a:cubicBezTo>
                    <a:cubicBezTo>
                      <a:pt x="326" y="587"/>
                      <a:pt x="355" y="559"/>
                      <a:pt x="355" y="559"/>
                    </a:cubicBezTo>
                    <a:cubicBezTo>
                      <a:pt x="383" y="531"/>
                      <a:pt x="383" y="503"/>
                      <a:pt x="411" y="446"/>
                    </a:cubicBezTo>
                    <a:lnTo>
                      <a:pt x="411" y="297"/>
                    </a:lnTo>
                    <a:lnTo>
                      <a:pt x="411" y="177"/>
                    </a:lnTo>
                    <a:cubicBezTo>
                      <a:pt x="383" y="121"/>
                      <a:pt x="383" y="92"/>
                      <a:pt x="355" y="57"/>
                    </a:cubicBezTo>
                    <a:cubicBezTo>
                      <a:pt x="355" y="57"/>
                      <a:pt x="326" y="29"/>
                      <a:pt x="298" y="29"/>
                    </a:cubicBezTo>
                    <a:cubicBezTo>
                      <a:pt x="263" y="0"/>
                      <a:pt x="234"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71"/>
              <p:cNvSpPr/>
              <p:nvPr/>
            </p:nvSpPr>
            <p:spPr>
              <a:xfrm>
                <a:off x="5162875" y="2466550"/>
                <a:ext cx="10275" cy="10275"/>
              </a:xfrm>
              <a:custGeom>
                <a:avLst/>
                <a:gdLst/>
                <a:ahLst/>
                <a:cxnLst/>
                <a:rect l="l" t="t" r="r" b="b"/>
                <a:pathLst>
                  <a:path w="411" h="411" extrusionOk="0">
                    <a:moveTo>
                      <a:pt x="0" y="0"/>
                    </a:moveTo>
                    <a:lnTo>
                      <a:pt x="0" y="57"/>
                    </a:lnTo>
                    <a:lnTo>
                      <a:pt x="354" y="205"/>
                    </a:lnTo>
                    <a:lnTo>
                      <a:pt x="0" y="354"/>
                    </a:lnTo>
                    <a:lnTo>
                      <a:pt x="0" y="410"/>
                    </a:lnTo>
                    <a:lnTo>
                      <a:pt x="411" y="234"/>
                    </a:lnTo>
                    <a:lnTo>
                      <a:pt x="411" y="177"/>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71"/>
              <p:cNvSpPr/>
              <p:nvPr/>
            </p:nvSpPr>
            <p:spPr>
              <a:xfrm>
                <a:off x="5176125" y="2466550"/>
                <a:ext cx="10300" cy="10275"/>
              </a:xfrm>
              <a:custGeom>
                <a:avLst/>
                <a:gdLst/>
                <a:ahLst/>
                <a:cxnLst/>
                <a:rect l="l" t="t" r="r" b="b"/>
                <a:pathLst>
                  <a:path w="412" h="411" extrusionOk="0">
                    <a:moveTo>
                      <a:pt x="1" y="0"/>
                    </a:moveTo>
                    <a:lnTo>
                      <a:pt x="1" y="57"/>
                    </a:lnTo>
                    <a:lnTo>
                      <a:pt x="355" y="205"/>
                    </a:lnTo>
                    <a:lnTo>
                      <a:pt x="1" y="354"/>
                    </a:lnTo>
                    <a:lnTo>
                      <a:pt x="1" y="410"/>
                    </a:lnTo>
                    <a:lnTo>
                      <a:pt x="411" y="234"/>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71"/>
              <p:cNvSpPr/>
              <p:nvPr/>
            </p:nvSpPr>
            <p:spPr>
              <a:xfrm>
                <a:off x="5188700" y="2461400"/>
                <a:ext cx="5150" cy="19125"/>
              </a:xfrm>
              <a:custGeom>
                <a:avLst/>
                <a:gdLst/>
                <a:ahLst/>
                <a:cxnLst/>
                <a:rect l="l" t="t" r="r" b="b"/>
                <a:pathLst>
                  <a:path w="206" h="765" extrusionOk="0">
                    <a:moveTo>
                      <a:pt x="0" y="1"/>
                    </a:moveTo>
                    <a:cubicBezTo>
                      <a:pt x="28" y="29"/>
                      <a:pt x="28" y="86"/>
                      <a:pt x="57" y="121"/>
                    </a:cubicBezTo>
                    <a:cubicBezTo>
                      <a:pt x="85" y="150"/>
                      <a:pt x="85" y="206"/>
                      <a:pt x="113" y="234"/>
                    </a:cubicBezTo>
                    <a:lnTo>
                      <a:pt x="113" y="383"/>
                    </a:lnTo>
                    <a:lnTo>
                      <a:pt x="113" y="532"/>
                    </a:lnTo>
                    <a:cubicBezTo>
                      <a:pt x="85" y="560"/>
                      <a:pt x="85" y="616"/>
                      <a:pt x="57" y="652"/>
                    </a:cubicBezTo>
                    <a:cubicBezTo>
                      <a:pt x="28" y="680"/>
                      <a:pt x="28" y="737"/>
                      <a:pt x="0" y="765"/>
                    </a:cubicBezTo>
                    <a:lnTo>
                      <a:pt x="57" y="765"/>
                    </a:lnTo>
                    <a:cubicBezTo>
                      <a:pt x="85" y="708"/>
                      <a:pt x="149" y="652"/>
                      <a:pt x="149" y="588"/>
                    </a:cubicBezTo>
                    <a:cubicBezTo>
                      <a:pt x="177" y="532"/>
                      <a:pt x="205" y="440"/>
                      <a:pt x="205" y="383"/>
                    </a:cubicBezTo>
                    <a:cubicBezTo>
                      <a:pt x="205" y="326"/>
                      <a:pt x="177" y="234"/>
                      <a:pt x="149" y="178"/>
                    </a:cubicBezTo>
                    <a:cubicBezTo>
                      <a:pt x="149" y="121"/>
                      <a:pt x="85" y="58"/>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71"/>
              <p:cNvSpPr/>
              <p:nvPr/>
            </p:nvSpPr>
            <p:spPr>
              <a:xfrm>
                <a:off x="5195950" y="2461400"/>
                <a:ext cx="6025" cy="19125"/>
              </a:xfrm>
              <a:custGeom>
                <a:avLst/>
                <a:gdLst/>
                <a:ahLst/>
                <a:cxnLst/>
                <a:rect l="l" t="t" r="r" b="b"/>
                <a:pathLst>
                  <a:path w="241" h="765" extrusionOk="0">
                    <a:moveTo>
                      <a:pt x="0" y="1"/>
                    </a:moveTo>
                    <a:lnTo>
                      <a:pt x="0" y="58"/>
                    </a:lnTo>
                    <a:lnTo>
                      <a:pt x="64" y="58"/>
                    </a:lnTo>
                    <a:cubicBezTo>
                      <a:pt x="92" y="86"/>
                      <a:pt x="92" y="86"/>
                      <a:pt x="92" y="121"/>
                    </a:cubicBezTo>
                    <a:lnTo>
                      <a:pt x="92" y="298"/>
                    </a:lnTo>
                    <a:lnTo>
                      <a:pt x="92" y="355"/>
                    </a:lnTo>
                    <a:cubicBezTo>
                      <a:pt x="120" y="355"/>
                      <a:pt x="120" y="355"/>
                      <a:pt x="120" y="383"/>
                    </a:cubicBezTo>
                    <a:lnTo>
                      <a:pt x="177" y="383"/>
                    </a:lnTo>
                    <a:cubicBezTo>
                      <a:pt x="149" y="383"/>
                      <a:pt x="120" y="383"/>
                      <a:pt x="120" y="411"/>
                    </a:cubicBezTo>
                    <a:cubicBezTo>
                      <a:pt x="92" y="440"/>
                      <a:pt x="92" y="440"/>
                      <a:pt x="92" y="475"/>
                    </a:cubicBezTo>
                    <a:lnTo>
                      <a:pt x="92" y="680"/>
                    </a:lnTo>
                    <a:lnTo>
                      <a:pt x="64" y="708"/>
                    </a:lnTo>
                    <a:lnTo>
                      <a:pt x="0" y="708"/>
                    </a:lnTo>
                    <a:lnTo>
                      <a:pt x="0" y="765"/>
                    </a:lnTo>
                    <a:lnTo>
                      <a:pt x="64" y="765"/>
                    </a:lnTo>
                    <a:cubicBezTo>
                      <a:pt x="92" y="765"/>
                      <a:pt x="92" y="737"/>
                      <a:pt x="120" y="737"/>
                    </a:cubicBezTo>
                    <a:cubicBezTo>
                      <a:pt x="120" y="737"/>
                      <a:pt x="149" y="737"/>
                      <a:pt x="149" y="708"/>
                    </a:cubicBezTo>
                    <a:lnTo>
                      <a:pt x="149" y="652"/>
                    </a:lnTo>
                    <a:lnTo>
                      <a:pt x="149" y="475"/>
                    </a:lnTo>
                    <a:cubicBezTo>
                      <a:pt x="149" y="475"/>
                      <a:pt x="149" y="440"/>
                      <a:pt x="177" y="440"/>
                    </a:cubicBezTo>
                    <a:lnTo>
                      <a:pt x="177" y="411"/>
                    </a:lnTo>
                    <a:lnTo>
                      <a:pt x="241" y="411"/>
                    </a:lnTo>
                    <a:lnTo>
                      <a:pt x="241" y="355"/>
                    </a:lnTo>
                    <a:lnTo>
                      <a:pt x="177" y="355"/>
                    </a:lnTo>
                    <a:lnTo>
                      <a:pt x="177" y="326"/>
                    </a:lnTo>
                    <a:cubicBezTo>
                      <a:pt x="149" y="326"/>
                      <a:pt x="149" y="326"/>
                      <a:pt x="149" y="298"/>
                    </a:cubicBezTo>
                    <a:lnTo>
                      <a:pt x="149" y="121"/>
                    </a:lnTo>
                    <a:lnTo>
                      <a:pt x="149" y="58"/>
                    </a:lnTo>
                    <a:lnTo>
                      <a:pt x="120" y="29"/>
                    </a:lnTo>
                    <a:cubicBezTo>
                      <a:pt x="92" y="29"/>
                      <a:pt x="92" y="1"/>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71"/>
              <p:cNvSpPr/>
              <p:nvPr/>
            </p:nvSpPr>
            <p:spPr>
              <a:xfrm>
                <a:off x="5011825" y="2349450"/>
                <a:ext cx="5150" cy="19125"/>
              </a:xfrm>
              <a:custGeom>
                <a:avLst/>
                <a:gdLst/>
                <a:ahLst/>
                <a:cxnLst/>
                <a:rect l="l" t="t" r="r" b="b"/>
                <a:pathLst>
                  <a:path w="206" h="765" extrusionOk="0">
                    <a:moveTo>
                      <a:pt x="149" y="1"/>
                    </a:moveTo>
                    <a:cubicBezTo>
                      <a:pt x="86" y="57"/>
                      <a:pt x="57" y="114"/>
                      <a:pt x="29" y="178"/>
                    </a:cubicBezTo>
                    <a:cubicBezTo>
                      <a:pt x="1" y="234"/>
                      <a:pt x="1" y="319"/>
                      <a:pt x="1" y="383"/>
                    </a:cubicBezTo>
                    <a:cubicBezTo>
                      <a:pt x="1" y="439"/>
                      <a:pt x="1" y="531"/>
                      <a:pt x="29" y="588"/>
                    </a:cubicBezTo>
                    <a:cubicBezTo>
                      <a:pt x="57" y="645"/>
                      <a:pt x="86" y="708"/>
                      <a:pt x="149" y="765"/>
                    </a:cubicBezTo>
                    <a:lnTo>
                      <a:pt x="206" y="765"/>
                    </a:lnTo>
                    <a:cubicBezTo>
                      <a:pt x="178" y="737"/>
                      <a:pt x="149" y="673"/>
                      <a:pt x="149" y="645"/>
                    </a:cubicBezTo>
                    <a:cubicBezTo>
                      <a:pt x="114" y="616"/>
                      <a:pt x="86" y="560"/>
                      <a:pt x="86" y="531"/>
                    </a:cubicBezTo>
                    <a:lnTo>
                      <a:pt x="86" y="383"/>
                    </a:lnTo>
                    <a:lnTo>
                      <a:pt x="86" y="234"/>
                    </a:lnTo>
                    <a:cubicBezTo>
                      <a:pt x="86" y="206"/>
                      <a:pt x="114" y="142"/>
                      <a:pt x="149" y="114"/>
                    </a:cubicBezTo>
                    <a:cubicBezTo>
                      <a:pt x="149" y="86"/>
                      <a:pt x="178" y="29"/>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71"/>
              <p:cNvSpPr/>
              <p:nvPr/>
            </p:nvSpPr>
            <p:spPr>
              <a:xfrm>
                <a:off x="5019075" y="2349450"/>
                <a:ext cx="5350" cy="19125"/>
              </a:xfrm>
              <a:custGeom>
                <a:avLst/>
                <a:gdLst/>
                <a:ahLst/>
                <a:cxnLst/>
                <a:rect l="l" t="t" r="r" b="b"/>
                <a:pathLst>
                  <a:path w="214" h="765" extrusionOk="0">
                    <a:moveTo>
                      <a:pt x="149" y="1"/>
                    </a:moveTo>
                    <a:cubicBezTo>
                      <a:pt x="121" y="57"/>
                      <a:pt x="65" y="114"/>
                      <a:pt x="65" y="178"/>
                    </a:cubicBezTo>
                    <a:cubicBezTo>
                      <a:pt x="36" y="234"/>
                      <a:pt x="1" y="319"/>
                      <a:pt x="1" y="383"/>
                    </a:cubicBezTo>
                    <a:cubicBezTo>
                      <a:pt x="1" y="439"/>
                      <a:pt x="36" y="531"/>
                      <a:pt x="65" y="588"/>
                    </a:cubicBezTo>
                    <a:cubicBezTo>
                      <a:pt x="65" y="645"/>
                      <a:pt x="121" y="708"/>
                      <a:pt x="149" y="765"/>
                    </a:cubicBezTo>
                    <a:lnTo>
                      <a:pt x="213" y="765"/>
                    </a:lnTo>
                    <a:cubicBezTo>
                      <a:pt x="178" y="737"/>
                      <a:pt x="149" y="673"/>
                      <a:pt x="149" y="645"/>
                    </a:cubicBezTo>
                    <a:cubicBezTo>
                      <a:pt x="121" y="616"/>
                      <a:pt x="121" y="560"/>
                      <a:pt x="93" y="531"/>
                    </a:cubicBezTo>
                    <a:lnTo>
                      <a:pt x="93" y="383"/>
                    </a:lnTo>
                    <a:lnTo>
                      <a:pt x="93" y="234"/>
                    </a:lnTo>
                    <a:cubicBezTo>
                      <a:pt x="121" y="206"/>
                      <a:pt x="121" y="142"/>
                      <a:pt x="149" y="114"/>
                    </a:cubicBezTo>
                    <a:cubicBezTo>
                      <a:pt x="149" y="86"/>
                      <a:pt x="178" y="29"/>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71"/>
              <p:cNvSpPr/>
              <p:nvPr/>
            </p:nvSpPr>
            <p:spPr>
              <a:xfrm>
                <a:off x="5027225" y="2353875"/>
                <a:ext cx="2325" cy="11000"/>
              </a:xfrm>
              <a:custGeom>
                <a:avLst/>
                <a:gdLst/>
                <a:ahLst/>
                <a:cxnLst/>
                <a:rect l="l" t="t" r="r" b="b"/>
                <a:pathLst>
                  <a:path w="93" h="440" extrusionOk="0">
                    <a:moveTo>
                      <a:pt x="0" y="1"/>
                    </a:moveTo>
                    <a:lnTo>
                      <a:pt x="0" y="86"/>
                    </a:lnTo>
                    <a:lnTo>
                      <a:pt x="92" y="86"/>
                    </a:lnTo>
                    <a:lnTo>
                      <a:pt x="92" y="1"/>
                    </a:lnTo>
                    <a:close/>
                    <a:moveTo>
                      <a:pt x="0" y="354"/>
                    </a:moveTo>
                    <a:lnTo>
                      <a:pt x="0" y="439"/>
                    </a:lnTo>
                    <a:lnTo>
                      <a:pt x="92" y="439"/>
                    </a:lnTo>
                    <a:lnTo>
                      <a:pt x="92" y="35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71"/>
              <p:cNvSpPr/>
              <p:nvPr/>
            </p:nvSpPr>
            <p:spPr>
              <a:xfrm>
                <a:off x="5036775" y="2350175"/>
                <a:ext cx="10450" cy="15400"/>
              </a:xfrm>
              <a:custGeom>
                <a:avLst/>
                <a:gdLst/>
                <a:ahLst/>
                <a:cxnLst/>
                <a:rect l="l" t="t" r="r" b="b"/>
                <a:pathLst>
                  <a:path w="418" h="616" extrusionOk="0">
                    <a:moveTo>
                      <a:pt x="212" y="57"/>
                    </a:moveTo>
                    <a:cubicBezTo>
                      <a:pt x="241" y="57"/>
                      <a:pt x="269" y="85"/>
                      <a:pt x="297" y="85"/>
                    </a:cubicBezTo>
                    <a:cubicBezTo>
                      <a:pt x="297" y="113"/>
                      <a:pt x="326" y="149"/>
                      <a:pt x="326" y="177"/>
                    </a:cubicBezTo>
                    <a:lnTo>
                      <a:pt x="326" y="290"/>
                    </a:lnTo>
                    <a:lnTo>
                      <a:pt x="326" y="326"/>
                    </a:lnTo>
                    <a:lnTo>
                      <a:pt x="326" y="439"/>
                    </a:lnTo>
                    <a:cubicBezTo>
                      <a:pt x="326" y="467"/>
                      <a:pt x="297" y="502"/>
                      <a:pt x="297" y="531"/>
                    </a:cubicBezTo>
                    <a:cubicBezTo>
                      <a:pt x="269" y="531"/>
                      <a:pt x="241" y="559"/>
                      <a:pt x="212" y="559"/>
                    </a:cubicBezTo>
                    <a:cubicBezTo>
                      <a:pt x="177" y="559"/>
                      <a:pt x="149" y="531"/>
                      <a:pt x="149" y="531"/>
                    </a:cubicBezTo>
                    <a:cubicBezTo>
                      <a:pt x="121" y="502"/>
                      <a:pt x="121" y="467"/>
                      <a:pt x="92" y="439"/>
                    </a:cubicBezTo>
                    <a:lnTo>
                      <a:pt x="92" y="326"/>
                    </a:lnTo>
                    <a:lnTo>
                      <a:pt x="92" y="290"/>
                    </a:lnTo>
                    <a:lnTo>
                      <a:pt x="92" y="177"/>
                    </a:lnTo>
                    <a:cubicBezTo>
                      <a:pt x="121" y="149"/>
                      <a:pt x="121" y="113"/>
                      <a:pt x="149" y="85"/>
                    </a:cubicBezTo>
                    <a:cubicBezTo>
                      <a:pt x="149" y="85"/>
                      <a:pt x="177" y="57"/>
                      <a:pt x="212" y="57"/>
                    </a:cubicBezTo>
                    <a:close/>
                    <a:moveTo>
                      <a:pt x="212" y="0"/>
                    </a:moveTo>
                    <a:cubicBezTo>
                      <a:pt x="177" y="0"/>
                      <a:pt x="149" y="0"/>
                      <a:pt x="121" y="28"/>
                    </a:cubicBezTo>
                    <a:cubicBezTo>
                      <a:pt x="92" y="28"/>
                      <a:pt x="92" y="57"/>
                      <a:pt x="64" y="57"/>
                    </a:cubicBezTo>
                    <a:cubicBezTo>
                      <a:pt x="64" y="85"/>
                      <a:pt x="36" y="113"/>
                      <a:pt x="36" y="177"/>
                    </a:cubicBezTo>
                    <a:cubicBezTo>
                      <a:pt x="36" y="205"/>
                      <a:pt x="0" y="262"/>
                      <a:pt x="0" y="326"/>
                    </a:cubicBezTo>
                    <a:cubicBezTo>
                      <a:pt x="0" y="382"/>
                      <a:pt x="36" y="410"/>
                      <a:pt x="36" y="467"/>
                    </a:cubicBezTo>
                    <a:cubicBezTo>
                      <a:pt x="36" y="502"/>
                      <a:pt x="64" y="531"/>
                      <a:pt x="64" y="559"/>
                    </a:cubicBezTo>
                    <a:cubicBezTo>
                      <a:pt x="92" y="559"/>
                      <a:pt x="92" y="587"/>
                      <a:pt x="121" y="587"/>
                    </a:cubicBezTo>
                    <a:cubicBezTo>
                      <a:pt x="149" y="616"/>
                      <a:pt x="177" y="616"/>
                      <a:pt x="212" y="616"/>
                    </a:cubicBezTo>
                    <a:cubicBezTo>
                      <a:pt x="241" y="616"/>
                      <a:pt x="269" y="616"/>
                      <a:pt x="297" y="587"/>
                    </a:cubicBezTo>
                    <a:cubicBezTo>
                      <a:pt x="326" y="587"/>
                      <a:pt x="354" y="559"/>
                      <a:pt x="354" y="559"/>
                    </a:cubicBezTo>
                    <a:cubicBezTo>
                      <a:pt x="389" y="531"/>
                      <a:pt x="389" y="502"/>
                      <a:pt x="418" y="467"/>
                    </a:cubicBezTo>
                    <a:lnTo>
                      <a:pt x="418" y="326"/>
                    </a:lnTo>
                    <a:lnTo>
                      <a:pt x="418" y="177"/>
                    </a:lnTo>
                    <a:cubicBezTo>
                      <a:pt x="389" y="113"/>
                      <a:pt x="389" y="85"/>
                      <a:pt x="354" y="57"/>
                    </a:cubicBezTo>
                    <a:cubicBezTo>
                      <a:pt x="354" y="57"/>
                      <a:pt x="326" y="28"/>
                      <a:pt x="297" y="28"/>
                    </a:cubicBezTo>
                    <a:cubicBezTo>
                      <a:pt x="269" y="0"/>
                      <a:pt x="241" y="0"/>
                      <a:pt x="2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71"/>
              <p:cNvSpPr/>
              <p:nvPr/>
            </p:nvSpPr>
            <p:spPr>
              <a:xfrm>
                <a:off x="5049325" y="2349450"/>
                <a:ext cx="5150" cy="19125"/>
              </a:xfrm>
              <a:custGeom>
                <a:avLst/>
                <a:gdLst/>
                <a:ahLst/>
                <a:cxnLst/>
                <a:rect l="l" t="t" r="r" b="b"/>
                <a:pathLst>
                  <a:path w="206" h="765" extrusionOk="0">
                    <a:moveTo>
                      <a:pt x="1" y="1"/>
                    </a:moveTo>
                    <a:cubicBezTo>
                      <a:pt x="29" y="29"/>
                      <a:pt x="29" y="86"/>
                      <a:pt x="64" y="114"/>
                    </a:cubicBezTo>
                    <a:cubicBezTo>
                      <a:pt x="93" y="178"/>
                      <a:pt x="93" y="206"/>
                      <a:pt x="121" y="234"/>
                    </a:cubicBezTo>
                    <a:lnTo>
                      <a:pt x="121" y="383"/>
                    </a:lnTo>
                    <a:lnTo>
                      <a:pt x="121" y="531"/>
                    </a:lnTo>
                    <a:cubicBezTo>
                      <a:pt x="93" y="560"/>
                      <a:pt x="93" y="616"/>
                      <a:pt x="64" y="645"/>
                    </a:cubicBezTo>
                    <a:cubicBezTo>
                      <a:pt x="29" y="708"/>
                      <a:pt x="29" y="737"/>
                      <a:pt x="1" y="765"/>
                    </a:cubicBezTo>
                    <a:lnTo>
                      <a:pt x="64" y="765"/>
                    </a:lnTo>
                    <a:cubicBezTo>
                      <a:pt x="93" y="708"/>
                      <a:pt x="121" y="645"/>
                      <a:pt x="149" y="588"/>
                    </a:cubicBezTo>
                    <a:cubicBezTo>
                      <a:pt x="177" y="531"/>
                      <a:pt x="206" y="439"/>
                      <a:pt x="206" y="383"/>
                    </a:cubicBezTo>
                    <a:cubicBezTo>
                      <a:pt x="206" y="319"/>
                      <a:pt x="177" y="234"/>
                      <a:pt x="149" y="178"/>
                    </a:cubicBezTo>
                    <a:cubicBezTo>
                      <a:pt x="121" y="114"/>
                      <a:pt x="93" y="57"/>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71"/>
              <p:cNvSpPr/>
              <p:nvPr/>
            </p:nvSpPr>
            <p:spPr>
              <a:xfrm>
                <a:off x="5057450" y="2354600"/>
                <a:ext cx="10300" cy="10275"/>
              </a:xfrm>
              <a:custGeom>
                <a:avLst/>
                <a:gdLst/>
                <a:ahLst/>
                <a:cxnLst/>
                <a:rect l="l" t="t" r="r" b="b"/>
                <a:pathLst>
                  <a:path w="412" h="411" extrusionOk="0">
                    <a:moveTo>
                      <a:pt x="1" y="0"/>
                    </a:moveTo>
                    <a:lnTo>
                      <a:pt x="1" y="57"/>
                    </a:lnTo>
                    <a:lnTo>
                      <a:pt x="355" y="205"/>
                    </a:lnTo>
                    <a:lnTo>
                      <a:pt x="1" y="354"/>
                    </a:lnTo>
                    <a:lnTo>
                      <a:pt x="1" y="410"/>
                    </a:lnTo>
                    <a:lnTo>
                      <a:pt x="411" y="233"/>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71"/>
              <p:cNvSpPr/>
              <p:nvPr/>
            </p:nvSpPr>
            <p:spPr>
              <a:xfrm>
                <a:off x="5070025" y="2350875"/>
                <a:ext cx="3025" cy="5150"/>
              </a:xfrm>
              <a:custGeom>
                <a:avLst/>
                <a:gdLst/>
                <a:ahLst/>
                <a:cxnLst/>
                <a:rect l="l" t="t" r="r" b="b"/>
                <a:pathLst>
                  <a:path w="121" h="206" extrusionOk="0">
                    <a:moveTo>
                      <a:pt x="29" y="0"/>
                    </a:moveTo>
                    <a:lnTo>
                      <a:pt x="29" y="85"/>
                    </a:lnTo>
                    <a:lnTo>
                      <a:pt x="57" y="85"/>
                    </a:lnTo>
                    <a:lnTo>
                      <a:pt x="57" y="121"/>
                    </a:lnTo>
                    <a:cubicBezTo>
                      <a:pt x="57" y="149"/>
                      <a:pt x="57" y="149"/>
                      <a:pt x="29" y="149"/>
                    </a:cubicBezTo>
                    <a:cubicBezTo>
                      <a:pt x="29" y="149"/>
                      <a:pt x="29" y="177"/>
                      <a:pt x="0" y="177"/>
                    </a:cubicBezTo>
                    <a:lnTo>
                      <a:pt x="0" y="206"/>
                    </a:lnTo>
                    <a:cubicBezTo>
                      <a:pt x="29" y="206"/>
                      <a:pt x="29" y="206"/>
                      <a:pt x="57" y="177"/>
                    </a:cubicBezTo>
                    <a:cubicBezTo>
                      <a:pt x="57" y="177"/>
                      <a:pt x="85" y="177"/>
                      <a:pt x="85" y="149"/>
                    </a:cubicBezTo>
                    <a:cubicBezTo>
                      <a:pt x="85" y="121"/>
                      <a:pt x="121" y="85"/>
                      <a:pt x="121" y="57"/>
                    </a:cubicBez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71"/>
              <p:cNvSpPr/>
              <p:nvPr/>
            </p:nvSpPr>
            <p:spPr>
              <a:xfrm>
                <a:off x="5075150" y="2350875"/>
                <a:ext cx="2325" cy="5150"/>
              </a:xfrm>
              <a:custGeom>
                <a:avLst/>
                <a:gdLst/>
                <a:ahLst/>
                <a:cxnLst/>
                <a:rect l="l" t="t" r="r" b="b"/>
                <a:pathLst>
                  <a:path w="93" h="206" extrusionOk="0">
                    <a:moveTo>
                      <a:pt x="29" y="0"/>
                    </a:moveTo>
                    <a:lnTo>
                      <a:pt x="29" y="85"/>
                    </a:lnTo>
                    <a:lnTo>
                      <a:pt x="57" y="85"/>
                    </a:lnTo>
                    <a:lnTo>
                      <a:pt x="57" y="121"/>
                    </a:lnTo>
                    <a:cubicBezTo>
                      <a:pt x="57" y="149"/>
                      <a:pt x="29" y="149"/>
                      <a:pt x="29" y="149"/>
                    </a:cubicBezTo>
                    <a:cubicBezTo>
                      <a:pt x="29" y="149"/>
                      <a:pt x="29" y="177"/>
                      <a:pt x="0" y="177"/>
                    </a:cubicBezTo>
                    <a:lnTo>
                      <a:pt x="0" y="206"/>
                    </a:lnTo>
                    <a:cubicBezTo>
                      <a:pt x="29" y="206"/>
                      <a:pt x="29" y="206"/>
                      <a:pt x="57" y="177"/>
                    </a:cubicBezTo>
                    <a:cubicBezTo>
                      <a:pt x="57" y="177"/>
                      <a:pt x="92" y="177"/>
                      <a:pt x="92" y="149"/>
                    </a:cubicBezTo>
                    <a:lnTo>
                      <a:pt x="92" y="57"/>
                    </a:lnTo>
                    <a:lnTo>
                      <a:pt x="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71"/>
              <p:cNvSpPr/>
              <p:nvPr/>
            </p:nvSpPr>
            <p:spPr>
              <a:xfrm>
                <a:off x="5080975" y="2354600"/>
                <a:ext cx="10475" cy="10275"/>
              </a:xfrm>
              <a:custGeom>
                <a:avLst/>
                <a:gdLst/>
                <a:ahLst/>
                <a:cxnLst/>
                <a:rect l="l" t="t" r="r" b="b"/>
                <a:pathLst>
                  <a:path w="419" h="411" extrusionOk="0">
                    <a:moveTo>
                      <a:pt x="1" y="0"/>
                    </a:moveTo>
                    <a:lnTo>
                      <a:pt x="1" y="57"/>
                    </a:lnTo>
                    <a:lnTo>
                      <a:pt x="326" y="205"/>
                    </a:lnTo>
                    <a:lnTo>
                      <a:pt x="1" y="354"/>
                    </a:lnTo>
                    <a:lnTo>
                      <a:pt x="1" y="410"/>
                    </a:lnTo>
                    <a:lnTo>
                      <a:pt x="418" y="233"/>
                    </a:lnTo>
                    <a:lnTo>
                      <a:pt x="418"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71"/>
              <p:cNvSpPr/>
              <p:nvPr/>
            </p:nvSpPr>
            <p:spPr>
              <a:xfrm>
                <a:off x="5093550" y="2354600"/>
                <a:ext cx="10450" cy="10275"/>
              </a:xfrm>
              <a:custGeom>
                <a:avLst/>
                <a:gdLst/>
                <a:ahLst/>
                <a:cxnLst/>
                <a:rect l="l" t="t" r="r" b="b"/>
                <a:pathLst>
                  <a:path w="418" h="411" extrusionOk="0">
                    <a:moveTo>
                      <a:pt x="418" y="0"/>
                    </a:moveTo>
                    <a:lnTo>
                      <a:pt x="0" y="177"/>
                    </a:lnTo>
                    <a:lnTo>
                      <a:pt x="0" y="233"/>
                    </a:lnTo>
                    <a:lnTo>
                      <a:pt x="418" y="410"/>
                    </a:lnTo>
                    <a:lnTo>
                      <a:pt x="418" y="354"/>
                    </a:lnTo>
                    <a:lnTo>
                      <a:pt x="64" y="205"/>
                    </a:lnTo>
                    <a:lnTo>
                      <a:pt x="418" y="57"/>
                    </a:lnTo>
                    <a:lnTo>
                      <a:pt x="4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71"/>
              <p:cNvSpPr/>
              <p:nvPr/>
            </p:nvSpPr>
            <p:spPr>
              <a:xfrm>
                <a:off x="5111225" y="2349450"/>
                <a:ext cx="5150" cy="19125"/>
              </a:xfrm>
              <a:custGeom>
                <a:avLst/>
                <a:gdLst/>
                <a:ahLst/>
                <a:cxnLst/>
                <a:rect l="l" t="t" r="r" b="b"/>
                <a:pathLst>
                  <a:path w="206" h="765" extrusionOk="0">
                    <a:moveTo>
                      <a:pt x="1" y="1"/>
                    </a:moveTo>
                    <a:cubicBezTo>
                      <a:pt x="29" y="29"/>
                      <a:pt x="29" y="86"/>
                      <a:pt x="64" y="114"/>
                    </a:cubicBezTo>
                    <a:cubicBezTo>
                      <a:pt x="93" y="178"/>
                      <a:pt x="93" y="206"/>
                      <a:pt x="121" y="234"/>
                    </a:cubicBezTo>
                    <a:lnTo>
                      <a:pt x="121" y="383"/>
                    </a:lnTo>
                    <a:lnTo>
                      <a:pt x="121" y="531"/>
                    </a:lnTo>
                    <a:cubicBezTo>
                      <a:pt x="93" y="560"/>
                      <a:pt x="93" y="616"/>
                      <a:pt x="64" y="645"/>
                    </a:cubicBezTo>
                    <a:cubicBezTo>
                      <a:pt x="29" y="708"/>
                      <a:pt x="29" y="737"/>
                      <a:pt x="1" y="765"/>
                    </a:cubicBezTo>
                    <a:lnTo>
                      <a:pt x="64" y="765"/>
                    </a:lnTo>
                    <a:cubicBezTo>
                      <a:pt x="93" y="708"/>
                      <a:pt x="121" y="645"/>
                      <a:pt x="149" y="588"/>
                    </a:cubicBezTo>
                    <a:cubicBezTo>
                      <a:pt x="177" y="531"/>
                      <a:pt x="206" y="439"/>
                      <a:pt x="206" y="383"/>
                    </a:cubicBezTo>
                    <a:cubicBezTo>
                      <a:pt x="206" y="319"/>
                      <a:pt x="177" y="234"/>
                      <a:pt x="149" y="178"/>
                    </a:cubicBezTo>
                    <a:cubicBezTo>
                      <a:pt x="121" y="114"/>
                      <a:pt x="93" y="57"/>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71"/>
              <p:cNvSpPr/>
              <p:nvPr/>
            </p:nvSpPr>
            <p:spPr>
              <a:xfrm>
                <a:off x="5123075" y="2349450"/>
                <a:ext cx="5150" cy="19125"/>
              </a:xfrm>
              <a:custGeom>
                <a:avLst/>
                <a:gdLst/>
                <a:ahLst/>
                <a:cxnLst/>
                <a:rect l="l" t="t" r="r" b="b"/>
                <a:pathLst>
                  <a:path w="206" h="765" extrusionOk="0">
                    <a:moveTo>
                      <a:pt x="1" y="1"/>
                    </a:moveTo>
                    <a:cubicBezTo>
                      <a:pt x="29" y="29"/>
                      <a:pt x="57" y="86"/>
                      <a:pt x="57" y="114"/>
                    </a:cubicBezTo>
                    <a:cubicBezTo>
                      <a:pt x="85" y="178"/>
                      <a:pt x="85" y="206"/>
                      <a:pt x="121" y="234"/>
                    </a:cubicBezTo>
                    <a:lnTo>
                      <a:pt x="121" y="383"/>
                    </a:lnTo>
                    <a:lnTo>
                      <a:pt x="121" y="531"/>
                    </a:lnTo>
                    <a:cubicBezTo>
                      <a:pt x="85" y="560"/>
                      <a:pt x="85" y="616"/>
                      <a:pt x="57" y="645"/>
                    </a:cubicBezTo>
                    <a:cubicBezTo>
                      <a:pt x="57" y="708"/>
                      <a:pt x="29" y="737"/>
                      <a:pt x="1" y="765"/>
                    </a:cubicBezTo>
                    <a:lnTo>
                      <a:pt x="57" y="765"/>
                    </a:lnTo>
                    <a:cubicBezTo>
                      <a:pt x="85" y="708"/>
                      <a:pt x="149" y="645"/>
                      <a:pt x="177" y="588"/>
                    </a:cubicBezTo>
                    <a:cubicBezTo>
                      <a:pt x="177" y="531"/>
                      <a:pt x="206" y="439"/>
                      <a:pt x="206" y="383"/>
                    </a:cubicBezTo>
                    <a:cubicBezTo>
                      <a:pt x="206" y="319"/>
                      <a:pt x="177" y="234"/>
                      <a:pt x="177" y="178"/>
                    </a:cubicBezTo>
                    <a:cubicBezTo>
                      <a:pt x="149" y="114"/>
                      <a:pt x="85" y="57"/>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71"/>
              <p:cNvSpPr/>
              <p:nvPr/>
            </p:nvSpPr>
            <p:spPr>
              <a:xfrm>
                <a:off x="5011825" y="2423025"/>
                <a:ext cx="5150" cy="19300"/>
              </a:xfrm>
              <a:custGeom>
                <a:avLst/>
                <a:gdLst/>
                <a:ahLst/>
                <a:cxnLst/>
                <a:rect l="l" t="t" r="r" b="b"/>
                <a:pathLst>
                  <a:path w="206" h="772" extrusionOk="0">
                    <a:moveTo>
                      <a:pt x="149" y="1"/>
                    </a:moveTo>
                    <a:cubicBezTo>
                      <a:pt x="86" y="64"/>
                      <a:pt x="57" y="121"/>
                      <a:pt x="29" y="178"/>
                    </a:cubicBezTo>
                    <a:cubicBezTo>
                      <a:pt x="1" y="241"/>
                      <a:pt x="1" y="326"/>
                      <a:pt x="1" y="383"/>
                    </a:cubicBezTo>
                    <a:cubicBezTo>
                      <a:pt x="1" y="446"/>
                      <a:pt x="1" y="531"/>
                      <a:pt x="29" y="595"/>
                    </a:cubicBezTo>
                    <a:cubicBezTo>
                      <a:pt x="57" y="652"/>
                      <a:pt x="86" y="708"/>
                      <a:pt x="149" y="772"/>
                    </a:cubicBezTo>
                    <a:lnTo>
                      <a:pt x="206" y="772"/>
                    </a:lnTo>
                    <a:cubicBezTo>
                      <a:pt x="178" y="737"/>
                      <a:pt x="149" y="680"/>
                      <a:pt x="149" y="652"/>
                    </a:cubicBezTo>
                    <a:cubicBezTo>
                      <a:pt x="114" y="623"/>
                      <a:pt x="86" y="560"/>
                      <a:pt x="86" y="531"/>
                    </a:cubicBezTo>
                    <a:lnTo>
                      <a:pt x="86" y="383"/>
                    </a:lnTo>
                    <a:lnTo>
                      <a:pt x="86" y="241"/>
                    </a:lnTo>
                    <a:cubicBezTo>
                      <a:pt x="86" y="206"/>
                      <a:pt x="114" y="149"/>
                      <a:pt x="149" y="121"/>
                    </a:cubicBezTo>
                    <a:cubicBezTo>
                      <a:pt x="149" y="93"/>
                      <a:pt x="178" y="29"/>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71"/>
              <p:cNvSpPr/>
              <p:nvPr/>
            </p:nvSpPr>
            <p:spPr>
              <a:xfrm>
                <a:off x="5019075" y="2423025"/>
                <a:ext cx="5350" cy="19300"/>
              </a:xfrm>
              <a:custGeom>
                <a:avLst/>
                <a:gdLst/>
                <a:ahLst/>
                <a:cxnLst/>
                <a:rect l="l" t="t" r="r" b="b"/>
                <a:pathLst>
                  <a:path w="214" h="772" extrusionOk="0">
                    <a:moveTo>
                      <a:pt x="149" y="1"/>
                    </a:moveTo>
                    <a:cubicBezTo>
                      <a:pt x="121" y="64"/>
                      <a:pt x="65" y="121"/>
                      <a:pt x="65" y="178"/>
                    </a:cubicBezTo>
                    <a:cubicBezTo>
                      <a:pt x="36" y="241"/>
                      <a:pt x="1" y="326"/>
                      <a:pt x="1" y="383"/>
                    </a:cubicBezTo>
                    <a:cubicBezTo>
                      <a:pt x="1" y="446"/>
                      <a:pt x="36" y="531"/>
                      <a:pt x="65" y="595"/>
                    </a:cubicBezTo>
                    <a:cubicBezTo>
                      <a:pt x="65" y="652"/>
                      <a:pt x="121" y="708"/>
                      <a:pt x="149" y="772"/>
                    </a:cubicBezTo>
                    <a:lnTo>
                      <a:pt x="213" y="772"/>
                    </a:lnTo>
                    <a:cubicBezTo>
                      <a:pt x="178" y="737"/>
                      <a:pt x="149" y="680"/>
                      <a:pt x="149" y="652"/>
                    </a:cubicBezTo>
                    <a:cubicBezTo>
                      <a:pt x="121" y="623"/>
                      <a:pt x="121" y="560"/>
                      <a:pt x="93" y="531"/>
                    </a:cubicBezTo>
                    <a:lnTo>
                      <a:pt x="93" y="383"/>
                    </a:lnTo>
                    <a:lnTo>
                      <a:pt x="93" y="241"/>
                    </a:lnTo>
                    <a:cubicBezTo>
                      <a:pt x="121" y="206"/>
                      <a:pt x="121" y="149"/>
                      <a:pt x="149" y="121"/>
                    </a:cubicBezTo>
                    <a:cubicBezTo>
                      <a:pt x="149" y="93"/>
                      <a:pt x="178" y="29"/>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71"/>
              <p:cNvSpPr/>
              <p:nvPr/>
            </p:nvSpPr>
            <p:spPr>
              <a:xfrm>
                <a:off x="5027225" y="2427450"/>
                <a:ext cx="2325" cy="11175"/>
              </a:xfrm>
              <a:custGeom>
                <a:avLst/>
                <a:gdLst/>
                <a:ahLst/>
                <a:cxnLst/>
                <a:rect l="l" t="t" r="r" b="b"/>
                <a:pathLst>
                  <a:path w="93" h="447" extrusionOk="0">
                    <a:moveTo>
                      <a:pt x="0" y="1"/>
                    </a:moveTo>
                    <a:lnTo>
                      <a:pt x="0" y="93"/>
                    </a:lnTo>
                    <a:lnTo>
                      <a:pt x="92" y="93"/>
                    </a:lnTo>
                    <a:lnTo>
                      <a:pt x="92" y="1"/>
                    </a:lnTo>
                    <a:close/>
                    <a:moveTo>
                      <a:pt x="0" y="354"/>
                    </a:moveTo>
                    <a:lnTo>
                      <a:pt x="0" y="446"/>
                    </a:lnTo>
                    <a:lnTo>
                      <a:pt x="92" y="446"/>
                    </a:lnTo>
                    <a:lnTo>
                      <a:pt x="92" y="35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71"/>
              <p:cNvSpPr/>
              <p:nvPr/>
            </p:nvSpPr>
            <p:spPr>
              <a:xfrm>
                <a:off x="5036775" y="2423750"/>
                <a:ext cx="10450" cy="15575"/>
              </a:xfrm>
              <a:custGeom>
                <a:avLst/>
                <a:gdLst/>
                <a:ahLst/>
                <a:cxnLst/>
                <a:rect l="l" t="t" r="r" b="b"/>
                <a:pathLst>
                  <a:path w="418" h="623" extrusionOk="0">
                    <a:moveTo>
                      <a:pt x="212" y="64"/>
                    </a:moveTo>
                    <a:cubicBezTo>
                      <a:pt x="241" y="64"/>
                      <a:pt x="269" y="92"/>
                      <a:pt x="297" y="92"/>
                    </a:cubicBezTo>
                    <a:cubicBezTo>
                      <a:pt x="297" y="120"/>
                      <a:pt x="326" y="149"/>
                      <a:pt x="326" y="177"/>
                    </a:cubicBezTo>
                    <a:lnTo>
                      <a:pt x="326" y="297"/>
                    </a:lnTo>
                    <a:lnTo>
                      <a:pt x="326" y="326"/>
                    </a:lnTo>
                    <a:lnTo>
                      <a:pt x="326" y="446"/>
                    </a:lnTo>
                    <a:cubicBezTo>
                      <a:pt x="326" y="474"/>
                      <a:pt x="297" y="502"/>
                      <a:pt x="297" y="531"/>
                    </a:cubicBezTo>
                    <a:cubicBezTo>
                      <a:pt x="269" y="531"/>
                      <a:pt x="241" y="566"/>
                      <a:pt x="212" y="566"/>
                    </a:cubicBezTo>
                    <a:cubicBezTo>
                      <a:pt x="177" y="566"/>
                      <a:pt x="149" y="531"/>
                      <a:pt x="149" y="531"/>
                    </a:cubicBezTo>
                    <a:cubicBezTo>
                      <a:pt x="121" y="502"/>
                      <a:pt x="121" y="474"/>
                      <a:pt x="92" y="446"/>
                    </a:cubicBezTo>
                    <a:lnTo>
                      <a:pt x="92" y="326"/>
                    </a:lnTo>
                    <a:lnTo>
                      <a:pt x="92" y="297"/>
                    </a:lnTo>
                    <a:lnTo>
                      <a:pt x="92" y="177"/>
                    </a:lnTo>
                    <a:cubicBezTo>
                      <a:pt x="121" y="149"/>
                      <a:pt x="121" y="120"/>
                      <a:pt x="149" y="92"/>
                    </a:cubicBezTo>
                    <a:cubicBezTo>
                      <a:pt x="149" y="92"/>
                      <a:pt x="177" y="64"/>
                      <a:pt x="212" y="64"/>
                    </a:cubicBezTo>
                    <a:close/>
                    <a:moveTo>
                      <a:pt x="212" y="0"/>
                    </a:moveTo>
                    <a:cubicBezTo>
                      <a:pt x="177" y="0"/>
                      <a:pt x="149" y="0"/>
                      <a:pt x="121" y="35"/>
                    </a:cubicBezTo>
                    <a:cubicBezTo>
                      <a:pt x="92" y="35"/>
                      <a:pt x="92" y="64"/>
                      <a:pt x="64" y="64"/>
                    </a:cubicBezTo>
                    <a:cubicBezTo>
                      <a:pt x="64" y="92"/>
                      <a:pt x="36" y="120"/>
                      <a:pt x="36" y="177"/>
                    </a:cubicBezTo>
                    <a:cubicBezTo>
                      <a:pt x="36" y="212"/>
                      <a:pt x="0" y="269"/>
                      <a:pt x="0" y="326"/>
                    </a:cubicBezTo>
                    <a:cubicBezTo>
                      <a:pt x="0" y="389"/>
                      <a:pt x="36" y="417"/>
                      <a:pt x="36" y="474"/>
                    </a:cubicBezTo>
                    <a:cubicBezTo>
                      <a:pt x="36" y="502"/>
                      <a:pt x="64" y="531"/>
                      <a:pt x="64" y="566"/>
                    </a:cubicBezTo>
                    <a:cubicBezTo>
                      <a:pt x="92" y="566"/>
                      <a:pt x="92" y="594"/>
                      <a:pt x="121" y="594"/>
                    </a:cubicBezTo>
                    <a:cubicBezTo>
                      <a:pt x="149" y="623"/>
                      <a:pt x="177" y="623"/>
                      <a:pt x="212" y="623"/>
                    </a:cubicBezTo>
                    <a:cubicBezTo>
                      <a:pt x="241" y="623"/>
                      <a:pt x="269" y="623"/>
                      <a:pt x="297" y="594"/>
                    </a:cubicBezTo>
                    <a:cubicBezTo>
                      <a:pt x="326" y="594"/>
                      <a:pt x="354" y="566"/>
                      <a:pt x="354" y="566"/>
                    </a:cubicBezTo>
                    <a:cubicBezTo>
                      <a:pt x="389" y="531"/>
                      <a:pt x="389" y="502"/>
                      <a:pt x="418" y="474"/>
                    </a:cubicBezTo>
                    <a:lnTo>
                      <a:pt x="418" y="326"/>
                    </a:lnTo>
                    <a:lnTo>
                      <a:pt x="418" y="177"/>
                    </a:lnTo>
                    <a:cubicBezTo>
                      <a:pt x="389" y="120"/>
                      <a:pt x="389" y="92"/>
                      <a:pt x="354" y="64"/>
                    </a:cubicBezTo>
                    <a:cubicBezTo>
                      <a:pt x="354" y="64"/>
                      <a:pt x="326" y="35"/>
                      <a:pt x="297" y="35"/>
                    </a:cubicBezTo>
                    <a:cubicBezTo>
                      <a:pt x="269" y="0"/>
                      <a:pt x="241" y="0"/>
                      <a:pt x="2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71"/>
              <p:cNvSpPr/>
              <p:nvPr/>
            </p:nvSpPr>
            <p:spPr>
              <a:xfrm>
                <a:off x="5049325" y="2423025"/>
                <a:ext cx="5150" cy="19300"/>
              </a:xfrm>
              <a:custGeom>
                <a:avLst/>
                <a:gdLst/>
                <a:ahLst/>
                <a:cxnLst/>
                <a:rect l="l" t="t" r="r" b="b"/>
                <a:pathLst>
                  <a:path w="206" h="772" extrusionOk="0">
                    <a:moveTo>
                      <a:pt x="1" y="1"/>
                    </a:moveTo>
                    <a:cubicBezTo>
                      <a:pt x="29" y="29"/>
                      <a:pt x="29" y="93"/>
                      <a:pt x="64" y="121"/>
                    </a:cubicBezTo>
                    <a:cubicBezTo>
                      <a:pt x="93" y="178"/>
                      <a:pt x="93" y="206"/>
                      <a:pt x="121" y="241"/>
                    </a:cubicBezTo>
                    <a:lnTo>
                      <a:pt x="121" y="383"/>
                    </a:lnTo>
                    <a:lnTo>
                      <a:pt x="121" y="531"/>
                    </a:lnTo>
                    <a:cubicBezTo>
                      <a:pt x="93" y="560"/>
                      <a:pt x="93" y="623"/>
                      <a:pt x="64" y="652"/>
                    </a:cubicBezTo>
                    <a:cubicBezTo>
                      <a:pt x="29" y="708"/>
                      <a:pt x="29" y="737"/>
                      <a:pt x="1" y="772"/>
                    </a:cubicBezTo>
                    <a:lnTo>
                      <a:pt x="64" y="772"/>
                    </a:lnTo>
                    <a:cubicBezTo>
                      <a:pt x="93" y="708"/>
                      <a:pt x="121" y="652"/>
                      <a:pt x="149" y="595"/>
                    </a:cubicBezTo>
                    <a:cubicBezTo>
                      <a:pt x="177" y="531"/>
                      <a:pt x="206" y="446"/>
                      <a:pt x="206" y="383"/>
                    </a:cubicBezTo>
                    <a:cubicBezTo>
                      <a:pt x="206" y="326"/>
                      <a:pt x="177" y="241"/>
                      <a:pt x="149" y="178"/>
                    </a:cubicBezTo>
                    <a:cubicBezTo>
                      <a:pt x="121" y="121"/>
                      <a:pt x="93" y="64"/>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71"/>
              <p:cNvSpPr/>
              <p:nvPr/>
            </p:nvSpPr>
            <p:spPr>
              <a:xfrm>
                <a:off x="5057450" y="2428150"/>
                <a:ext cx="10300" cy="10475"/>
              </a:xfrm>
              <a:custGeom>
                <a:avLst/>
                <a:gdLst/>
                <a:ahLst/>
                <a:cxnLst/>
                <a:rect l="l" t="t" r="r" b="b"/>
                <a:pathLst>
                  <a:path w="412" h="419" extrusionOk="0">
                    <a:moveTo>
                      <a:pt x="1" y="1"/>
                    </a:moveTo>
                    <a:lnTo>
                      <a:pt x="1" y="65"/>
                    </a:lnTo>
                    <a:lnTo>
                      <a:pt x="355" y="213"/>
                    </a:lnTo>
                    <a:lnTo>
                      <a:pt x="1" y="355"/>
                    </a:lnTo>
                    <a:lnTo>
                      <a:pt x="1" y="418"/>
                    </a:lnTo>
                    <a:lnTo>
                      <a:pt x="411" y="241"/>
                    </a:lnTo>
                    <a:lnTo>
                      <a:pt x="411" y="17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71"/>
              <p:cNvSpPr/>
              <p:nvPr/>
            </p:nvSpPr>
            <p:spPr>
              <a:xfrm>
                <a:off x="5070025" y="2424625"/>
                <a:ext cx="3025" cy="5150"/>
              </a:xfrm>
              <a:custGeom>
                <a:avLst/>
                <a:gdLst/>
                <a:ahLst/>
                <a:cxnLst/>
                <a:rect l="l" t="t" r="r" b="b"/>
                <a:pathLst>
                  <a:path w="121" h="206" extrusionOk="0">
                    <a:moveTo>
                      <a:pt x="29" y="0"/>
                    </a:moveTo>
                    <a:lnTo>
                      <a:pt x="29" y="85"/>
                    </a:lnTo>
                    <a:lnTo>
                      <a:pt x="57" y="85"/>
                    </a:lnTo>
                    <a:lnTo>
                      <a:pt x="57" y="114"/>
                    </a:lnTo>
                    <a:cubicBezTo>
                      <a:pt x="57" y="142"/>
                      <a:pt x="57" y="142"/>
                      <a:pt x="29" y="142"/>
                    </a:cubicBezTo>
                    <a:cubicBezTo>
                      <a:pt x="29" y="142"/>
                      <a:pt x="29" y="177"/>
                      <a:pt x="0" y="177"/>
                    </a:cubicBezTo>
                    <a:lnTo>
                      <a:pt x="0" y="206"/>
                    </a:lnTo>
                    <a:cubicBezTo>
                      <a:pt x="29" y="206"/>
                      <a:pt x="29" y="206"/>
                      <a:pt x="57" y="177"/>
                    </a:cubicBezTo>
                    <a:cubicBezTo>
                      <a:pt x="57" y="177"/>
                      <a:pt x="85" y="177"/>
                      <a:pt x="85" y="142"/>
                    </a:cubicBezTo>
                    <a:cubicBezTo>
                      <a:pt x="85" y="114"/>
                      <a:pt x="121" y="85"/>
                      <a:pt x="121" y="57"/>
                    </a:cubicBez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71"/>
              <p:cNvSpPr/>
              <p:nvPr/>
            </p:nvSpPr>
            <p:spPr>
              <a:xfrm>
                <a:off x="5075150" y="2424625"/>
                <a:ext cx="2325" cy="5150"/>
              </a:xfrm>
              <a:custGeom>
                <a:avLst/>
                <a:gdLst/>
                <a:ahLst/>
                <a:cxnLst/>
                <a:rect l="l" t="t" r="r" b="b"/>
                <a:pathLst>
                  <a:path w="93" h="206" extrusionOk="0">
                    <a:moveTo>
                      <a:pt x="29" y="0"/>
                    </a:moveTo>
                    <a:lnTo>
                      <a:pt x="29" y="85"/>
                    </a:lnTo>
                    <a:lnTo>
                      <a:pt x="57" y="85"/>
                    </a:lnTo>
                    <a:lnTo>
                      <a:pt x="57" y="114"/>
                    </a:lnTo>
                    <a:cubicBezTo>
                      <a:pt x="57" y="142"/>
                      <a:pt x="29" y="142"/>
                      <a:pt x="29" y="142"/>
                    </a:cubicBezTo>
                    <a:cubicBezTo>
                      <a:pt x="29" y="142"/>
                      <a:pt x="29" y="177"/>
                      <a:pt x="0" y="177"/>
                    </a:cubicBezTo>
                    <a:lnTo>
                      <a:pt x="0" y="206"/>
                    </a:lnTo>
                    <a:cubicBezTo>
                      <a:pt x="29" y="206"/>
                      <a:pt x="29" y="206"/>
                      <a:pt x="57" y="177"/>
                    </a:cubicBezTo>
                    <a:cubicBezTo>
                      <a:pt x="57" y="177"/>
                      <a:pt x="92" y="177"/>
                      <a:pt x="92" y="142"/>
                    </a:cubicBezTo>
                    <a:lnTo>
                      <a:pt x="92" y="57"/>
                    </a:lnTo>
                    <a:lnTo>
                      <a:pt x="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71"/>
              <p:cNvSpPr/>
              <p:nvPr/>
            </p:nvSpPr>
            <p:spPr>
              <a:xfrm>
                <a:off x="5080975" y="2428150"/>
                <a:ext cx="10475" cy="10475"/>
              </a:xfrm>
              <a:custGeom>
                <a:avLst/>
                <a:gdLst/>
                <a:ahLst/>
                <a:cxnLst/>
                <a:rect l="l" t="t" r="r" b="b"/>
                <a:pathLst>
                  <a:path w="419" h="419" extrusionOk="0">
                    <a:moveTo>
                      <a:pt x="1" y="1"/>
                    </a:moveTo>
                    <a:lnTo>
                      <a:pt x="1" y="65"/>
                    </a:lnTo>
                    <a:lnTo>
                      <a:pt x="326" y="213"/>
                    </a:lnTo>
                    <a:lnTo>
                      <a:pt x="1" y="355"/>
                    </a:lnTo>
                    <a:lnTo>
                      <a:pt x="1" y="418"/>
                    </a:lnTo>
                    <a:lnTo>
                      <a:pt x="418" y="241"/>
                    </a:lnTo>
                    <a:lnTo>
                      <a:pt x="418" y="17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71"/>
              <p:cNvSpPr/>
              <p:nvPr/>
            </p:nvSpPr>
            <p:spPr>
              <a:xfrm>
                <a:off x="5093550" y="2428150"/>
                <a:ext cx="10450" cy="10475"/>
              </a:xfrm>
              <a:custGeom>
                <a:avLst/>
                <a:gdLst/>
                <a:ahLst/>
                <a:cxnLst/>
                <a:rect l="l" t="t" r="r" b="b"/>
                <a:pathLst>
                  <a:path w="418" h="419" extrusionOk="0">
                    <a:moveTo>
                      <a:pt x="418" y="1"/>
                    </a:moveTo>
                    <a:lnTo>
                      <a:pt x="0" y="178"/>
                    </a:lnTo>
                    <a:lnTo>
                      <a:pt x="0" y="241"/>
                    </a:lnTo>
                    <a:lnTo>
                      <a:pt x="418" y="418"/>
                    </a:lnTo>
                    <a:lnTo>
                      <a:pt x="418" y="355"/>
                    </a:lnTo>
                    <a:lnTo>
                      <a:pt x="64" y="213"/>
                    </a:lnTo>
                    <a:lnTo>
                      <a:pt x="418" y="65"/>
                    </a:lnTo>
                    <a:lnTo>
                      <a:pt x="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71"/>
              <p:cNvSpPr/>
              <p:nvPr/>
            </p:nvSpPr>
            <p:spPr>
              <a:xfrm>
                <a:off x="5111225" y="2423025"/>
                <a:ext cx="5150" cy="19300"/>
              </a:xfrm>
              <a:custGeom>
                <a:avLst/>
                <a:gdLst/>
                <a:ahLst/>
                <a:cxnLst/>
                <a:rect l="l" t="t" r="r" b="b"/>
                <a:pathLst>
                  <a:path w="206" h="772" extrusionOk="0">
                    <a:moveTo>
                      <a:pt x="1" y="1"/>
                    </a:moveTo>
                    <a:cubicBezTo>
                      <a:pt x="29" y="29"/>
                      <a:pt x="29" y="93"/>
                      <a:pt x="64" y="121"/>
                    </a:cubicBezTo>
                    <a:cubicBezTo>
                      <a:pt x="93" y="178"/>
                      <a:pt x="93" y="206"/>
                      <a:pt x="121" y="241"/>
                    </a:cubicBezTo>
                    <a:lnTo>
                      <a:pt x="121" y="383"/>
                    </a:lnTo>
                    <a:lnTo>
                      <a:pt x="121" y="531"/>
                    </a:lnTo>
                    <a:cubicBezTo>
                      <a:pt x="93" y="560"/>
                      <a:pt x="93" y="623"/>
                      <a:pt x="64" y="652"/>
                    </a:cubicBezTo>
                    <a:cubicBezTo>
                      <a:pt x="29" y="708"/>
                      <a:pt x="29" y="737"/>
                      <a:pt x="1" y="772"/>
                    </a:cubicBezTo>
                    <a:lnTo>
                      <a:pt x="64" y="772"/>
                    </a:lnTo>
                    <a:cubicBezTo>
                      <a:pt x="93" y="708"/>
                      <a:pt x="121" y="652"/>
                      <a:pt x="149" y="595"/>
                    </a:cubicBezTo>
                    <a:cubicBezTo>
                      <a:pt x="177" y="531"/>
                      <a:pt x="206" y="446"/>
                      <a:pt x="206" y="383"/>
                    </a:cubicBezTo>
                    <a:cubicBezTo>
                      <a:pt x="206" y="326"/>
                      <a:pt x="177" y="241"/>
                      <a:pt x="149" y="178"/>
                    </a:cubicBezTo>
                    <a:cubicBezTo>
                      <a:pt x="121" y="121"/>
                      <a:pt x="93" y="64"/>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71"/>
              <p:cNvSpPr/>
              <p:nvPr/>
            </p:nvSpPr>
            <p:spPr>
              <a:xfrm>
                <a:off x="5123075" y="2423025"/>
                <a:ext cx="5150" cy="19300"/>
              </a:xfrm>
              <a:custGeom>
                <a:avLst/>
                <a:gdLst/>
                <a:ahLst/>
                <a:cxnLst/>
                <a:rect l="l" t="t" r="r" b="b"/>
                <a:pathLst>
                  <a:path w="206" h="772" extrusionOk="0">
                    <a:moveTo>
                      <a:pt x="1" y="1"/>
                    </a:moveTo>
                    <a:cubicBezTo>
                      <a:pt x="29" y="29"/>
                      <a:pt x="57" y="93"/>
                      <a:pt x="57" y="121"/>
                    </a:cubicBezTo>
                    <a:cubicBezTo>
                      <a:pt x="85" y="178"/>
                      <a:pt x="85" y="206"/>
                      <a:pt x="121" y="241"/>
                    </a:cubicBezTo>
                    <a:lnTo>
                      <a:pt x="121" y="383"/>
                    </a:lnTo>
                    <a:lnTo>
                      <a:pt x="121" y="531"/>
                    </a:lnTo>
                    <a:cubicBezTo>
                      <a:pt x="85" y="560"/>
                      <a:pt x="85" y="623"/>
                      <a:pt x="57" y="652"/>
                    </a:cubicBezTo>
                    <a:cubicBezTo>
                      <a:pt x="57" y="708"/>
                      <a:pt x="29" y="737"/>
                      <a:pt x="1" y="772"/>
                    </a:cubicBezTo>
                    <a:lnTo>
                      <a:pt x="57" y="772"/>
                    </a:lnTo>
                    <a:cubicBezTo>
                      <a:pt x="85" y="708"/>
                      <a:pt x="149" y="652"/>
                      <a:pt x="177" y="595"/>
                    </a:cubicBezTo>
                    <a:cubicBezTo>
                      <a:pt x="177" y="531"/>
                      <a:pt x="206" y="446"/>
                      <a:pt x="206" y="383"/>
                    </a:cubicBezTo>
                    <a:cubicBezTo>
                      <a:pt x="206" y="326"/>
                      <a:pt x="177" y="241"/>
                      <a:pt x="177" y="178"/>
                    </a:cubicBezTo>
                    <a:cubicBezTo>
                      <a:pt x="149" y="121"/>
                      <a:pt x="85" y="64"/>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71"/>
              <p:cNvSpPr/>
              <p:nvPr/>
            </p:nvSpPr>
            <p:spPr>
              <a:xfrm>
                <a:off x="5033225" y="2389250"/>
                <a:ext cx="9575" cy="10275"/>
              </a:xfrm>
              <a:custGeom>
                <a:avLst/>
                <a:gdLst/>
                <a:ahLst/>
                <a:cxnLst/>
                <a:rect l="l" t="t" r="r" b="b"/>
                <a:pathLst>
                  <a:path w="383" h="411" extrusionOk="0">
                    <a:moveTo>
                      <a:pt x="383" y="1"/>
                    </a:moveTo>
                    <a:lnTo>
                      <a:pt x="1" y="177"/>
                    </a:lnTo>
                    <a:lnTo>
                      <a:pt x="1" y="234"/>
                    </a:lnTo>
                    <a:lnTo>
                      <a:pt x="383" y="411"/>
                    </a:lnTo>
                    <a:lnTo>
                      <a:pt x="383" y="354"/>
                    </a:lnTo>
                    <a:lnTo>
                      <a:pt x="57" y="206"/>
                    </a:lnTo>
                    <a:lnTo>
                      <a:pt x="383" y="57"/>
                    </a:lnTo>
                    <a:lnTo>
                      <a:pt x="3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71"/>
              <p:cNvSpPr/>
              <p:nvPr/>
            </p:nvSpPr>
            <p:spPr>
              <a:xfrm>
                <a:off x="5045600" y="2384825"/>
                <a:ext cx="10475" cy="15425"/>
              </a:xfrm>
              <a:custGeom>
                <a:avLst/>
                <a:gdLst/>
                <a:ahLst/>
                <a:cxnLst/>
                <a:rect l="l" t="t" r="r" b="b"/>
                <a:pathLst>
                  <a:path w="419" h="617" extrusionOk="0">
                    <a:moveTo>
                      <a:pt x="213" y="57"/>
                    </a:moveTo>
                    <a:cubicBezTo>
                      <a:pt x="242" y="57"/>
                      <a:pt x="270" y="86"/>
                      <a:pt x="298" y="86"/>
                    </a:cubicBezTo>
                    <a:cubicBezTo>
                      <a:pt x="298" y="114"/>
                      <a:pt x="326" y="142"/>
                      <a:pt x="326" y="178"/>
                    </a:cubicBezTo>
                    <a:lnTo>
                      <a:pt x="326" y="291"/>
                    </a:lnTo>
                    <a:lnTo>
                      <a:pt x="326" y="319"/>
                    </a:lnTo>
                    <a:lnTo>
                      <a:pt x="326" y="439"/>
                    </a:lnTo>
                    <a:cubicBezTo>
                      <a:pt x="326" y="468"/>
                      <a:pt x="298" y="496"/>
                      <a:pt x="298" y="531"/>
                    </a:cubicBezTo>
                    <a:cubicBezTo>
                      <a:pt x="270" y="531"/>
                      <a:pt x="242" y="560"/>
                      <a:pt x="213" y="560"/>
                    </a:cubicBezTo>
                    <a:cubicBezTo>
                      <a:pt x="178" y="560"/>
                      <a:pt x="150" y="531"/>
                      <a:pt x="121" y="531"/>
                    </a:cubicBezTo>
                    <a:cubicBezTo>
                      <a:pt x="121" y="496"/>
                      <a:pt x="93" y="468"/>
                      <a:pt x="93" y="439"/>
                    </a:cubicBezTo>
                    <a:lnTo>
                      <a:pt x="93" y="319"/>
                    </a:lnTo>
                    <a:lnTo>
                      <a:pt x="93" y="291"/>
                    </a:lnTo>
                    <a:lnTo>
                      <a:pt x="93" y="178"/>
                    </a:lnTo>
                    <a:cubicBezTo>
                      <a:pt x="93" y="142"/>
                      <a:pt x="121" y="114"/>
                      <a:pt x="121" y="86"/>
                    </a:cubicBezTo>
                    <a:cubicBezTo>
                      <a:pt x="150" y="86"/>
                      <a:pt x="178" y="57"/>
                      <a:pt x="213" y="57"/>
                    </a:cubicBezTo>
                    <a:close/>
                    <a:moveTo>
                      <a:pt x="213" y="1"/>
                    </a:moveTo>
                    <a:cubicBezTo>
                      <a:pt x="178" y="1"/>
                      <a:pt x="150" y="1"/>
                      <a:pt x="121" y="29"/>
                    </a:cubicBezTo>
                    <a:cubicBezTo>
                      <a:pt x="93" y="29"/>
                      <a:pt x="93" y="57"/>
                      <a:pt x="65" y="57"/>
                    </a:cubicBezTo>
                    <a:cubicBezTo>
                      <a:pt x="36" y="86"/>
                      <a:pt x="36" y="114"/>
                      <a:pt x="36" y="178"/>
                    </a:cubicBezTo>
                    <a:cubicBezTo>
                      <a:pt x="1" y="206"/>
                      <a:pt x="1" y="234"/>
                      <a:pt x="1" y="291"/>
                    </a:cubicBezTo>
                    <a:cubicBezTo>
                      <a:pt x="1" y="354"/>
                      <a:pt x="1" y="411"/>
                      <a:pt x="36" y="439"/>
                    </a:cubicBezTo>
                    <a:cubicBezTo>
                      <a:pt x="36" y="496"/>
                      <a:pt x="36" y="531"/>
                      <a:pt x="65" y="560"/>
                    </a:cubicBezTo>
                    <a:cubicBezTo>
                      <a:pt x="93" y="560"/>
                      <a:pt x="93" y="588"/>
                      <a:pt x="121" y="588"/>
                    </a:cubicBezTo>
                    <a:cubicBezTo>
                      <a:pt x="150" y="616"/>
                      <a:pt x="178" y="616"/>
                      <a:pt x="213" y="616"/>
                    </a:cubicBezTo>
                    <a:cubicBezTo>
                      <a:pt x="242" y="616"/>
                      <a:pt x="270" y="616"/>
                      <a:pt x="298" y="588"/>
                    </a:cubicBezTo>
                    <a:cubicBezTo>
                      <a:pt x="326" y="588"/>
                      <a:pt x="326" y="560"/>
                      <a:pt x="355" y="560"/>
                    </a:cubicBezTo>
                    <a:cubicBezTo>
                      <a:pt x="390" y="531"/>
                      <a:pt x="390" y="496"/>
                      <a:pt x="390" y="439"/>
                    </a:cubicBezTo>
                    <a:cubicBezTo>
                      <a:pt x="418" y="411"/>
                      <a:pt x="418" y="354"/>
                      <a:pt x="418" y="291"/>
                    </a:cubicBezTo>
                    <a:cubicBezTo>
                      <a:pt x="418" y="234"/>
                      <a:pt x="418" y="206"/>
                      <a:pt x="390" y="178"/>
                    </a:cubicBezTo>
                    <a:cubicBezTo>
                      <a:pt x="390" y="114"/>
                      <a:pt x="390" y="86"/>
                      <a:pt x="355" y="57"/>
                    </a:cubicBezTo>
                    <a:cubicBezTo>
                      <a:pt x="326" y="57"/>
                      <a:pt x="326" y="29"/>
                      <a:pt x="298" y="29"/>
                    </a:cubicBezTo>
                    <a:cubicBezTo>
                      <a:pt x="270" y="1"/>
                      <a:pt x="242" y="1"/>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71"/>
              <p:cNvSpPr/>
              <p:nvPr/>
            </p:nvSpPr>
            <p:spPr>
              <a:xfrm>
                <a:off x="5058175" y="2385550"/>
                <a:ext cx="8850" cy="13975"/>
              </a:xfrm>
              <a:custGeom>
                <a:avLst/>
                <a:gdLst/>
                <a:ahLst/>
                <a:cxnLst/>
                <a:rect l="l" t="t" r="r" b="b"/>
                <a:pathLst>
                  <a:path w="354" h="559" extrusionOk="0">
                    <a:moveTo>
                      <a:pt x="205" y="0"/>
                    </a:moveTo>
                    <a:cubicBezTo>
                      <a:pt x="177" y="0"/>
                      <a:pt x="149" y="28"/>
                      <a:pt x="149" y="28"/>
                    </a:cubicBezTo>
                    <a:cubicBezTo>
                      <a:pt x="121" y="28"/>
                      <a:pt x="92" y="28"/>
                      <a:pt x="64" y="57"/>
                    </a:cubicBezTo>
                    <a:lnTo>
                      <a:pt x="0" y="57"/>
                    </a:lnTo>
                    <a:lnTo>
                      <a:pt x="0" y="113"/>
                    </a:lnTo>
                    <a:lnTo>
                      <a:pt x="149" y="113"/>
                    </a:lnTo>
                    <a:lnTo>
                      <a:pt x="149" y="502"/>
                    </a:lnTo>
                    <a:lnTo>
                      <a:pt x="0" y="502"/>
                    </a:lnTo>
                    <a:lnTo>
                      <a:pt x="0" y="559"/>
                    </a:lnTo>
                    <a:lnTo>
                      <a:pt x="354" y="559"/>
                    </a:lnTo>
                    <a:lnTo>
                      <a:pt x="354" y="502"/>
                    </a:lnTo>
                    <a:lnTo>
                      <a:pt x="241" y="502"/>
                    </a:lnTo>
                    <a:lnTo>
                      <a:pt x="2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71"/>
              <p:cNvSpPr/>
              <p:nvPr/>
            </p:nvSpPr>
            <p:spPr>
              <a:xfrm>
                <a:off x="5073725" y="2384825"/>
                <a:ext cx="9575" cy="15425"/>
              </a:xfrm>
              <a:custGeom>
                <a:avLst/>
                <a:gdLst/>
                <a:ahLst/>
                <a:cxnLst/>
                <a:rect l="l" t="t" r="r" b="b"/>
                <a:pathLst>
                  <a:path w="383" h="617" extrusionOk="0">
                    <a:moveTo>
                      <a:pt x="206" y="57"/>
                    </a:moveTo>
                    <a:cubicBezTo>
                      <a:pt x="234" y="57"/>
                      <a:pt x="263" y="86"/>
                      <a:pt x="263" y="86"/>
                    </a:cubicBezTo>
                    <a:cubicBezTo>
                      <a:pt x="291" y="114"/>
                      <a:pt x="291" y="142"/>
                      <a:pt x="291" y="178"/>
                    </a:cubicBezTo>
                    <a:cubicBezTo>
                      <a:pt x="326" y="206"/>
                      <a:pt x="326" y="234"/>
                      <a:pt x="326" y="291"/>
                    </a:cubicBezTo>
                    <a:lnTo>
                      <a:pt x="326" y="319"/>
                    </a:lnTo>
                    <a:cubicBezTo>
                      <a:pt x="326" y="383"/>
                      <a:pt x="326" y="411"/>
                      <a:pt x="291" y="439"/>
                    </a:cubicBezTo>
                    <a:cubicBezTo>
                      <a:pt x="291" y="468"/>
                      <a:pt x="291" y="496"/>
                      <a:pt x="263" y="531"/>
                    </a:cubicBezTo>
                    <a:cubicBezTo>
                      <a:pt x="263" y="531"/>
                      <a:pt x="234" y="560"/>
                      <a:pt x="206" y="560"/>
                    </a:cubicBezTo>
                    <a:cubicBezTo>
                      <a:pt x="149" y="560"/>
                      <a:pt x="149" y="531"/>
                      <a:pt x="114" y="531"/>
                    </a:cubicBezTo>
                    <a:cubicBezTo>
                      <a:pt x="86" y="496"/>
                      <a:pt x="86" y="468"/>
                      <a:pt x="86" y="439"/>
                    </a:cubicBezTo>
                    <a:cubicBezTo>
                      <a:pt x="57" y="411"/>
                      <a:pt x="57" y="383"/>
                      <a:pt x="57" y="319"/>
                    </a:cubicBezTo>
                    <a:lnTo>
                      <a:pt x="57" y="291"/>
                    </a:lnTo>
                    <a:cubicBezTo>
                      <a:pt x="57" y="234"/>
                      <a:pt x="57" y="206"/>
                      <a:pt x="86" y="178"/>
                    </a:cubicBezTo>
                    <a:cubicBezTo>
                      <a:pt x="86" y="142"/>
                      <a:pt x="86" y="114"/>
                      <a:pt x="114" y="86"/>
                    </a:cubicBezTo>
                    <a:cubicBezTo>
                      <a:pt x="149" y="86"/>
                      <a:pt x="149" y="57"/>
                      <a:pt x="206" y="57"/>
                    </a:cubicBezTo>
                    <a:close/>
                    <a:moveTo>
                      <a:pt x="206" y="1"/>
                    </a:moveTo>
                    <a:cubicBezTo>
                      <a:pt x="149" y="1"/>
                      <a:pt x="149" y="1"/>
                      <a:pt x="114" y="29"/>
                    </a:cubicBezTo>
                    <a:cubicBezTo>
                      <a:pt x="86" y="29"/>
                      <a:pt x="57" y="57"/>
                      <a:pt x="57" y="57"/>
                    </a:cubicBezTo>
                    <a:cubicBezTo>
                      <a:pt x="29" y="86"/>
                      <a:pt x="1" y="114"/>
                      <a:pt x="1" y="178"/>
                    </a:cubicBezTo>
                    <a:lnTo>
                      <a:pt x="1" y="291"/>
                    </a:lnTo>
                    <a:lnTo>
                      <a:pt x="1" y="439"/>
                    </a:lnTo>
                    <a:cubicBezTo>
                      <a:pt x="1" y="496"/>
                      <a:pt x="29" y="531"/>
                      <a:pt x="57" y="560"/>
                    </a:cubicBezTo>
                    <a:cubicBezTo>
                      <a:pt x="57" y="560"/>
                      <a:pt x="86" y="588"/>
                      <a:pt x="114" y="588"/>
                    </a:cubicBezTo>
                    <a:cubicBezTo>
                      <a:pt x="149" y="616"/>
                      <a:pt x="149" y="616"/>
                      <a:pt x="206" y="616"/>
                    </a:cubicBezTo>
                    <a:cubicBezTo>
                      <a:pt x="234" y="616"/>
                      <a:pt x="263" y="616"/>
                      <a:pt x="263" y="588"/>
                    </a:cubicBezTo>
                    <a:cubicBezTo>
                      <a:pt x="291" y="588"/>
                      <a:pt x="326" y="560"/>
                      <a:pt x="355" y="560"/>
                    </a:cubicBezTo>
                    <a:cubicBezTo>
                      <a:pt x="355" y="531"/>
                      <a:pt x="383" y="496"/>
                      <a:pt x="383" y="439"/>
                    </a:cubicBezTo>
                    <a:lnTo>
                      <a:pt x="383" y="291"/>
                    </a:lnTo>
                    <a:lnTo>
                      <a:pt x="383" y="178"/>
                    </a:lnTo>
                    <a:cubicBezTo>
                      <a:pt x="383" y="114"/>
                      <a:pt x="355" y="86"/>
                      <a:pt x="355" y="57"/>
                    </a:cubicBezTo>
                    <a:cubicBezTo>
                      <a:pt x="326" y="57"/>
                      <a:pt x="291" y="29"/>
                      <a:pt x="263" y="29"/>
                    </a:cubicBezTo>
                    <a:cubicBezTo>
                      <a:pt x="263" y="1"/>
                      <a:pt x="234" y="1"/>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71"/>
              <p:cNvSpPr/>
              <p:nvPr/>
            </p:nvSpPr>
            <p:spPr>
              <a:xfrm>
                <a:off x="5085400" y="2384825"/>
                <a:ext cx="10475" cy="15425"/>
              </a:xfrm>
              <a:custGeom>
                <a:avLst/>
                <a:gdLst/>
                <a:ahLst/>
                <a:cxnLst/>
                <a:rect l="l" t="t" r="r" b="b"/>
                <a:pathLst>
                  <a:path w="419" h="617" extrusionOk="0">
                    <a:moveTo>
                      <a:pt x="213" y="57"/>
                    </a:moveTo>
                    <a:cubicBezTo>
                      <a:pt x="241" y="57"/>
                      <a:pt x="270" y="86"/>
                      <a:pt x="298" y="86"/>
                    </a:cubicBezTo>
                    <a:cubicBezTo>
                      <a:pt x="298" y="114"/>
                      <a:pt x="326" y="142"/>
                      <a:pt x="326" y="178"/>
                    </a:cubicBezTo>
                    <a:lnTo>
                      <a:pt x="326" y="291"/>
                    </a:lnTo>
                    <a:lnTo>
                      <a:pt x="326" y="319"/>
                    </a:lnTo>
                    <a:lnTo>
                      <a:pt x="326" y="439"/>
                    </a:lnTo>
                    <a:cubicBezTo>
                      <a:pt x="326" y="468"/>
                      <a:pt x="298" y="496"/>
                      <a:pt x="298" y="531"/>
                    </a:cubicBezTo>
                    <a:cubicBezTo>
                      <a:pt x="270" y="531"/>
                      <a:pt x="241" y="560"/>
                      <a:pt x="213" y="560"/>
                    </a:cubicBezTo>
                    <a:cubicBezTo>
                      <a:pt x="178" y="560"/>
                      <a:pt x="149" y="531"/>
                      <a:pt x="149" y="531"/>
                    </a:cubicBezTo>
                    <a:cubicBezTo>
                      <a:pt x="121" y="496"/>
                      <a:pt x="93" y="468"/>
                      <a:pt x="93" y="439"/>
                    </a:cubicBezTo>
                    <a:lnTo>
                      <a:pt x="93" y="319"/>
                    </a:lnTo>
                    <a:lnTo>
                      <a:pt x="93" y="291"/>
                    </a:lnTo>
                    <a:lnTo>
                      <a:pt x="93" y="178"/>
                    </a:lnTo>
                    <a:cubicBezTo>
                      <a:pt x="93" y="142"/>
                      <a:pt x="121" y="114"/>
                      <a:pt x="149" y="86"/>
                    </a:cubicBezTo>
                    <a:cubicBezTo>
                      <a:pt x="149" y="86"/>
                      <a:pt x="178" y="57"/>
                      <a:pt x="213" y="57"/>
                    </a:cubicBezTo>
                    <a:close/>
                    <a:moveTo>
                      <a:pt x="213" y="1"/>
                    </a:moveTo>
                    <a:cubicBezTo>
                      <a:pt x="178" y="1"/>
                      <a:pt x="149" y="1"/>
                      <a:pt x="121" y="29"/>
                    </a:cubicBezTo>
                    <a:cubicBezTo>
                      <a:pt x="93" y="29"/>
                      <a:pt x="93" y="57"/>
                      <a:pt x="64" y="57"/>
                    </a:cubicBezTo>
                    <a:cubicBezTo>
                      <a:pt x="36" y="86"/>
                      <a:pt x="36" y="114"/>
                      <a:pt x="36" y="178"/>
                    </a:cubicBezTo>
                    <a:cubicBezTo>
                      <a:pt x="1" y="206"/>
                      <a:pt x="1" y="234"/>
                      <a:pt x="1" y="291"/>
                    </a:cubicBezTo>
                    <a:cubicBezTo>
                      <a:pt x="1" y="354"/>
                      <a:pt x="1" y="411"/>
                      <a:pt x="36" y="439"/>
                    </a:cubicBezTo>
                    <a:cubicBezTo>
                      <a:pt x="36" y="496"/>
                      <a:pt x="36" y="531"/>
                      <a:pt x="64" y="560"/>
                    </a:cubicBezTo>
                    <a:cubicBezTo>
                      <a:pt x="93" y="560"/>
                      <a:pt x="93" y="588"/>
                      <a:pt x="121" y="588"/>
                    </a:cubicBezTo>
                    <a:cubicBezTo>
                      <a:pt x="149" y="616"/>
                      <a:pt x="178" y="616"/>
                      <a:pt x="213" y="616"/>
                    </a:cubicBezTo>
                    <a:cubicBezTo>
                      <a:pt x="241" y="616"/>
                      <a:pt x="270" y="616"/>
                      <a:pt x="298" y="588"/>
                    </a:cubicBezTo>
                    <a:cubicBezTo>
                      <a:pt x="326" y="588"/>
                      <a:pt x="326" y="560"/>
                      <a:pt x="354" y="560"/>
                    </a:cubicBezTo>
                    <a:cubicBezTo>
                      <a:pt x="390" y="531"/>
                      <a:pt x="390" y="496"/>
                      <a:pt x="390" y="439"/>
                    </a:cubicBezTo>
                    <a:cubicBezTo>
                      <a:pt x="418" y="411"/>
                      <a:pt x="418" y="354"/>
                      <a:pt x="418" y="291"/>
                    </a:cubicBezTo>
                    <a:cubicBezTo>
                      <a:pt x="418" y="234"/>
                      <a:pt x="418" y="206"/>
                      <a:pt x="390" y="178"/>
                    </a:cubicBezTo>
                    <a:cubicBezTo>
                      <a:pt x="390" y="114"/>
                      <a:pt x="390" y="86"/>
                      <a:pt x="354" y="57"/>
                    </a:cubicBezTo>
                    <a:cubicBezTo>
                      <a:pt x="326" y="57"/>
                      <a:pt x="326" y="29"/>
                      <a:pt x="298" y="29"/>
                    </a:cubicBezTo>
                    <a:cubicBezTo>
                      <a:pt x="270" y="1"/>
                      <a:pt x="241" y="1"/>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71"/>
              <p:cNvSpPr/>
              <p:nvPr/>
            </p:nvSpPr>
            <p:spPr>
              <a:xfrm>
                <a:off x="5097950" y="2385550"/>
                <a:ext cx="8875" cy="13975"/>
              </a:xfrm>
              <a:custGeom>
                <a:avLst/>
                <a:gdLst/>
                <a:ahLst/>
                <a:cxnLst/>
                <a:rect l="l" t="t" r="r" b="b"/>
                <a:pathLst>
                  <a:path w="355" h="559" extrusionOk="0">
                    <a:moveTo>
                      <a:pt x="206" y="0"/>
                    </a:moveTo>
                    <a:cubicBezTo>
                      <a:pt x="178" y="0"/>
                      <a:pt x="150" y="28"/>
                      <a:pt x="150" y="28"/>
                    </a:cubicBezTo>
                    <a:cubicBezTo>
                      <a:pt x="121" y="28"/>
                      <a:pt x="93" y="28"/>
                      <a:pt x="65" y="57"/>
                    </a:cubicBezTo>
                    <a:lnTo>
                      <a:pt x="1" y="57"/>
                    </a:lnTo>
                    <a:lnTo>
                      <a:pt x="1" y="113"/>
                    </a:lnTo>
                    <a:lnTo>
                      <a:pt x="150" y="113"/>
                    </a:lnTo>
                    <a:lnTo>
                      <a:pt x="150" y="502"/>
                    </a:lnTo>
                    <a:lnTo>
                      <a:pt x="1" y="502"/>
                    </a:lnTo>
                    <a:lnTo>
                      <a:pt x="1" y="559"/>
                    </a:lnTo>
                    <a:lnTo>
                      <a:pt x="355" y="559"/>
                    </a:lnTo>
                    <a:lnTo>
                      <a:pt x="355" y="502"/>
                    </a:lnTo>
                    <a:lnTo>
                      <a:pt x="242" y="502"/>
                    </a:lnTo>
                    <a:lnTo>
                      <a:pt x="2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71"/>
              <p:cNvSpPr/>
              <p:nvPr/>
            </p:nvSpPr>
            <p:spPr>
              <a:xfrm>
                <a:off x="5109100" y="2383950"/>
                <a:ext cx="5150" cy="19300"/>
              </a:xfrm>
              <a:custGeom>
                <a:avLst/>
                <a:gdLst/>
                <a:ahLst/>
                <a:cxnLst/>
                <a:rect l="l" t="t" r="r" b="b"/>
                <a:pathLst>
                  <a:path w="206" h="772" extrusionOk="0">
                    <a:moveTo>
                      <a:pt x="1" y="0"/>
                    </a:moveTo>
                    <a:lnTo>
                      <a:pt x="1" y="64"/>
                    </a:lnTo>
                    <a:lnTo>
                      <a:pt x="57" y="64"/>
                    </a:lnTo>
                    <a:lnTo>
                      <a:pt x="57" y="121"/>
                    </a:lnTo>
                    <a:lnTo>
                      <a:pt x="86" y="297"/>
                    </a:lnTo>
                    <a:lnTo>
                      <a:pt x="86" y="326"/>
                    </a:lnTo>
                    <a:cubicBezTo>
                      <a:pt x="86" y="354"/>
                      <a:pt x="86" y="354"/>
                      <a:pt x="114" y="389"/>
                    </a:cubicBezTo>
                    <a:lnTo>
                      <a:pt x="178" y="389"/>
                    </a:lnTo>
                    <a:cubicBezTo>
                      <a:pt x="114" y="389"/>
                      <a:pt x="114" y="389"/>
                      <a:pt x="86" y="418"/>
                    </a:cubicBezTo>
                    <a:lnTo>
                      <a:pt x="86" y="474"/>
                    </a:lnTo>
                    <a:lnTo>
                      <a:pt x="57" y="680"/>
                    </a:lnTo>
                    <a:lnTo>
                      <a:pt x="57" y="708"/>
                    </a:lnTo>
                    <a:lnTo>
                      <a:pt x="1" y="708"/>
                    </a:lnTo>
                    <a:lnTo>
                      <a:pt x="1" y="771"/>
                    </a:lnTo>
                    <a:lnTo>
                      <a:pt x="57" y="771"/>
                    </a:lnTo>
                    <a:lnTo>
                      <a:pt x="86" y="743"/>
                    </a:lnTo>
                    <a:cubicBezTo>
                      <a:pt x="114" y="743"/>
                      <a:pt x="114" y="743"/>
                      <a:pt x="114" y="708"/>
                    </a:cubicBezTo>
                    <a:cubicBezTo>
                      <a:pt x="149" y="708"/>
                      <a:pt x="149" y="680"/>
                      <a:pt x="149" y="651"/>
                    </a:cubicBezTo>
                    <a:lnTo>
                      <a:pt x="149" y="474"/>
                    </a:lnTo>
                    <a:lnTo>
                      <a:pt x="149" y="446"/>
                    </a:lnTo>
                    <a:cubicBezTo>
                      <a:pt x="149" y="446"/>
                      <a:pt x="178" y="446"/>
                      <a:pt x="178" y="418"/>
                    </a:cubicBezTo>
                    <a:lnTo>
                      <a:pt x="206" y="418"/>
                    </a:lnTo>
                    <a:lnTo>
                      <a:pt x="206" y="354"/>
                    </a:lnTo>
                    <a:lnTo>
                      <a:pt x="178" y="354"/>
                    </a:lnTo>
                    <a:lnTo>
                      <a:pt x="149" y="326"/>
                    </a:lnTo>
                    <a:lnTo>
                      <a:pt x="149" y="297"/>
                    </a:lnTo>
                    <a:lnTo>
                      <a:pt x="149" y="121"/>
                    </a:lnTo>
                    <a:cubicBezTo>
                      <a:pt x="149" y="92"/>
                      <a:pt x="149" y="92"/>
                      <a:pt x="114" y="64"/>
                    </a:cubicBezTo>
                    <a:cubicBezTo>
                      <a:pt x="114" y="64"/>
                      <a:pt x="114" y="36"/>
                      <a:pt x="86" y="36"/>
                    </a:cubicBez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71"/>
              <p:cNvSpPr/>
              <p:nvPr/>
            </p:nvSpPr>
            <p:spPr>
              <a:xfrm>
                <a:off x="5121650" y="2389250"/>
                <a:ext cx="9575" cy="10275"/>
              </a:xfrm>
              <a:custGeom>
                <a:avLst/>
                <a:gdLst/>
                <a:ahLst/>
                <a:cxnLst/>
                <a:rect l="l" t="t" r="r" b="b"/>
                <a:pathLst>
                  <a:path w="383" h="411" extrusionOk="0">
                    <a:moveTo>
                      <a:pt x="142" y="1"/>
                    </a:moveTo>
                    <a:lnTo>
                      <a:pt x="142" y="177"/>
                    </a:lnTo>
                    <a:lnTo>
                      <a:pt x="1" y="177"/>
                    </a:lnTo>
                    <a:lnTo>
                      <a:pt x="1" y="234"/>
                    </a:lnTo>
                    <a:lnTo>
                      <a:pt x="142" y="234"/>
                    </a:lnTo>
                    <a:lnTo>
                      <a:pt x="142" y="411"/>
                    </a:lnTo>
                    <a:lnTo>
                      <a:pt x="234" y="411"/>
                    </a:lnTo>
                    <a:lnTo>
                      <a:pt x="234" y="234"/>
                    </a:lnTo>
                    <a:lnTo>
                      <a:pt x="383" y="234"/>
                    </a:lnTo>
                    <a:lnTo>
                      <a:pt x="383" y="177"/>
                    </a:lnTo>
                    <a:lnTo>
                      <a:pt x="234" y="17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71"/>
              <p:cNvSpPr/>
              <p:nvPr/>
            </p:nvSpPr>
            <p:spPr>
              <a:xfrm>
                <a:off x="5134050" y="2385550"/>
                <a:ext cx="9750" cy="13975"/>
              </a:xfrm>
              <a:custGeom>
                <a:avLst/>
                <a:gdLst/>
                <a:ahLst/>
                <a:cxnLst/>
                <a:rect l="l" t="t" r="r" b="b"/>
                <a:pathLst>
                  <a:path w="390" h="559" extrusionOk="0">
                    <a:moveTo>
                      <a:pt x="212" y="0"/>
                    </a:moveTo>
                    <a:cubicBezTo>
                      <a:pt x="177" y="0"/>
                      <a:pt x="177" y="28"/>
                      <a:pt x="149" y="28"/>
                    </a:cubicBezTo>
                    <a:cubicBezTo>
                      <a:pt x="120" y="28"/>
                      <a:pt x="92" y="28"/>
                      <a:pt x="92" y="57"/>
                    </a:cubicBezTo>
                    <a:lnTo>
                      <a:pt x="0" y="57"/>
                    </a:lnTo>
                    <a:lnTo>
                      <a:pt x="0" y="113"/>
                    </a:lnTo>
                    <a:lnTo>
                      <a:pt x="149" y="113"/>
                    </a:lnTo>
                    <a:lnTo>
                      <a:pt x="149" y="502"/>
                    </a:lnTo>
                    <a:lnTo>
                      <a:pt x="0" y="502"/>
                    </a:lnTo>
                    <a:lnTo>
                      <a:pt x="0" y="559"/>
                    </a:lnTo>
                    <a:lnTo>
                      <a:pt x="389" y="559"/>
                    </a:lnTo>
                    <a:lnTo>
                      <a:pt x="389" y="502"/>
                    </a:lnTo>
                    <a:lnTo>
                      <a:pt x="241" y="502"/>
                    </a:lnTo>
                    <a:lnTo>
                      <a:pt x="2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71"/>
              <p:cNvSpPr/>
              <p:nvPr/>
            </p:nvSpPr>
            <p:spPr>
              <a:xfrm>
                <a:off x="5145175" y="2384825"/>
                <a:ext cx="10300" cy="15425"/>
              </a:xfrm>
              <a:custGeom>
                <a:avLst/>
                <a:gdLst/>
                <a:ahLst/>
                <a:cxnLst/>
                <a:rect l="l" t="t" r="r" b="b"/>
                <a:pathLst>
                  <a:path w="412" h="617" extrusionOk="0">
                    <a:moveTo>
                      <a:pt x="206" y="57"/>
                    </a:moveTo>
                    <a:cubicBezTo>
                      <a:pt x="234" y="57"/>
                      <a:pt x="263" y="86"/>
                      <a:pt x="263" y="86"/>
                    </a:cubicBezTo>
                    <a:cubicBezTo>
                      <a:pt x="298" y="114"/>
                      <a:pt x="298" y="142"/>
                      <a:pt x="326" y="178"/>
                    </a:cubicBezTo>
                    <a:lnTo>
                      <a:pt x="326" y="291"/>
                    </a:lnTo>
                    <a:lnTo>
                      <a:pt x="326" y="319"/>
                    </a:lnTo>
                    <a:lnTo>
                      <a:pt x="326" y="439"/>
                    </a:lnTo>
                    <a:cubicBezTo>
                      <a:pt x="298" y="468"/>
                      <a:pt x="298" y="496"/>
                      <a:pt x="263" y="531"/>
                    </a:cubicBezTo>
                    <a:cubicBezTo>
                      <a:pt x="263" y="531"/>
                      <a:pt x="234" y="560"/>
                      <a:pt x="206" y="560"/>
                    </a:cubicBezTo>
                    <a:cubicBezTo>
                      <a:pt x="178" y="560"/>
                      <a:pt x="149" y="531"/>
                      <a:pt x="121" y="531"/>
                    </a:cubicBezTo>
                    <a:cubicBezTo>
                      <a:pt x="121" y="496"/>
                      <a:pt x="86" y="468"/>
                      <a:pt x="86" y="439"/>
                    </a:cubicBezTo>
                    <a:lnTo>
                      <a:pt x="86" y="319"/>
                    </a:lnTo>
                    <a:lnTo>
                      <a:pt x="86" y="291"/>
                    </a:lnTo>
                    <a:lnTo>
                      <a:pt x="86" y="178"/>
                    </a:lnTo>
                    <a:cubicBezTo>
                      <a:pt x="86" y="142"/>
                      <a:pt x="121" y="114"/>
                      <a:pt x="121" y="86"/>
                    </a:cubicBezTo>
                    <a:cubicBezTo>
                      <a:pt x="149" y="86"/>
                      <a:pt x="178" y="57"/>
                      <a:pt x="206" y="57"/>
                    </a:cubicBezTo>
                    <a:close/>
                    <a:moveTo>
                      <a:pt x="206" y="1"/>
                    </a:moveTo>
                    <a:cubicBezTo>
                      <a:pt x="178" y="1"/>
                      <a:pt x="149" y="1"/>
                      <a:pt x="121" y="29"/>
                    </a:cubicBezTo>
                    <a:cubicBezTo>
                      <a:pt x="86" y="29"/>
                      <a:pt x="57" y="57"/>
                      <a:pt x="57" y="57"/>
                    </a:cubicBezTo>
                    <a:cubicBezTo>
                      <a:pt x="29" y="86"/>
                      <a:pt x="29" y="114"/>
                      <a:pt x="1" y="178"/>
                    </a:cubicBezTo>
                    <a:lnTo>
                      <a:pt x="1" y="291"/>
                    </a:lnTo>
                    <a:lnTo>
                      <a:pt x="1" y="439"/>
                    </a:lnTo>
                    <a:cubicBezTo>
                      <a:pt x="29" y="496"/>
                      <a:pt x="29" y="531"/>
                      <a:pt x="57" y="560"/>
                    </a:cubicBezTo>
                    <a:cubicBezTo>
                      <a:pt x="57" y="560"/>
                      <a:pt x="86" y="588"/>
                      <a:pt x="121" y="588"/>
                    </a:cubicBezTo>
                    <a:cubicBezTo>
                      <a:pt x="149" y="616"/>
                      <a:pt x="178" y="616"/>
                      <a:pt x="206" y="616"/>
                    </a:cubicBezTo>
                    <a:cubicBezTo>
                      <a:pt x="234" y="616"/>
                      <a:pt x="263" y="616"/>
                      <a:pt x="298" y="588"/>
                    </a:cubicBezTo>
                    <a:cubicBezTo>
                      <a:pt x="298" y="588"/>
                      <a:pt x="326" y="560"/>
                      <a:pt x="355" y="560"/>
                    </a:cubicBezTo>
                    <a:cubicBezTo>
                      <a:pt x="355" y="531"/>
                      <a:pt x="383" y="496"/>
                      <a:pt x="383" y="439"/>
                    </a:cubicBezTo>
                    <a:cubicBezTo>
                      <a:pt x="383" y="411"/>
                      <a:pt x="411" y="354"/>
                      <a:pt x="411" y="291"/>
                    </a:cubicBezTo>
                    <a:cubicBezTo>
                      <a:pt x="411" y="234"/>
                      <a:pt x="383" y="206"/>
                      <a:pt x="383" y="178"/>
                    </a:cubicBezTo>
                    <a:cubicBezTo>
                      <a:pt x="383" y="114"/>
                      <a:pt x="355" y="86"/>
                      <a:pt x="355" y="57"/>
                    </a:cubicBezTo>
                    <a:cubicBezTo>
                      <a:pt x="326" y="57"/>
                      <a:pt x="298" y="29"/>
                      <a:pt x="298" y="29"/>
                    </a:cubicBezTo>
                    <a:cubicBezTo>
                      <a:pt x="263" y="1"/>
                      <a:pt x="234" y="1"/>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71"/>
              <p:cNvSpPr/>
              <p:nvPr/>
            </p:nvSpPr>
            <p:spPr>
              <a:xfrm>
                <a:off x="5157025" y="2384825"/>
                <a:ext cx="10300" cy="15425"/>
              </a:xfrm>
              <a:custGeom>
                <a:avLst/>
                <a:gdLst/>
                <a:ahLst/>
                <a:cxnLst/>
                <a:rect l="l" t="t" r="r" b="b"/>
                <a:pathLst>
                  <a:path w="412" h="617" extrusionOk="0">
                    <a:moveTo>
                      <a:pt x="206" y="57"/>
                    </a:moveTo>
                    <a:cubicBezTo>
                      <a:pt x="234" y="57"/>
                      <a:pt x="263" y="86"/>
                      <a:pt x="291" y="86"/>
                    </a:cubicBezTo>
                    <a:cubicBezTo>
                      <a:pt x="291" y="114"/>
                      <a:pt x="319" y="142"/>
                      <a:pt x="319" y="178"/>
                    </a:cubicBezTo>
                    <a:lnTo>
                      <a:pt x="319" y="291"/>
                    </a:lnTo>
                    <a:lnTo>
                      <a:pt x="319" y="319"/>
                    </a:lnTo>
                    <a:lnTo>
                      <a:pt x="319" y="439"/>
                    </a:lnTo>
                    <a:cubicBezTo>
                      <a:pt x="319" y="468"/>
                      <a:pt x="291" y="496"/>
                      <a:pt x="291" y="531"/>
                    </a:cubicBezTo>
                    <a:cubicBezTo>
                      <a:pt x="263" y="531"/>
                      <a:pt x="234" y="560"/>
                      <a:pt x="206" y="560"/>
                    </a:cubicBezTo>
                    <a:cubicBezTo>
                      <a:pt x="178" y="560"/>
                      <a:pt x="142" y="531"/>
                      <a:pt x="142" y="531"/>
                    </a:cubicBezTo>
                    <a:cubicBezTo>
                      <a:pt x="114" y="496"/>
                      <a:pt x="114" y="468"/>
                      <a:pt x="86" y="439"/>
                    </a:cubicBezTo>
                    <a:lnTo>
                      <a:pt x="86" y="319"/>
                    </a:lnTo>
                    <a:lnTo>
                      <a:pt x="86" y="291"/>
                    </a:lnTo>
                    <a:lnTo>
                      <a:pt x="86" y="178"/>
                    </a:lnTo>
                    <a:cubicBezTo>
                      <a:pt x="114" y="142"/>
                      <a:pt x="114" y="114"/>
                      <a:pt x="142" y="86"/>
                    </a:cubicBezTo>
                    <a:cubicBezTo>
                      <a:pt x="142" y="86"/>
                      <a:pt x="178" y="57"/>
                      <a:pt x="206" y="57"/>
                    </a:cubicBezTo>
                    <a:close/>
                    <a:moveTo>
                      <a:pt x="206" y="1"/>
                    </a:moveTo>
                    <a:cubicBezTo>
                      <a:pt x="178" y="1"/>
                      <a:pt x="142" y="1"/>
                      <a:pt x="114" y="29"/>
                    </a:cubicBezTo>
                    <a:cubicBezTo>
                      <a:pt x="114" y="29"/>
                      <a:pt x="86" y="57"/>
                      <a:pt x="57" y="57"/>
                    </a:cubicBezTo>
                    <a:cubicBezTo>
                      <a:pt x="57" y="86"/>
                      <a:pt x="29" y="114"/>
                      <a:pt x="29" y="178"/>
                    </a:cubicBezTo>
                    <a:cubicBezTo>
                      <a:pt x="29" y="206"/>
                      <a:pt x="1" y="234"/>
                      <a:pt x="1" y="291"/>
                    </a:cubicBezTo>
                    <a:cubicBezTo>
                      <a:pt x="1" y="354"/>
                      <a:pt x="29" y="411"/>
                      <a:pt x="29" y="439"/>
                    </a:cubicBezTo>
                    <a:cubicBezTo>
                      <a:pt x="29" y="496"/>
                      <a:pt x="57" y="531"/>
                      <a:pt x="57" y="560"/>
                    </a:cubicBezTo>
                    <a:cubicBezTo>
                      <a:pt x="86" y="560"/>
                      <a:pt x="114" y="588"/>
                      <a:pt x="114" y="588"/>
                    </a:cubicBezTo>
                    <a:cubicBezTo>
                      <a:pt x="142" y="616"/>
                      <a:pt x="178" y="616"/>
                      <a:pt x="206" y="616"/>
                    </a:cubicBezTo>
                    <a:cubicBezTo>
                      <a:pt x="234" y="616"/>
                      <a:pt x="263" y="616"/>
                      <a:pt x="291" y="588"/>
                    </a:cubicBezTo>
                    <a:cubicBezTo>
                      <a:pt x="319" y="588"/>
                      <a:pt x="355" y="560"/>
                      <a:pt x="355" y="560"/>
                    </a:cubicBezTo>
                    <a:cubicBezTo>
                      <a:pt x="383" y="531"/>
                      <a:pt x="383" y="496"/>
                      <a:pt x="411" y="439"/>
                    </a:cubicBezTo>
                    <a:lnTo>
                      <a:pt x="411" y="291"/>
                    </a:lnTo>
                    <a:lnTo>
                      <a:pt x="411" y="178"/>
                    </a:lnTo>
                    <a:cubicBezTo>
                      <a:pt x="383" y="114"/>
                      <a:pt x="383" y="86"/>
                      <a:pt x="355" y="57"/>
                    </a:cubicBezTo>
                    <a:cubicBezTo>
                      <a:pt x="355" y="57"/>
                      <a:pt x="319" y="29"/>
                      <a:pt x="291" y="29"/>
                    </a:cubicBezTo>
                    <a:cubicBezTo>
                      <a:pt x="263" y="1"/>
                      <a:pt x="234" y="1"/>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71"/>
              <p:cNvSpPr/>
              <p:nvPr/>
            </p:nvSpPr>
            <p:spPr>
              <a:xfrm>
                <a:off x="5173825" y="2384825"/>
                <a:ext cx="10475" cy="15425"/>
              </a:xfrm>
              <a:custGeom>
                <a:avLst/>
                <a:gdLst/>
                <a:ahLst/>
                <a:cxnLst/>
                <a:rect l="l" t="t" r="r" b="b"/>
                <a:pathLst>
                  <a:path w="419" h="617" extrusionOk="0">
                    <a:moveTo>
                      <a:pt x="213" y="57"/>
                    </a:moveTo>
                    <a:cubicBezTo>
                      <a:pt x="241" y="57"/>
                      <a:pt x="270" y="86"/>
                      <a:pt x="270" y="86"/>
                    </a:cubicBezTo>
                    <a:cubicBezTo>
                      <a:pt x="298" y="114"/>
                      <a:pt x="298" y="142"/>
                      <a:pt x="326" y="178"/>
                    </a:cubicBezTo>
                    <a:lnTo>
                      <a:pt x="326" y="291"/>
                    </a:lnTo>
                    <a:lnTo>
                      <a:pt x="326" y="319"/>
                    </a:lnTo>
                    <a:lnTo>
                      <a:pt x="326" y="439"/>
                    </a:lnTo>
                    <a:cubicBezTo>
                      <a:pt x="298" y="468"/>
                      <a:pt x="298" y="496"/>
                      <a:pt x="270" y="531"/>
                    </a:cubicBezTo>
                    <a:cubicBezTo>
                      <a:pt x="270" y="531"/>
                      <a:pt x="241" y="560"/>
                      <a:pt x="213" y="560"/>
                    </a:cubicBezTo>
                    <a:cubicBezTo>
                      <a:pt x="178" y="560"/>
                      <a:pt x="149" y="531"/>
                      <a:pt x="121" y="531"/>
                    </a:cubicBezTo>
                    <a:cubicBezTo>
                      <a:pt x="121" y="496"/>
                      <a:pt x="93" y="468"/>
                      <a:pt x="93" y="439"/>
                    </a:cubicBezTo>
                    <a:lnTo>
                      <a:pt x="93" y="319"/>
                    </a:lnTo>
                    <a:lnTo>
                      <a:pt x="93" y="291"/>
                    </a:lnTo>
                    <a:lnTo>
                      <a:pt x="93" y="178"/>
                    </a:lnTo>
                    <a:cubicBezTo>
                      <a:pt x="93" y="142"/>
                      <a:pt x="121" y="114"/>
                      <a:pt x="121" y="86"/>
                    </a:cubicBezTo>
                    <a:cubicBezTo>
                      <a:pt x="149" y="86"/>
                      <a:pt x="178" y="57"/>
                      <a:pt x="213" y="57"/>
                    </a:cubicBezTo>
                    <a:close/>
                    <a:moveTo>
                      <a:pt x="213" y="1"/>
                    </a:moveTo>
                    <a:cubicBezTo>
                      <a:pt x="178" y="1"/>
                      <a:pt x="149" y="1"/>
                      <a:pt x="121" y="29"/>
                    </a:cubicBezTo>
                    <a:cubicBezTo>
                      <a:pt x="93" y="29"/>
                      <a:pt x="65" y="57"/>
                      <a:pt x="65" y="57"/>
                    </a:cubicBezTo>
                    <a:cubicBezTo>
                      <a:pt x="36" y="86"/>
                      <a:pt x="36" y="114"/>
                      <a:pt x="1" y="178"/>
                    </a:cubicBezTo>
                    <a:lnTo>
                      <a:pt x="1" y="291"/>
                    </a:lnTo>
                    <a:lnTo>
                      <a:pt x="1" y="439"/>
                    </a:lnTo>
                    <a:cubicBezTo>
                      <a:pt x="36" y="496"/>
                      <a:pt x="36" y="531"/>
                      <a:pt x="65" y="560"/>
                    </a:cubicBezTo>
                    <a:cubicBezTo>
                      <a:pt x="65" y="560"/>
                      <a:pt x="93" y="588"/>
                      <a:pt x="121" y="588"/>
                    </a:cubicBezTo>
                    <a:cubicBezTo>
                      <a:pt x="149" y="616"/>
                      <a:pt x="178" y="616"/>
                      <a:pt x="213" y="616"/>
                    </a:cubicBezTo>
                    <a:cubicBezTo>
                      <a:pt x="241" y="616"/>
                      <a:pt x="270" y="616"/>
                      <a:pt x="298" y="588"/>
                    </a:cubicBezTo>
                    <a:cubicBezTo>
                      <a:pt x="298" y="588"/>
                      <a:pt x="326" y="560"/>
                      <a:pt x="355" y="560"/>
                    </a:cubicBezTo>
                    <a:cubicBezTo>
                      <a:pt x="355" y="531"/>
                      <a:pt x="390" y="496"/>
                      <a:pt x="390" y="439"/>
                    </a:cubicBezTo>
                    <a:cubicBezTo>
                      <a:pt x="390" y="411"/>
                      <a:pt x="418" y="354"/>
                      <a:pt x="418" y="291"/>
                    </a:cubicBezTo>
                    <a:cubicBezTo>
                      <a:pt x="418" y="234"/>
                      <a:pt x="390" y="206"/>
                      <a:pt x="390" y="178"/>
                    </a:cubicBezTo>
                    <a:cubicBezTo>
                      <a:pt x="390" y="114"/>
                      <a:pt x="355" y="86"/>
                      <a:pt x="355" y="57"/>
                    </a:cubicBezTo>
                    <a:cubicBezTo>
                      <a:pt x="326" y="57"/>
                      <a:pt x="298" y="29"/>
                      <a:pt x="298" y="29"/>
                    </a:cubicBezTo>
                    <a:cubicBezTo>
                      <a:pt x="270" y="1"/>
                      <a:pt x="241" y="1"/>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71"/>
              <p:cNvSpPr/>
              <p:nvPr/>
            </p:nvSpPr>
            <p:spPr>
              <a:xfrm>
                <a:off x="5186400" y="2383950"/>
                <a:ext cx="5150" cy="19300"/>
              </a:xfrm>
              <a:custGeom>
                <a:avLst/>
                <a:gdLst/>
                <a:ahLst/>
                <a:cxnLst/>
                <a:rect l="l" t="t" r="r" b="b"/>
                <a:pathLst>
                  <a:path w="206" h="772" extrusionOk="0">
                    <a:moveTo>
                      <a:pt x="0" y="0"/>
                    </a:moveTo>
                    <a:lnTo>
                      <a:pt x="0" y="64"/>
                    </a:lnTo>
                    <a:lnTo>
                      <a:pt x="64" y="64"/>
                    </a:lnTo>
                    <a:lnTo>
                      <a:pt x="64" y="121"/>
                    </a:lnTo>
                    <a:lnTo>
                      <a:pt x="64" y="297"/>
                    </a:lnTo>
                    <a:cubicBezTo>
                      <a:pt x="64" y="297"/>
                      <a:pt x="64" y="326"/>
                      <a:pt x="92" y="326"/>
                    </a:cubicBezTo>
                    <a:cubicBezTo>
                      <a:pt x="92" y="354"/>
                      <a:pt x="92" y="354"/>
                      <a:pt x="120" y="389"/>
                    </a:cubicBezTo>
                    <a:lnTo>
                      <a:pt x="149" y="389"/>
                    </a:lnTo>
                    <a:cubicBezTo>
                      <a:pt x="120" y="389"/>
                      <a:pt x="92" y="389"/>
                      <a:pt x="92" y="418"/>
                    </a:cubicBezTo>
                    <a:cubicBezTo>
                      <a:pt x="92" y="446"/>
                      <a:pt x="64" y="446"/>
                      <a:pt x="64" y="474"/>
                    </a:cubicBezTo>
                    <a:lnTo>
                      <a:pt x="64" y="680"/>
                    </a:lnTo>
                    <a:lnTo>
                      <a:pt x="64" y="708"/>
                    </a:lnTo>
                    <a:lnTo>
                      <a:pt x="0" y="708"/>
                    </a:lnTo>
                    <a:lnTo>
                      <a:pt x="0" y="771"/>
                    </a:lnTo>
                    <a:lnTo>
                      <a:pt x="28" y="771"/>
                    </a:lnTo>
                    <a:cubicBezTo>
                      <a:pt x="64" y="771"/>
                      <a:pt x="64" y="743"/>
                      <a:pt x="92" y="743"/>
                    </a:cubicBezTo>
                    <a:cubicBezTo>
                      <a:pt x="92" y="743"/>
                      <a:pt x="120" y="743"/>
                      <a:pt x="120" y="708"/>
                    </a:cubicBezTo>
                    <a:lnTo>
                      <a:pt x="120" y="651"/>
                    </a:lnTo>
                    <a:lnTo>
                      <a:pt x="120" y="474"/>
                    </a:lnTo>
                    <a:lnTo>
                      <a:pt x="149" y="446"/>
                    </a:lnTo>
                    <a:lnTo>
                      <a:pt x="177" y="418"/>
                    </a:lnTo>
                    <a:lnTo>
                      <a:pt x="205" y="418"/>
                    </a:lnTo>
                    <a:lnTo>
                      <a:pt x="205" y="354"/>
                    </a:lnTo>
                    <a:lnTo>
                      <a:pt x="177" y="354"/>
                    </a:lnTo>
                    <a:cubicBezTo>
                      <a:pt x="149" y="354"/>
                      <a:pt x="149" y="326"/>
                      <a:pt x="149" y="326"/>
                    </a:cubicBezTo>
                    <a:cubicBezTo>
                      <a:pt x="149" y="326"/>
                      <a:pt x="120" y="326"/>
                      <a:pt x="120" y="297"/>
                    </a:cubicBezTo>
                    <a:lnTo>
                      <a:pt x="120" y="121"/>
                    </a:lnTo>
                    <a:lnTo>
                      <a:pt x="120" y="64"/>
                    </a:lnTo>
                    <a:lnTo>
                      <a:pt x="92" y="36"/>
                    </a:lnTo>
                    <a:cubicBezTo>
                      <a:pt x="64" y="36"/>
                      <a:pt x="64" y="0"/>
                      <a:pt x="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71"/>
              <p:cNvSpPr/>
              <p:nvPr/>
            </p:nvSpPr>
            <p:spPr>
              <a:xfrm>
                <a:off x="5194525" y="2389250"/>
                <a:ext cx="9575" cy="10275"/>
              </a:xfrm>
              <a:custGeom>
                <a:avLst/>
                <a:gdLst/>
                <a:ahLst/>
                <a:cxnLst/>
                <a:rect l="l" t="t" r="r" b="b"/>
                <a:pathLst>
                  <a:path w="383" h="411" extrusionOk="0">
                    <a:moveTo>
                      <a:pt x="1" y="1"/>
                    </a:moveTo>
                    <a:lnTo>
                      <a:pt x="1" y="57"/>
                    </a:lnTo>
                    <a:lnTo>
                      <a:pt x="326" y="206"/>
                    </a:lnTo>
                    <a:lnTo>
                      <a:pt x="1" y="354"/>
                    </a:lnTo>
                    <a:lnTo>
                      <a:pt x="1" y="411"/>
                    </a:lnTo>
                    <a:lnTo>
                      <a:pt x="383" y="234"/>
                    </a:lnTo>
                    <a:lnTo>
                      <a:pt x="383" y="17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0" name="Google Shape;2730;p71"/>
            <p:cNvGrpSpPr/>
            <p:nvPr/>
          </p:nvGrpSpPr>
          <p:grpSpPr>
            <a:xfrm>
              <a:off x="3389518" y="1847357"/>
              <a:ext cx="2195785" cy="2992033"/>
              <a:chOff x="4587375" y="2902200"/>
              <a:chExt cx="521750" cy="710950"/>
            </a:xfrm>
          </p:grpSpPr>
          <p:sp>
            <p:nvSpPr>
              <p:cNvPr id="2731" name="Google Shape;2731;p71"/>
              <p:cNvSpPr/>
              <p:nvPr/>
            </p:nvSpPr>
            <p:spPr>
              <a:xfrm>
                <a:off x="4587375" y="2902200"/>
                <a:ext cx="521750" cy="710950"/>
              </a:xfrm>
              <a:custGeom>
                <a:avLst/>
                <a:gdLst/>
                <a:ahLst/>
                <a:cxnLst/>
                <a:rect l="l" t="t" r="r" b="b"/>
                <a:pathLst>
                  <a:path w="20870" h="28438" extrusionOk="0">
                    <a:moveTo>
                      <a:pt x="1050" y="0"/>
                    </a:moveTo>
                    <a:cubicBezTo>
                      <a:pt x="906" y="0"/>
                      <a:pt x="764" y="37"/>
                      <a:pt x="644" y="111"/>
                    </a:cubicBezTo>
                    <a:cubicBezTo>
                      <a:pt x="0" y="493"/>
                      <a:pt x="262" y="1321"/>
                      <a:pt x="559" y="1852"/>
                    </a:cubicBezTo>
                    <a:cubicBezTo>
                      <a:pt x="2151" y="4597"/>
                      <a:pt x="3743" y="7363"/>
                      <a:pt x="5334" y="10136"/>
                    </a:cubicBezTo>
                    <a:cubicBezTo>
                      <a:pt x="4889" y="9400"/>
                      <a:pt x="3976" y="8629"/>
                      <a:pt x="3297" y="8134"/>
                    </a:cubicBezTo>
                    <a:cubicBezTo>
                      <a:pt x="2766" y="7745"/>
                      <a:pt x="2208" y="7391"/>
                      <a:pt x="1564" y="7250"/>
                    </a:cubicBezTo>
                    <a:cubicBezTo>
                      <a:pt x="1437" y="7223"/>
                      <a:pt x="1276" y="7205"/>
                      <a:pt x="1107" y="7205"/>
                    </a:cubicBezTo>
                    <a:cubicBezTo>
                      <a:pt x="681" y="7205"/>
                      <a:pt x="210" y="7324"/>
                      <a:pt x="149" y="7745"/>
                    </a:cubicBezTo>
                    <a:cubicBezTo>
                      <a:pt x="114" y="7922"/>
                      <a:pt x="149" y="8098"/>
                      <a:pt x="262" y="8247"/>
                    </a:cubicBezTo>
                    <a:cubicBezTo>
                      <a:pt x="354" y="8396"/>
                      <a:pt x="467" y="8516"/>
                      <a:pt x="588" y="8664"/>
                    </a:cubicBezTo>
                    <a:cubicBezTo>
                      <a:pt x="1415" y="9485"/>
                      <a:pt x="2208" y="10369"/>
                      <a:pt x="2887" y="11346"/>
                    </a:cubicBezTo>
                    <a:cubicBezTo>
                      <a:pt x="3743" y="12492"/>
                      <a:pt x="4507" y="13758"/>
                      <a:pt x="5334" y="14939"/>
                    </a:cubicBezTo>
                    <a:cubicBezTo>
                      <a:pt x="6190" y="16149"/>
                      <a:pt x="7223" y="17062"/>
                      <a:pt x="8164" y="18151"/>
                    </a:cubicBezTo>
                    <a:cubicBezTo>
                      <a:pt x="9077" y="19184"/>
                      <a:pt x="9374" y="21045"/>
                      <a:pt x="9812" y="22339"/>
                    </a:cubicBezTo>
                    <a:cubicBezTo>
                      <a:pt x="10138" y="23280"/>
                      <a:pt x="10492" y="24228"/>
                      <a:pt x="10817" y="25197"/>
                    </a:cubicBezTo>
                    <a:cubicBezTo>
                      <a:pt x="11079" y="25997"/>
                      <a:pt x="11256" y="27143"/>
                      <a:pt x="11786" y="27822"/>
                    </a:cubicBezTo>
                    <a:cubicBezTo>
                      <a:pt x="12131" y="28292"/>
                      <a:pt x="12755" y="28438"/>
                      <a:pt x="13443" y="28438"/>
                    </a:cubicBezTo>
                    <a:cubicBezTo>
                      <a:pt x="14349" y="28438"/>
                      <a:pt x="15367" y="28184"/>
                      <a:pt x="16003" y="28084"/>
                    </a:cubicBezTo>
                    <a:cubicBezTo>
                      <a:pt x="16271" y="28027"/>
                      <a:pt x="16448" y="27999"/>
                      <a:pt x="16505" y="27999"/>
                    </a:cubicBezTo>
                    <a:cubicBezTo>
                      <a:pt x="17658" y="27850"/>
                      <a:pt x="20367" y="27376"/>
                      <a:pt x="20573" y="25905"/>
                    </a:cubicBezTo>
                    <a:cubicBezTo>
                      <a:pt x="20629" y="25466"/>
                      <a:pt x="20870" y="24900"/>
                      <a:pt x="20749" y="24461"/>
                    </a:cubicBezTo>
                    <a:cubicBezTo>
                      <a:pt x="19603" y="20896"/>
                      <a:pt x="17715" y="17621"/>
                      <a:pt x="16151" y="14232"/>
                    </a:cubicBezTo>
                    <a:cubicBezTo>
                      <a:pt x="16066" y="14027"/>
                      <a:pt x="15974" y="13822"/>
                      <a:pt x="15918" y="13581"/>
                    </a:cubicBezTo>
                    <a:cubicBezTo>
                      <a:pt x="15889" y="13348"/>
                      <a:pt x="15889" y="13114"/>
                      <a:pt x="15889" y="12874"/>
                    </a:cubicBezTo>
                    <a:cubicBezTo>
                      <a:pt x="15854" y="12435"/>
                      <a:pt x="15741" y="12053"/>
                      <a:pt x="15592" y="11636"/>
                    </a:cubicBezTo>
                    <a:cubicBezTo>
                      <a:pt x="14941" y="9690"/>
                      <a:pt x="14206" y="7780"/>
                      <a:pt x="13144" y="6040"/>
                    </a:cubicBezTo>
                    <a:cubicBezTo>
                      <a:pt x="12791" y="5481"/>
                      <a:pt x="12260" y="4773"/>
                      <a:pt x="11786" y="4300"/>
                    </a:cubicBezTo>
                    <a:cubicBezTo>
                      <a:pt x="11553" y="4066"/>
                      <a:pt x="11291" y="3854"/>
                      <a:pt x="10937" y="3797"/>
                    </a:cubicBezTo>
                    <a:cubicBezTo>
                      <a:pt x="10928" y="3795"/>
                      <a:pt x="10915" y="3794"/>
                      <a:pt x="10899" y="3794"/>
                    </a:cubicBezTo>
                    <a:cubicBezTo>
                      <a:pt x="10691" y="3794"/>
                      <a:pt x="9933" y="3946"/>
                      <a:pt x="9933" y="3946"/>
                    </a:cubicBezTo>
                    <a:cubicBezTo>
                      <a:pt x="9579" y="3592"/>
                      <a:pt x="9282" y="3387"/>
                      <a:pt x="8751" y="3323"/>
                    </a:cubicBezTo>
                    <a:cubicBezTo>
                      <a:pt x="8680" y="3315"/>
                      <a:pt x="8608" y="3311"/>
                      <a:pt x="8535" y="3311"/>
                    </a:cubicBezTo>
                    <a:cubicBezTo>
                      <a:pt x="8100" y="3311"/>
                      <a:pt x="7656" y="3452"/>
                      <a:pt x="7280" y="3677"/>
                    </a:cubicBezTo>
                    <a:cubicBezTo>
                      <a:pt x="7011" y="3323"/>
                      <a:pt x="6601" y="3090"/>
                      <a:pt x="6162" y="3033"/>
                    </a:cubicBezTo>
                    <a:cubicBezTo>
                      <a:pt x="6123" y="3030"/>
                      <a:pt x="6084" y="3029"/>
                      <a:pt x="6045" y="3029"/>
                    </a:cubicBezTo>
                    <a:cubicBezTo>
                      <a:pt x="5693" y="3029"/>
                      <a:pt x="5337" y="3145"/>
                      <a:pt x="5101" y="3387"/>
                    </a:cubicBezTo>
                    <a:cubicBezTo>
                      <a:pt x="4952" y="3500"/>
                      <a:pt x="4804" y="3677"/>
                      <a:pt x="4776" y="3854"/>
                    </a:cubicBezTo>
                    <a:cubicBezTo>
                      <a:pt x="4748" y="3916"/>
                      <a:pt x="4801" y="4357"/>
                      <a:pt x="4778" y="4357"/>
                    </a:cubicBezTo>
                    <a:cubicBezTo>
                      <a:pt x="4777" y="4357"/>
                      <a:pt x="4776" y="4357"/>
                      <a:pt x="4776" y="4356"/>
                    </a:cubicBezTo>
                    <a:cubicBezTo>
                      <a:pt x="4478" y="4271"/>
                      <a:pt x="4330" y="3974"/>
                      <a:pt x="4181" y="3712"/>
                    </a:cubicBezTo>
                    <a:cubicBezTo>
                      <a:pt x="3538" y="2588"/>
                      <a:pt x="2830" y="1555"/>
                      <a:pt x="2002" y="557"/>
                    </a:cubicBezTo>
                    <a:cubicBezTo>
                      <a:pt x="1826" y="380"/>
                      <a:pt x="1677" y="203"/>
                      <a:pt x="1472" y="111"/>
                    </a:cubicBezTo>
                    <a:cubicBezTo>
                      <a:pt x="1341" y="37"/>
                      <a:pt x="1194" y="0"/>
                      <a:pt x="1050" y="0"/>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71"/>
              <p:cNvSpPr/>
              <p:nvPr/>
            </p:nvSpPr>
            <p:spPr>
              <a:xfrm>
                <a:off x="4705150" y="3009850"/>
                <a:ext cx="53100" cy="93400"/>
              </a:xfrm>
              <a:custGeom>
                <a:avLst/>
                <a:gdLst/>
                <a:ahLst/>
                <a:cxnLst/>
                <a:rect l="l" t="t" r="r" b="b"/>
                <a:pathLst>
                  <a:path w="2124" h="3736" extrusionOk="0">
                    <a:moveTo>
                      <a:pt x="79" y="1"/>
                    </a:moveTo>
                    <a:cubicBezTo>
                      <a:pt x="65" y="1"/>
                      <a:pt x="50" y="8"/>
                      <a:pt x="36" y="22"/>
                    </a:cubicBezTo>
                    <a:cubicBezTo>
                      <a:pt x="1" y="22"/>
                      <a:pt x="1" y="50"/>
                      <a:pt x="1" y="78"/>
                    </a:cubicBezTo>
                    <a:cubicBezTo>
                      <a:pt x="355" y="758"/>
                      <a:pt x="708" y="1352"/>
                      <a:pt x="1005" y="1911"/>
                    </a:cubicBezTo>
                    <a:cubicBezTo>
                      <a:pt x="1331" y="2441"/>
                      <a:pt x="1656" y="3028"/>
                      <a:pt x="2010" y="3708"/>
                    </a:cubicBezTo>
                    <a:cubicBezTo>
                      <a:pt x="2038" y="3708"/>
                      <a:pt x="2038" y="3736"/>
                      <a:pt x="2067" y="3736"/>
                    </a:cubicBezTo>
                    <a:cubicBezTo>
                      <a:pt x="2067" y="3736"/>
                      <a:pt x="2095" y="3736"/>
                      <a:pt x="2095" y="3708"/>
                    </a:cubicBezTo>
                    <a:cubicBezTo>
                      <a:pt x="2123" y="3708"/>
                      <a:pt x="2123" y="3679"/>
                      <a:pt x="2123" y="3651"/>
                    </a:cubicBezTo>
                    <a:cubicBezTo>
                      <a:pt x="1769" y="2972"/>
                      <a:pt x="1451" y="2378"/>
                      <a:pt x="1126" y="1847"/>
                    </a:cubicBezTo>
                    <a:cubicBezTo>
                      <a:pt x="800" y="1288"/>
                      <a:pt x="475" y="701"/>
                      <a:pt x="121" y="22"/>
                    </a:cubicBezTo>
                    <a:cubicBezTo>
                      <a:pt x="107" y="8"/>
                      <a:pt x="93"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71"/>
              <p:cNvSpPr/>
              <p:nvPr/>
            </p:nvSpPr>
            <p:spPr>
              <a:xfrm>
                <a:off x="4770075" y="2992700"/>
                <a:ext cx="50950" cy="94275"/>
              </a:xfrm>
              <a:custGeom>
                <a:avLst/>
                <a:gdLst/>
                <a:ahLst/>
                <a:cxnLst/>
                <a:rect l="l" t="t" r="r" b="b"/>
                <a:pathLst>
                  <a:path w="2038" h="3771" extrusionOk="0">
                    <a:moveTo>
                      <a:pt x="28" y="0"/>
                    </a:moveTo>
                    <a:cubicBezTo>
                      <a:pt x="0" y="29"/>
                      <a:pt x="0" y="57"/>
                      <a:pt x="0" y="92"/>
                    </a:cubicBezTo>
                    <a:cubicBezTo>
                      <a:pt x="651" y="1153"/>
                      <a:pt x="1387" y="2420"/>
                      <a:pt x="1917" y="3743"/>
                    </a:cubicBezTo>
                    <a:cubicBezTo>
                      <a:pt x="1946" y="3771"/>
                      <a:pt x="1946" y="3771"/>
                      <a:pt x="1974" y="3771"/>
                    </a:cubicBezTo>
                    <a:lnTo>
                      <a:pt x="2002" y="3771"/>
                    </a:lnTo>
                    <a:cubicBezTo>
                      <a:pt x="2038" y="3771"/>
                      <a:pt x="2038" y="3714"/>
                      <a:pt x="2038" y="3686"/>
                    </a:cubicBezTo>
                    <a:cubicBezTo>
                      <a:pt x="1507" y="2392"/>
                      <a:pt x="764" y="1090"/>
                      <a:pt x="120" y="29"/>
                    </a:cubicBezTo>
                    <a:cubicBezTo>
                      <a:pt x="92" y="0"/>
                      <a:pt x="57"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71"/>
              <p:cNvSpPr/>
              <p:nvPr/>
            </p:nvSpPr>
            <p:spPr>
              <a:xfrm>
                <a:off x="4834275" y="2999600"/>
                <a:ext cx="44225" cy="85275"/>
              </a:xfrm>
              <a:custGeom>
                <a:avLst/>
                <a:gdLst/>
                <a:ahLst/>
                <a:cxnLst/>
                <a:rect l="l" t="t" r="r" b="b"/>
                <a:pathLst>
                  <a:path w="1769" h="3411" extrusionOk="0">
                    <a:moveTo>
                      <a:pt x="67" y="0"/>
                    </a:moveTo>
                    <a:cubicBezTo>
                      <a:pt x="57" y="0"/>
                      <a:pt x="43" y="7"/>
                      <a:pt x="28" y="21"/>
                    </a:cubicBezTo>
                    <a:cubicBezTo>
                      <a:pt x="0" y="21"/>
                      <a:pt x="0" y="78"/>
                      <a:pt x="0" y="106"/>
                    </a:cubicBezTo>
                    <a:cubicBezTo>
                      <a:pt x="644" y="991"/>
                      <a:pt x="1146" y="2024"/>
                      <a:pt x="1648" y="3354"/>
                    </a:cubicBezTo>
                    <a:cubicBezTo>
                      <a:pt x="1648" y="3382"/>
                      <a:pt x="1677" y="3410"/>
                      <a:pt x="1677" y="3410"/>
                    </a:cubicBezTo>
                    <a:lnTo>
                      <a:pt x="1705" y="3410"/>
                    </a:lnTo>
                    <a:cubicBezTo>
                      <a:pt x="1733" y="3382"/>
                      <a:pt x="1769" y="3354"/>
                      <a:pt x="1733" y="3318"/>
                    </a:cubicBezTo>
                    <a:cubicBezTo>
                      <a:pt x="1266" y="1995"/>
                      <a:pt x="736" y="934"/>
                      <a:pt x="85" y="21"/>
                    </a:cubicBezTo>
                    <a:cubicBezTo>
                      <a:pt x="85" y="7"/>
                      <a:pt x="78"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71"/>
              <p:cNvSpPr/>
              <p:nvPr/>
            </p:nvSpPr>
            <p:spPr>
              <a:xfrm>
                <a:off x="4711875" y="3143725"/>
                <a:ext cx="35400" cy="54675"/>
              </a:xfrm>
              <a:custGeom>
                <a:avLst/>
                <a:gdLst/>
                <a:ahLst/>
                <a:cxnLst/>
                <a:rect l="l" t="t" r="r" b="b"/>
                <a:pathLst>
                  <a:path w="1416" h="2187" extrusionOk="0">
                    <a:moveTo>
                      <a:pt x="29" y="1"/>
                    </a:moveTo>
                    <a:cubicBezTo>
                      <a:pt x="1" y="29"/>
                      <a:pt x="1" y="65"/>
                      <a:pt x="1" y="93"/>
                    </a:cubicBezTo>
                    <a:cubicBezTo>
                      <a:pt x="262" y="475"/>
                      <a:pt x="531" y="885"/>
                      <a:pt x="793" y="1303"/>
                    </a:cubicBezTo>
                    <a:cubicBezTo>
                      <a:pt x="942" y="1593"/>
                      <a:pt x="1118" y="1890"/>
                      <a:pt x="1295" y="2151"/>
                    </a:cubicBezTo>
                    <a:cubicBezTo>
                      <a:pt x="1324" y="2187"/>
                      <a:pt x="1324" y="2187"/>
                      <a:pt x="1359" y="2187"/>
                    </a:cubicBezTo>
                    <a:lnTo>
                      <a:pt x="1387" y="2187"/>
                    </a:lnTo>
                    <a:cubicBezTo>
                      <a:pt x="1416" y="2151"/>
                      <a:pt x="1416" y="2123"/>
                      <a:pt x="1416" y="2095"/>
                    </a:cubicBezTo>
                    <a:cubicBezTo>
                      <a:pt x="1239" y="1833"/>
                      <a:pt x="1062" y="1536"/>
                      <a:pt x="885" y="1239"/>
                    </a:cubicBezTo>
                    <a:cubicBezTo>
                      <a:pt x="616" y="800"/>
                      <a:pt x="354" y="383"/>
                      <a:pt x="86" y="29"/>
                    </a:cubicBezTo>
                    <a:cubicBezTo>
                      <a:pt x="86" y="1"/>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71"/>
              <p:cNvSpPr/>
              <p:nvPr/>
            </p:nvSpPr>
            <p:spPr>
              <a:xfrm>
                <a:off x="4765650" y="3147625"/>
                <a:ext cx="11875" cy="14525"/>
              </a:xfrm>
              <a:custGeom>
                <a:avLst/>
                <a:gdLst/>
                <a:ahLst/>
                <a:cxnLst/>
                <a:rect l="l" t="t" r="r" b="b"/>
                <a:pathLst>
                  <a:path w="475" h="581" extrusionOk="0">
                    <a:moveTo>
                      <a:pt x="44" y="1"/>
                    </a:moveTo>
                    <a:cubicBezTo>
                      <a:pt x="29" y="1"/>
                      <a:pt x="14" y="8"/>
                      <a:pt x="0" y="22"/>
                    </a:cubicBezTo>
                    <a:lnTo>
                      <a:pt x="0" y="114"/>
                    </a:lnTo>
                    <a:cubicBezTo>
                      <a:pt x="121" y="199"/>
                      <a:pt x="149" y="262"/>
                      <a:pt x="177" y="319"/>
                    </a:cubicBezTo>
                    <a:cubicBezTo>
                      <a:pt x="205" y="375"/>
                      <a:pt x="234" y="439"/>
                      <a:pt x="382" y="552"/>
                    </a:cubicBezTo>
                    <a:cubicBezTo>
                      <a:pt x="382" y="581"/>
                      <a:pt x="411" y="581"/>
                      <a:pt x="411" y="581"/>
                    </a:cubicBezTo>
                    <a:cubicBezTo>
                      <a:pt x="446" y="581"/>
                      <a:pt x="446" y="581"/>
                      <a:pt x="446" y="552"/>
                    </a:cubicBezTo>
                    <a:cubicBezTo>
                      <a:pt x="474" y="524"/>
                      <a:pt x="474" y="496"/>
                      <a:pt x="446" y="467"/>
                    </a:cubicBezTo>
                    <a:cubicBezTo>
                      <a:pt x="354" y="375"/>
                      <a:pt x="326" y="319"/>
                      <a:pt x="297" y="262"/>
                    </a:cubicBezTo>
                    <a:cubicBezTo>
                      <a:pt x="269" y="199"/>
                      <a:pt x="234" y="142"/>
                      <a:pt x="92" y="22"/>
                    </a:cubicBezTo>
                    <a:cubicBezTo>
                      <a:pt x="75" y="8"/>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71"/>
              <p:cNvSpPr/>
              <p:nvPr/>
            </p:nvSpPr>
            <p:spPr>
              <a:xfrm>
                <a:off x="4807725" y="3132775"/>
                <a:ext cx="10300" cy="13275"/>
              </a:xfrm>
              <a:custGeom>
                <a:avLst/>
                <a:gdLst/>
                <a:ahLst/>
                <a:cxnLst/>
                <a:rect l="l" t="t" r="r" b="b"/>
                <a:pathLst>
                  <a:path w="412" h="531" extrusionOk="0">
                    <a:moveTo>
                      <a:pt x="29" y="0"/>
                    </a:moveTo>
                    <a:cubicBezTo>
                      <a:pt x="1" y="29"/>
                      <a:pt x="1" y="57"/>
                      <a:pt x="29" y="85"/>
                    </a:cubicBezTo>
                    <a:cubicBezTo>
                      <a:pt x="58" y="149"/>
                      <a:pt x="114" y="234"/>
                      <a:pt x="142" y="290"/>
                    </a:cubicBezTo>
                    <a:cubicBezTo>
                      <a:pt x="206" y="382"/>
                      <a:pt x="263" y="439"/>
                      <a:pt x="291" y="503"/>
                    </a:cubicBezTo>
                    <a:cubicBezTo>
                      <a:pt x="291" y="531"/>
                      <a:pt x="319" y="531"/>
                      <a:pt x="355" y="531"/>
                    </a:cubicBezTo>
                    <a:lnTo>
                      <a:pt x="383" y="531"/>
                    </a:lnTo>
                    <a:cubicBezTo>
                      <a:pt x="411" y="503"/>
                      <a:pt x="411" y="467"/>
                      <a:pt x="383" y="439"/>
                    </a:cubicBezTo>
                    <a:cubicBezTo>
                      <a:pt x="355" y="382"/>
                      <a:pt x="291" y="326"/>
                      <a:pt x="263" y="234"/>
                    </a:cubicBezTo>
                    <a:cubicBezTo>
                      <a:pt x="206" y="149"/>
                      <a:pt x="142" y="85"/>
                      <a:pt x="114" y="29"/>
                    </a:cubicBezTo>
                    <a:cubicBezTo>
                      <a:pt x="86" y="0"/>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71"/>
              <p:cNvSpPr/>
              <p:nvPr/>
            </p:nvSpPr>
            <p:spPr>
              <a:xfrm>
                <a:off x="4858500" y="3119500"/>
                <a:ext cx="11150" cy="14700"/>
              </a:xfrm>
              <a:custGeom>
                <a:avLst/>
                <a:gdLst/>
                <a:ahLst/>
                <a:cxnLst/>
                <a:rect l="l" t="t" r="r" b="b"/>
                <a:pathLst>
                  <a:path w="446" h="588" extrusionOk="0">
                    <a:moveTo>
                      <a:pt x="57" y="1"/>
                    </a:moveTo>
                    <a:cubicBezTo>
                      <a:pt x="29" y="29"/>
                      <a:pt x="0" y="57"/>
                      <a:pt x="29" y="86"/>
                    </a:cubicBezTo>
                    <a:lnTo>
                      <a:pt x="326" y="560"/>
                    </a:lnTo>
                    <a:cubicBezTo>
                      <a:pt x="354" y="560"/>
                      <a:pt x="354" y="588"/>
                      <a:pt x="382" y="588"/>
                    </a:cubicBezTo>
                    <a:cubicBezTo>
                      <a:pt x="411" y="588"/>
                      <a:pt x="411" y="560"/>
                      <a:pt x="411" y="560"/>
                    </a:cubicBezTo>
                    <a:cubicBezTo>
                      <a:pt x="446" y="560"/>
                      <a:pt x="446" y="503"/>
                      <a:pt x="446" y="468"/>
                    </a:cubicBezTo>
                    <a:lnTo>
                      <a:pt x="121" y="29"/>
                    </a:lnTo>
                    <a:cubicBezTo>
                      <a:pt x="121" y="1"/>
                      <a:pt x="92"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71"/>
              <p:cNvSpPr/>
              <p:nvPr/>
            </p:nvSpPr>
            <p:spPr>
              <a:xfrm>
                <a:off x="4905000" y="3110375"/>
                <a:ext cx="7275" cy="14275"/>
              </a:xfrm>
              <a:custGeom>
                <a:avLst/>
                <a:gdLst/>
                <a:ahLst/>
                <a:cxnLst/>
                <a:rect l="l" t="t" r="r" b="b"/>
                <a:pathLst>
                  <a:path w="291" h="571" extrusionOk="0">
                    <a:moveTo>
                      <a:pt x="82" y="0"/>
                    </a:moveTo>
                    <a:cubicBezTo>
                      <a:pt x="74" y="0"/>
                      <a:pt x="66" y="4"/>
                      <a:pt x="57" y="12"/>
                    </a:cubicBezTo>
                    <a:cubicBezTo>
                      <a:pt x="29" y="12"/>
                      <a:pt x="1" y="40"/>
                      <a:pt x="1" y="69"/>
                    </a:cubicBezTo>
                    <a:lnTo>
                      <a:pt x="178" y="543"/>
                    </a:lnTo>
                    <a:cubicBezTo>
                      <a:pt x="178" y="571"/>
                      <a:pt x="206" y="571"/>
                      <a:pt x="234" y="571"/>
                    </a:cubicBezTo>
                    <a:cubicBezTo>
                      <a:pt x="263" y="571"/>
                      <a:pt x="291" y="543"/>
                      <a:pt x="263" y="514"/>
                    </a:cubicBezTo>
                    <a:lnTo>
                      <a:pt x="114" y="40"/>
                    </a:lnTo>
                    <a:cubicBezTo>
                      <a:pt x="114" y="20"/>
                      <a:pt x="100" y="0"/>
                      <a:pt x="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71"/>
              <p:cNvSpPr/>
              <p:nvPr/>
            </p:nvSpPr>
            <p:spPr>
              <a:xfrm>
                <a:off x="4591800" y="2903950"/>
                <a:ext cx="41225" cy="32700"/>
              </a:xfrm>
              <a:custGeom>
                <a:avLst/>
                <a:gdLst/>
                <a:ahLst/>
                <a:cxnLst/>
                <a:rect l="l" t="t" r="r" b="b"/>
                <a:pathLst>
                  <a:path w="1649" h="1308" extrusionOk="0">
                    <a:moveTo>
                      <a:pt x="1267" y="1"/>
                    </a:moveTo>
                    <a:cubicBezTo>
                      <a:pt x="1257" y="1"/>
                      <a:pt x="1248" y="4"/>
                      <a:pt x="1238" y="13"/>
                    </a:cubicBezTo>
                    <a:cubicBezTo>
                      <a:pt x="1210" y="41"/>
                      <a:pt x="1210" y="70"/>
                      <a:pt x="1238" y="105"/>
                    </a:cubicBezTo>
                    <a:cubicBezTo>
                      <a:pt x="1415" y="339"/>
                      <a:pt x="1500" y="721"/>
                      <a:pt x="1387" y="926"/>
                    </a:cubicBezTo>
                    <a:cubicBezTo>
                      <a:pt x="1295" y="1046"/>
                      <a:pt x="1175" y="1131"/>
                      <a:pt x="1061" y="1166"/>
                    </a:cubicBezTo>
                    <a:cubicBezTo>
                      <a:pt x="1010" y="1186"/>
                      <a:pt x="954" y="1195"/>
                      <a:pt x="898" y="1195"/>
                    </a:cubicBezTo>
                    <a:cubicBezTo>
                      <a:pt x="793" y="1195"/>
                      <a:pt x="684" y="1163"/>
                      <a:pt x="587" y="1103"/>
                    </a:cubicBezTo>
                    <a:cubicBezTo>
                      <a:pt x="439" y="989"/>
                      <a:pt x="205" y="777"/>
                      <a:pt x="113" y="600"/>
                    </a:cubicBezTo>
                    <a:cubicBezTo>
                      <a:pt x="113" y="580"/>
                      <a:pt x="85" y="560"/>
                      <a:pt x="59" y="560"/>
                    </a:cubicBezTo>
                    <a:cubicBezTo>
                      <a:pt x="47" y="560"/>
                      <a:pt x="37" y="564"/>
                      <a:pt x="28" y="572"/>
                    </a:cubicBezTo>
                    <a:cubicBezTo>
                      <a:pt x="0" y="572"/>
                      <a:pt x="0" y="600"/>
                      <a:pt x="0" y="636"/>
                    </a:cubicBezTo>
                    <a:cubicBezTo>
                      <a:pt x="113" y="841"/>
                      <a:pt x="354" y="1074"/>
                      <a:pt x="531" y="1195"/>
                    </a:cubicBezTo>
                    <a:cubicBezTo>
                      <a:pt x="644" y="1279"/>
                      <a:pt x="793" y="1308"/>
                      <a:pt x="913" y="1308"/>
                    </a:cubicBezTo>
                    <a:cubicBezTo>
                      <a:pt x="969" y="1308"/>
                      <a:pt x="1033" y="1308"/>
                      <a:pt x="1090" y="1279"/>
                    </a:cubicBezTo>
                    <a:cubicBezTo>
                      <a:pt x="1238" y="1251"/>
                      <a:pt x="1387" y="1131"/>
                      <a:pt x="1472" y="989"/>
                    </a:cubicBezTo>
                    <a:cubicBezTo>
                      <a:pt x="1649" y="692"/>
                      <a:pt x="1472" y="247"/>
                      <a:pt x="1323" y="13"/>
                    </a:cubicBezTo>
                    <a:cubicBezTo>
                      <a:pt x="1304" y="13"/>
                      <a:pt x="1285" y="1"/>
                      <a:pt x="1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71"/>
              <p:cNvSpPr/>
              <p:nvPr/>
            </p:nvSpPr>
            <p:spPr>
              <a:xfrm>
                <a:off x="4594625" y="3085950"/>
                <a:ext cx="21425" cy="40825"/>
              </a:xfrm>
              <a:custGeom>
                <a:avLst/>
                <a:gdLst/>
                <a:ahLst/>
                <a:cxnLst/>
                <a:rect l="l" t="t" r="r" b="b"/>
                <a:pathLst>
                  <a:path w="857" h="1633" extrusionOk="0">
                    <a:moveTo>
                      <a:pt x="38" y="1"/>
                    </a:moveTo>
                    <a:cubicBezTo>
                      <a:pt x="18" y="1"/>
                      <a:pt x="0" y="21"/>
                      <a:pt x="0" y="41"/>
                    </a:cubicBezTo>
                    <a:cubicBezTo>
                      <a:pt x="0" y="76"/>
                      <a:pt x="0" y="105"/>
                      <a:pt x="36" y="105"/>
                    </a:cubicBezTo>
                    <a:cubicBezTo>
                      <a:pt x="121" y="133"/>
                      <a:pt x="177" y="253"/>
                      <a:pt x="241" y="310"/>
                    </a:cubicBezTo>
                    <a:cubicBezTo>
                      <a:pt x="326" y="430"/>
                      <a:pt x="418" y="515"/>
                      <a:pt x="503" y="635"/>
                    </a:cubicBezTo>
                    <a:cubicBezTo>
                      <a:pt x="566" y="748"/>
                      <a:pt x="651" y="840"/>
                      <a:pt x="680" y="989"/>
                    </a:cubicBezTo>
                    <a:cubicBezTo>
                      <a:pt x="708" y="1166"/>
                      <a:pt x="680" y="1399"/>
                      <a:pt x="531" y="1548"/>
                    </a:cubicBezTo>
                    <a:lnTo>
                      <a:pt x="531" y="1633"/>
                    </a:lnTo>
                    <a:lnTo>
                      <a:pt x="623" y="1633"/>
                    </a:lnTo>
                    <a:cubicBezTo>
                      <a:pt x="771" y="1456"/>
                      <a:pt x="856" y="1194"/>
                      <a:pt x="800" y="961"/>
                    </a:cubicBezTo>
                    <a:cubicBezTo>
                      <a:pt x="743" y="812"/>
                      <a:pt x="651" y="664"/>
                      <a:pt x="595" y="572"/>
                    </a:cubicBezTo>
                    <a:cubicBezTo>
                      <a:pt x="503" y="458"/>
                      <a:pt x="418" y="338"/>
                      <a:pt x="326" y="253"/>
                    </a:cubicBezTo>
                    <a:cubicBezTo>
                      <a:pt x="269" y="161"/>
                      <a:pt x="177" y="41"/>
                      <a:pt x="64" y="13"/>
                    </a:cubicBezTo>
                    <a:cubicBezTo>
                      <a:pt x="56" y="4"/>
                      <a:pt x="47" y="1"/>
                      <a:pt x="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71"/>
              <p:cNvSpPr/>
              <p:nvPr/>
            </p:nvSpPr>
            <p:spPr>
              <a:xfrm>
                <a:off x="4651400" y="3161425"/>
                <a:ext cx="17700" cy="12575"/>
              </a:xfrm>
              <a:custGeom>
                <a:avLst/>
                <a:gdLst/>
                <a:ahLst/>
                <a:cxnLst/>
                <a:rect l="l" t="t" r="r" b="b"/>
                <a:pathLst>
                  <a:path w="708" h="503" extrusionOk="0">
                    <a:moveTo>
                      <a:pt x="594" y="0"/>
                    </a:moveTo>
                    <a:cubicBezTo>
                      <a:pt x="446" y="177"/>
                      <a:pt x="269" y="297"/>
                      <a:pt x="64" y="382"/>
                    </a:cubicBezTo>
                    <a:cubicBezTo>
                      <a:pt x="29" y="382"/>
                      <a:pt x="0" y="418"/>
                      <a:pt x="29" y="446"/>
                    </a:cubicBezTo>
                    <a:cubicBezTo>
                      <a:pt x="29" y="474"/>
                      <a:pt x="64" y="503"/>
                      <a:pt x="92" y="503"/>
                    </a:cubicBezTo>
                    <a:cubicBezTo>
                      <a:pt x="326" y="418"/>
                      <a:pt x="531" y="269"/>
                      <a:pt x="679" y="92"/>
                    </a:cubicBezTo>
                    <a:cubicBezTo>
                      <a:pt x="708" y="64"/>
                      <a:pt x="708" y="29"/>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71"/>
              <p:cNvSpPr/>
              <p:nvPr/>
            </p:nvSpPr>
            <p:spPr>
              <a:xfrm>
                <a:off x="4658825" y="3169725"/>
                <a:ext cx="8875" cy="7275"/>
              </a:xfrm>
              <a:custGeom>
                <a:avLst/>
                <a:gdLst/>
                <a:ahLst/>
                <a:cxnLst/>
                <a:rect l="l" t="t" r="r" b="b"/>
                <a:pathLst>
                  <a:path w="355" h="291" extrusionOk="0">
                    <a:moveTo>
                      <a:pt x="280" y="1"/>
                    </a:moveTo>
                    <a:cubicBezTo>
                      <a:pt x="264" y="1"/>
                      <a:pt x="248" y="8"/>
                      <a:pt x="234" y="22"/>
                    </a:cubicBezTo>
                    <a:cubicBezTo>
                      <a:pt x="177" y="86"/>
                      <a:pt x="85" y="142"/>
                      <a:pt x="29" y="199"/>
                    </a:cubicBezTo>
                    <a:cubicBezTo>
                      <a:pt x="0" y="199"/>
                      <a:pt x="0" y="227"/>
                      <a:pt x="0" y="263"/>
                    </a:cubicBezTo>
                    <a:cubicBezTo>
                      <a:pt x="0" y="291"/>
                      <a:pt x="29" y="291"/>
                      <a:pt x="57" y="291"/>
                    </a:cubicBezTo>
                    <a:lnTo>
                      <a:pt x="85" y="291"/>
                    </a:lnTo>
                    <a:cubicBezTo>
                      <a:pt x="177" y="227"/>
                      <a:pt x="234" y="171"/>
                      <a:pt x="326" y="114"/>
                    </a:cubicBezTo>
                    <a:cubicBezTo>
                      <a:pt x="354" y="86"/>
                      <a:pt x="354" y="50"/>
                      <a:pt x="326" y="22"/>
                    </a:cubicBezTo>
                    <a:cubicBezTo>
                      <a:pt x="312" y="8"/>
                      <a:pt x="296" y="1"/>
                      <a:pt x="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71"/>
              <p:cNvSpPr/>
              <p:nvPr/>
            </p:nvSpPr>
            <p:spPr>
              <a:xfrm>
                <a:off x="4650675" y="2992400"/>
                <a:ext cx="23550" cy="15000"/>
              </a:xfrm>
              <a:custGeom>
                <a:avLst/>
                <a:gdLst/>
                <a:ahLst/>
                <a:cxnLst/>
                <a:rect l="l" t="t" r="r" b="b"/>
                <a:pathLst>
                  <a:path w="942" h="600" extrusionOk="0">
                    <a:moveTo>
                      <a:pt x="882" y="1"/>
                    </a:moveTo>
                    <a:cubicBezTo>
                      <a:pt x="874" y="1"/>
                      <a:pt x="865" y="4"/>
                      <a:pt x="857" y="12"/>
                    </a:cubicBezTo>
                    <a:cubicBezTo>
                      <a:pt x="765" y="69"/>
                      <a:pt x="680" y="104"/>
                      <a:pt x="588" y="161"/>
                    </a:cubicBezTo>
                    <a:cubicBezTo>
                      <a:pt x="383" y="246"/>
                      <a:pt x="178" y="338"/>
                      <a:pt x="29" y="515"/>
                    </a:cubicBezTo>
                    <a:cubicBezTo>
                      <a:pt x="1" y="515"/>
                      <a:pt x="1" y="571"/>
                      <a:pt x="29" y="600"/>
                    </a:cubicBezTo>
                    <a:lnTo>
                      <a:pt x="58" y="600"/>
                    </a:lnTo>
                    <a:cubicBezTo>
                      <a:pt x="93" y="600"/>
                      <a:pt x="93" y="600"/>
                      <a:pt x="121" y="571"/>
                    </a:cubicBezTo>
                    <a:cubicBezTo>
                      <a:pt x="234" y="423"/>
                      <a:pt x="447" y="338"/>
                      <a:pt x="623" y="246"/>
                    </a:cubicBezTo>
                    <a:cubicBezTo>
                      <a:pt x="737" y="218"/>
                      <a:pt x="829" y="161"/>
                      <a:pt x="914" y="104"/>
                    </a:cubicBezTo>
                    <a:cubicBezTo>
                      <a:pt x="942" y="104"/>
                      <a:pt x="942" y="41"/>
                      <a:pt x="942" y="41"/>
                    </a:cubicBezTo>
                    <a:cubicBezTo>
                      <a:pt x="922" y="21"/>
                      <a:pt x="902"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71"/>
              <p:cNvSpPr/>
              <p:nvPr/>
            </p:nvSpPr>
            <p:spPr>
              <a:xfrm>
                <a:off x="4660225" y="3001950"/>
                <a:ext cx="9575" cy="6325"/>
              </a:xfrm>
              <a:custGeom>
                <a:avLst/>
                <a:gdLst/>
                <a:ahLst/>
                <a:cxnLst/>
                <a:rect l="l" t="t" r="r" b="b"/>
                <a:pathLst>
                  <a:path w="383" h="253" extrusionOk="0">
                    <a:moveTo>
                      <a:pt x="295" y="1"/>
                    </a:moveTo>
                    <a:cubicBezTo>
                      <a:pt x="286" y="1"/>
                      <a:pt x="278" y="4"/>
                      <a:pt x="270" y="12"/>
                    </a:cubicBezTo>
                    <a:cubicBezTo>
                      <a:pt x="206" y="76"/>
                      <a:pt x="121" y="104"/>
                      <a:pt x="29" y="133"/>
                    </a:cubicBezTo>
                    <a:cubicBezTo>
                      <a:pt x="1" y="161"/>
                      <a:pt x="1" y="189"/>
                      <a:pt x="1" y="218"/>
                    </a:cubicBezTo>
                    <a:cubicBezTo>
                      <a:pt x="29" y="253"/>
                      <a:pt x="29" y="253"/>
                      <a:pt x="65" y="253"/>
                    </a:cubicBezTo>
                    <a:lnTo>
                      <a:pt x="93" y="253"/>
                    </a:lnTo>
                    <a:cubicBezTo>
                      <a:pt x="178" y="218"/>
                      <a:pt x="270" y="161"/>
                      <a:pt x="326" y="104"/>
                    </a:cubicBezTo>
                    <a:cubicBezTo>
                      <a:pt x="355" y="104"/>
                      <a:pt x="383" y="76"/>
                      <a:pt x="355" y="41"/>
                    </a:cubicBezTo>
                    <a:cubicBezTo>
                      <a:pt x="335" y="21"/>
                      <a:pt x="315" y="1"/>
                      <a:pt x="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71"/>
              <p:cNvSpPr/>
              <p:nvPr/>
            </p:nvSpPr>
            <p:spPr>
              <a:xfrm>
                <a:off x="4660950" y="3004025"/>
                <a:ext cx="20000" cy="12225"/>
              </a:xfrm>
              <a:custGeom>
                <a:avLst/>
                <a:gdLst/>
                <a:ahLst/>
                <a:cxnLst/>
                <a:rect l="l" t="t" r="r" b="b"/>
                <a:pathLst>
                  <a:path w="800" h="489" extrusionOk="0">
                    <a:moveTo>
                      <a:pt x="740" y="0"/>
                    </a:moveTo>
                    <a:cubicBezTo>
                      <a:pt x="724" y="0"/>
                      <a:pt x="708" y="7"/>
                      <a:pt x="708" y="21"/>
                    </a:cubicBezTo>
                    <a:cubicBezTo>
                      <a:pt x="503" y="170"/>
                      <a:pt x="297" y="311"/>
                      <a:pt x="64" y="375"/>
                    </a:cubicBezTo>
                    <a:cubicBezTo>
                      <a:pt x="36" y="375"/>
                      <a:pt x="0" y="432"/>
                      <a:pt x="0" y="460"/>
                    </a:cubicBezTo>
                    <a:cubicBezTo>
                      <a:pt x="36" y="460"/>
                      <a:pt x="36" y="488"/>
                      <a:pt x="64" y="488"/>
                    </a:cubicBezTo>
                    <a:lnTo>
                      <a:pt x="92" y="488"/>
                    </a:lnTo>
                    <a:cubicBezTo>
                      <a:pt x="326" y="403"/>
                      <a:pt x="566" y="283"/>
                      <a:pt x="771" y="106"/>
                    </a:cubicBezTo>
                    <a:cubicBezTo>
                      <a:pt x="800" y="78"/>
                      <a:pt x="800" y="50"/>
                      <a:pt x="771" y="21"/>
                    </a:cubicBezTo>
                    <a:cubicBezTo>
                      <a:pt x="771" y="7"/>
                      <a:pt x="755" y="0"/>
                      <a:pt x="7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71"/>
              <p:cNvSpPr/>
              <p:nvPr/>
            </p:nvSpPr>
            <p:spPr>
              <a:xfrm>
                <a:off x="4719300" y="2985275"/>
                <a:ext cx="19850" cy="8150"/>
              </a:xfrm>
              <a:custGeom>
                <a:avLst/>
                <a:gdLst/>
                <a:ahLst/>
                <a:cxnLst/>
                <a:rect l="l" t="t" r="r" b="b"/>
                <a:pathLst>
                  <a:path w="794" h="326" extrusionOk="0">
                    <a:moveTo>
                      <a:pt x="737" y="0"/>
                    </a:moveTo>
                    <a:cubicBezTo>
                      <a:pt x="616" y="0"/>
                      <a:pt x="496" y="0"/>
                      <a:pt x="383" y="36"/>
                    </a:cubicBezTo>
                    <a:cubicBezTo>
                      <a:pt x="234" y="92"/>
                      <a:pt x="114" y="149"/>
                      <a:pt x="29" y="241"/>
                    </a:cubicBezTo>
                    <a:cubicBezTo>
                      <a:pt x="1" y="241"/>
                      <a:pt x="1" y="297"/>
                      <a:pt x="29" y="326"/>
                    </a:cubicBezTo>
                    <a:lnTo>
                      <a:pt x="57" y="326"/>
                    </a:lnTo>
                    <a:cubicBezTo>
                      <a:pt x="86" y="326"/>
                      <a:pt x="86" y="326"/>
                      <a:pt x="114" y="297"/>
                    </a:cubicBezTo>
                    <a:cubicBezTo>
                      <a:pt x="178" y="241"/>
                      <a:pt x="263" y="177"/>
                      <a:pt x="383" y="149"/>
                    </a:cubicBezTo>
                    <a:cubicBezTo>
                      <a:pt x="496" y="121"/>
                      <a:pt x="616" y="121"/>
                      <a:pt x="737" y="121"/>
                    </a:cubicBezTo>
                    <a:cubicBezTo>
                      <a:pt x="765" y="121"/>
                      <a:pt x="793" y="92"/>
                      <a:pt x="793" y="64"/>
                    </a:cubicBezTo>
                    <a:cubicBezTo>
                      <a:pt x="793" y="36"/>
                      <a:pt x="765"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71"/>
              <p:cNvSpPr/>
              <p:nvPr/>
            </p:nvSpPr>
            <p:spPr>
              <a:xfrm>
                <a:off x="4781200" y="2991725"/>
                <a:ext cx="17725" cy="6125"/>
              </a:xfrm>
              <a:custGeom>
                <a:avLst/>
                <a:gdLst/>
                <a:ahLst/>
                <a:cxnLst/>
                <a:rect l="l" t="t" r="r" b="b"/>
                <a:pathLst>
                  <a:path w="709" h="245" extrusionOk="0">
                    <a:moveTo>
                      <a:pt x="502" y="1"/>
                    </a:moveTo>
                    <a:cubicBezTo>
                      <a:pt x="345" y="1"/>
                      <a:pt x="193" y="39"/>
                      <a:pt x="57" y="131"/>
                    </a:cubicBezTo>
                    <a:cubicBezTo>
                      <a:pt x="29" y="131"/>
                      <a:pt x="1" y="160"/>
                      <a:pt x="29" y="188"/>
                    </a:cubicBezTo>
                    <a:cubicBezTo>
                      <a:pt x="29" y="216"/>
                      <a:pt x="57" y="245"/>
                      <a:pt x="57" y="245"/>
                    </a:cubicBezTo>
                    <a:cubicBezTo>
                      <a:pt x="86" y="245"/>
                      <a:pt x="86" y="216"/>
                      <a:pt x="86" y="216"/>
                    </a:cubicBezTo>
                    <a:cubicBezTo>
                      <a:pt x="217" y="153"/>
                      <a:pt x="363" y="118"/>
                      <a:pt x="502" y="118"/>
                    </a:cubicBezTo>
                    <a:cubicBezTo>
                      <a:pt x="551" y="118"/>
                      <a:pt x="599" y="122"/>
                      <a:pt x="645" y="131"/>
                    </a:cubicBezTo>
                    <a:cubicBezTo>
                      <a:pt x="673" y="131"/>
                      <a:pt x="708" y="96"/>
                      <a:pt x="708" y="68"/>
                    </a:cubicBezTo>
                    <a:cubicBezTo>
                      <a:pt x="708" y="39"/>
                      <a:pt x="673" y="11"/>
                      <a:pt x="645" y="11"/>
                    </a:cubicBezTo>
                    <a:cubicBezTo>
                      <a:pt x="597" y="4"/>
                      <a:pt x="549" y="1"/>
                      <a:pt x="5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71"/>
              <p:cNvSpPr/>
              <p:nvPr/>
            </p:nvSpPr>
            <p:spPr>
              <a:xfrm>
                <a:off x="4805450" y="2992400"/>
                <a:ext cx="10275" cy="4750"/>
              </a:xfrm>
              <a:custGeom>
                <a:avLst/>
                <a:gdLst/>
                <a:ahLst/>
                <a:cxnLst/>
                <a:rect l="l" t="t" r="r" b="b"/>
                <a:pathLst>
                  <a:path w="411" h="190" extrusionOk="0">
                    <a:moveTo>
                      <a:pt x="63" y="1"/>
                    </a:moveTo>
                    <a:cubicBezTo>
                      <a:pt x="42" y="1"/>
                      <a:pt x="28" y="21"/>
                      <a:pt x="28" y="41"/>
                    </a:cubicBezTo>
                    <a:cubicBezTo>
                      <a:pt x="0" y="69"/>
                      <a:pt x="28" y="104"/>
                      <a:pt x="57" y="133"/>
                    </a:cubicBezTo>
                    <a:lnTo>
                      <a:pt x="325" y="189"/>
                    </a:lnTo>
                    <a:lnTo>
                      <a:pt x="354" y="189"/>
                    </a:lnTo>
                    <a:cubicBezTo>
                      <a:pt x="382" y="189"/>
                      <a:pt x="382" y="161"/>
                      <a:pt x="410" y="133"/>
                    </a:cubicBezTo>
                    <a:cubicBezTo>
                      <a:pt x="410" y="104"/>
                      <a:pt x="382" y="69"/>
                      <a:pt x="354" y="69"/>
                    </a:cubicBezTo>
                    <a:lnTo>
                      <a:pt x="92" y="12"/>
                    </a:lnTo>
                    <a:cubicBezTo>
                      <a:pt x="82" y="4"/>
                      <a:pt x="72" y="1"/>
                      <a:pt x="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71"/>
              <p:cNvSpPr/>
              <p:nvPr/>
            </p:nvSpPr>
            <p:spPr>
              <a:xfrm>
                <a:off x="4853375" y="3004225"/>
                <a:ext cx="21425" cy="6175"/>
              </a:xfrm>
              <a:custGeom>
                <a:avLst/>
                <a:gdLst/>
                <a:ahLst/>
                <a:cxnLst/>
                <a:rect l="l" t="t" r="r" b="b"/>
                <a:pathLst>
                  <a:path w="857" h="247" extrusionOk="0">
                    <a:moveTo>
                      <a:pt x="316" y="1"/>
                    </a:moveTo>
                    <a:cubicBezTo>
                      <a:pt x="230" y="1"/>
                      <a:pt x="137" y="13"/>
                      <a:pt x="57" y="13"/>
                    </a:cubicBezTo>
                    <a:cubicBezTo>
                      <a:pt x="28" y="13"/>
                      <a:pt x="0" y="42"/>
                      <a:pt x="0" y="70"/>
                    </a:cubicBezTo>
                    <a:cubicBezTo>
                      <a:pt x="0" y="98"/>
                      <a:pt x="28" y="127"/>
                      <a:pt x="57" y="127"/>
                    </a:cubicBezTo>
                    <a:cubicBezTo>
                      <a:pt x="137" y="127"/>
                      <a:pt x="230" y="114"/>
                      <a:pt x="316" y="114"/>
                    </a:cubicBezTo>
                    <a:cubicBezTo>
                      <a:pt x="359" y="114"/>
                      <a:pt x="401" y="117"/>
                      <a:pt x="439" y="127"/>
                    </a:cubicBezTo>
                    <a:cubicBezTo>
                      <a:pt x="559" y="127"/>
                      <a:pt x="679" y="162"/>
                      <a:pt x="764" y="219"/>
                    </a:cubicBezTo>
                    <a:cubicBezTo>
                      <a:pt x="764" y="219"/>
                      <a:pt x="764" y="247"/>
                      <a:pt x="792" y="247"/>
                    </a:cubicBezTo>
                    <a:lnTo>
                      <a:pt x="828" y="219"/>
                    </a:lnTo>
                    <a:cubicBezTo>
                      <a:pt x="856" y="190"/>
                      <a:pt x="856" y="162"/>
                      <a:pt x="828" y="127"/>
                    </a:cubicBezTo>
                    <a:cubicBezTo>
                      <a:pt x="708" y="70"/>
                      <a:pt x="587" y="13"/>
                      <a:pt x="439" y="13"/>
                    </a:cubicBezTo>
                    <a:cubicBezTo>
                      <a:pt x="401" y="4"/>
                      <a:pt x="359"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71"/>
              <p:cNvSpPr/>
              <p:nvPr/>
            </p:nvSpPr>
            <p:spPr>
              <a:xfrm>
                <a:off x="4791475" y="3355675"/>
                <a:ext cx="19125" cy="5450"/>
              </a:xfrm>
              <a:custGeom>
                <a:avLst/>
                <a:gdLst/>
                <a:ahLst/>
                <a:cxnLst/>
                <a:rect l="l" t="t" r="r" b="b"/>
                <a:pathLst>
                  <a:path w="765" h="218" extrusionOk="0">
                    <a:moveTo>
                      <a:pt x="33" y="0"/>
                    </a:moveTo>
                    <a:cubicBezTo>
                      <a:pt x="14" y="0"/>
                      <a:pt x="0" y="20"/>
                      <a:pt x="0" y="40"/>
                    </a:cubicBezTo>
                    <a:cubicBezTo>
                      <a:pt x="0" y="76"/>
                      <a:pt x="28" y="104"/>
                      <a:pt x="57" y="132"/>
                    </a:cubicBezTo>
                    <a:lnTo>
                      <a:pt x="708" y="217"/>
                    </a:lnTo>
                    <a:cubicBezTo>
                      <a:pt x="736" y="217"/>
                      <a:pt x="764" y="189"/>
                      <a:pt x="764" y="161"/>
                    </a:cubicBezTo>
                    <a:cubicBezTo>
                      <a:pt x="764" y="132"/>
                      <a:pt x="764" y="104"/>
                      <a:pt x="708" y="104"/>
                    </a:cubicBezTo>
                    <a:lnTo>
                      <a:pt x="57" y="12"/>
                    </a:lnTo>
                    <a:cubicBezTo>
                      <a:pt x="48" y="4"/>
                      <a:pt x="40"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71"/>
              <p:cNvSpPr/>
              <p:nvPr/>
            </p:nvSpPr>
            <p:spPr>
              <a:xfrm>
                <a:off x="4974875" y="3238875"/>
                <a:ext cx="11150" cy="14725"/>
              </a:xfrm>
              <a:custGeom>
                <a:avLst/>
                <a:gdLst/>
                <a:ahLst/>
                <a:cxnLst/>
                <a:rect l="l" t="t" r="r" b="b"/>
                <a:pathLst>
                  <a:path w="446" h="589" extrusionOk="0">
                    <a:moveTo>
                      <a:pt x="389" y="1"/>
                    </a:moveTo>
                    <a:cubicBezTo>
                      <a:pt x="354" y="1"/>
                      <a:pt x="326" y="1"/>
                      <a:pt x="326" y="29"/>
                    </a:cubicBezTo>
                    <a:cubicBezTo>
                      <a:pt x="241" y="291"/>
                      <a:pt x="92" y="440"/>
                      <a:pt x="36" y="468"/>
                    </a:cubicBezTo>
                    <a:cubicBezTo>
                      <a:pt x="0" y="503"/>
                      <a:pt x="0" y="531"/>
                      <a:pt x="36" y="560"/>
                    </a:cubicBezTo>
                    <a:cubicBezTo>
                      <a:pt x="36" y="588"/>
                      <a:pt x="64" y="588"/>
                      <a:pt x="64" y="588"/>
                    </a:cubicBezTo>
                    <a:lnTo>
                      <a:pt x="121" y="588"/>
                    </a:lnTo>
                    <a:cubicBezTo>
                      <a:pt x="177" y="531"/>
                      <a:pt x="354" y="355"/>
                      <a:pt x="446" y="57"/>
                    </a:cubicBezTo>
                    <a:cubicBezTo>
                      <a:pt x="446" y="29"/>
                      <a:pt x="418"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3" name="Google Shape;2753;p71"/>
            <p:cNvGrpSpPr/>
            <p:nvPr/>
          </p:nvGrpSpPr>
          <p:grpSpPr>
            <a:xfrm>
              <a:off x="3162807" y="1216951"/>
              <a:ext cx="1051808" cy="229363"/>
              <a:chOff x="4002795" y="1877329"/>
              <a:chExt cx="345546" cy="75352"/>
            </a:xfrm>
          </p:grpSpPr>
          <p:sp>
            <p:nvSpPr>
              <p:cNvPr id="2754" name="Google Shape;2754;p71"/>
              <p:cNvSpPr/>
              <p:nvPr/>
            </p:nvSpPr>
            <p:spPr>
              <a:xfrm>
                <a:off x="4002795" y="1877329"/>
                <a:ext cx="345546" cy="75352"/>
              </a:xfrm>
              <a:custGeom>
                <a:avLst/>
                <a:gdLst/>
                <a:ahLst/>
                <a:cxnLst/>
                <a:rect l="l" t="t" r="r" b="b"/>
                <a:pathLst>
                  <a:path w="9997" h="2180" extrusionOk="0">
                    <a:moveTo>
                      <a:pt x="0" y="0"/>
                    </a:moveTo>
                    <a:lnTo>
                      <a:pt x="0" y="2179"/>
                    </a:lnTo>
                    <a:lnTo>
                      <a:pt x="9996" y="2179"/>
                    </a:lnTo>
                    <a:lnTo>
                      <a:pt x="9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71"/>
              <p:cNvSpPr/>
              <p:nvPr/>
            </p:nvSpPr>
            <p:spPr>
              <a:xfrm>
                <a:off x="4270785" y="1897619"/>
                <a:ext cx="21569" cy="34738"/>
              </a:xfrm>
              <a:custGeom>
                <a:avLst/>
                <a:gdLst/>
                <a:ahLst/>
                <a:cxnLst/>
                <a:rect l="l" t="t" r="r" b="b"/>
                <a:pathLst>
                  <a:path w="624" h="1005" extrusionOk="0">
                    <a:moveTo>
                      <a:pt x="559" y="0"/>
                    </a:moveTo>
                    <a:lnTo>
                      <a:pt x="1" y="595"/>
                    </a:lnTo>
                    <a:lnTo>
                      <a:pt x="559" y="1005"/>
                    </a:lnTo>
                    <a:lnTo>
                      <a:pt x="623" y="948"/>
                    </a:lnTo>
                    <a:lnTo>
                      <a:pt x="121" y="595"/>
                    </a:lnTo>
                    <a:lnTo>
                      <a:pt x="623" y="64"/>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71"/>
              <p:cNvSpPr/>
              <p:nvPr/>
            </p:nvSpPr>
            <p:spPr>
              <a:xfrm>
                <a:off x="4254401" y="1897619"/>
                <a:ext cx="22536" cy="34738"/>
              </a:xfrm>
              <a:custGeom>
                <a:avLst/>
                <a:gdLst/>
                <a:ahLst/>
                <a:cxnLst/>
                <a:rect l="l" t="t" r="r" b="b"/>
                <a:pathLst>
                  <a:path w="652" h="1005" extrusionOk="0">
                    <a:moveTo>
                      <a:pt x="595" y="0"/>
                    </a:moveTo>
                    <a:lnTo>
                      <a:pt x="1" y="595"/>
                    </a:lnTo>
                    <a:lnTo>
                      <a:pt x="595" y="1005"/>
                    </a:lnTo>
                    <a:lnTo>
                      <a:pt x="651" y="948"/>
                    </a:lnTo>
                    <a:lnTo>
                      <a:pt x="149" y="595"/>
                    </a:lnTo>
                    <a:lnTo>
                      <a:pt x="651" y="64"/>
                    </a:lnTo>
                    <a:lnTo>
                      <a:pt x="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71"/>
              <p:cNvSpPr/>
              <p:nvPr/>
            </p:nvSpPr>
            <p:spPr>
              <a:xfrm>
                <a:off x="4055854" y="1885970"/>
                <a:ext cx="19356" cy="57654"/>
              </a:xfrm>
              <a:custGeom>
                <a:avLst/>
                <a:gdLst/>
                <a:ahLst/>
                <a:cxnLst/>
                <a:rect l="l" t="t" r="r" b="b"/>
                <a:pathLst>
                  <a:path w="560" h="1668" extrusionOk="0">
                    <a:moveTo>
                      <a:pt x="305" y="0"/>
                    </a:moveTo>
                    <a:cubicBezTo>
                      <a:pt x="264" y="0"/>
                      <a:pt x="226" y="22"/>
                      <a:pt x="205" y="47"/>
                    </a:cubicBezTo>
                    <a:cubicBezTo>
                      <a:pt x="149" y="76"/>
                      <a:pt x="85" y="160"/>
                      <a:pt x="85" y="252"/>
                    </a:cubicBezTo>
                    <a:cubicBezTo>
                      <a:pt x="57" y="309"/>
                      <a:pt x="85" y="401"/>
                      <a:pt x="85" y="458"/>
                    </a:cubicBezTo>
                    <a:cubicBezTo>
                      <a:pt x="120" y="514"/>
                      <a:pt x="120" y="542"/>
                      <a:pt x="120" y="578"/>
                    </a:cubicBezTo>
                    <a:cubicBezTo>
                      <a:pt x="120" y="691"/>
                      <a:pt x="85" y="783"/>
                      <a:pt x="0" y="811"/>
                    </a:cubicBezTo>
                    <a:lnTo>
                      <a:pt x="28" y="896"/>
                    </a:lnTo>
                    <a:lnTo>
                      <a:pt x="57" y="896"/>
                    </a:lnTo>
                    <a:cubicBezTo>
                      <a:pt x="85" y="932"/>
                      <a:pt x="120" y="932"/>
                      <a:pt x="120" y="960"/>
                    </a:cubicBezTo>
                    <a:lnTo>
                      <a:pt x="120" y="1108"/>
                    </a:lnTo>
                    <a:lnTo>
                      <a:pt x="120" y="1137"/>
                    </a:lnTo>
                    <a:cubicBezTo>
                      <a:pt x="85" y="1314"/>
                      <a:pt x="120" y="1427"/>
                      <a:pt x="177" y="1519"/>
                    </a:cubicBezTo>
                    <a:cubicBezTo>
                      <a:pt x="234" y="1604"/>
                      <a:pt x="326" y="1667"/>
                      <a:pt x="439" y="1667"/>
                    </a:cubicBezTo>
                    <a:cubicBezTo>
                      <a:pt x="474" y="1667"/>
                      <a:pt x="531" y="1667"/>
                      <a:pt x="559" y="1639"/>
                    </a:cubicBezTo>
                    <a:lnTo>
                      <a:pt x="531" y="1547"/>
                    </a:lnTo>
                    <a:cubicBezTo>
                      <a:pt x="498" y="1567"/>
                      <a:pt x="459" y="1576"/>
                      <a:pt x="421" y="1576"/>
                    </a:cubicBezTo>
                    <a:cubicBezTo>
                      <a:pt x="352" y="1576"/>
                      <a:pt x="285" y="1545"/>
                      <a:pt x="262" y="1490"/>
                    </a:cubicBezTo>
                    <a:cubicBezTo>
                      <a:pt x="205" y="1398"/>
                      <a:pt x="177" y="1285"/>
                      <a:pt x="205" y="1137"/>
                    </a:cubicBezTo>
                    <a:lnTo>
                      <a:pt x="205" y="932"/>
                    </a:lnTo>
                    <a:cubicBezTo>
                      <a:pt x="177" y="896"/>
                      <a:pt x="149" y="868"/>
                      <a:pt x="120" y="840"/>
                    </a:cubicBezTo>
                    <a:cubicBezTo>
                      <a:pt x="177" y="783"/>
                      <a:pt x="205" y="663"/>
                      <a:pt x="205" y="578"/>
                    </a:cubicBezTo>
                    <a:cubicBezTo>
                      <a:pt x="205" y="542"/>
                      <a:pt x="205" y="486"/>
                      <a:pt x="177" y="458"/>
                    </a:cubicBezTo>
                    <a:cubicBezTo>
                      <a:pt x="177" y="366"/>
                      <a:pt x="149" y="309"/>
                      <a:pt x="177" y="252"/>
                    </a:cubicBezTo>
                    <a:cubicBezTo>
                      <a:pt x="177" y="189"/>
                      <a:pt x="205" y="132"/>
                      <a:pt x="262" y="104"/>
                    </a:cubicBezTo>
                    <a:cubicBezTo>
                      <a:pt x="262" y="90"/>
                      <a:pt x="271" y="83"/>
                      <a:pt x="283" y="83"/>
                    </a:cubicBezTo>
                    <a:cubicBezTo>
                      <a:pt x="296" y="83"/>
                      <a:pt x="311" y="90"/>
                      <a:pt x="326" y="104"/>
                    </a:cubicBezTo>
                    <a:lnTo>
                      <a:pt x="354" y="12"/>
                    </a:lnTo>
                    <a:cubicBezTo>
                      <a:pt x="338" y="4"/>
                      <a:pt x="321"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71"/>
              <p:cNvSpPr/>
              <p:nvPr/>
            </p:nvSpPr>
            <p:spPr>
              <a:xfrm>
                <a:off x="4034319" y="1888563"/>
                <a:ext cx="9333" cy="51882"/>
              </a:xfrm>
              <a:custGeom>
                <a:avLst/>
                <a:gdLst/>
                <a:ahLst/>
                <a:cxnLst/>
                <a:rect l="l" t="t" r="r" b="b"/>
                <a:pathLst>
                  <a:path w="270" h="1501" extrusionOk="0">
                    <a:moveTo>
                      <a:pt x="213" y="1"/>
                    </a:moveTo>
                    <a:cubicBezTo>
                      <a:pt x="1" y="467"/>
                      <a:pt x="1" y="1033"/>
                      <a:pt x="177" y="1500"/>
                    </a:cubicBezTo>
                    <a:lnTo>
                      <a:pt x="269" y="1472"/>
                    </a:lnTo>
                    <a:cubicBezTo>
                      <a:pt x="93" y="1033"/>
                      <a:pt x="93" y="503"/>
                      <a:pt x="269" y="29"/>
                    </a:cubicBez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71"/>
              <p:cNvSpPr/>
              <p:nvPr/>
            </p:nvSpPr>
            <p:spPr>
              <a:xfrm>
                <a:off x="4303311" y="1885970"/>
                <a:ext cx="19598" cy="57654"/>
              </a:xfrm>
              <a:custGeom>
                <a:avLst/>
                <a:gdLst/>
                <a:ahLst/>
                <a:cxnLst/>
                <a:rect l="l" t="t" r="r" b="b"/>
                <a:pathLst>
                  <a:path w="567" h="1668" extrusionOk="0">
                    <a:moveTo>
                      <a:pt x="256" y="0"/>
                    </a:moveTo>
                    <a:cubicBezTo>
                      <a:pt x="243" y="0"/>
                      <a:pt x="229" y="4"/>
                      <a:pt x="213" y="12"/>
                    </a:cubicBezTo>
                    <a:lnTo>
                      <a:pt x="241" y="104"/>
                    </a:lnTo>
                    <a:cubicBezTo>
                      <a:pt x="255" y="90"/>
                      <a:pt x="262" y="83"/>
                      <a:pt x="269" y="83"/>
                    </a:cubicBezTo>
                    <a:cubicBezTo>
                      <a:pt x="276" y="83"/>
                      <a:pt x="283" y="90"/>
                      <a:pt x="298" y="104"/>
                    </a:cubicBezTo>
                    <a:cubicBezTo>
                      <a:pt x="354" y="132"/>
                      <a:pt x="390" y="189"/>
                      <a:pt x="390" y="252"/>
                    </a:cubicBezTo>
                    <a:lnTo>
                      <a:pt x="390" y="458"/>
                    </a:lnTo>
                    <a:cubicBezTo>
                      <a:pt x="354" y="486"/>
                      <a:pt x="354" y="542"/>
                      <a:pt x="354" y="578"/>
                    </a:cubicBezTo>
                    <a:cubicBezTo>
                      <a:pt x="354" y="663"/>
                      <a:pt x="390" y="783"/>
                      <a:pt x="446" y="840"/>
                    </a:cubicBezTo>
                    <a:cubicBezTo>
                      <a:pt x="390" y="868"/>
                      <a:pt x="390" y="896"/>
                      <a:pt x="354" y="932"/>
                    </a:cubicBezTo>
                    <a:cubicBezTo>
                      <a:pt x="326" y="988"/>
                      <a:pt x="354" y="1073"/>
                      <a:pt x="354" y="1137"/>
                    </a:cubicBezTo>
                    <a:cubicBezTo>
                      <a:pt x="390" y="1285"/>
                      <a:pt x="354" y="1398"/>
                      <a:pt x="298" y="1490"/>
                    </a:cubicBezTo>
                    <a:cubicBezTo>
                      <a:pt x="261" y="1545"/>
                      <a:pt x="198" y="1576"/>
                      <a:pt x="135" y="1576"/>
                    </a:cubicBezTo>
                    <a:cubicBezTo>
                      <a:pt x="100" y="1576"/>
                      <a:pt x="66" y="1567"/>
                      <a:pt x="36" y="1547"/>
                    </a:cubicBezTo>
                    <a:lnTo>
                      <a:pt x="0" y="1639"/>
                    </a:lnTo>
                    <a:cubicBezTo>
                      <a:pt x="36" y="1667"/>
                      <a:pt x="92" y="1667"/>
                      <a:pt x="121" y="1667"/>
                    </a:cubicBezTo>
                    <a:cubicBezTo>
                      <a:pt x="213" y="1667"/>
                      <a:pt x="326" y="1604"/>
                      <a:pt x="390" y="1519"/>
                    </a:cubicBezTo>
                    <a:cubicBezTo>
                      <a:pt x="446" y="1427"/>
                      <a:pt x="474" y="1314"/>
                      <a:pt x="446" y="1137"/>
                    </a:cubicBezTo>
                    <a:lnTo>
                      <a:pt x="446" y="1108"/>
                    </a:lnTo>
                    <a:lnTo>
                      <a:pt x="446" y="960"/>
                    </a:lnTo>
                    <a:cubicBezTo>
                      <a:pt x="446" y="932"/>
                      <a:pt x="474" y="932"/>
                      <a:pt x="503" y="896"/>
                    </a:cubicBezTo>
                    <a:lnTo>
                      <a:pt x="531" y="896"/>
                    </a:lnTo>
                    <a:lnTo>
                      <a:pt x="566" y="811"/>
                    </a:lnTo>
                    <a:lnTo>
                      <a:pt x="531" y="811"/>
                    </a:lnTo>
                    <a:cubicBezTo>
                      <a:pt x="474" y="783"/>
                      <a:pt x="446" y="691"/>
                      <a:pt x="446" y="578"/>
                    </a:cubicBezTo>
                    <a:cubicBezTo>
                      <a:pt x="446" y="542"/>
                      <a:pt x="446" y="514"/>
                      <a:pt x="474" y="458"/>
                    </a:cubicBezTo>
                    <a:lnTo>
                      <a:pt x="474" y="252"/>
                    </a:lnTo>
                    <a:cubicBezTo>
                      <a:pt x="474" y="160"/>
                      <a:pt x="418" y="76"/>
                      <a:pt x="354" y="47"/>
                    </a:cubicBezTo>
                    <a:cubicBezTo>
                      <a:pt x="314" y="22"/>
                      <a:pt x="288"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0" name="Google Shape;2760;p71"/>
            <p:cNvGrpSpPr/>
            <p:nvPr/>
          </p:nvGrpSpPr>
          <p:grpSpPr>
            <a:xfrm>
              <a:off x="3389504" y="1231789"/>
              <a:ext cx="505357" cy="199693"/>
              <a:chOff x="300879" y="4170864"/>
              <a:chExt cx="505357" cy="199693"/>
            </a:xfrm>
          </p:grpSpPr>
          <p:sp>
            <p:nvSpPr>
              <p:cNvPr id="2761" name="Google Shape;2761;p71"/>
              <p:cNvSpPr/>
              <p:nvPr/>
            </p:nvSpPr>
            <p:spPr>
              <a:xfrm>
                <a:off x="518149"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71"/>
              <p:cNvSpPr/>
              <p:nvPr/>
            </p:nvSpPr>
            <p:spPr>
              <a:xfrm>
                <a:off x="568021"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71"/>
              <p:cNvSpPr/>
              <p:nvPr/>
            </p:nvSpPr>
            <p:spPr>
              <a:xfrm>
                <a:off x="623794" y="4170864"/>
                <a:ext cx="64811" cy="187804"/>
              </a:xfrm>
              <a:custGeom>
                <a:avLst/>
                <a:gdLst/>
                <a:ahLst/>
                <a:cxnLst/>
                <a:rect l="l" t="t" r="r" b="b"/>
                <a:pathLst>
                  <a:path w="616" h="1785" extrusionOk="0">
                    <a:moveTo>
                      <a:pt x="286" y="1"/>
                    </a:moveTo>
                    <a:cubicBezTo>
                      <a:pt x="268" y="1"/>
                      <a:pt x="251" y="5"/>
                      <a:pt x="234" y="16"/>
                    </a:cubicBezTo>
                    <a:lnTo>
                      <a:pt x="262" y="101"/>
                    </a:lnTo>
                    <a:lnTo>
                      <a:pt x="354" y="101"/>
                    </a:lnTo>
                    <a:cubicBezTo>
                      <a:pt x="383" y="157"/>
                      <a:pt x="411" y="221"/>
                      <a:pt x="439" y="278"/>
                    </a:cubicBezTo>
                    <a:cubicBezTo>
                      <a:pt x="439" y="334"/>
                      <a:pt x="411" y="398"/>
                      <a:pt x="411" y="483"/>
                    </a:cubicBezTo>
                    <a:cubicBezTo>
                      <a:pt x="411" y="511"/>
                      <a:pt x="383" y="575"/>
                      <a:pt x="383" y="631"/>
                    </a:cubicBezTo>
                    <a:cubicBezTo>
                      <a:pt x="383" y="723"/>
                      <a:pt x="411" y="836"/>
                      <a:pt x="467" y="900"/>
                    </a:cubicBezTo>
                    <a:cubicBezTo>
                      <a:pt x="439" y="928"/>
                      <a:pt x="411" y="957"/>
                      <a:pt x="411" y="985"/>
                    </a:cubicBezTo>
                    <a:cubicBezTo>
                      <a:pt x="383" y="1077"/>
                      <a:pt x="383" y="1134"/>
                      <a:pt x="383" y="1190"/>
                    </a:cubicBezTo>
                    <a:lnTo>
                      <a:pt x="411" y="1218"/>
                    </a:lnTo>
                    <a:cubicBezTo>
                      <a:pt x="411" y="1367"/>
                      <a:pt x="411" y="1487"/>
                      <a:pt x="354" y="1572"/>
                    </a:cubicBezTo>
                    <a:cubicBezTo>
                      <a:pt x="308" y="1639"/>
                      <a:pt x="218" y="1687"/>
                      <a:pt x="139" y="1687"/>
                    </a:cubicBezTo>
                    <a:cubicBezTo>
                      <a:pt x="109" y="1687"/>
                      <a:pt x="81" y="1680"/>
                      <a:pt x="57" y="1664"/>
                    </a:cubicBezTo>
                    <a:lnTo>
                      <a:pt x="1" y="1721"/>
                    </a:lnTo>
                    <a:cubicBezTo>
                      <a:pt x="57" y="1749"/>
                      <a:pt x="85" y="1784"/>
                      <a:pt x="142" y="1784"/>
                    </a:cubicBezTo>
                    <a:cubicBezTo>
                      <a:pt x="234" y="1784"/>
                      <a:pt x="354" y="1721"/>
                      <a:pt x="411" y="1636"/>
                    </a:cubicBezTo>
                    <a:cubicBezTo>
                      <a:pt x="467" y="1516"/>
                      <a:pt x="496" y="1395"/>
                      <a:pt x="467" y="1218"/>
                    </a:cubicBezTo>
                    <a:lnTo>
                      <a:pt x="467" y="1190"/>
                    </a:lnTo>
                    <a:lnTo>
                      <a:pt x="467" y="1013"/>
                    </a:lnTo>
                    <a:cubicBezTo>
                      <a:pt x="496" y="985"/>
                      <a:pt x="496" y="985"/>
                      <a:pt x="531" y="957"/>
                    </a:cubicBezTo>
                    <a:lnTo>
                      <a:pt x="588" y="957"/>
                    </a:lnTo>
                    <a:lnTo>
                      <a:pt x="616" y="865"/>
                    </a:lnTo>
                    <a:lnTo>
                      <a:pt x="588" y="865"/>
                    </a:lnTo>
                    <a:cubicBezTo>
                      <a:pt x="496" y="836"/>
                      <a:pt x="467" y="723"/>
                      <a:pt x="467" y="631"/>
                    </a:cubicBezTo>
                    <a:cubicBezTo>
                      <a:pt x="467" y="575"/>
                      <a:pt x="496" y="546"/>
                      <a:pt x="496" y="483"/>
                    </a:cubicBezTo>
                    <a:cubicBezTo>
                      <a:pt x="496" y="426"/>
                      <a:pt x="531" y="334"/>
                      <a:pt x="531" y="249"/>
                    </a:cubicBezTo>
                    <a:cubicBezTo>
                      <a:pt x="496" y="193"/>
                      <a:pt x="467" y="101"/>
                      <a:pt x="383" y="44"/>
                    </a:cubicBezTo>
                    <a:cubicBezTo>
                      <a:pt x="363" y="24"/>
                      <a:pt x="32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71"/>
              <p:cNvSpPr/>
              <p:nvPr/>
            </p:nvSpPr>
            <p:spPr>
              <a:xfrm>
                <a:off x="725748" y="4178439"/>
                <a:ext cx="31353" cy="167604"/>
              </a:xfrm>
              <a:custGeom>
                <a:avLst/>
                <a:gdLst/>
                <a:ahLst/>
                <a:cxnLst/>
                <a:rect l="l" t="t" r="r" b="b"/>
                <a:pathLst>
                  <a:path w="298" h="1593" extrusionOk="0">
                    <a:moveTo>
                      <a:pt x="93" y="0"/>
                    </a:moveTo>
                    <a:lnTo>
                      <a:pt x="1" y="29"/>
                    </a:lnTo>
                    <a:cubicBezTo>
                      <a:pt x="206" y="531"/>
                      <a:pt x="206" y="1090"/>
                      <a:pt x="1" y="1564"/>
                    </a:cubicBezTo>
                    <a:lnTo>
                      <a:pt x="93" y="1592"/>
                    </a:lnTo>
                    <a:cubicBezTo>
                      <a:pt x="298" y="1090"/>
                      <a:pt x="298" y="503"/>
                      <a:pt x="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71"/>
              <p:cNvSpPr/>
              <p:nvPr/>
            </p:nvSpPr>
            <p:spPr>
              <a:xfrm>
                <a:off x="765940" y="4175493"/>
                <a:ext cx="40296" cy="195064"/>
              </a:xfrm>
              <a:custGeom>
                <a:avLst/>
                <a:gdLst/>
                <a:ahLst/>
                <a:cxnLst/>
                <a:rect l="l" t="t" r="r" b="b"/>
                <a:pathLst>
                  <a:path w="383" h="1854" extrusionOk="0">
                    <a:moveTo>
                      <a:pt x="121" y="0"/>
                    </a:moveTo>
                    <a:lnTo>
                      <a:pt x="29" y="28"/>
                    </a:lnTo>
                    <a:cubicBezTo>
                      <a:pt x="298" y="587"/>
                      <a:pt x="270" y="1266"/>
                      <a:pt x="1" y="1825"/>
                    </a:cubicBezTo>
                    <a:lnTo>
                      <a:pt x="64" y="1854"/>
                    </a:lnTo>
                    <a:cubicBezTo>
                      <a:pt x="383" y="1295"/>
                      <a:pt x="383" y="587"/>
                      <a:pt x="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71"/>
              <p:cNvSpPr/>
              <p:nvPr/>
            </p:nvSpPr>
            <p:spPr>
              <a:xfrm>
                <a:off x="419141" y="4170864"/>
                <a:ext cx="64916" cy="187804"/>
              </a:xfrm>
              <a:custGeom>
                <a:avLst/>
                <a:gdLst/>
                <a:ahLst/>
                <a:cxnLst/>
                <a:rect l="l" t="t" r="r" b="b"/>
                <a:pathLst>
                  <a:path w="617" h="1785" extrusionOk="0">
                    <a:moveTo>
                      <a:pt x="331" y="1"/>
                    </a:moveTo>
                    <a:cubicBezTo>
                      <a:pt x="291" y="1"/>
                      <a:pt x="254" y="24"/>
                      <a:pt x="234" y="44"/>
                    </a:cubicBezTo>
                    <a:cubicBezTo>
                      <a:pt x="149" y="101"/>
                      <a:pt x="114" y="193"/>
                      <a:pt x="86" y="249"/>
                    </a:cubicBezTo>
                    <a:cubicBezTo>
                      <a:pt x="86" y="334"/>
                      <a:pt x="114" y="426"/>
                      <a:pt x="114" y="483"/>
                    </a:cubicBezTo>
                    <a:cubicBezTo>
                      <a:pt x="114" y="546"/>
                      <a:pt x="149" y="575"/>
                      <a:pt x="149" y="631"/>
                    </a:cubicBezTo>
                    <a:cubicBezTo>
                      <a:pt x="149" y="723"/>
                      <a:pt x="114" y="836"/>
                      <a:pt x="29" y="865"/>
                    </a:cubicBezTo>
                    <a:lnTo>
                      <a:pt x="1" y="865"/>
                    </a:lnTo>
                    <a:lnTo>
                      <a:pt x="29" y="957"/>
                    </a:lnTo>
                    <a:lnTo>
                      <a:pt x="86" y="957"/>
                    </a:lnTo>
                    <a:cubicBezTo>
                      <a:pt x="114" y="985"/>
                      <a:pt x="114" y="985"/>
                      <a:pt x="149" y="1013"/>
                    </a:cubicBezTo>
                    <a:lnTo>
                      <a:pt x="149" y="1190"/>
                    </a:lnTo>
                    <a:lnTo>
                      <a:pt x="114" y="1218"/>
                    </a:lnTo>
                    <a:cubicBezTo>
                      <a:pt x="114" y="1395"/>
                      <a:pt x="149" y="1516"/>
                      <a:pt x="206" y="1636"/>
                    </a:cubicBezTo>
                    <a:cubicBezTo>
                      <a:pt x="263" y="1721"/>
                      <a:pt x="383" y="1784"/>
                      <a:pt x="468" y="1784"/>
                    </a:cubicBezTo>
                    <a:cubicBezTo>
                      <a:pt x="531" y="1784"/>
                      <a:pt x="560" y="1749"/>
                      <a:pt x="616" y="1721"/>
                    </a:cubicBezTo>
                    <a:lnTo>
                      <a:pt x="560" y="1664"/>
                    </a:lnTo>
                    <a:cubicBezTo>
                      <a:pt x="534" y="1680"/>
                      <a:pt x="505" y="1687"/>
                      <a:pt x="475" y="1687"/>
                    </a:cubicBezTo>
                    <a:cubicBezTo>
                      <a:pt x="396" y="1687"/>
                      <a:pt x="309" y="1639"/>
                      <a:pt x="263" y="1572"/>
                    </a:cubicBezTo>
                    <a:cubicBezTo>
                      <a:pt x="206" y="1487"/>
                      <a:pt x="206" y="1367"/>
                      <a:pt x="206" y="1218"/>
                    </a:cubicBezTo>
                    <a:lnTo>
                      <a:pt x="234" y="1190"/>
                    </a:lnTo>
                    <a:cubicBezTo>
                      <a:pt x="234" y="1134"/>
                      <a:pt x="234" y="1077"/>
                      <a:pt x="206" y="985"/>
                    </a:cubicBezTo>
                    <a:cubicBezTo>
                      <a:pt x="206" y="957"/>
                      <a:pt x="178" y="928"/>
                      <a:pt x="149" y="900"/>
                    </a:cubicBezTo>
                    <a:cubicBezTo>
                      <a:pt x="206" y="836"/>
                      <a:pt x="234" y="723"/>
                      <a:pt x="234" y="631"/>
                    </a:cubicBezTo>
                    <a:cubicBezTo>
                      <a:pt x="234" y="575"/>
                      <a:pt x="206" y="511"/>
                      <a:pt x="206" y="483"/>
                    </a:cubicBezTo>
                    <a:cubicBezTo>
                      <a:pt x="206" y="398"/>
                      <a:pt x="178" y="334"/>
                      <a:pt x="178" y="278"/>
                    </a:cubicBezTo>
                    <a:cubicBezTo>
                      <a:pt x="206" y="221"/>
                      <a:pt x="234" y="157"/>
                      <a:pt x="263" y="101"/>
                    </a:cubicBezTo>
                    <a:lnTo>
                      <a:pt x="355" y="101"/>
                    </a:lnTo>
                    <a:lnTo>
                      <a:pt x="383" y="16"/>
                    </a:lnTo>
                    <a:cubicBezTo>
                      <a:pt x="366" y="5"/>
                      <a:pt x="348" y="1"/>
                      <a:pt x="3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71"/>
              <p:cNvSpPr/>
              <p:nvPr/>
            </p:nvSpPr>
            <p:spPr>
              <a:xfrm>
                <a:off x="350751" y="4178439"/>
                <a:ext cx="31353" cy="167604"/>
              </a:xfrm>
              <a:custGeom>
                <a:avLst/>
                <a:gdLst/>
                <a:ahLst/>
                <a:cxnLst/>
                <a:rect l="l" t="t" r="r" b="b"/>
                <a:pathLst>
                  <a:path w="298" h="1593" extrusionOk="0">
                    <a:moveTo>
                      <a:pt x="205" y="0"/>
                    </a:moveTo>
                    <a:cubicBezTo>
                      <a:pt x="0" y="503"/>
                      <a:pt x="0" y="1090"/>
                      <a:pt x="205" y="1592"/>
                    </a:cubicBezTo>
                    <a:lnTo>
                      <a:pt x="297" y="1564"/>
                    </a:lnTo>
                    <a:cubicBezTo>
                      <a:pt x="92" y="1090"/>
                      <a:pt x="92" y="531"/>
                      <a:pt x="297" y="29"/>
                    </a:cubicBezTo>
                    <a:lnTo>
                      <a:pt x="2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71"/>
              <p:cNvSpPr/>
              <p:nvPr/>
            </p:nvSpPr>
            <p:spPr>
              <a:xfrm>
                <a:off x="300879" y="4175493"/>
                <a:ext cx="41033" cy="195064"/>
              </a:xfrm>
              <a:custGeom>
                <a:avLst/>
                <a:gdLst/>
                <a:ahLst/>
                <a:cxnLst/>
                <a:rect l="l" t="t" r="r" b="b"/>
                <a:pathLst>
                  <a:path w="390" h="1854" extrusionOk="0">
                    <a:moveTo>
                      <a:pt x="269" y="0"/>
                    </a:moveTo>
                    <a:lnTo>
                      <a:pt x="269" y="0"/>
                    </a:lnTo>
                    <a:cubicBezTo>
                      <a:pt x="0" y="587"/>
                      <a:pt x="0" y="1295"/>
                      <a:pt x="325" y="1854"/>
                    </a:cubicBezTo>
                    <a:lnTo>
                      <a:pt x="389" y="1825"/>
                    </a:lnTo>
                    <a:cubicBezTo>
                      <a:pt x="120" y="1266"/>
                      <a:pt x="92" y="587"/>
                      <a:pt x="354" y="28"/>
                    </a:cubicBezTo>
                    <a:lnTo>
                      <a:pt x="2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69" name="Google Shape;2769;p71"/>
          <p:cNvGrpSpPr/>
          <p:nvPr/>
        </p:nvGrpSpPr>
        <p:grpSpPr>
          <a:xfrm>
            <a:off x="8567590" y="4153050"/>
            <a:ext cx="360758" cy="258297"/>
            <a:chOff x="4992850" y="4345375"/>
            <a:chExt cx="607336" cy="638400"/>
          </a:xfrm>
        </p:grpSpPr>
        <p:sp>
          <p:nvSpPr>
            <p:cNvPr id="2770" name="Google Shape;2770;p71"/>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71"/>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2" name="Google Shape;2772;p71"/>
          <p:cNvSpPr/>
          <p:nvPr/>
        </p:nvSpPr>
        <p:spPr>
          <a:xfrm>
            <a:off x="8323225" y="34990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73" name="Google Shape;2773;p71"/>
          <p:cNvGrpSpPr/>
          <p:nvPr/>
        </p:nvGrpSpPr>
        <p:grpSpPr>
          <a:xfrm>
            <a:off x="5151797" y="479071"/>
            <a:ext cx="1511971" cy="626735"/>
            <a:chOff x="3889166" y="1636096"/>
            <a:chExt cx="633844" cy="262738"/>
          </a:xfrm>
        </p:grpSpPr>
        <p:sp>
          <p:nvSpPr>
            <p:cNvPr id="2774" name="Google Shape;2774;p71"/>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71"/>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71"/>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71"/>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8" name="Google Shape;2778;p71"/>
          <p:cNvSpPr/>
          <p:nvPr/>
        </p:nvSpPr>
        <p:spPr>
          <a:xfrm>
            <a:off x="7116875" y="6312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B4514151-9307-66F3-1FE7-EEE8C63ECF38}"/>
            </a:ext>
          </a:extLst>
        </p:cNvPr>
        <p:cNvGrpSpPr/>
        <p:nvPr/>
      </p:nvGrpSpPr>
      <p:grpSpPr>
        <a:xfrm>
          <a:off x="0" y="0"/>
          <a:ext cx="0" cy="0"/>
          <a:chOff x="0" y="0"/>
          <a:chExt cx="0" cy="0"/>
        </a:xfrm>
      </p:grpSpPr>
      <p:grpSp>
        <p:nvGrpSpPr>
          <p:cNvPr id="667" name="Google Shape;667;p38">
            <a:extLst>
              <a:ext uri="{FF2B5EF4-FFF2-40B4-BE49-F238E27FC236}">
                <a16:creationId xmlns:a16="http://schemas.microsoft.com/office/drawing/2014/main" id="{854180C2-719A-48A8-D98B-EC40A9761E5A}"/>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DAA36204-00EF-90DF-6425-BEB90292A801}"/>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D53D7799-386C-1082-C646-442B6FC40657}"/>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041DC105-3375-2091-B25B-59F2069F42E8}"/>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339387E9-A517-072F-6AD1-0D0CA80894D5}"/>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A2EE80A4-A4D4-74CB-EA52-79A35BB743A4}"/>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A054FB42-72A6-0C6A-1E88-75B6021BA4BE}"/>
              </a:ext>
            </a:extLst>
          </p:cNvPr>
          <p:cNvPicPr>
            <a:picLocks noChangeAspect="1"/>
          </p:cNvPicPr>
          <p:nvPr/>
        </p:nvPicPr>
        <p:blipFill>
          <a:blip r:embed="rId3"/>
          <a:stretch>
            <a:fillRect/>
          </a:stretch>
        </p:blipFill>
        <p:spPr>
          <a:xfrm>
            <a:off x="2137272" y="11017"/>
            <a:ext cx="5444166" cy="5063849"/>
          </a:xfrm>
          <a:prstGeom prst="rect">
            <a:avLst/>
          </a:prstGeom>
        </p:spPr>
      </p:pic>
    </p:spTree>
    <p:extLst>
      <p:ext uri="{BB962C8B-B14F-4D97-AF65-F5344CB8AC3E}">
        <p14:creationId xmlns:p14="http://schemas.microsoft.com/office/powerpoint/2010/main" val="2885281757"/>
      </p:ext>
    </p:extLst>
  </p:cSld>
  <p:clrMapOvr>
    <a:masterClrMapping/>
  </p:clrMapOvr>
</p:sld>
</file>

<file path=ppt/theme/theme1.xml><?xml version="1.0" encoding="utf-8"?>
<a:theme xmlns:a="http://schemas.openxmlformats.org/drawingml/2006/main" name="Brackets Lesson for Coding and Programming by Slidesgo">
  <a:themeElements>
    <a:clrScheme name="Simple Light">
      <a:dk1>
        <a:srgbClr val="383838"/>
      </a:dk1>
      <a:lt1>
        <a:srgbClr val="F9F9F9"/>
      </a:lt1>
      <a:dk2>
        <a:srgbClr val="FFE3E3"/>
      </a:dk2>
      <a:lt2>
        <a:srgbClr val="FF807D"/>
      </a:lt2>
      <a:accent1>
        <a:srgbClr val="FF6E6B"/>
      </a:accent1>
      <a:accent2>
        <a:srgbClr val="E95856"/>
      </a:accent2>
      <a:accent3>
        <a:srgbClr val="ABC8F4"/>
      </a:accent3>
      <a:accent4>
        <a:srgbClr val="2E7DF4"/>
      </a:accent4>
      <a:accent5>
        <a:srgbClr val="0E66EB"/>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1708</TotalTime>
  <Words>1482</Words>
  <Application>Microsoft Office PowerPoint</Application>
  <PresentationFormat>On-screen Show (16:9)</PresentationFormat>
  <Paragraphs>212</Paragraphs>
  <Slides>52</Slides>
  <Notes>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Wingdings</vt:lpstr>
      <vt:lpstr>Courier New</vt:lpstr>
      <vt:lpstr>Poppins</vt:lpstr>
      <vt:lpstr>Arial</vt:lpstr>
      <vt:lpstr>Lato</vt:lpstr>
      <vt:lpstr>Brackets Lesson for Coding and Programming by Slidesgo</vt:lpstr>
      <vt:lpstr>Exception &amp; Assertion</vt:lpstr>
      <vt:lpstr>Outline</vt:lpstr>
      <vt:lpstr>Pendahuluan</vt:lpstr>
      <vt:lpstr>Type of Mistakes (Errors)</vt:lpstr>
      <vt:lpstr>Type of Mistakes (Errors)</vt:lpstr>
      <vt:lpstr>Contoh</vt:lpstr>
      <vt:lpstr>Contoh</vt:lpstr>
      <vt:lpstr>Contoh</vt:lpstr>
      <vt:lpstr>Contoh</vt:lpstr>
      <vt:lpstr>Contoh</vt:lpstr>
      <vt:lpstr>Contoh</vt:lpstr>
      <vt:lpstr>Exception</vt:lpstr>
      <vt:lpstr>Exception</vt:lpstr>
      <vt:lpstr>Exception</vt:lpstr>
      <vt:lpstr>Exception</vt:lpstr>
      <vt:lpstr>Exception Hierarchy</vt:lpstr>
      <vt:lpstr>Kategori Exception</vt:lpstr>
      <vt:lpstr>Kategori Exception</vt:lpstr>
      <vt:lpstr>Kategori Exception</vt:lpstr>
      <vt:lpstr>Kategori Exception</vt:lpstr>
      <vt:lpstr>Checked vs. Unchecked Exception</vt:lpstr>
      <vt:lpstr>Exception Handling Model (in Java)</vt:lpstr>
      <vt:lpstr>Exception Handling Model (in Java)</vt:lpstr>
      <vt:lpstr>1. Declaring an Exception</vt:lpstr>
      <vt:lpstr>2. Throwing an Exception</vt:lpstr>
      <vt:lpstr>3. Catching an Exception</vt:lpstr>
      <vt:lpstr>3. Catching an Exception</vt:lpstr>
      <vt:lpstr>3. Catching an Exception</vt:lpstr>
      <vt:lpstr>3. Catching an Exception</vt:lpstr>
      <vt:lpstr>3. Catching an Exception</vt:lpstr>
      <vt:lpstr>3. Catching an Exception</vt:lpstr>
      <vt:lpstr>PowerPoint Presentation</vt:lpstr>
      <vt:lpstr>Getting Information from Exception</vt:lpstr>
      <vt:lpstr>Contoh: Kubus</vt:lpstr>
      <vt:lpstr>Contoh: Kubus</vt:lpstr>
      <vt:lpstr>Exception </vt:lpstr>
      <vt:lpstr>Exception </vt:lpstr>
      <vt:lpstr>PowerPoint Presentation</vt:lpstr>
      <vt:lpstr>PowerPoint Presentation</vt:lpstr>
      <vt:lpstr>Exception </vt:lpstr>
      <vt:lpstr>When to Use Exception?</vt:lpstr>
      <vt:lpstr>When to Use Exception? (cont.)</vt:lpstr>
      <vt:lpstr>Review </vt:lpstr>
      <vt:lpstr>Asertion</vt:lpstr>
      <vt:lpstr>Asersi</vt:lpstr>
      <vt:lpstr>Asersi</vt:lpstr>
      <vt:lpstr>Asersi</vt:lpstr>
      <vt:lpstr>Contoh Asersi</vt:lpstr>
      <vt:lpstr>Kesimpulan</vt:lpstr>
      <vt:lpstr>Referensi</vt:lpstr>
      <vt:lpstr>Thanks!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Pemrograman Berorientasi Objek Semester Genap 2023/2024</dc:title>
  <dc:creator>USER</dc:creator>
  <cp:lastModifiedBy>Khadijah Alaydrus</cp:lastModifiedBy>
  <cp:revision>59</cp:revision>
  <dcterms:modified xsi:type="dcterms:W3CDTF">2026-03-16T03:08:30Z</dcterms:modified>
</cp:coreProperties>
</file>