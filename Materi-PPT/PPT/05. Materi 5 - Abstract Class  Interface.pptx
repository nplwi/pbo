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Poppins"/>
      <p:regular r:id="rId44"/>
      <p:bold r:id="rId45"/>
      <p:italic r:id="rId46"/>
      <p:boldItalic r:id="rId47"/>
    </p:embeddedFont>
    <p:embeddedFont>
      <p:font typeface="Lato"/>
      <p:regular r:id="rId48"/>
      <p:bold r:id="rId49"/>
      <p:italic r:id="rId50"/>
      <p:boldItalic r:id="rId51"/>
    </p:embeddedFont>
    <p:embeddedFont>
      <p:font typeface="DM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jffzkTZy+sSbgoCb90MD1RIqMu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8E5B2C-5771-48E4-884A-42B38B39886A}">
  <a:tblStyle styleId="{698E5B2C-5771-48E4-884A-42B38B39886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AA33C66-92C0-4A29-BD23-DB757EB707A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7ECFD"/>
          </a:solidFill>
        </a:fill>
      </a:tcStyle>
    </a:band1H>
    <a:band2H>
      <a:tcTxStyle/>
    </a:band2H>
    <a:band1V>
      <a:tcTxStyle/>
      <a:tcStyle>
        <a:fill>
          <a:solidFill>
            <a:srgbClr val="E7ECFD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4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Poppins-regular.fntdata"/><Relationship Id="rId43" Type="http://schemas.openxmlformats.org/officeDocument/2006/relationships/slide" Target="slides/slide38.xml"/><Relationship Id="rId46" Type="http://schemas.openxmlformats.org/officeDocument/2006/relationships/font" Target="fonts/Poppins-italic.fntdata"/><Relationship Id="rId45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regular.fntdata"/><Relationship Id="rId47" Type="http://schemas.openxmlformats.org/officeDocument/2006/relationships/font" Target="fonts/Poppins-boldItalic.fntdata"/><Relationship Id="rId49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ato-boldItalic.fntdata"/><Relationship Id="rId50" Type="http://schemas.openxmlformats.org/officeDocument/2006/relationships/font" Target="fonts/Lato-italic.fntdata"/><Relationship Id="rId53" Type="http://schemas.openxmlformats.org/officeDocument/2006/relationships/font" Target="fonts/DMSans-bold.fntdata"/><Relationship Id="rId52" Type="http://schemas.openxmlformats.org/officeDocument/2006/relationships/font" Target="fonts/DMSans-regular.fntdata"/><Relationship Id="rId11" Type="http://schemas.openxmlformats.org/officeDocument/2006/relationships/slide" Target="slides/slide6.xml"/><Relationship Id="rId55" Type="http://schemas.openxmlformats.org/officeDocument/2006/relationships/font" Target="fonts/DMSans-boldItalic.fntdata"/><Relationship Id="rId10" Type="http://schemas.openxmlformats.org/officeDocument/2006/relationships/slide" Target="slides/slide5.xml"/><Relationship Id="rId54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0" name="Google Shape;91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6" name="Google Shape;107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9" name="Google Shape;109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3" name="Google Shape;112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0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40"/>
          <p:cNvSpPr txBox="1"/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40"/>
          <p:cNvSpPr txBox="1"/>
          <p:nvPr>
            <p:ph idx="1" type="subTitle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1"/>
          <p:cNvSpPr/>
          <p:nvPr/>
        </p:nvSpPr>
        <p:spPr>
          <a:xfrm>
            <a:off x="-2362825" y="3936750"/>
            <a:ext cx="3228251" cy="2660759"/>
          </a:xfrm>
          <a:custGeom>
            <a:rect b="b" l="l" r="r" t="t"/>
            <a:pathLst>
              <a:path extrusionOk="0" h="35085" w="42568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41"/>
          <p:cNvGrpSpPr/>
          <p:nvPr/>
        </p:nvGrpSpPr>
        <p:grpSpPr>
          <a:xfrm>
            <a:off x="196040" y="4345703"/>
            <a:ext cx="360758" cy="258297"/>
            <a:chOff x="4992850" y="4345375"/>
            <a:chExt cx="607336" cy="638400"/>
          </a:xfrm>
        </p:grpSpPr>
        <p:sp>
          <p:nvSpPr>
            <p:cNvPr id="15" name="Google Shape;15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4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1"/>
          <p:cNvSpPr/>
          <p:nvPr/>
        </p:nvSpPr>
        <p:spPr>
          <a:xfrm>
            <a:off x="8488179" y="523494"/>
            <a:ext cx="1017284" cy="955173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1"/>
          <p:cNvSpPr/>
          <p:nvPr/>
        </p:nvSpPr>
        <p:spPr>
          <a:xfrm>
            <a:off x="8687425" y="83487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1"/>
          <p:cNvSpPr/>
          <p:nvPr/>
        </p:nvSpPr>
        <p:spPr>
          <a:xfrm>
            <a:off x="196050" y="25030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2"/>
          <p:cNvSpPr txBox="1"/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42"/>
          <p:cNvSpPr txBox="1"/>
          <p:nvPr>
            <p:ph idx="2" type="title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42"/>
          <p:cNvSpPr txBox="1"/>
          <p:nvPr>
            <p:ph idx="1" type="subTitle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42"/>
          <p:cNvGrpSpPr/>
          <p:nvPr/>
        </p:nvGrpSpPr>
        <p:grpSpPr>
          <a:xfrm>
            <a:off x="4923497" y="281246"/>
            <a:ext cx="234194" cy="188409"/>
            <a:chOff x="3889166" y="1636096"/>
            <a:chExt cx="98178" cy="78984"/>
          </a:xfrm>
        </p:grpSpPr>
        <p:sp>
          <p:nvSpPr>
            <p:cNvPr id="28" name="Google Shape;28;p4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42"/>
          <p:cNvGrpSpPr/>
          <p:nvPr/>
        </p:nvGrpSpPr>
        <p:grpSpPr>
          <a:xfrm>
            <a:off x="8670104" y="3863122"/>
            <a:ext cx="234788" cy="188409"/>
            <a:chOff x="4424582" y="1819850"/>
            <a:chExt cx="98427" cy="78984"/>
          </a:xfrm>
        </p:grpSpPr>
        <p:sp>
          <p:nvSpPr>
            <p:cNvPr id="31" name="Google Shape;31;p4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/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" type="subTitle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b="0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0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b="1" i="0" lang="en-US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i="0" lang="en-US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4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6"/>
          <p:cNvSpPr/>
          <p:nvPr/>
        </p:nvSpPr>
        <p:spPr>
          <a:xfrm flipH="1" rot="3555162">
            <a:off x="-993615" y="620242"/>
            <a:ext cx="1625808" cy="1526544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6"/>
          <p:cNvSpPr/>
          <p:nvPr/>
        </p:nvSpPr>
        <p:spPr>
          <a:xfrm flipH="1">
            <a:off x="8511080" y="2803089"/>
            <a:ext cx="2259360" cy="2189809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6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46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7" name="Google Shape;47;p46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6"/>
            <p:cNvSpPr/>
            <p:nvPr/>
          </p:nvSpPr>
          <p:spPr>
            <a:xfrm flipH="1" rot="10800000">
              <a:off x="4935811" y="4414372"/>
              <a:ext cx="134100" cy="2583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46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46"/>
          <p:cNvGrpSpPr/>
          <p:nvPr/>
        </p:nvGrpSpPr>
        <p:grpSpPr>
          <a:xfrm>
            <a:off x="184447" y="1289308"/>
            <a:ext cx="234195" cy="188409"/>
            <a:chOff x="368022" y="616196"/>
            <a:chExt cx="234195" cy="188409"/>
          </a:xfrm>
        </p:grpSpPr>
        <p:sp>
          <p:nvSpPr>
            <p:cNvPr id="51" name="Google Shape;51;p46"/>
            <p:cNvSpPr/>
            <p:nvPr/>
          </p:nvSpPr>
          <p:spPr>
            <a:xfrm>
              <a:off x="368022" y="616196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6"/>
            <p:cNvSpPr/>
            <p:nvPr/>
          </p:nvSpPr>
          <p:spPr>
            <a:xfrm>
              <a:off x="477627" y="616196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46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54" name="Google Shape;54;p46"/>
            <p:cNvSpPr/>
            <p:nvPr/>
          </p:nvSpPr>
          <p:spPr>
            <a:xfrm>
              <a:off x="8661148" y="42741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46"/>
            <p:cNvSpPr/>
            <p:nvPr/>
          </p:nvSpPr>
          <p:spPr>
            <a:xfrm>
              <a:off x="8551627" y="42741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700561" y="2067405"/>
            <a:ext cx="4100400" cy="127638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000"/>
              <a:t>Abstract Class &amp; Interface</a:t>
            </a:r>
            <a:endParaRPr b="0" sz="2000"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 Pengampu Pemrograman Berorientasi Objek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Departemen Informatika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Universitas Diponegoro </a:t>
            </a:r>
            <a:endParaRPr/>
          </a:p>
        </p:txBody>
      </p:sp>
      <p:grpSp>
        <p:nvGrpSpPr>
          <p:cNvPr id="62" name="Google Shape;62;p1"/>
          <p:cNvGrpSpPr/>
          <p:nvPr/>
        </p:nvGrpSpPr>
        <p:grpSpPr>
          <a:xfrm>
            <a:off x="4868886" y="894971"/>
            <a:ext cx="3798092" cy="3419445"/>
            <a:chOff x="4899397" y="821996"/>
            <a:chExt cx="4028951" cy="3627289"/>
          </a:xfrm>
        </p:grpSpPr>
        <p:grpSp>
          <p:nvGrpSpPr>
            <p:cNvPr id="63" name="Google Shape;63;p1"/>
            <p:cNvGrpSpPr/>
            <p:nvPr/>
          </p:nvGrpSpPr>
          <p:grpSpPr>
            <a:xfrm>
              <a:off x="5432052" y="821996"/>
              <a:ext cx="335890" cy="188410"/>
              <a:chOff x="5261402" y="479071"/>
              <a:chExt cx="335890" cy="188410"/>
            </a:xfrm>
          </p:grpSpPr>
          <p:sp>
            <p:nvSpPr>
              <p:cNvPr id="64" name="Google Shape;64;p1"/>
              <p:cNvSpPr/>
              <p:nvPr/>
            </p:nvSpPr>
            <p:spPr>
              <a:xfrm>
                <a:off x="5261402" y="479071"/>
                <a:ext cx="124590" cy="188409"/>
              </a:xfrm>
              <a:custGeom>
                <a:rect b="b" l="l" r="r" t="t"/>
                <a:pathLst>
                  <a:path extrusionOk="0" h="2226" w="1472">
                    <a:moveTo>
                      <a:pt x="1240" y="0"/>
                    </a:moveTo>
                    <a:cubicBezTo>
                      <a:pt x="1174" y="0"/>
                      <a:pt x="1108" y="21"/>
                      <a:pt x="1062" y="68"/>
                    </a:cubicBezTo>
                    <a:lnTo>
                      <a:pt x="0" y="1165"/>
                    </a:lnTo>
                    <a:lnTo>
                      <a:pt x="1090" y="2162"/>
                    </a:lnTo>
                    <a:cubicBezTo>
                      <a:pt x="1118" y="2190"/>
                      <a:pt x="1182" y="2226"/>
                      <a:pt x="1210" y="2226"/>
                    </a:cubicBezTo>
                    <a:cubicBezTo>
                      <a:pt x="1267" y="2226"/>
                      <a:pt x="1323" y="2190"/>
                      <a:pt x="1387" y="2162"/>
                    </a:cubicBezTo>
                    <a:cubicBezTo>
                      <a:pt x="1472" y="2077"/>
                      <a:pt x="1444" y="1929"/>
                      <a:pt x="1359" y="1837"/>
                    </a:cubicBezTo>
                    <a:lnTo>
                      <a:pt x="616" y="1165"/>
                    </a:lnTo>
                    <a:lnTo>
                      <a:pt x="1387" y="365"/>
                    </a:lnTo>
                    <a:cubicBezTo>
                      <a:pt x="1472" y="280"/>
                      <a:pt x="1444" y="132"/>
                      <a:pt x="1387" y="40"/>
                    </a:cubicBezTo>
                    <a:cubicBezTo>
                      <a:pt x="1346" y="14"/>
                      <a:pt x="1293" y="0"/>
                      <a:pt x="12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472025" y="479072"/>
                <a:ext cx="125267" cy="188409"/>
              </a:xfrm>
              <a:custGeom>
                <a:rect b="b" l="l" r="r" t="t"/>
                <a:pathLst>
                  <a:path extrusionOk="0" h="2226" w="1480">
                    <a:moveTo>
                      <a:pt x="219" y="1"/>
                    </a:moveTo>
                    <a:cubicBezTo>
                      <a:pt x="174" y="1"/>
                      <a:pt x="130" y="15"/>
                      <a:pt x="93" y="39"/>
                    </a:cubicBezTo>
                    <a:cubicBezTo>
                      <a:pt x="1" y="131"/>
                      <a:pt x="1" y="280"/>
                      <a:pt x="93" y="365"/>
                    </a:cubicBezTo>
                    <a:lnTo>
                      <a:pt x="857" y="1136"/>
                    </a:lnTo>
                    <a:lnTo>
                      <a:pt x="93" y="1843"/>
                    </a:lnTo>
                    <a:cubicBezTo>
                      <a:pt x="1" y="1928"/>
                      <a:pt x="1" y="2077"/>
                      <a:pt x="93" y="2133"/>
                    </a:cubicBezTo>
                    <a:cubicBezTo>
                      <a:pt x="121" y="2197"/>
                      <a:pt x="178" y="2225"/>
                      <a:pt x="241" y="2225"/>
                    </a:cubicBezTo>
                    <a:cubicBezTo>
                      <a:pt x="298" y="2225"/>
                      <a:pt x="355" y="2197"/>
                      <a:pt x="383" y="2162"/>
                    </a:cubicBezTo>
                    <a:lnTo>
                      <a:pt x="1479" y="1164"/>
                    </a:lnTo>
                    <a:lnTo>
                      <a:pt x="383" y="75"/>
                    </a:lnTo>
                    <a:cubicBezTo>
                      <a:pt x="335" y="23"/>
                      <a:pt x="277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" name="Google Shape;66;p1"/>
            <p:cNvSpPr/>
            <p:nvPr/>
          </p:nvSpPr>
          <p:spPr>
            <a:xfrm>
              <a:off x="6611050" y="889575"/>
              <a:ext cx="289200" cy="258300"/>
            </a:xfrm>
            <a:prstGeom prst="bracePair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" name="Google Shape;67;p1"/>
            <p:cNvGrpSpPr/>
            <p:nvPr/>
          </p:nvGrpSpPr>
          <p:grpSpPr>
            <a:xfrm>
              <a:off x="4899397" y="1263526"/>
              <a:ext cx="3843890" cy="3185759"/>
              <a:chOff x="5893995" y="1281808"/>
              <a:chExt cx="3843890" cy="3185759"/>
            </a:xfrm>
          </p:grpSpPr>
          <p:grpSp>
            <p:nvGrpSpPr>
              <p:cNvPr id="68" name="Google Shape;68;p1"/>
              <p:cNvGrpSpPr/>
              <p:nvPr/>
            </p:nvGrpSpPr>
            <p:grpSpPr>
              <a:xfrm>
                <a:off x="6033386" y="1281808"/>
                <a:ext cx="3704499" cy="3168582"/>
                <a:chOff x="2836393" y="291825"/>
                <a:chExt cx="1571968" cy="1344557"/>
              </a:xfrm>
            </p:grpSpPr>
            <p:sp>
              <p:nvSpPr>
                <p:cNvPr id="69" name="Google Shape;69;p1"/>
                <p:cNvSpPr/>
                <p:nvPr/>
              </p:nvSpPr>
              <p:spPr>
                <a:xfrm>
                  <a:off x="2836393" y="291825"/>
                  <a:ext cx="1440288" cy="1187101"/>
                </a:xfrm>
                <a:custGeom>
                  <a:rect b="b" l="l" r="r" t="t"/>
                  <a:pathLst>
                    <a:path extrusionOk="0" h="35085" w="42568">
                      <a:moveTo>
                        <a:pt x="28184" y="1"/>
                      </a:moveTo>
                      <a:cubicBezTo>
                        <a:pt x="27147" y="1"/>
                        <a:pt x="26108" y="74"/>
                        <a:pt x="25087" y="208"/>
                      </a:cubicBezTo>
                      <a:cubicBezTo>
                        <a:pt x="23049" y="477"/>
                        <a:pt x="21019" y="979"/>
                        <a:pt x="19130" y="1771"/>
                      </a:cubicBezTo>
                      <a:cubicBezTo>
                        <a:pt x="14857" y="3603"/>
                        <a:pt x="12530" y="8343"/>
                        <a:pt x="9049" y="11237"/>
                      </a:cubicBezTo>
                      <a:cubicBezTo>
                        <a:pt x="6750" y="13118"/>
                        <a:pt x="3920" y="13918"/>
                        <a:pt x="2357" y="16514"/>
                      </a:cubicBezTo>
                      <a:cubicBezTo>
                        <a:pt x="616" y="19344"/>
                        <a:pt x="1" y="22527"/>
                        <a:pt x="1182" y="25739"/>
                      </a:cubicBezTo>
                      <a:cubicBezTo>
                        <a:pt x="1239" y="25824"/>
                        <a:pt x="1267" y="25944"/>
                        <a:pt x="1296" y="26065"/>
                      </a:cubicBezTo>
                      <a:cubicBezTo>
                        <a:pt x="2654" y="29276"/>
                        <a:pt x="5484" y="31752"/>
                        <a:pt x="8695" y="33167"/>
                      </a:cubicBezTo>
                      <a:cubicBezTo>
                        <a:pt x="11999" y="34639"/>
                        <a:pt x="15685" y="35049"/>
                        <a:pt x="19279" y="35084"/>
                      </a:cubicBezTo>
                      <a:cubicBezTo>
                        <a:pt x="22519" y="35084"/>
                        <a:pt x="25822" y="34759"/>
                        <a:pt x="28624" y="33167"/>
                      </a:cubicBezTo>
                      <a:cubicBezTo>
                        <a:pt x="31807" y="31335"/>
                        <a:pt x="32097" y="28951"/>
                        <a:pt x="33307" y="25916"/>
                      </a:cubicBezTo>
                      <a:cubicBezTo>
                        <a:pt x="34340" y="23320"/>
                        <a:pt x="36936" y="21403"/>
                        <a:pt x="38641" y="19280"/>
                      </a:cubicBezTo>
                      <a:cubicBezTo>
                        <a:pt x="41032" y="16337"/>
                        <a:pt x="42567" y="12411"/>
                        <a:pt x="41683" y="8697"/>
                      </a:cubicBezTo>
                      <a:cubicBezTo>
                        <a:pt x="40884" y="5400"/>
                        <a:pt x="38231" y="2719"/>
                        <a:pt x="35104" y="1333"/>
                      </a:cubicBezTo>
                      <a:cubicBezTo>
                        <a:pt x="32933" y="387"/>
                        <a:pt x="30559" y="1"/>
                        <a:pt x="281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" name="Google Shape;70;p1"/>
                <p:cNvSpPr/>
                <p:nvPr/>
              </p:nvSpPr>
              <p:spPr>
                <a:xfrm>
                  <a:off x="3954498" y="1210230"/>
                  <a:ext cx="453863" cy="426152"/>
                </a:xfrm>
                <a:custGeom>
                  <a:rect b="b" l="l" r="r" t="t"/>
                  <a:pathLst>
                    <a:path extrusionOk="0" h="12595" w="13414">
                      <a:moveTo>
                        <a:pt x="6393" y="1"/>
                      </a:moveTo>
                      <a:cubicBezTo>
                        <a:pt x="6010" y="1"/>
                        <a:pt x="5626" y="38"/>
                        <a:pt x="5242" y="124"/>
                      </a:cubicBezTo>
                      <a:cubicBezTo>
                        <a:pt x="2766" y="598"/>
                        <a:pt x="354" y="2515"/>
                        <a:pt x="177" y="5048"/>
                      </a:cubicBezTo>
                      <a:cubicBezTo>
                        <a:pt x="0" y="7821"/>
                        <a:pt x="3063" y="10064"/>
                        <a:pt x="5129" y="11330"/>
                      </a:cubicBezTo>
                      <a:cubicBezTo>
                        <a:pt x="6309" y="12076"/>
                        <a:pt x="7558" y="12595"/>
                        <a:pt x="8729" y="12595"/>
                      </a:cubicBezTo>
                      <a:cubicBezTo>
                        <a:pt x="9868" y="12595"/>
                        <a:pt x="10932" y="12105"/>
                        <a:pt x="11786" y="10856"/>
                      </a:cubicBezTo>
                      <a:cubicBezTo>
                        <a:pt x="13144" y="8854"/>
                        <a:pt x="13413" y="6137"/>
                        <a:pt x="12409" y="3959"/>
                      </a:cubicBezTo>
                      <a:cubicBezTo>
                        <a:pt x="11404" y="1751"/>
                        <a:pt x="9169" y="160"/>
                        <a:pt x="6749" y="11"/>
                      </a:cubicBezTo>
                      <a:cubicBezTo>
                        <a:pt x="6631" y="4"/>
                        <a:pt x="6512" y="1"/>
                        <a:pt x="63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" name="Google Shape;71;p1"/>
              <p:cNvGrpSpPr/>
              <p:nvPr/>
            </p:nvGrpSpPr>
            <p:grpSpPr>
              <a:xfrm>
                <a:off x="5893995" y="1464670"/>
                <a:ext cx="3643098" cy="2852213"/>
                <a:chOff x="2823538" y="2323833"/>
                <a:chExt cx="1545913" cy="1210308"/>
              </a:xfrm>
            </p:grpSpPr>
            <p:grpSp>
              <p:nvGrpSpPr>
                <p:cNvPr id="72" name="Google Shape;72;p1"/>
                <p:cNvGrpSpPr/>
                <p:nvPr/>
              </p:nvGrpSpPr>
              <p:grpSpPr>
                <a:xfrm>
                  <a:off x="3030874" y="3205941"/>
                  <a:ext cx="1190857" cy="328200"/>
                  <a:chOff x="2909174" y="3294041"/>
                  <a:chExt cx="1190857" cy="328200"/>
                </a:xfrm>
              </p:grpSpPr>
              <p:sp>
                <p:nvSpPr>
                  <p:cNvPr id="73" name="Google Shape;73;p1"/>
                  <p:cNvSpPr/>
                  <p:nvPr/>
                </p:nvSpPr>
                <p:spPr>
                  <a:xfrm>
                    <a:off x="2909174" y="3294041"/>
                    <a:ext cx="1190857" cy="29944"/>
                  </a:xfrm>
                  <a:custGeom>
                    <a:rect b="b" l="l" r="r" t="t"/>
                    <a:pathLst>
                      <a:path extrusionOk="0" h="885" w="35196">
                        <a:moveTo>
                          <a:pt x="1" y="0"/>
                        </a:moveTo>
                        <a:lnTo>
                          <a:pt x="1" y="885"/>
                        </a:lnTo>
                        <a:lnTo>
                          <a:pt x="35195" y="885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1"/>
                  <p:cNvSpPr/>
                  <p:nvPr/>
                </p:nvSpPr>
                <p:spPr>
                  <a:xfrm>
                    <a:off x="2909174" y="3379747"/>
                    <a:ext cx="1190857" cy="29944"/>
                  </a:xfrm>
                  <a:custGeom>
                    <a:rect b="b" l="l" r="r" t="t"/>
                    <a:pathLst>
                      <a:path extrusionOk="0" h="885" w="35196">
                        <a:moveTo>
                          <a:pt x="1" y="0"/>
                        </a:moveTo>
                        <a:lnTo>
                          <a:pt x="1" y="884"/>
                        </a:lnTo>
                        <a:lnTo>
                          <a:pt x="35195" y="884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1"/>
                  <p:cNvSpPr/>
                  <p:nvPr/>
                </p:nvSpPr>
                <p:spPr>
                  <a:xfrm>
                    <a:off x="2976913" y="3304090"/>
                    <a:ext cx="18000" cy="318151"/>
                  </a:xfrm>
                  <a:custGeom>
                    <a:rect b="b" l="l" r="r" t="t"/>
                    <a:pathLst>
                      <a:path extrusionOk="0" h="9403" w="532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531" y="9402"/>
                        </a:lnTo>
                        <a:lnTo>
                          <a:pt x="53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1"/>
                  <p:cNvSpPr/>
                  <p:nvPr/>
                </p:nvSpPr>
                <p:spPr>
                  <a:xfrm>
                    <a:off x="4013372" y="3304090"/>
                    <a:ext cx="16782" cy="318151"/>
                  </a:xfrm>
                  <a:custGeom>
                    <a:rect b="b" l="l" r="r" t="t"/>
                    <a:pathLst>
                      <a:path extrusionOk="0" h="9403" w="496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496" y="9402"/>
                        </a:lnTo>
                        <a:lnTo>
                          <a:pt x="4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7" name="Google Shape;77;p1"/>
                <p:cNvGrpSpPr/>
                <p:nvPr/>
              </p:nvGrpSpPr>
              <p:grpSpPr>
                <a:xfrm>
                  <a:off x="2823538" y="2688399"/>
                  <a:ext cx="399059" cy="92676"/>
                  <a:chOff x="2532175" y="2448349"/>
                  <a:chExt cx="399059" cy="92676"/>
                </a:xfrm>
              </p:grpSpPr>
              <p:sp>
                <p:nvSpPr>
                  <p:cNvPr id="78" name="Google Shape;78;p1"/>
                  <p:cNvSpPr/>
                  <p:nvPr/>
                </p:nvSpPr>
                <p:spPr>
                  <a:xfrm>
                    <a:off x="2532175" y="2454338"/>
                    <a:ext cx="25884" cy="71832"/>
                  </a:xfrm>
                  <a:custGeom>
                    <a:rect b="b" l="l" r="r" t="t"/>
                    <a:pathLst>
                      <a:path extrusionOk="0" h="2123" w="765">
                        <a:moveTo>
                          <a:pt x="680" y="0"/>
                        </a:moveTo>
                        <a:cubicBezTo>
                          <a:pt x="446" y="0"/>
                          <a:pt x="234" y="206"/>
                          <a:pt x="234" y="439"/>
                        </a:cubicBezTo>
                        <a:lnTo>
                          <a:pt x="234" y="708"/>
                        </a:lnTo>
                        <a:cubicBezTo>
                          <a:pt x="234" y="793"/>
                          <a:pt x="206" y="885"/>
                          <a:pt x="149" y="941"/>
                        </a:cubicBezTo>
                        <a:lnTo>
                          <a:pt x="29" y="1062"/>
                        </a:lnTo>
                        <a:cubicBezTo>
                          <a:pt x="0" y="1062"/>
                          <a:pt x="0" y="1118"/>
                          <a:pt x="29" y="1118"/>
                        </a:cubicBezTo>
                        <a:lnTo>
                          <a:pt x="92" y="1203"/>
                        </a:lnTo>
                        <a:cubicBezTo>
                          <a:pt x="177" y="1267"/>
                          <a:pt x="206" y="1352"/>
                          <a:pt x="206" y="1444"/>
                        </a:cubicBezTo>
                        <a:lnTo>
                          <a:pt x="206" y="1677"/>
                        </a:lnTo>
                        <a:cubicBezTo>
                          <a:pt x="206" y="1911"/>
                          <a:pt x="382" y="2123"/>
                          <a:pt x="651" y="2123"/>
                        </a:cubicBezTo>
                        <a:lnTo>
                          <a:pt x="708" y="2123"/>
                        </a:lnTo>
                        <a:cubicBezTo>
                          <a:pt x="736" y="2123"/>
                          <a:pt x="764" y="2087"/>
                          <a:pt x="764" y="2059"/>
                        </a:cubicBezTo>
                        <a:cubicBezTo>
                          <a:pt x="764" y="2003"/>
                          <a:pt x="736" y="2003"/>
                          <a:pt x="708" y="2003"/>
                        </a:cubicBezTo>
                        <a:lnTo>
                          <a:pt x="651" y="2003"/>
                        </a:lnTo>
                        <a:cubicBezTo>
                          <a:pt x="474" y="2003"/>
                          <a:pt x="326" y="1854"/>
                          <a:pt x="326" y="1677"/>
                        </a:cubicBezTo>
                        <a:lnTo>
                          <a:pt x="326" y="1444"/>
                        </a:lnTo>
                        <a:cubicBezTo>
                          <a:pt x="326" y="1323"/>
                          <a:pt x="269" y="1203"/>
                          <a:pt x="177" y="1118"/>
                        </a:cubicBezTo>
                        <a:lnTo>
                          <a:pt x="149" y="1090"/>
                        </a:lnTo>
                        <a:lnTo>
                          <a:pt x="234" y="1026"/>
                        </a:lnTo>
                        <a:cubicBezTo>
                          <a:pt x="298" y="941"/>
                          <a:pt x="354" y="821"/>
                          <a:pt x="354" y="708"/>
                        </a:cubicBezTo>
                        <a:lnTo>
                          <a:pt x="354" y="439"/>
                        </a:lnTo>
                        <a:cubicBezTo>
                          <a:pt x="354" y="262"/>
                          <a:pt x="503" y="114"/>
                          <a:pt x="680" y="114"/>
                        </a:cubicBezTo>
                        <a:cubicBezTo>
                          <a:pt x="708" y="114"/>
                          <a:pt x="736" y="85"/>
                          <a:pt x="736" y="57"/>
                        </a:cubicBezTo>
                        <a:cubicBezTo>
                          <a:pt x="736" y="29"/>
                          <a:pt x="708" y="0"/>
                          <a:pt x="68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" name="Google Shape;79;p1"/>
                  <p:cNvSpPr/>
                  <p:nvPr/>
                </p:nvSpPr>
                <p:spPr>
                  <a:xfrm>
                    <a:off x="2642987" y="2454338"/>
                    <a:ext cx="25884" cy="71832"/>
                  </a:xfrm>
                  <a:custGeom>
                    <a:rect b="b" l="l" r="r" t="t"/>
                    <a:pathLst>
                      <a:path extrusionOk="0" h="2123" w="765">
                        <a:moveTo>
                          <a:pt x="86" y="0"/>
                        </a:moveTo>
                        <a:cubicBezTo>
                          <a:pt x="57" y="0"/>
                          <a:pt x="29" y="29"/>
                          <a:pt x="29" y="57"/>
                        </a:cubicBezTo>
                        <a:cubicBezTo>
                          <a:pt x="29" y="85"/>
                          <a:pt x="57" y="114"/>
                          <a:pt x="86" y="114"/>
                        </a:cubicBezTo>
                        <a:cubicBezTo>
                          <a:pt x="263" y="114"/>
                          <a:pt x="411" y="262"/>
                          <a:pt x="411" y="439"/>
                        </a:cubicBezTo>
                        <a:lnTo>
                          <a:pt x="411" y="708"/>
                        </a:lnTo>
                        <a:cubicBezTo>
                          <a:pt x="411" y="821"/>
                          <a:pt x="468" y="941"/>
                          <a:pt x="531" y="1026"/>
                        </a:cubicBezTo>
                        <a:lnTo>
                          <a:pt x="616" y="1090"/>
                        </a:lnTo>
                        <a:lnTo>
                          <a:pt x="588" y="1118"/>
                        </a:lnTo>
                        <a:cubicBezTo>
                          <a:pt x="496" y="1203"/>
                          <a:pt x="439" y="1323"/>
                          <a:pt x="439" y="1444"/>
                        </a:cubicBezTo>
                        <a:lnTo>
                          <a:pt x="439" y="1677"/>
                        </a:lnTo>
                        <a:cubicBezTo>
                          <a:pt x="439" y="1854"/>
                          <a:pt x="291" y="2003"/>
                          <a:pt x="114" y="2003"/>
                        </a:cubicBezTo>
                        <a:lnTo>
                          <a:pt x="57" y="2003"/>
                        </a:lnTo>
                        <a:cubicBezTo>
                          <a:pt x="29" y="2003"/>
                          <a:pt x="1" y="2003"/>
                          <a:pt x="1" y="2059"/>
                        </a:cubicBezTo>
                        <a:cubicBezTo>
                          <a:pt x="1" y="2087"/>
                          <a:pt x="29" y="2123"/>
                          <a:pt x="57" y="2123"/>
                        </a:cubicBezTo>
                        <a:lnTo>
                          <a:pt x="114" y="2123"/>
                        </a:lnTo>
                        <a:cubicBezTo>
                          <a:pt x="355" y="2123"/>
                          <a:pt x="560" y="1911"/>
                          <a:pt x="560" y="1677"/>
                        </a:cubicBezTo>
                        <a:lnTo>
                          <a:pt x="560" y="1444"/>
                        </a:lnTo>
                        <a:cubicBezTo>
                          <a:pt x="560" y="1352"/>
                          <a:pt x="588" y="1267"/>
                          <a:pt x="645" y="1203"/>
                        </a:cubicBezTo>
                        <a:lnTo>
                          <a:pt x="737" y="1118"/>
                        </a:lnTo>
                        <a:cubicBezTo>
                          <a:pt x="737" y="1118"/>
                          <a:pt x="765" y="1118"/>
                          <a:pt x="765" y="1090"/>
                        </a:cubicBezTo>
                        <a:cubicBezTo>
                          <a:pt x="765" y="1062"/>
                          <a:pt x="737" y="1062"/>
                          <a:pt x="737" y="1062"/>
                        </a:cubicBezTo>
                        <a:lnTo>
                          <a:pt x="616" y="941"/>
                        </a:lnTo>
                        <a:cubicBezTo>
                          <a:pt x="560" y="885"/>
                          <a:pt x="531" y="793"/>
                          <a:pt x="531" y="708"/>
                        </a:cubicBezTo>
                        <a:lnTo>
                          <a:pt x="531" y="439"/>
                        </a:lnTo>
                        <a:cubicBezTo>
                          <a:pt x="531" y="206"/>
                          <a:pt x="319" y="0"/>
                          <a:pt x="8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" name="Google Shape;80;p1"/>
                  <p:cNvSpPr/>
                  <p:nvPr/>
                </p:nvSpPr>
                <p:spPr>
                  <a:xfrm>
                    <a:off x="2567127" y="2523025"/>
                    <a:ext cx="10083" cy="18000"/>
                  </a:xfrm>
                  <a:custGeom>
                    <a:rect b="b" l="l" r="r" t="t"/>
                    <a:pathLst>
                      <a:path extrusionOk="0" h="532" w="298">
                        <a:moveTo>
                          <a:pt x="234" y="1"/>
                        </a:moveTo>
                        <a:cubicBezTo>
                          <a:pt x="205" y="1"/>
                          <a:pt x="177" y="1"/>
                          <a:pt x="149" y="29"/>
                        </a:cubicBezTo>
                        <a:lnTo>
                          <a:pt x="0" y="447"/>
                        </a:lnTo>
                        <a:cubicBezTo>
                          <a:pt x="0" y="475"/>
                          <a:pt x="0" y="531"/>
                          <a:pt x="29" y="531"/>
                        </a:cubicBezTo>
                        <a:lnTo>
                          <a:pt x="57" y="531"/>
                        </a:lnTo>
                        <a:cubicBezTo>
                          <a:pt x="85" y="531"/>
                          <a:pt x="85" y="531"/>
                          <a:pt x="121" y="503"/>
                        </a:cubicBezTo>
                        <a:lnTo>
                          <a:pt x="262" y="93"/>
                        </a:lnTo>
                        <a:cubicBezTo>
                          <a:pt x="297" y="57"/>
                          <a:pt x="262" y="1"/>
                          <a:pt x="2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" name="Google Shape;81;p1"/>
                  <p:cNvSpPr/>
                  <p:nvPr/>
                </p:nvSpPr>
                <p:spPr>
                  <a:xfrm>
                    <a:off x="2829457" y="2523025"/>
                    <a:ext cx="9846" cy="18000"/>
                  </a:xfrm>
                  <a:custGeom>
                    <a:rect b="b" l="l" r="r" t="t"/>
                    <a:pathLst>
                      <a:path extrusionOk="0" h="532" w="291">
                        <a:moveTo>
                          <a:pt x="262" y="1"/>
                        </a:moveTo>
                        <a:cubicBezTo>
                          <a:pt x="234" y="1"/>
                          <a:pt x="206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lnTo>
                          <a:pt x="86" y="531"/>
                        </a:lnTo>
                        <a:cubicBezTo>
                          <a:pt x="86" y="531"/>
                          <a:pt x="114" y="531"/>
                          <a:pt x="149" y="503"/>
                        </a:cubicBezTo>
                        <a:lnTo>
                          <a:pt x="291" y="93"/>
                        </a:lnTo>
                        <a:cubicBezTo>
                          <a:pt x="291" y="57"/>
                          <a:pt x="291" y="1"/>
                          <a:pt x="26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" name="Google Shape;82;p1"/>
                  <p:cNvSpPr/>
                  <p:nvPr/>
                </p:nvSpPr>
                <p:spPr>
                  <a:xfrm>
                    <a:off x="2887147" y="2523025"/>
                    <a:ext cx="10083" cy="18000"/>
                  </a:xfrm>
                  <a:custGeom>
                    <a:rect b="b" l="l" r="r" t="t"/>
                    <a:pathLst>
                      <a:path extrusionOk="0" h="532" w="298">
                        <a:moveTo>
                          <a:pt x="269" y="1"/>
                        </a:moveTo>
                        <a:cubicBezTo>
                          <a:pt x="241" y="1"/>
                          <a:pt x="213" y="1"/>
                          <a:pt x="178" y="29"/>
                        </a:cubicBezTo>
                        <a:lnTo>
                          <a:pt x="36" y="447"/>
                        </a:lnTo>
                        <a:cubicBezTo>
                          <a:pt x="1" y="475"/>
                          <a:pt x="36" y="531"/>
                          <a:pt x="64" y="531"/>
                        </a:cubicBezTo>
                        <a:lnTo>
                          <a:pt x="93" y="531"/>
                        </a:ln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6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" name="Google Shape;83;p1"/>
                  <p:cNvSpPr/>
                  <p:nvPr/>
                </p:nvSpPr>
                <p:spPr>
                  <a:xfrm>
                    <a:off x="2897196" y="2523025"/>
                    <a:ext cx="10083" cy="18000"/>
                  </a:xfrm>
                  <a:custGeom>
                    <a:rect b="b" l="l" r="r" t="t"/>
                    <a:pathLst>
                      <a:path extrusionOk="0" h="532" w="298">
                        <a:moveTo>
                          <a:pt x="270" y="1"/>
                        </a:moveTo>
                        <a:cubicBezTo>
                          <a:pt x="234" y="1"/>
                          <a:pt x="178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7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" name="Google Shape;84;p1"/>
                  <p:cNvSpPr/>
                  <p:nvPr/>
                </p:nvSpPr>
                <p:spPr>
                  <a:xfrm>
                    <a:off x="2591049" y="2470139"/>
                    <a:ext cx="37861" cy="38098"/>
                  </a:xfrm>
                  <a:custGeom>
                    <a:rect b="b" l="l" r="r" t="t"/>
                    <a:pathLst>
                      <a:path extrusionOk="0" h="1126" w="1119">
                        <a:moveTo>
                          <a:pt x="1" y="0"/>
                        </a:moveTo>
                        <a:lnTo>
                          <a:pt x="1" y="1125"/>
                        </a:lnTo>
                        <a:lnTo>
                          <a:pt x="1118" y="1125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" name="Google Shape;85;p1"/>
                  <p:cNvSpPr/>
                  <p:nvPr/>
                </p:nvSpPr>
                <p:spPr>
                  <a:xfrm>
                    <a:off x="2693741" y="2448349"/>
                    <a:ext cx="17019" cy="87633"/>
                  </a:xfrm>
                  <a:custGeom>
                    <a:rect b="b" l="l" r="r" t="t"/>
                    <a:pathLst>
                      <a:path extrusionOk="0" h="2590" w="503">
                        <a:moveTo>
                          <a:pt x="475" y="1"/>
                        </a:moveTo>
                        <a:cubicBezTo>
                          <a:pt x="446" y="1"/>
                          <a:pt x="411" y="1"/>
                          <a:pt x="383" y="29"/>
                        </a:cubicBezTo>
                        <a:cubicBezTo>
                          <a:pt x="1" y="793"/>
                          <a:pt x="1" y="1769"/>
                          <a:pt x="383" y="2562"/>
                        </a:cubicBezTo>
                        <a:cubicBezTo>
                          <a:pt x="383" y="2590"/>
                          <a:pt x="411" y="2590"/>
                          <a:pt x="446" y="2590"/>
                        </a:cubicBezTo>
                        <a:lnTo>
                          <a:pt x="475" y="2590"/>
                        </a:lnTo>
                        <a:cubicBezTo>
                          <a:pt x="503" y="2562"/>
                          <a:pt x="503" y="2533"/>
                          <a:pt x="503" y="2505"/>
                        </a:cubicBezTo>
                        <a:cubicBezTo>
                          <a:pt x="121" y="1769"/>
                          <a:pt x="121" y="821"/>
                          <a:pt x="503" y="86"/>
                        </a:cubicBezTo>
                        <a:cubicBezTo>
                          <a:pt x="503" y="57"/>
                          <a:pt x="503" y="29"/>
                          <a:pt x="47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" name="Google Shape;86;p1"/>
                  <p:cNvSpPr/>
                  <p:nvPr/>
                </p:nvSpPr>
                <p:spPr>
                  <a:xfrm>
                    <a:off x="2913234" y="2448349"/>
                    <a:ext cx="18000" cy="87633"/>
                  </a:xfrm>
                  <a:custGeom>
                    <a:rect b="b" l="l" r="r" t="t"/>
                    <a:pathLst>
                      <a:path extrusionOk="0" h="2590" w="532">
                        <a:moveTo>
                          <a:pt x="29" y="1"/>
                        </a:moveTo>
                        <a:cubicBezTo>
                          <a:pt x="1" y="29"/>
                          <a:pt x="1" y="57"/>
                          <a:pt x="29" y="86"/>
                        </a:cubicBezTo>
                        <a:cubicBezTo>
                          <a:pt x="411" y="821"/>
                          <a:pt x="411" y="1769"/>
                          <a:pt x="29" y="2505"/>
                        </a:cubicBezTo>
                        <a:cubicBezTo>
                          <a:pt x="29" y="2533"/>
                          <a:pt x="29" y="2562"/>
                          <a:pt x="57" y="2590"/>
                        </a:cubicBezTo>
                        <a:lnTo>
                          <a:pt x="86" y="2590"/>
                        </a:lnTo>
                        <a:cubicBezTo>
                          <a:pt x="114" y="2590"/>
                          <a:pt x="114" y="2590"/>
                          <a:pt x="149" y="2562"/>
                        </a:cubicBezTo>
                        <a:cubicBezTo>
                          <a:pt x="531" y="1769"/>
                          <a:pt x="531" y="793"/>
                          <a:pt x="114" y="29"/>
                        </a:cubicBezTo>
                        <a:cubicBezTo>
                          <a:pt x="114" y="1"/>
                          <a:pt x="57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" name="Google Shape;87;p1"/>
                  <p:cNvSpPr/>
                  <p:nvPr/>
                </p:nvSpPr>
                <p:spPr>
                  <a:xfrm>
                    <a:off x="2777519" y="2480188"/>
                    <a:ext cx="51023" cy="23955"/>
                  </a:xfrm>
                  <a:custGeom>
                    <a:rect b="b" l="l" r="r" t="t"/>
                    <a:pathLst>
                      <a:path extrusionOk="0" h="708" w="1508">
                        <a:moveTo>
                          <a:pt x="1" y="1"/>
                        </a:moveTo>
                        <a:lnTo>
                          <a:pt x="1" y="708"/>
                        </a:lnTo>
                        <a:lnTo>
                          <a:pt x="1507" y="708"/>
                        </a:lnTo>
                        <a:lnTo>
                          <a:pt x="15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" name="Google Shape;88;p1"/>
                  <p:cNvSpPr/>
                  <p:nvPr/>
                </p:nvSpPr>
                <p:spPr>
                  <a:xfrm>
                    <a:off x="2850300" y="2480188"/>
                    <a:ext cx="34985" cy="23955"/>
                  </a:xfrm>
                  <a:custGeom>
                    <a:rect b="b" l="l" r="r" t="t"/>
                    <a:pathLst>
                      <a:path extrusionOk="0" h="708" w="1034">
                        <a:moveTo>
                          <a:pt x="0" y="1"/>
                        </a:moveTo>
                        <a:lnTo>
                          <a:pt x="0" y="708"/>
                        </a:lnTo>
                        <a:lnTo>
                          <a:pt x="1033" y="708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" name="Google Shape;89;p1"/>
                  <p:cNvSpPr/>
                  <p:nvPr/>
                </p:nvSpPr>
                <p:spPr>
                  <a:xfrm>
                    <a:off x="2880210" y="2479241"/>
                    <a:ext cx="34985" cy="3857"/>
                  </a:xfrm>
                  <a:custGeom>
                    <a:rect b="b" l="l" r="r" t="t"/>
                    <a:pathLst>
                      <a:path extrusionOk="0" h="114" w="1034">
                        <a:moveTo>
                          <a:pt x="64" y="0"/>
                        </a:moveTo>
                        <a:cubicBezTo>
                          <a:pt x="29" y="0"/>
                          <a:pt x="1" y="29"/>
                          <a:pt x="1" y="57"/>
                        </a:cubicBezTo>
                        <a:cubicBezTo>
                          <a:pt x="1" y="85"/>
                          <a:pt x="29" y="113"/>
                          <a:pt x="64" y="113"/>
                        </a:cubicBezTo>
                        <a:lnTo>
                          <a:pt x="977" y="113"/>
                        </a:lnTo>
                        <a:cubicBezTo>
                          <a:pt x="1033" y="113"/>
                          <a:pt x="1033" y="85"/>
                          <a:pt x="1033" y="57"/>
                        </a:cubicBezTo>
                        <a:cubicBezTo>
                          <a:pt x="1033" y="29"/>
                          <a:pt x="1033" y="0"/>
                          <a:pt x="97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" name="Google Shape;90;p1"/>
                  <p:cNvSpPr/>
                  <p:nvPr/>
                </p:nvSpPr>
                <p:spPr>
                  <a:xfrm>
                    <a:off x="2894320" y="2490238"/>
                    <a:ext cx="20876" cy="3857"/>
                  </a:xfrm>
                  <a:custGeom>
                    <a:rect b="b" l="l" r="r" t="t"/>
                    <a:pathLst>
                      <a:path extrusionOk="0" h="114" w="617">
                        <a:moveTo>
                          <a:pt x="57" y="1"/>
                        </a:moveTo>
                        <a:cubicBezTo>
                          <a:pt x="29" y="1"/>
                          <a:pt x="1" y="29"/>
                          <a:pt x="1" y="57"/>
                        </a:cubicBezTo>
                        <a:cubicBezTo>
                          <a:pt x="1" y="114"/>
                          <a:pt x="29" y="114"/>
                          <a:pt x="57" y="114"/>
                        </a:cubicBezTo>
                        <a:lnTo>
                          <a:pt x="560" y="114"/>
                        </a:lnTo>
                        <a:cubicBezTo>
                          <a:pt x="616" y="114"/>
                          <a:pt x="616" y="114"/>
                          <a:pt x="616" y="57"/>
                        </a:cubicBezTo>
                        <a:cubicBezTo>
                          <a:pt x="616" y="29"/>
                          <a:pt x="616" y="1"/>
                          <a:pt x="56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" name="Google Shape;91;p1"/>
                  <p:cNvSpPr/>
                  <p:nvPr/>
                </p:nvSpPr>
                <p:spPr>
                  <a:xfrm>
                    <a:off x="2752615" y="2459109"/>
                    <a:ext cx="4128" cy="74978"/>
                  </a:xfrm>
                  <a:custGeom>
                    <a:rect b="b" l="l" r="r" t="t"/>
                    <a:pathLst>
                      <a:path extrusionOk="0" h="2216" w="122">
                        <a:moveTo>
                          <a:pt x="57" y="1"/>
                        </a:moveTo>
                        <a:cubicBezTo>
                          <a:pt x="29" y="1"/>
                          <a:pt x="1" y="36"/>
                          <a:pt x="1" y="65"/>
                        </a:cubicBezTo>
                        <a:lnTo>
                          <a:pt x="1" y="2159"/>
                        </a:lnTo>
                        <a:cubicBezTo>
                          <a:pt x="1" y="2187"/>
                          <a:pt x="29" y="2215"/>
                          <a:pt x="57" y="2215"/>
                        </a:cubicBezTo>
                        <a:cubicBezTo>
                          <a:pt x="86" y="2215"/>
                          <a:pt x="121" y="2187"/>
                          <a:pt x="121" y="2159"/>
                        </a:cubicBezTo>
                        <a:lnTo>
                          <a:pt x="121" y="65"/>
                        </a:lnTo>
                        <a:cubicBezTo>
                          <a:pt x="121" y="36"/>
                          <a:pt x="86" y="1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2" name="Google Shape;92;p1"/>
                <p:cNvGrpSpPr/>
                <p:nvPr/>
              </p:nvGrpSpPr>
              <p:grpSpPr>
                <a:xfrm>
                  <a:off x="3309241" y="2588583"/>
                  <a:ext cx="800705" cy="591511"/>
                  <a:chOff x="3187541" y="2348533"/>
                  <a:chExt cx="800705" cy="591511"/>
                </a:xfrm>
              </p:grpSpPr>
              <p:sp>
                <p:nvSpPr>
                  <p:cNvPr id="93" name="Google Shape;93;p1"/>
                  <p:cNvSpPr/>
                  <p:nvPr/>
                </p:nvSpPr>
                <p:spPr>
                  <a:xfrm>
                    <a:off x="3546607" y="2660533"/>
                    <a:ext cx="83809" cy="279511"/>
                  </a:xfrm>
                  <a:custGeom>
                    <a:rect b="b" l="l" r="r" t="t"/>
                    <a:pathLst>
                      <a:path extrusionOk="0" h="8261" w="2477">
                        <a:moveTo>
                          <a:pt x="797" y="0"/>
                        </a:moveTo>
                        <a:cubicBezTo>
                          <a:pt x="634" y="0"/>
                          <a:pt x="465" y="114"/>
                          <a:pt x="439" y="273"/>
                        </a:cubicBezTo>
                        <a:cubicBezTo>
                          <a:pt x="234" y="1094"/>
                          <a:pt x="1" y="2127"/>
                          <a:pt x="354" y="3103"/>
                        </a:cubicBezTo>
                        <a:cubicBezTo>
                          <a:pt x="467" y="3422"/>
                          <a:pt x="673" y="3719"/>
                          <a:pt x="849" y="3987"/>
                        </a:cubicBezTo>
                        <a:cubicBezTo>
                          <a:pt x="970" y="4221"/>
                          <a:pt x="1090" y="4398"/>
                          <a:pt x="1203" y="4603"/>
                        </a:cubicBezTo>
                        <a:cubicBezTo>
                          <a:pt x="1677" y="5664"/>
                          <a:pt x="1352" y="6930"/>
                          <a:pt x="411" y="7638"/>
                        </a:cubicBezTo>
                        <a:cubicBezTo>
                          <a:pt x="262" y="7758"/>
                          <a:pt x="234" y="7963"/>
                          <a:pt x="354" y="8112"/>
                        </a:cubicBezTo>
                        <a:cubicBezTo>
                          <a:pt x="411" y="8232"/>
                          <a:pt x="531" y="8260"/>
                          <a:pt x="644" y="8260"/>
                        </a:cubicBezTo>
                        <a:cubicBezTo>
                          <a:pt x="708" y="8260"/>
                          <a:pt x="793" y="8260"/>
                          <a:pt x="849" y="8197"/>
                        </a:cubicBezTo>
                        <a:cubicBezTo>
                          <a:pt x="2059" y="7312"/>
                          <a:pt x="2477" y="5664"/>
                          <a:pt x="1826" y="4306"/>
                        </a:cubicBezTo>
                        <a:cubicBezTo>
                          <a:pt x="1705" y="4072"/>
                          <a:pt x="1592" y="3839"/>
                          <a:pt x="1444" y="3634"/>
                        </a:cubicBezTo>
                        <a:cubicBezTo>
                          <a:pt x="1267" y="3365"/>
                          <a:pt x="1118" y="3103"/>
                          <a:pt x="998" y="2834"/>
                        </a:cubicBezTo>
                        <a:cubicBezTo>
                          <a:pt x="736" y="2099"/>
                          <a:pt x="941" y="1186"/>
                          <a:pt x="1118" y="450"/>
                        </a:cubicBezTo>
                        <a:cubicBezTo>
                          <a:pt x="1175" y="238"/>
                          <a:pt x="1062" y="61"/>
                          <a:pt x="849" y="5"/>
                        </a:cubicBezTo>
                        <a:cubicBezTo>
                          <a:pt x="832" y="2"/>
                          <a:pt x="814" y="0"/>
                          <a:pt x="79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" name="Google Shape;94;p1"/>
                  <p:cNvSpPr/>
                  <p:nvPr/>
                </p:nvSpPr>
                <p:spPr>
                  <a:xfrm>
                    <a:off x="3454675" y="2918937"/>
                    <a:ext cx="251394" cy="20166"/>
                  </a:xfrm>
                  <a:custGeom>
                    <a:rect b="b" l="l" r="r" t="t"/>
                    <a:pathLst>
                      <a:path extrusionOk="0" h="596" w="7430">
                        <a:moveTo>
                          <a:pt x="270" y="1"/>
                        </a:moveTo>
                        <a:cubicBezTo>
                          <a:pt x="121" y="1"/>
                          <a:pt x="1" y="121"/>
                          <a:pt x="1" y="270"/>
                        </a:cubicBezTo>
                        <a:lnTo>
                          <a:pt x="1" y="326"/>
                        </a:lnTo>
                        <a:cubicBezTo>
                          <a:pt x="1" y="475"/>
                          <a:pt x="121" y="595"/>
                          <a:pt x="270" y="595"/>
                        </a:cubicBezTo>
                        <a:lnTo>
                          <a:pt x="7167" y="595"/>
                        </a:lnTo>
                        <a:cubicBezTo>
                          <a:pt x="7316" y="595"/>
                          <a:pt x="7429" y="475"/>
                          <a:pt x="7429" y="326"/>
                        </a:cubicBezTo>
                        <a:lnTo>
                          <a:pt x="7429" y="270"/>
                        </a:lnTo>
                        <a:cubicBezTo>
                          <a:pt x="7429" y="121"/>
                          <a:pt x="7316" y="1"/>
                          <a:pt x="71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" name="Google Shape;95;p1"/>
                  <p:cNvSpPr/>
                  <p:nvPr/>
                </p:nvSpPr>
                <p:spPr>
                  <a:xfrm>
                    <a:off x="3187541" y="2348533"/>
                    <a:ext cx="800705" cy="480660"/>
                  </a:xfrm>
                  <a:custGeom>
                    <a:rect b="b" l="l" r="r" t="t"/>
                    <a:pathLst>
                      <a:path extrusionOk="0" h="14206" w="23665">
                        <a:moveTo>
                          <a:pt x="468" y="1"/>
                        </a:moveTo>
                        <a:cubicBezTo>
                          <a:pt x="234" y="1"/>
                          <a:pt x="1" y="206"/>
                          <a:pt x="1" y="475"/>
                        </a:cubicBezTo>
                        <a:lnTo>
                          <a:pt x="1" y="13739"/>
                        </a:lnTo>
                        <a:cubicBezTo>
                          <a:pt x="1" y="14001"/>
                          <a:pt x="234" y="14206"/>
                          <a:pt x="468" y="14206"/>
                        </a:cubicBezTo>
                        <a:lnTo>
                          <a:pt x="23198" y="14206"/>
                        </a:lnTo>
                        <a:cubicBezTo>
                          <a:pt x="23431" y="14206"/>
                          <a:pt x="23665" y="14001"/>
                          <a:pt x="23665" y="13739"/>
                        </a:cubicBezTo>
                        <a:lnTo>
                          <a:pt x="23665" y="475"/>
                        </a:lnTo>
                        <a:cubicBezTo>
                          <a:pt x="23665" y="206"/>
                          <a:pt x="23431" y="1"/>
                          <a:pt x="2319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" name="Google Shape;96;p1"/>
                  <p:cNvSpPr/>
                  <p:nvPr/>
                </p:nvSpPr>
                <p:spPr>
                  <a:xfrm>
                    <a:off x="3191399" y="2386362"/>
                    <a:ext cx="793025" cy="405986"/>
                  </a:xfrm>
                  <a:custGeom>
                    <a:rect b="b" l="l" r="r" t="t"/>
                    <a:pathLst>
                      <a:path extrusionOk="0" h="11999" w="23438">
                        <a:moveTo>
                          <a:pt x="0" y="0"/>
                        </a:moveTo>
                        <a:lnTo>
                          <a:pt x="0" y="11999"/>
                        </a:lnTo>
                        <a:lnTo>
                          <a:pt x="23438" y="11999"/>
                        </a:lnTo>
                        <a:lnTo>
                          <a:pt x="23438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" name="Google Shape;97;p1"/>
                  <p:cNvSpPr/>
                  <p:nvPr/>
                </p:nvSpPr>
                <p:spPr>
                  <a:xfrm>
                    <a:off x="3264146" y="2426322"/>
                    <a:ext cx="87903" cy="12959"/>
                  </a:xfrm>
                  <a:custGeom>
                    <a:rect b="b" l="l" r="r" t="t"/>
                    <a:pathLst>
                      <a:path extrusionOk="0" h="383" w="2598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1"/>
                  <p:cNvSpPr/>
                  <p:nvPr/>
                </p:nvSpPr>
                <p:spPr>
                  <a:xfrm>
                    <a:off x="3368055" y="2426322"/>
                    <a:ext cx="147453" cy="12959"/>
                  </a:xfrm>
                  <a:custGeom>
                    <a:rect b="b" l="l" r="r" t="t"/>
                    <a:pathLst>
                      <a:path extrusionOk="0" h="383" w="4358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1"/>
                  <p:cNvSpPr/>
                  <p:nvPr/>
                </p:nvSpPr>
                <p:spPr>
                  <a:xfrm>
                    <a:off x="3532498" y="2426322"/>
                    <a:ext cx="172592" cy="12959"/>
                  </a:xfrm>
                  <a:custGeom>
                    <a:rect b="b" l="l" r="r" t="t"/>
                    <a:pathLst>
                      <a:path extrusionOk="0" h="383" w="5101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1"/>
                  <p:cNvSpPr/>
                  <p:nvPr/>
                </p:nvSpPr>
                <p:spPr>
                  <a:xfrm>
                    <a:off x="3723027" y="2426322"/>
                    <a:ext cx="65843" cy="12959"/>
                  </a:xfrm>
                  <a:custGeom>
                    <a:rect b="b" l="l" r="r" t="t"/>
                    <a:pathLst>
                      <a:path extrusionOk="0" h="383" w="1946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1"/>
                  <p:cNvSpPr/>
                  <p:nvPr/>
                </p:nvSpPr>
                <p:spPr>
                  <a:xfrm>
                    <a:off x="3503534" y="2458161"/>
                    <a:ext cx="20132" cy="12011"/>
                  </a:xfrm>
                  <a:custGeom>
                    <a:rect b="b" l="l" r="r" t="t"/>
                    <a:pathLst>
                      <a:path extrusionOk="0" h="355" w="595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94" y="354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" name="Google Shape;102;p1"/>
                  <p:cNvSpPr/>
                  <p:nvPr/>
                </p:nvSpPr>
                <p:spPr>
                  <a:xfrm>
                    <a:off x="3563356" y="2458161"/>
                    <a:ext cx="9135" cy="12011"/>
                  </a:xfrm>
                  <a:custGeom>
                    <a:rect b="b" l="l" r="r" t="t"/>
                    <a:pathLst>
                      <a:path extrusionOk="0" h="355" w="27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70" y="354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" name="Google Shape;103;p1"/>
                  <p:cNvSpPr/>
                  <p:nvPr/>
                </p:nvSpPr>
                <p:spPr>
                  <a:xfrm>
                    <a:off x="3581323" y="2458161"/>
                    <a:ext cx="157773" cy="12011"/>
                  </a:xfrm>
                  <a:custGeom>
                    <a:rect b="b" l="l" r="r" t="t"/>
                    <a:pathLst>
                      <a:path extrusionOk="0" h="355" w="4663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62" y="354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" name="Google Shape;104;p1"/>
                  <p:cNvSpPr/>
                  <p:nvPr/>
                </p:nvSpPr>
                <p:spPr>
                  <a:xfrm>
                    <a:off x="3758927" y="2458161"/>
                    <a:ext cx="45982" cy="12011"/>
                  </a:xfrm>
                  <a:custGeom>
                    <a:rect b="b" l="l" r="r" t="t"/>
                    <a:pathLst>
                      <a:path extrusionOk="0" h="355" w="1359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1359" y="354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" name="Google Shape;105;p1"/>
                  <p:cNvSpPr/>
                  <p:nvPr/>
                </p:nvSpPr>
                <p:spPr>
                  <a:xfrm>
                    <a:off x="3532498" y="2458161"/>
                    <a:ext cx="18914" cy="12011"/>
                  </a:xfrm>
                  <a:custGeom>
                    <a:rect b="b" l="l" r="r" t="t"/>
                    <a:pathLst>
                      <a:path extrusionOk="0" h="355" w="559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59" y="354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" name="Google Shape;106;p1"/>
                  <p:cNvSpPr/>
                  <p:nvPr/>
                </p:nvSpPr>
                <p:spPr>
                  <a:xfrm>
                    <a:off x="3412786" y="2458161"/>
                    <a:ext cx="83809" cy="12011"/>
                  </a:xfrm>
                  <a:custGeom>
                    <a:rect b="b" l="l" r="r" t="t"/>
                    <a:pathLst>
                      <a:path extrusionOk="0" h="355" w="2477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477" y="354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" name="Google Shape;107;p1"/>
                  <p:cNvSpPr/>
                  <p:nvPr/>
                </p:nvSpPr>
                <p:spPr>
                  <a:xfrm>
                    <a:off x="3292162" y="2458161"/>
                    <a:ext cx="110843" cy="12011"/>
                  </a:xfrm>
                  <a:custGeom>
                    <a:rect b="b" l="l" r="r" t="t"/>
                    <a:pathLst>
                      <a:path extrusionOk="0" h="355" w="3276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3276" y="354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1"/>
                  <p:cNvSpPr/>
                  <p:nvPr/>
                </p:nvSpPr>
                <p:spPr>
                  <a:xfrm>
                    <a:off x="3264146" y="2458161"/>
                    <a:ext cx="19184" cy="12011"/>
                  </a:xfrm>
                  <a:custGeom>
                    <a:rect b="b" l="l" r="r" t="t"/>
                    <a:pathLst>
                      <a:path extrusionOk="0" h="355" w="567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567" y="354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1"/>
                  <p:cNvSpPr/>
                  <p:nvPr/>
                </p:nvSpPr>
                <p:spPr>
                  <a:xfrm>
                    <a:off x="3264146" y="2489053"/>
                    <a:ext cx="16072" cy="13196"/>
                  </a:xfrm>
                  <a:custGeom>
                    <a:rect b="b" l="l" r="r" t="t"/>
                    <a:pathLst>
                      <a:path extrusionOk="0" h="390" w="475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475" y="38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1"/>
                  <p:cNvSpPr/>
                  <p:nvPr/>
                </p:nvSpPr>
                <p:spPr>
                  <a:xfrm>
                    <a:off x="3295275" y="2489053"/>
                    <a:ext cx="158483" cy="13196"/>
                  </a:xfrm>
                  <a:custGeom>
                    <a:rect b="b" l="l" r="r" t="t"/>
                    <a:pathLst>
                      <a:path extrusionOk="0" h="390" w="4684">
                        <a:moveTo>
                          <a:pt x="0" y="0"/>
                        </a:moveTo>
                        <a:lnTo>
                          <a:pt x="0" y="389"/>
                        </a:lnTo>
                        <a:lnTo>
                          <a:pt x="4684" y="389"/>
                        </a:lnTo>
                        <a:lnTo>
                          <a:pt x="4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1"/>
                  <p:cNvSpPr/>
                  <p:nvPr/>
                </p:nvSpPr>
                <p:spPr>
                  <a:xfrm>
                    <a:off x="3470713" y="2489053"/>
                    <a:ext cx="251394" cy="13196"/>
                  </a:xfrm>
                  <a:custGeom>
                    <a:rect b="b" l="l" r="r" t="t"/>
                    <a:pathLst>
                      <a:path extrusionOk="0" h="390" w="743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7429" y="389"/>
                        </a:lnTo>
                        <a:lnTo>
                          <a:pt x="742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" name="Google Shape;112;p1"/>
                  <p:cNvSpPr/>
                  <p:nvPr/>
                </p:nvSpPr>
                <p:spPr>
                  <a:xfrm>
                    <a:off x="3730911" y="2489053"/>
                    <a:ext cx="73997" cy="13196"/>
                  </a:xfrm>
                  <a:custGeom>
                    <a:rect b="b" l="l" r="r" t="t"/>
                    <a:pathLst>
                      <a:path extrusionOk="0" h="390" w="2187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2187" y="389"/>
                        </a:lnTo>
                        <a:lnTo>
                          <a:pt x="218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" name="Google Shape;113;p1"/>
                  <p:cNvSpPr/>
                  <p:nvPr/>
                </p:nvSpPr>
                <p:spPr>
                  <a:xfrm>
                    <a:off x="3594485" y="2521130"/>
                    <a:ext cx="192487" cy="12959"/>
                  </a:xfrm>
                  <a:custGeom>
                    <a:rect b="b" l="l" r="r" t="t"/>
                    <a:pathLst>
                      <a:path extrusionOk="0" h="383" w="568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" name="Google Shape;114;p1"/>
                  <p:cNvSpPr/>
                  <p:nvPr/>
                </p:nvSpPr>
                <p:spPr>
                  <a:xfrm>
                    <a:off x="3264146" y="2521130"/>
                    <a:ext cx="31162" cy="12959"/>
                  </a:xfrm>
                  <a:custGeom>
                    <a:rect b="b" l="l" r="r" t="t"/>
                    <a:pathLst>
                      <a:path extrusionOk="0" h="383" w="921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" name="Google Shape;115;p1"/>
                  <p:cNvSpPr/>
                  <p:nvPr/>
                </p:nvSpPr>
                <p:spPr>
                  <a:xfrm>
                    <a:off x="3308200" y="2521130"/>
                    <a:ext cx="150600" cy="12959"/>
                  </a:xfrm>
                  <a:custGeom>
                    <a:rect b="b" l="l" r="r" t="t"/>
                    <a:pathLst>
                      <a:path extrusionOk="0" h="383" w="4451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" name="Google Shape;116;p1"/>
                  <p:cNvSpPr/>
                  <p:nvPr/>
                </p:nvSpPr>
                <p:spPr>
                  <a:xfrm>
                    <a:off x="3468819" y="2521130"/>
                    <a:ext cx="98629" cy="12959"/>
                  </a:xfrm>
                  <a:custGeom>
                    <a:rect b="b" l="l" r="r" t="t"/>
                    <a:pathLst>
                      <a:path extrusionOk="0" h="383" w="291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" name="Google Shape;117;p1"/>
                  <p:cNvSpPr/>
                  <p:nvPr/>
                </p:nvSpPr>
                <p:spPr>
                  <a:xfrm>
                    <a:off x="3368055" y="2552969"/>
                    <a:ext cx="29944" cy="12959"/>
                  </a:xfrm>
                  <a:custGeom>
                    <a:rect b="b" l="l" r="r" t="t"/>
                    <a:pathLst>
                      <a:path extrusionOk="0" h="383" w="88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1"/>
                  <p:cNvSpPr/>
                  <p:nvPr/>
                </p:nvSpPr>
                <p:spPr>
                  <a:xfrm>
                    <a:off x="3264146" y="2552969"/>
                    <a:ext cx="91016" cy="12959"/>
                  </a:xfrm>
                  <a:custGeom>
                    <a:rect b="b" l="l" r="r" t="t"/>
                    <a:pathLst>
                      <a:path extrusionOk="0" h="383" w="269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1"/>
                  <p:cNvSpPr/>
                  <p:nvPr/>
                </p:nvSpPr>
                <p:spPr>
                  <a:xfrm>
                    <a:off x="3407779" y="2552969"/>
                    <a:ext cx="28049" cy="12959"/>
                  </a:xfrm>
                  <a:custGeom>
                    <a:rect b="b" l="l" r="r" t="t"/>
                    <a:pathLst>
                      <a:path extrusionOk="0" h="383" w="82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1"/>
                  <p:cNvSpPr/>
                  <p:nvPr/>
                </p:nvSpPr>
                <p:spPr>
                  <a:xfrm>
                    <a:off x="3445844" y="2552969"/>
                    <a:ext cx="122584" cy="12959"/>
                  </a:xfrm>
                  <a:custGeom>
                    <a:rect b="b" l="l" r="r" t="t"/>
                    <a:pathLst>
                      <a:path extrusionOk="0" h="383" w="3623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1"/>
                  <p:cNvSpPr/>
                  <p:nvPr/>
                </p:nvSpPr>
                <p:spPr>
                  <a:xfrm>
                    <a:off x="3585383" y="2552969"/>
                    <a:ext cx="55794" cy="12959"/>
                  </a:xfrm>
                  <a:custGeom>
                    <a:rect b="b" l="l" r="r" t="t"/>
                    <a:pathLst>
                      <a:path extrusionOk="0" h="383" w="1649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" name="Google Shape;122;p1"/>
                  <p:cNvSpPr/>
                  <p:nvPr/>
                </p:nvSpPr>
                <p:spPr>
                  <a:xfrm>
                    <a:off x="3664153" y="2552969"/>
                    <a:ext cx="56978" cy="12959"/>
                  </a:xfrm>
                  <a:custGeom>
                    <a:rect b="b" l="l" r="r" t="t"/>
                    <a:pathLst>
                      <a:path extrusionOk="0" h="383" w="1684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" name="Google Shape;123;p1"/>
                  <p:cNvSpPr/>
                  <p:nvPr/>
                </p:nvSpPr>
                <p:spPr>
                  <a:xfrm>
                    <a:off x="3748878" y="2552969"/>
                    <a:ext cx="38098" cy="12959"/>
                  </a:xfrm>
                  <a:custGeom>
                    <a:rect b="b" l="l" r="r" t="t"/>
                    <a:pathLst>
                      <a:path extrusionOk="0" h="383" w="1126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" name="Google Shape;124;p1"/>
                  <p:cNvSpPr/>
                  <p:nvPr/>
                </p:nvSpPr>
                <p:spPr>
                  <a:xfrm>
                    <a:off x="3623211" y="2584809"/>
                    <a:ext cx="61072" cy="11978"/>
                  </a:xfrm>
                  <a:custGeom>
                    <a:rect b="b" l="l" r="r" t="t"/>
                    <a:pathLst>
                      <a:path extrusionOk="0" h="354" w="1805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1804" y="354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" name="Google Shape;125;p1"/>
                  <p:cNvSpPr/>
                  <p:nvPr/>
                </p:nvSpPr>
                <p:spPr>
                  <a:xfrm>
                    <a:off x="3264146" y="2584809"/>
                    <a:ext cx="33091" cy="11978"/>
                  </a:xfrm>
                  <a:custGeom>
                    <a:rect b="b" l="l" r="r" t="t"/>
                    <a:pathLst>
                      <a:path extrusionOk="0" h="354" w="978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977" y="354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" name="Google Shape;126;p1"/>
                  <p:cNvSpPr/>
                  <p:nvPr/>
                </p:nvSpPr>
                <p:spPr>
                  <a:xfrm>
                    <a:off x="3320178" y="2584809"/>
                    <a:ext cx="154660" cy="11978"/>
                  </a:xfrm>
                  <a:custGeom>
                    <a:rect b="b" l="l" r="r" t="t"/>
                    <a:pathLst>
                      <a:path extrusionOk="0" h="354" w="4571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4570" y="354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" name="Google Shape;127;p1"/>
                  <p:cNvSpPr/>
                  <p:nvPr/>
                </p:nvSpPr>
                <p:spPr>
                  <a:xfrm>
                    <a:off x="3497545" y="2584809"/>
                    <a:ext cx="32109" cy="11978"/>
                  </a:xfrm>
                  <a:custGeom>
                    <a:rect b="b" l="l" r="r" t="t"/>
                    <a:pathLst>
                      <a:path extrusionOk="0" h="354" w="949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948" y="354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8" name="Google Shape;128;p1"/>
                  <p:cNvSpPr/>
                  <p:nvPr/>
                </p:nvSpPr>
                <p:spPr>
                  <a:xfrm>
                    <a:off x="3544442" y="2584809"/>
                    <a:ext cx="50076" cy="11978"/>
                  </a:xfrm>
                  <a:custGeom>
                    <a:rect b="b" l="l" r="r" t="t"/>
                    <a:pathLst>
                      <a:path extrusionOk="0" h="354" w="148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1479" y="354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" name="Google Shape;129;p1"/>
                  <p:cNvSpPr/>
                  <p:nvPr/>
                </p:nvSpPr>
                <p:spPr>
                  <a:xfrm>
                    <a:off x="3714162" y="2584809"/>
                    <a:ext cx="75689" cy="11978"/>
                  </a:xfrm>
                  <a:custGeom>
                    <a:rect b="b" l="l" r="r" t="t"/>
                    <a:pathLst>
                      <a:path extrusionOk="0" h="354" w="2237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2236" y="354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" name="Google Shape;130;p1"/>
                  <p:cNvSpPr/>
                  <p:nvPr/>
                </p:nvSpPr>
                <p:spPr>
                  <a:xfrm>
                    <a:off x="3264146" y="2612791"/>
                    <a:ext cx="87903" cy="12959"/>
                  </a:xfrm>
                  <a:custGeom>
                    <a:rect b="b" l="l" r="r" t="t"/>
                    <a:pathLst>
                      <a:path extrusionOk="0" h="383" w="2598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1" name="Google Shape;131;p1"/>
                  <p:cNvSpPr/>
                  <p:nvPr/>
                </p:nvSpPr>
                <p:spPr>
                  <a:xfrm>
                    <a:off x="3368055" y="2612791"/>
                    <a:ext cx="147453" cy="12959"/>
                  </a:xfrm>
                  <a:custGeom>
                    <a:rect b="b" l="l" r="r" t="t"/>
                    <a:pathLst>
                      <a:path extrusionOk="0" h="383" w="4358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" name="Google Shape;132;p1"/>
                  <p:cNvSpPr/>
                  <p:nvPr/>
                </p:nvSpPr>
                <p:spPr>
                  <a:xfrm>
                    <a:off x="3532498" y="2612791"/>
                    <a:ext cx="172592" cy="12959"/>
                  </a:xfrm>
                  <a:custGeom>
                    <a:rect b="b" l="l" r="r" t="t"/>
                    <a:pathLst>
                      <a:path extrusionOk="0" h="383" w="5101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" name="Google Shape;133;p1"/>
                  <p:cNvSpPr/>
                  <p:nvPr/>
                </p:nvSpPr>
                <p:spPr>
                  <a:xfrm>
                    <a:off x="3723027" y="2612791"/>
                    <a:ext cx="65843" cy="12959"/>
                  </a:xfrm>
                  <a:custGeom>
                    <a:rect b="b" l="l" r="r" t="t"/>
                    <a:pathLst>
                      <a:path extrusionOk="0" h="383" w="1946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" name="Google Shape;134;p1"/>
                  <p:cNvSpPr/>
                  <p:nvPr/>
                </p:nvSpPr>
                <p:spPr>
                  <a:xfrm>
                    <a:off x="3503534" y="2644630"/>
                    <a:ext cx="20132" cy="13196"/>
                  </a:xfrm>
                  <a:custGeom>
                    <a:rect b="b" l="l" r="r" t="t"/>
                    <a:pathLst>
                      <a:path extrusionOk="0" h="390" w="595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94" y="390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" name="Google Shape;135;p1"/>
                  <p:cNvSpPr/>
                  <p:nvPr/>
                </p:nvSpPr>
                <p:spPr>
                  <a:xfrm>
                    <a:off x="3563356" y="2644630"/>
                    <a:ext cx="9135" cy="13196"/>
                  </a:xfrm>
                  <a:custGeom>
                    <a:rect b="b" l="l" r="r" t="t"/>
                    <a:pathLst>
                      <a:path extrusionOk="0" h="390" w="27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70" y="390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" name="Google Shape;136;p1"/>
                  <p:cNvSpPr/>
                  <p:nvPr/>
                </p:nvSpPr>
                <p:spPr>
                  <a:xfrm>
                    <a:off x="3581323" y="2644630"/>
                    <a:ext cx="157773" cy="13196"/>
                  </a:xfrm>
                  <a:custGeom>
                    <a:rect b="b" l="l" r="r" t="t"/>
                    <a:pathLst>
                      <a:path extrusionOk="0" h="390" w="4663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4662" y="390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7" name="Google Shape;137;p1"/>
                  <p:cNvSpPr/>
                  <p:nvPr/>
                </p:nvSpPr>
                <p:spPr>
                  <a:xfrm>
                    <a:off x="3758927" y="2644630"/>
                    <a:ext cx="45982" cy="13196"/>
                  </a:xfrm>
                  <a:custGeom>
                    <a:rect b="b" l="l" r="r" t="t"/>
                    <a:pathLst>
                      <a:path extrusionOk="0" h="390" w="1359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1359" y="390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" name="Google Shape;138;p1"/>
                  <p:cNvSpPr/>
                  <p:nvPr/>
                </p:nvSpPr>
                <p:spPr>
                  <a:xfrm>
                    <a:off x="3532498" y="2644630"/>
                    <a:ext cx="18914" cy="13196"/>
                  </a:xfrm>
                  <a:custGeom>
                    <a:rect b="b" l="l" r="r" t="t"/>
                    <a:pathLst>
                      <a:path extrusionOk="0" h="390" w="559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59" y="390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" name="Google Shape;139;p1"/>
                  <p:cNvSpPr/>
                  <p:nvPr/>
                </p:nvSpPr>
                <p:spPr>
                  <a:xfrm>
                    <a:off x="3412786" y="2644630"/>
                    <a:ext cx="83809" cy="13196"/>
                  </a:xfrm>
                  <a:custGeom>
                    <a:rect b="b" l="l" r="r" t="t"/>
                    <a:pathLst>
                      <a:path extrusionOk="0" h="390" w="2477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477" y="390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" name="Google Shape;140;p1"/>
                  <p:cNvSpPr/>
                  <p:nvPr/>
                </p:nvSpPr>
                <p:spPr>
                  <a:xfrm>
                    <a:off x="3292162" y="2644630"/>
                    <a:ext cx="110843" cy="13196"/>
                  </a:xfrm>
                  <a:custGeom>
                    <a:rect b="b" l="l" r="r" t="t"/>
                    <a:pathLst>
                      <a:path extrusionOk="0" h="390" w="3276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3276" y="390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" name="Google Shape;141;p1"/>
                  <p:cNvSpPr/>
                  <p:nvPr/>
                </p:nvSpPr>
                <p:spPr>
                  <a:xfrm>
                    <a:off x="3264146" y="2644630"/>
                    <a:ext cx="19184" cy="13196"/>
                  </a:xfrm>
                  <a:custGeom>
                    <a:rect b="b" l="l" r="r" t="t"/>
                    <a:pathLst>
                      <a:path extrusionOk="0" h="390" w="567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567" y="390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" name="Google Shape;142;p1"/>
                  <p:cNvSpPr/>
                  <p:nvPr/>
                </p:nvSpPr>
                <p:spPr>
                  <a:xfrm>
                    <a:off x="3264146" y="2676707"/>
                    <a:ext cx="16072" cy="12011"/>
                  </a:xfrm>
                  <a:custGeom>
                    <a:rect b="b" l="l" r="r" t="t"/>
                    <a:pathLst>
                      <a:path extrusionOk="0" h="355" w="475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475" y="354"/>
                        </a:lnTo>
                        <a:lnTo>
                          <a:pt x="47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" name="Google Shape;143;p1"/>
                  <p:cNvSpPr/>
                  <p:nvPr/>
                </p:nvSpPr>
                <p:spPr>
                  <a:xfrm>
                    <a:off x="3295275" y="2676707"/>
                    <a:ext cx="158483" cy="12011"/>
                  </a:xfrm>
                  <a:custGeom>
                    <a:rect b="b" l="l" r="r" t="t"/>
                    <a:pathLst>
                      <a:path extrusionOk="0" h="355" w="4684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84" y="354"/>
                        </a:lnTo>
                        <a:lnTo>
                          <a:pt x="468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" name="Google Shape;144;p1"/>
                  <p:cNvSpPr/>
                  <p:nvPr/>
                </p:nvSpPr>
                <p:spPr>
                  <a:xfrm>
                    <a:off x="3470713" y="2676707"/>
                    <a:ext cx="251394" cy="12011"/>
                  </a:xfrm>
                  <a:custGeom>
                    <a:rect b="b" l="l" r="r" t="t"/>
                    <a:pathLst>
                      <a:path extrusionOk="0" h="355" w="743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7429" y="354"/>
                        </a:lnTo>
                        <a:lnTo>
                          <a:pt x="742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" name="Google Shape;145;p1"/>
                  <p:cNvSpPr/>
                  <p:nvPr/>
                </p:nvSpPr>
                <p:spPr>
                  <a:xfrm>
                    <a:off x="3730911" y="2676707"/>
                    <a:ext cx="73997" cy="12011"/>
                  </a:xfrm>
                  <a:custGeom>
                    <a:rect b="b" l="l" r="r" t="t"/>
                    <a:pathLst>
                      <a:path extrusionOk="0" h="355" w="2187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187" y="354"/>
                        </a:lnTo>
                        <a:lnTo>
                          <a:pt x="21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" name="Google Shape;146;p1"/>
                  <p:cNvSpPr/>
                  <p:nvPr/>
                </p:nvSpPr>
                <p:spPr>
                  <a:xfrm>
                    <a:off x="3594485" y="2707599"/>
                    <a:ext cx="192487" cy="12959"/>
                  </a:xfrm>
                  <a:custGeom>
                    <a:rect b="b" l="l" r="r" t="t"/>
                    <a:pathLst>
                      <a:path extrusionOk="0" h="383" w="568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" name="Google Shape;147;p1"/>
                  <p:cNvSpPr/>
                  <p:nvPr/>
                </p:nvSpPr>
                <p:spPr>
                  <a:xfrm>
                    <a:off x="3264146" y="2707599"/>
                    <a:ext cx="31162" cy="12959"/>
                  </a:xfrm>
                  <a:custGeom>
                    <a:rect b="b" l="l" r="r" t="t"/>
                    <a:pathLst>
                      <a:path extrusionOk="0" h="383" w="921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" name="Google Shape;148;p1"/>
                  <p:cNvSpPr/>
                  <p:nvPr/>
                </p:nvSpPr>
                <p:spPr>
                  <a:xfrm>
                    <a:off x="3308200" y="2707599"/>
                    <a:ext cx="150600" cy="12959"/>
                  </a:xfrm>
                  <a:custGeom>
                    <a:rect b="b" l="l" r="r" t="t"/>
                    <a:pathLst>
                      <a:path extrusionOk="0" h="383" w="4451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" name="Google Shape;149;p1"/>
                  <p:cNvSpPr/>
                  <p:nvPr/>
                </p:nvSpPr>
                <p:spPr>
                  <a:xfrm>
                    <a:off x="3468819" y="2707599"/>
                    <a:ext cx="98629" cy="12959"/>
                  </a:xfrm>
                  <a:custGeom>
                    <a:rect b="b" l="l" r="r" t="t"/>
                    <a:pathLst>
                      <a:path extrusionOk="0" h="383" w="291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" name="Google Shape;150;p1"/>
                  <p:cNvSpPr/>
                  <p:nvPr/>
                </p:nvSpPr>
                <p:spPr>
                  <a:xfrm>
                    <a:off x="3368055" y="2739438"/>
                    <a:ext cx="29944" cy="12959"/>
                  </a:xfrm>
                  <a:custGeom>
                    <a:rect b="b" l="l" r="r" t="t"/>
                    <a:pathLst>
                      <a:path extrusionOk="0" h="383" w="88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" name="Google Shape;151;p1"/>
                  <p:cNvSpPr/>
                  <p:nvPr/>
                </p:nvSpPr>
                <p:spPr>
                  <a:xfrm>
                    <a:off x="3264146" y="2739438"/>
                    <a:ext cx="91016" cy="12959"/>
                  </a:xfrm>
                  <a:custGeom>
                    <a:rect b="b" l="l" r="r" t="t"/>
                    <a:pathLst>
                      <a:path extrusionOk="0" h="383" w="269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" name="Google Shape;152;p1"/>
                  <p:cNvSpPr/>
                  <p:nvPr/>
                </p:nvSpPr>
                <p:spPr>
                  <a:xfrm>
                    <a:off x="3407779" y="2739438"/>
                    <a:ext cx="28049" cy="12959"/>
                  </a:xfrm>
                  <a:custGeom>
                    <a:rect b="b" l="l" r="r" t="t"/>
                    <a:pathLst>
                      <a:path extrusionOk="0" h="383" w="82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" name="Google Shape;153;p1"/>
                  <p:cNvSpPr/>
                  <p:nvPr/>
                </p:nvSpPr>
                <p:spPr>
                  <a:xfrm>
                    <a:off x="3445844" y="2739438"/>
                    <a:ext cx="122584" cy="12959"/>
                  </a:xfrm>
                  <a:custGeom>
                    <a:rect b="b" l="l" r="r" t="t"/>
                    <a:pathLst>
                      <a:path extrusionOk="0" h="383" w="3623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" name="Google Shape;154;p1"/>
                  <p:cNvSpPr/>
                  <p:nvPr/>
                </p:nvSpPr>
                <p:spPr>
                  <a:xfrm>
                    <a:off x="3585383" y="2739438"/>
                    <a:ext cx="55794" cy="12959"/>
                  </a:xfrm>
                  <a:custGeom>
                    <a:rect b="b" l="l" r="r" t="t"/>
                    <a:pathLst>
                      <a:path extrusionOk="0" h="383" w="1649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" name="Google Shape;155;p1"/>
                  <p:cNvSpPr/>
                  <p:nvPr/>
                </p:nvSpPr>
                <p:spPr>
                  <a:xfrm>
                    <a:off x="3664153" y="2739438"/>
                    <a:ext cx="56978" cy="12959"/>
                  </a:xfrm>
                  <a:custGeom>
                    <a:rect b="b" l="l" r="r" t="t"/>
                    <a:pathLst>
                      <a:path extrusionOk="0" h="383" w="1684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" name="Google Shape;156;p1"/>
                  <p:cNvSpPr/>
                  <p:nvPr/>
                </p:nvSpPr>
                <p:spPr>
                  <a:xfrm>
                    <a:off x="3748878" y="2739438"/>
                    <a:ext cx="38098" cy="12959"/>
                  </a:xfrm>
                  <a:custGeom>
                    <a:rect b="b" l="l" r="r" t="t"/>
                    <a:pathLst>
                      <a:path extrusionOk="0" h="383" w="1126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" name="Google Shape;157;p1"/>
                  <p:cNvSpPr/>
                  <p:nvPr/>
                </p:nvSpPr>
                <p:spPr>
                  <a:xfrm>
                    <a:off x="3623211" y="2771515"/>
                    <a:ext cx="61072" cy="12959"/>
                  </a:xfrm>
                  <a:custGeom>
                    <a:rect b="b" l="l" r="r" t="t"/>
                    <a:pathLst>
                      <a:path extrusionOk="0" h="383" w="180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804" y="382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" name="Google Shape;158;p1"/>
                  <p:cNvSpPr/>
                  <p:nvPr/>
                </p:nvSpPr>
                <p:spPr>
                  <a:xfrm>
                    <a:off x="3264146" y="2771515"/>
                    <a:ext cx="33091" cy="12959"/>
                  </a:xfrm>
                  <a:custGeom>
                    <a:rect b="b" l="l" r="r" t="t"/>
                    <a:pathLst>
                      <a:path extrusionOk="0" h="383" w="978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77" y="382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" name="Google Shape;159;p1"/>
                  <p:cNvSpPr/>
                  <p:nvPr/>
                </p:nvSpPr>
                <p:spPr>
                  <a:xfrm>
                    <a:off x="3320178" y="2771515"/>
                    <a:ext cx="154660" cy="12959"/>
                  </a:xfrm>
                  <a:custGeom>
                    <a:rect b="b" l="l" r="r" t="t"/>
                    <a:pathLst>
                      <a:path extrusionOk="0" h="383" w="4571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570" y="382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" name="Google Shape;160;p1"/>
                  <p:cNvSpPr/>
                  <p:nvPr/>
                </p:nvSpPr>
                <p:spPr>
                  <a:xfrm>
                    <a:off x="3497545" y="2771515"/>
                    <a:ext cx="32109" cy="12959"/>
                  </a:xfrm>
                  <a:custGeom>
                    <a:rect b="b" l="l" r="r" t="t"/>
                    <a:pathLst>
                      <a:path extrusionOk="0" h="383" w="94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948" y="382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" name="Google Shape;161;p1"/>
                  <p:cNvSpPr/>
                  <p:nvPr/>
                </p:nvSpPr>
                <p:spPr>
                  <a:xfrm>
                    <a:off x="3544442" y="2771515"/>
                    <a:ext cx="50076" cy="12959"/>
                  </a:xfrm>
                  <a:custGeom>
                    <a:rect b="b" l="l" r="r" t="t"/>
                    <a:pathLst>
                      <a:path extrusionOk="0" h="383" w="148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479" y="382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2" name="Google Shape;162;p1"/>
                  <p:cNvSpPr/>
                  <p:nvPr/>
                </p:nvSpPr>
                <p:spPr>
                  <a:xfrm>
                    <a:off x="3714162" y="2771515"/>
                    <a:ext cx="75689" cy="12959"/>
                  </a:xfrm>
                  <a:custGeom>
                    <a:rect b="b" l="l" r="r" t="t"/>
                    <a:pathLst>
                      <a:path extrusionOk="0" h="383" w="2237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236" y="382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3" name="Google Shape;163;p1"/>
                <p:cNvGrpSpPr/>
                <p:nvPr/>
              </p:nvGrpSpPr>
              <p:grpSpPr>
                <a:xfrm>
                  <a:off x="3023938" y="2911749"/>
                  <a:ext cx="215463" cy="293253"/>
                  <a:chOff x="2902238" y="2671699"/>
                  <a:chExt cx="215463" cy="293253"/>
                </a:xfrm>
              </p:grpSpPr>
              <p:sp>
                <p:nvSpPr>
                  <p:cNvPr id="164" name="Google Shape;164;p1"/>
                  <p:cNvSpPr/>
                  <p:nvPr/>
                </p:nvSpPr>
                <p:spPr>
                  <a:xfrm>
                    <a:off x="2935024" y="2671699"/>
                    <a:ext cx="84994" cy="134799"/>
                  </a:xfrm>
                  <a:custGeom>
                    <a:rect b="b" l="l" r="r" t="t"/>
                    <a:pathLst>
                      <a:path extrusionOk="0" h="3984" w="2512">
                        <a:moveTo>
                          <a:pt x="1" y="0"/>
                        </a:moveTo>
                        <a:cubicBezTo>
                          <a:pt x="36" y="57"/>
                          <a:pt x="1" y="382"/>
                          <a:pt x="1" y="474"/>
                        </a:cubicBezTo>
                        <a:cubicBezTo>
                          <a:pt x="36" y="651"/>
                          <a:pt x="36" y="828"/>
                          <a:pt x="93" y="969"/>
                        </a:cubicBezTo>
                        <a:cubicBezTo>
                          <a:pt x="149" y="1323"/>
                          <a:pt x="269" y="1648"/>
                          <a:pt x="418" y="1945"/>
                        </a:cubicBezTo>
                        <a:cubicBezTo>
                          <a:pt x="743" y="2561"/>
                          <a:pt x="1210" y="3127"/>
                          <a:pt x="1713" y="3566"/>
                        </a:cubicBezTo>
                        <a:cubicBezTo>
                          <a:pt x="1861" y="3714"/>
                          <a:pt x="2010" y="3834"/>
                          <a:pt x="2187" y="3919"/>
                        </a:cubicBezTo>
                        <a:cubicBezTo>
                          <a:pt x="2210" y="3919"/>
                          <a:pt x="2299" y="3984"/>
                          <a:pt x="2360" y="3984"/>
                        </a:cubicBezTo>
                        <a:cubicBezTo>
                          <a:pt x="2372" y="3984"/>
                          <a:pt x="2383" y="3982"/>
                          <a:pt x="2392" y="3976"/>
                        </a:cubicBezTo>
                        <a:cubicBezTo>
                          <a:pt x="2512" y="3863"/>
                          <a:pt x="2420" y="3332"/>
                          <a:pt x="2420" y="3212"/>
                        </a:cubicBezTo>
                        <a:cubicBezTo>
                          <a:pt x="2363" y="2886"/>
                          <a:pt x="2271" y="2596"/>
                          <a:pt x="2123" y="2327"/>
                        </a:cubicBezTo>
                        <a:cubicBezTo>
                          <a:pt x="1889" y="1854"/>
                          <a:pt x="1564" y="1358"/>
                          <a:pt x="1210" y="969"/>
                        </a:cubicBezTo>
                        <a:cubicBezTo>
                          <a:pt x="828" y="615"/>
                          <a:pt x="326" y="410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5" name="Google Shape;165;p1"/>
                  <p:cNvSpPr/>
                  <p:nvPr/>
                </p:nvSpPr>
                <p:spPr>
                  <a:xfrm>
                    <a:off x="2961112" y="2712606"/>
                    <a:ext cx="77821" cy="203484"/>
                  </a:xfrm>
                  <a:custGeom>
                    <a:rect b="b" l="l" r="r" t="t"/>
                    <a:pathLst>
                      <a:path extrusionOk="0" h="6014" w="2300">
                        <a:moveTo>
                          <a:pt x="29" y="1"/>
                        </a:moveTo>
                        <a:cubicBezTo>
                          <a:pt x="1" y="29"/>
                          <a:pt x="1" y="29"/>
                          <a:pt x="29" y="57"/>
                        </a:cubicBezTo>
                        <a:cubicBezTo>
                          <a:pt x="1387" y="1706"/>
                          <a:pt x="2180" y="3828"/>
                          <a:pt x="2236" y="5986"/>
                        </a:cubicBezTo>
                        <a:lnTo>
                          <a:pt x="2272" y="6014"/>
                        </a:lnTo>
                        <a:cubicBezTo>
                          <a:pt x="2300" y="6014"/>
                          <a:pt x="2300" y="5986"/>
                          <a:pt x="2300" y="5986"/>
                        </a:cubicBezTo>
                        <a:cubicBezTo>
                          <a:pt x="2236" y="3800"/>
                          <a:pt x="1444" y="1677"/>
                          <a:pt x="57" y="29"/>
                        </a:cubicBezTo>
                        <a:cubicBezTo>
                          <a:pt x="57" y="1"/>
                          <a:pt x="29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6" name="Google Shape;166;p1"/>
                  <p:cNvSpPr/>
                  <p:nvPr/>
                </p:nvSpPr>
                <p:spPr>
                  <a:xfrm>
                    <a:off x="2902238" y="2798786"/>
                    <a:ext cx="124750" cy="41448"/>
                  </a:xfrm>
                  <a:custGeom>
                    <a:rect b="b" l="l" r="r" t="t"/>
                    <a:pathLst>
                      <a:path extrusionOk="0" h="1225" w="3687">
                        <a:moveTo>
                          <a:pt x="1741" y="1"/>
                        </a:moveTo>
                        <a:cubicBezTo>
                          <a:pt x="1564" y="1"/>
                          <a:pt x="1387" y="15"/>
                          <a:pt x="1210" y="43"/>
                        </a:cubicBezTo>
                        <a:cubicBezTo>
                          <a:pt x="793" y="107"/>
                          <a:pt x="411" y="192"/>
                          <a:pt x="0" y="312"/>
                        </a:cubicBezTo>
                        <a:cubicBezTo>
                          <a:pt x="206" y="666"/>
                          <a:pt x="559" y="899"/>
                          <a:pt x="941" y="1048"/>
                        </a:cubicBezTo>
                        <a:cubicBezTo>
                          <a:pt x="1267" y="1168"/>
                          <a:pt x="1620" y="1224"/>
                          <a:pt x="1946" y="1224"/>
                        </a:cubicBezTo>
                        <a:cubicBezTo>
                          <a:pt x="2384" y="1224"/>
                          <a:pt x="2822" y="1133"/>
                          <a:pt x="3255" y="1133"/>
                        </a:cubicBezTo>
                        <a:cubicBezTo>
                          <a:pt x="3318" y="1133"/>
                          <a:pt x="3382" y="1135"/>
                          <a:pt x="3446" y="1139"/>
                        </a:cubicBezTo>
                        <a:cubicBezTo>
                          <a:pt x="3538" y="1139"/>
                          <a:pt x="3622" y="1139"/>
                          <a:pt x="3686" y="1196"/>
                        </a:cubicBezTo>
                        <a:cubicBezTo>
                          <a:pt x="3594" y="927"/>
                          <a:pt x="3417" y="666"/>
                          <a:pt x="3212" y="460"/>
                        </a:cubicBezTo>
                        <a:cubicBezTo>
                          <a:pt x="2950" y="220"/>
                          <a:pt x="2625" y="107"/>
                          <a:pt x="2271" y="43"/>
                        </a:cubicBezTo>
                        <a:cubicBezTo>
                          <a:pt x="2094" y="15"/>
                          <a:pt x="1917" y="1"/>
                          <a:pt x="1741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7" name="Google Shape;167;p1"/>
                  <p:cNvSpPr/>
                  <p:nvPr/>
                </p:nvSpPr>
                <p:spPr>
                  <a:xfrm>
                    <a:off x="2943179" y="2817362"/>
                    <a:ext cx="83809" cy="21925"/>
                  </a:xfrm>
                  <a:custGeom>
                    <a:rect b="b" l="l" r="r" t="t"/>
                    <a:pathLst>
                      <a:path extrusionOk="0" h="648" w="2477">
                        <a:moveTo>
                          <a:pt x="938" y="1"/>
                        </a:moveTo>
                        <a:cubicBezTo>
                          <a:pt x="641" y="1"/>
                          <a:pt x="333" y="35"/>
                          <a:pt x="28" y="60"/>
                        </a:cubicBezTo>
                        <a:cubicBezTo>
                          <a:pt x="28" y="60"/>
                          <a:pt x="0" y="60"/>
                          <a:pt x="0" y="88"/>
                        </a:cubicBezTo>
                        <a:lnTo>
                          <a:pt x="28" y="117"/>
                        </a:lnTo>
                        <a:cubicBezTo>
                          <a:pt x="330" y="97"/>
                          <a:pt x="635" y="61"/>
                          <a:pt x="929" y="61"/>
                        </a:cubicBezTo>
                        <a:cubicBezTo>
                          <a:pt x="1063" y="61"/>
                          <a:pt x="1195" y="68"/>
                          <a:pt x="1323" y="88"/>
                        </a:cubicBezTo>
                        <a:cubicBezTo>
                          <a:pt x="1769" y="145"/>
                          <a:pt x="2151" y="322"/>
                          <a:pt x="2412" y="619"/>
                        </a:cubicBezTo>
                        <a:lnTo>
                          <a:pt x="2448" y="647"/>
                        </a:lnTo>
                        <a:cubicBezTo>
                          <a:pt x="2448" y="647"/>
                          <a:pt x="2476" y="647"/>
                          <a:pt x="2476" y="619"/>
                        </a:cubicBezTo>
                        <a:lnTo>
                          <a:pt x="2476" y="590"/>
                        </a:lnTo>
                        <a:cubicBezTo>
                          <a:pt x="2179" y="293"/>
                          <a:pt x="1797" y="88"/>
                          <a:pt x="1323" y="25"/>
                        </a:cubicBezTo>
                        <a:cubicBezTo>
                          <a:pt x="1198" y="7"/>
                          <a:pt x="1069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" name="Google Shape;168;p1"/>
                  <p:cNvSpPr/>
                  <p:nvPr/>
                </p:nvSpPr>
                <p:spPr>
                  <a:xfrm>
                    <a:off x="3041777" y="2741570"/>
                    <a:ext cx="60835" cy="126678"/>
                  </a:xfrm>
                  <a:custGeom>
                    <a:rect b="b" l="l" r="r" t="t"/>
                    <a:pathLst>
                      <a:path extrusionOk="0" h="3744" w="1798">
                        <a:moveTo>
                          <a:pt x="1387" y="1"/>
                        </a:moveTo>
                        <a:cubicBezTo>
                          <a:pt x="1267" y="319"/>
                          <a:pt x="1062" y="616"/>
                          <a:pt x="828" y="885"/>
                        </a:cubicBezTo>
                        <a:cubicBezTo>
                          <a:pt x="652" y="1062"/>
                          <a:pt x="531" y="1203"/>
                          <a:pt x="383" y="1416"/>
                        </a:cubicBezTo>
                        <a:cubicBezTo>
                          <a:pt x="270" y="1621"/>
                          <a:pt x="206" y="1883"/>
                          <a:pt x="149" y="2151"/>
                        </a:cubicBezTo>
                        <a:cubicBezTo>
                          <a:pt x="93" y="2413"/>
                          <a:pt x="64" y="2710"/>
                          <a:pt x="64" y="2972"/>
                        </a:cubicBezTo>
                        <a:cubicBezTo>
                          <a:pt x="29" y="3213"/>
                          <a:pt x="1" y="3474"/>
                          <a:pt x="149" y="3679"/>
                        </a:cubicBezTo>
                        <a:cubicBezTo>
                          <a:pt x="178" y="3715"/>
                          <a:pt x="206" y="3743"/>
                          <a:pt x="241" y="3743"/>
                        </a:cubicBezTo>
                        <a:cubicBezTo>
                          <a:pt x="270" y="3743"/>
                          <a:pt x="298" y="3715"/>
                          <a:pt x="326" y="3679"/>
                        </a:cubicBezTo>
                        <a:cubicBezTo>
                          <a:pt x="503" y="3503"/>
                          <a:pt x="623" y="3297"/>
                          <a:pt x="736" y="3064"/>
                        </a:cubicBezTo>
                        <a:cubicBezTo>
                          <a:pt x="857" y="2887"/>
                          <a:pt x="913" y="2710"/>
                          <a:pt x="1005" y="2533"/>
                        </a:cubicBezTo>
                        <a:cubicBezTo>
                          <a:pt x="1182" y="2300"/>
                          <a:pt x="1416" y="2059"/>
                          <a:pt x="1592" y="1826"/>
                        </a:cubicBezTo>
                        <a:cubicBezTo>
                          <a:pt x="1656" y="1734"/>
                          <a:pt x="1684" y="1649"/>
                          <a:pt x="1713" y="1557"/>
                        </a:cubicBezTo>
                        <a:cubicBezTo>
                          <a:pt x="1798" y="1295"/>
                          <a:pt x="1798" y="1027"/>
                          <a:pt x="1713" y="765"/>
                        </a:cubicBezTo>
                        <a:cubicBezTo>
                          <a:pt x="1656" y="496"/>
                          <a:pt x="1536" y="234"/>
                          <a:pt x="1387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9" name="Google Shape;169;p1"/>
                  <p:cNvSpPr/>
                  <p:nvPr/>
                </p:nvSpPr>
                <p:spPr>
                  <a:xfrm>
                    <a:off x="3041777" y="2793508"/>
                    <a:ext cx="28049" cy="111588"/>
                  </a:xfrm>
                  <a:custGeom>
                    <a:rect b="b" l="l" r="r" t="t"/>
                    <a:pathLst>
                      <a:path extrusionOk="0" h="3298" w="829">
                        <a:moveTo>
                          <a:pt x="800" y="1"/>
                        </a:moveTo>
                        <a:cubicBezTo>
                          <a:pt x="793" y="1"/>
                          <a:pt x="786" y="8"/>
                          <a:pt x="772" y="22"/>
                        </a:cubicBezTo>
                        <a:cubicBezTo>
                          <a:pt x="475" y="496"/>
                          <a:pt x="298" y="1083"/>
                          <a:pt x="241" y="1649"/>
                        </a:cubicBezTo>
                        <a:cubicBezTo>
                          <a:pt x="206" y="1826"/>
                          <a:pt x="178" y="2003"/>
                          <a:pt x="149" y="2180"/>
                        </a:cubicBezTo>
                        <a:cubicBezTo>
                          <a:pt x="93" y="2534"/>
                          <a:pt x="1" y="2887"/>
                          <a:pt x="64" y="3269"/>
                        </a:cubicBezTo>
                        <a:cubicBezTo>
                          <a:pt x="64" y="3269"/>
                          <a:pt x="64" y="3298"/>
                          <a:pt x="93" y="3298"/>
                        </a:cubicBezTo>
                        <a:cubicBezTo>
                          <a:pt x="121" y="3298"/>
                          <a:pt x="121" y="3269"/>
                          <a:pt x="121" y="3269"/>
                        </a:cubicBezTo>
                        <a:cubicBezTo>
                          <a:pt x="64" y="2887"/>
                          <a:pt x="149" y="2534"/>
                          <a:pt x="206" y="2180"/>
                        </a:cubicBezTo>
                        <a:cubicBezTo>
                          <a:pt x="241" y="2003"/>
                          <a:pt x="270" y="1826"/>
                          <a:pt x="298" y="1649"/>
                        </a:cubicBezTo>
                        <a:cubicBezTo>
                          <a:pt x="354" y="1083"/>
                          <a:pt x="531" y="524"/>
                          <a:pt x="828" y="57"/>
                        </a:cubicBezTo>
                        <a:lnTo>
                          <a:pt x="828" y="22"/>
                        </a:lnTo>
                        <a:cubicBezTo>
                          <a:pt x="814" y="8"/>
                          <a:pt x="807" y="1"/>
                          <a:pt x="80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0" name="Google Shape;170;p1"/>
                  <p:cNvSpPr/>
                  <p:nvPr/>
                </p:nvSpPr>
                <p:spPr>
                  <a:xfrm>
                    <a:off x="2957052" y="2889974"/>
                    <a:ext cx="160649" cy="74978"/>
                  </a:xfrm>
                  <a:custGeom>
                    <a:rect b="b" l="l" r="r" t="t"/>
                    <a:pathLst>
                      <a:path extrusionOk="0" h="2216" w="4748">
                        <a:moveTo>
                          <a:pt x="0" y="1"/>
                        </a:moveTo>
                        <a:cubicBezTo>
                          <a:pt x="149" y="857"/>
                          <a:pt x="680" y="1741"/>
                          <a:pt x="1387" y="2187"/>
                        </a:cubicBezTo>
                        <a:cubicBezTo>
                          <a:pt x="1444" y="2215"/>
                          <a:pt x="1507" y="2215"/>
                          <a:pt x="1564" y="2215"/>
                        </a:cubicBezTo>
                        <a:lnTo>
                          <a:pt x="3184" y="2215"/>
                        </a:lnTo>
                        <a:cubicBezTo>
                          <a:pt x="3240" y="2215"/>
                          <a:pt x="3304" y="2215"/>
                          <a:pt x="3361" y="2187"/>
                        </a:cubicBezTo>
                        <a:cubicBezTo>
                          <a:pt x="4068" y="1741"/>
                          <a:pt x="4599" y="857"/>
                          <a:pt x="47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71" name="Google Shape;171;p1"/>
                <p:cNvGrpSpPr/>
                <p:nvPr/>
              </p:nvGrpSpPr>
              <p:grpSpPr>
                <a:xfrm>
                  <a:off x="4137001" y="3078323"/>
                  <a:ext cx="232450" cy="127628"/>
                  <a:chOff x="4015301" y="2838273"/>
                  <a:chExt cx="232450" cy="127628"/>
                </a:xfrm>
              </p:grpSpPr>
              <p:sp>
                <p:nvSpPr>
                  <p:cNvPr id="172" name="Google Shape;172;p1"/>
                  <p:cNvSpPr/>
                  <p:nvPr/>
                </p:nvSpPr>
                <p:spPr>
                  <a:xfrm>
                    <a:off x="4015301" y="2948882"/>
                    <a:ext cx="213533" cy="17019"/>
                  </a:xfrm>
                  <a:custGeom>
                    <a:rect b="b" l="l" r="r" t="t"/>
                    <a:pathLst>
                      <a:path extrusionOk="0" h="503" w="6311">
                        <a:moveTo>
                          <a:pt x="0" y="0"/>
                        </a:moveTo>
                        <a:lnTo>
                          <a:pt x="0" y="502"/>
                        </a:lnTo>
                        <a:lnTo>
                          <a:pt x="6310" y="502"/>
                        </a:lnTo>
                        <a:lnTo>
                          <a:pt x="631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3" name="Google Shape;173;p1"/>
                  <p:cNvSpPr/>
                  <p:nvPr/>
                </p:nvSpPr>
                <p:spPr>
                  <a:xfrm>
                    <a:off x="4130918" y="2838273"/>
                    <a:ext cx="101742" cy="111588"/>
                  </a:xfrm>
                  <a:custGeom>
                    <a:rect b="b" l="l" r="r" t="t"/>
                    <a:pathLst>
                      <a:path extrusionOk="0" h="3298" w="3007">
                        <a:moveTo>
                          <a:pt x="0" y="1"/>
                        </a:moveTo>
                        <a:lnTo>
                          <a:pt x="594" y="3297"/>
                        </a:lnTo>
                        <a:lnTo>
                          <a:pt x="2363" y="3297"/>
                        </a:lnTo>
                        <a:lnTo>
                          <a:pt x="30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4" name="Google Shape;174;p1"/>
                  <p:cNvSpPr/>
                  <p:nvPr/>
                </p:nvSpPr>
                <p:spPr>
                  <a:xfrm>
                    <a:off x="4166818" y="2861856"/>
                    <a:ext cx="80933" cy="62155"/>
                  </a:xfrm>
                  <a:custGeom>
                    <a:rect b="b" l="l" r="r" t="t"/>
                    <a:pathLst>
                      <a:path extrusionOk="0" h="1837" w="2392">
                        <a:moveTo>
                          <a:pt x="1978" y="0"/>
                        </a:moveTo>
                        <a:cubicBezTo>
                          <a:pt x="1951" y="0"/>
                          <a:pt x="1921" y="4"/>
                          <a:pt x="1889" y="11"/>
                        </a:cubicBezTo>
                        <a:cubicBezTo>
                          <a:pt x="1564" y="40"/>
                          <a:pt x="1238" y="124"/>
                          <a:pt x="948" y="273"/>
                        </a:cubicBezTo>
                        <a:cubicBezTo>
                          <a:pt x="913" y="273"/>
                          <a:pt x="884" y="337"/>
                          <a:pt x="913" y="365"/>
                        </a:cubicBezTo>
                        <a:cubicBezTo>
                          <a:pt x="913" y="393"/>
                          <a:pt x="948" y="393"/>
                          <a:pt x="976" y="393"/>
                        </a:cubicBezTo>
                        <a:cubicBezTo>
                          <a:pt x="1266" y="245"/>
                          <a:pt x="1592" y="160"/>
                          <a:pt x="1917" y="124"/>
                        </a:cubicBezTo>
                        <a:cubicBezTo>
                          <a:pt x="1933" y="116"/>
                          <a:pt x="1950" y="113"/>
                          <a:pt x="1967" y="113"/>
                        </a:cubicBezTo>
                        <a:cubicBezTo>
                          <a:pt x="2010" y="113"/>
                          <a:pt x="2054" y="135"/>
                          <a:pt x="2094" y="160"/>
                        </a:cubicBezTo>
                        <a:cubicBezTo>
                          <a:pt x="2214" y="245"/>
                          <a:pt x="2214" y="365"/>
                          <a:pt x="2151" y="542"/>
                        </a:cubicBezTo>
                        <a:lnTo>
                          <a:pt x="1832" y="1511"/>
                        </a:lnTo>
                        <a:cubicBezTo>
                          <a:pt x="1797" y="1603"/>
                          <a:pt x="1712" y="1660"/>
                          <a:pt x="1620" y="1660"/>
                        </a:cubicBezTo>
                        <a:cubicBezTo>
                          <a:pt x="1426" y="1649"/>
                          <a:pt x="1237" y="1643"/>
                          <a:pt x="1048" y="1643"/>
                        </a:cubicBezTo>
                        <a:cubicBezTo>
                          <a:pt x="722" y="1643"/>
                          <a:pt x="400" y="1662"/>
                          <a:pt x="64" y="1716"/>
                        </a:cubicBezTo>
                        <a:cubicBezTo>
                          <a:pt x="28" y="1716"/>
                          <a:pt x="0" y="1752"/>
                          <a:pt x="0" y="1780"/>
                        </a:cubicBezTo>
                        <a:cubicBezTo>
                          <a:pt x="28" y="1808"/>
                          <a:pt x="28" y="1836"/>
                          <a:pt x="64" y="1836"/>
                        </a:cubicBezTo>
                        <a:lnTo>
                          <a:pt x="92" y="1836"/>
                        </a:lnTo>
                        <a:cubicBezTo>
                          <a:pt x="411" y="1783"/>
                          <a:pt x="726" y="1763"/>
                          <a:pt x="1050" y="1763"/>
                        </a:cubicBezTo>
                        <a:cubicBezTo>
                          <a:pt x="1237" y="1763"/>
                          <a:pt x="1426" y="1769"/>
                          <a:pt x="1620" y="1780"/>
                        </a:cubicBezTo>
                        <a:cubicBezTo>
                          <a:pt x="1769" y="1780"/>
                          <a:pt x="1889" y="1688"/>
                          <a:pt x="1946" y="1539"/>
                        </a:cubicBezTo>
                        <a:lnTo>
                          <a:pt x="2271" y="570"/>
                        </a:lnTo>
                        <a:cubicBezTo>
                          <a:pt x="2299" y="450"/>
                          <a:pt x="2391" y="188"/>
                          <a:pt x="2151" y="68"/>
                        </a:cubicBezTo>
                        <a:cubicBezTo>
                          <a:pt x="2109" y="26"/>
                          <a:pt x="2053" y="0"/>
                          <a:pt x="19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75" name="Google Shape;175;p1"/>
                <p:cNvGrpSpPr/>
                <p:nvPr/>
              </p:nvGrpSpPr>
              <p:grpSpPr>
                <a:xfrm>
                  <a:off x="3705154" y="2353574"/>
                  <a:ext cx="430900" cy="135174"/>
                  <a:chOff x="3583454" y="2026924"/>
                  <a:chExt cx="430900" cy="135174"/>
                </a:xfrm>
              </p:grpSpPr>
              <p:sp>
                <p:nvSpPr>
                  <p:cNvPr id="176" name="Google Shape;176;p1"/>
                  <p:cNvSpPr/>
                  <p:nvPr/>
                </p:nvSpPr>
                <p:spPr>
                  <a:xfrm>
                    <a:off x="3754867" y="2128093"/>
                    <a:ext cx="32109" cy="30891"/>
                  </a:xfrm>
                  <a:custGeom>
                    <a:rect b="b" l="l" r="r" t="t"/>
                    <a:pathLst>
                      <a:path extrusionOk="0" h="913" w="949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" name="Google Shape;177;p1"/>
                  <p:cNvSpPr/>
                  <p:nvPr/>
                </p:nvSpPr>
                <p:spPr>
                  <a:xfrm>
                    <a:off x="3801763" y="2125217"/>
                    <a:ext cx="58941" cy="33767"/>
                  </a:xfrm>
                  <a:custGeom>
                    <a:rect b="b" l="l" r="r" t="t"/>
                    <a:pathLst>
                      <a:path extrusionOk="0" h="998" w="1742">
                        <a:moveTo>
                          <a:pt x="913" y="205"/>
                        </a:moveTo>
                        <a:lnTo>
                          <a:pt x="1444" y="885"/>
                        </a:lnTo>
                        <a:lnTo>
                          <a:pt x="326" y="885"/>
                        </a:lnTo>
                        <a:lnTo>
                          <a:pt x="913" y="205"/>
                        </a:lnTo>
                        <a:close/>
                        <a:moveTo>
                          <a:pt x="913" y="0"/>
                        </a:moveTo>
                        <a:lnTo>
                          <a:pt x="1" y="998"/>
                        </a:lnTo>
                        <a:lnTo>
                          <a:pt x="1741" y="998"/>
                        </a:lnTo>
                        <a:lnTo>
                          <a:pt x="91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" name="Google Shape;178;p1"/>
                  <p:cNvSpPr/>
                  <p:nvPr/>
                </p:nvSpPr>
                <p:spPr>
                  <a:xfrm>
                    <a:off x="3871668" y="2125217"/>
                    <a:ext cx="34985" cy="35933"/>
                  </a:xfrm>
                  <a:custGeom>
                    <a:rect b="b" l="l" r="r" t="t"/>
                    <a:pathLst>
                      <a:path extrusionOk="0" h="1062" w="1034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85" y="1061"/>
                        </a:lnTo>
                        <a:lnTo>
                          <a:pt x="1033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" name="Google Shape;179;p1"/>
                  <p:cNvSpPr/>
                  <p:nvPr/>
                </p:nvSpPr>
                <p:spPr>
                  <a:xfrm>
                    <a:off x="3889635" y="2125217"/>
                    <a:ext cx="35933" cy="35933"/>
                  </a:xfrm>
                  <a:custGeom>
                    <a:rect b="b" l="l" r="r" t="t"/>
                    <a:pathLst>
                      <a:path extrusionOk="0" h="1062" w="1062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120" y="1061"/>
                        </a:lnTo>
                        <a:lnTo>
                          <a:pt x="1061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" name="Google Shape;180;p1"/>
                  <p:cNvSpPr/>
                  <p:nvPr/>
                </p:nvSpPr>
                <p:spPr>
                  <a:xfrm>
                    <a:off x="3937479" y="2123052"/>
                    <a:ext cx="10117" cy="34985"/>
                  </a:xfrm>
                  <a:custGeom>
                    <a:rect b="b" l="l" r="r" t="t"/>
                    <a:pathLst>
                      <a:path extrusionOk="0" h="1034" w="299">
                        <a:moveTo>
                          <a:pt x="1" y="1"/>
                        </a:moveTo>
                        <a:lnTo>
                          <a:pt x="1" y="93"/>
                        </a:lnTo>
                        <a:lnTo>
                          <a:pt x="29" y="93"/>
                        </a:lnTo>
                        <a:cubicBezTo>
                          <a:pt x="86" y="93"/>
                          <a:pt x="121" y="121"/>
                          <a:pt x="121" y="177"/>
                        </a:cubicBezTo>
                        <a:lnTo>
                          <a:pt x="121" y="418"/>
                        </a:lnTo>
                        <a:cubicBezTo>
                          <a:pt x="121" y="503"/>
                          <a:pt x="149" y="503"/>
                          <a:pt x="178" y="531"/>
                        </a:cubicBezTo>
                        <a:cubicBezTo>
                          <a:pt x="149" y="531"/>
                          <a:pt x="121" y="559"/>
                          <a:pt x="121" y="623"/>
                        </a:cubicBezTo>
                        <a:lnTo>
                          <a:pt x="121" y="857"/>
                        </a:lnTo>
                        <a:cubicBezTo>
                          <a:pt x="121" y="913"/>
                          <a:pt x="86" y="949"/>
                          <a:pt x="29" y="949"/>
                        </a:cubicBezTo>
                        <a:lnTo>
                          <a:pt x="1" y="949"/>
                        </a:lnTo>
                        <a:lnTo>
                          <a:pt x="1" y="1033"/>
                        </a:lnTo>
                        <a:lnTo>
                          <a:pt x="58" y="1033"/>
                        </a:lnTo>
                        <a:cubicBezTo>
                          <a:pt x="178" y="1033"/>
                          <a:pt x="234" y="977"/>
                          <a:pt x="234" y="885"/>
                        </a:cubicBezTo>
                        <a:lnTo>
                          <a:pt x="234" y="623"/>
                        </a:lnTo>
                        <a:cubicBezTo>
                          <a:pt x="234" y="595"/>
                          <a:pt x="234" y="559"/>
                          <a:pt x="263" y="559"/>
                        </a:cubicBezTo>
                        <a:lnTo>
                          <a:pt x="298" y="559"/>
                        </a:lnTo>
                        <a:lnTo>
                          <a:pt x="298" y="475"/>
                        </a:lnTo>
                        <a:lnTo>
                          <a:pt x="263" y="475"/>
                        </a:lnTo>
                        <a:cubicBezTo>
                          <a:pt x="234" y="475"/>
                          <a:pt x="234" y="475"/>
                          <a:pt x="234" y="418"/>
                        </a:cubicBezTo>
                        <a:lnTo>
                          <a:pt x="234" y="177"/>
                        </a:lnTo>
                        <a:cubicBezTo>
                          <a:pt x="234" y="64"/>
                          <a:pt x="178" y="1"/>
                          <a:pt x="5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" name="Google Shape;181;p1"/>
                  <p:cNvSpPr/>
                  <p:nvPr/>
                </p:nvSpPr>
                <p:spPr>
                  <a:xfrm>
                    <a:off x="3959506" y="2123052"/>
                    <a:ext cx="24936" cy="39046"/>
                  </a:xfrm>
                  <a:custGeom>
                    <a:rect b="b" l="l" r="r" t="t"/>
                    <a:pathLst>
                      <a:path extrusionOk="0" h="1154" w="737">
                        <a:moveTo>
                          <a:pt x="354" y="149"/>
                        </a:moveTo>
                        <a:cubicBezTo>
                          <a:pt x="468" y="149"/>
                          <a:pt x="588" y="326"/>
                          <a:pt x="588" y="559"/>
                        </a:cubicBezTo>
                        <a:cubicBezTo>
                          <a:pt x="588" y="828"/>
                          <a:pt x="468" y="1005"/>
                          <a:pt x="354" y="1005"/>
                        </a:cubicBezTo>
                        <a:cubicBezTo>
                          <a:pt x="263" y="1005"/>
                          <a:pt x="142" y="828"/>
                          <a:pt x="142" y="559"/>
                        </a:cubicBezTo>
                        <a:cubicBezTo>
                          <a:pt x="142" y="326"/>
                          <a:pt x="263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1" y="269"/>
                          <a:pt x="1" y="559"/>
                        </a:cubicBezTo>
                        <a:cubicBezTo>
                          <a:pt x="1" y="885"/>
                          <a:pt x="142" y="1154"/>
                          <a:pt x="354" y="1154"/>
                        </a:cubicBezTo>
                        <a:cubicBezTo>
                          <a:pt x="560" y="1154"/>
                          <a:pt x="737" y="885"/>
                          <a:pt x="737" y="559"/>
                        </a:cubicBezTo>
                        <a:cubicBezTo>
                          <a:pt x="737" y="269"/>
                          <a:pt x="560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" name="Google Shape;182;p1"/>
                  <p:cNvSpPr/>
                  <p:nvPr/>
                </p:nvSpPr>
                <p:spPr>
                  <a:xfrm>
                    <a:off x="3989451" y="2123052"/>
                    <a:ext cx="24903" cy="39046"/>
                  </a:xfrm>
                  <a:custGeom>
                    <a:rect b="b" l="l" r="r" t="t"/>
                    <a:pathLst>
                      <a:path extrusionOk="0" h="1154" w="736">
                        <a:moveTo>
                          <a:pt x="354" y="149"/>
                        </a:moveTo>
                        <a:cubicBezTo>
                          <a:pt x="467" y="149"/>
                          <a:pt x="587" y="326"/>
                          <a:pt x="587" y="559"/>
                        </a:cubicBezTo>
                        <a:cubicBezTo>
                          <a:pt x="587" y="828"/>
                          <a:pt x="467" y="1005"/>
                          <a:pt x="354" y="1005"/>
                        </a:cubicBezTo>
                        <a:cubicBezTo>
                          <a:pt x="262" y="1005"/>
                          <a:pt x="142" y="828"/>
                          <a:pt x="142" y="559"/>
                        </a:cubicBezTo>
                        <a:cubicBezTo>
                          <a:pt x="142" y="326"/>
                          <a:pt x="262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0" y="269"/>
                          <a:pt x="0" y="559"/>
                        </a:cubicBezTo>
                        <a:cubicBezTo>
                          <a:pt x="0" y="885"/>
                          <a:pt x="142" y="1154"/>
                          <a:pt x="354" y="1154"/>
                        </a:cubicBezTo>
                        <a:cubicBezTo>
                          <a:pt x="559" y="1154"/>
                          <a:pt x="736" y="885"/>
                          <a:pt x="736" y="559"/>
                        </a:cubicBezTo>
                        <a:cubicBezTo>
                          <a:pt x="736" y="269"/>
                          <a:pt x="559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" name="Google Shape;183;p1"/>
                  <p:cNvSpPr/>
                  <p:nvPr/>
                </p:nvSpPr>
                <p:spPr>
                  <a:xfrm>
                    <a:off x="3656235" y="2034537"/>
                    <a:ext cx="24936" cy="40670"/>
                  </a:xfrm>
                  <a:custGeom>
                    <a:rect b="b" l="l" r="r" t="t"/>
                    <a:pathLst>
                      <a:path extrusionOk="0" h="1202" w="737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5" y="1202"/>
                          <a:pt x="85" y="1202"/>
                          <a:pt x="85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6" y="735"/>
                          <a:pt x="736" y="699"/>
                        </a:cubicBezTo>
                        <a:cubicBezTo>
                          <a:pt x="736" y="699"/>
                          <a:pt x="736" y="671"/>
                          <a:pt x="708" y="671"/>
                        </a:cubicBezTo>
                        <a:lnTo>
                          <a:pt x="121" y="27"/>
                        </a:lnTo>
                        <a:cubicBezTo>
                          <a:pt x="103" y="10"/>
                          <a:pt x="87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" name="Google Shape;184;p1"/>
                  <p:cNvSpPr/>
                  <p:nvPr/>
                </p:nvSpPr>
                <p:spPr>
                  <a:xfrm>
                    <a:off x="3673221" y="2034537"/>
                    <a:ext cx="24936" cy="40670"/>
                  </a:xfrm>
                  <a:custGeom>
                    <a:rect b="b" l="l" r="r" t="t"/>
                    <a:pathLst>
                      <a:path extrusionOk="0" h="1202" w="737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6" y="1202"/>
                          <a:pt x="86" y="1202"/>
                          <a:pt x="86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7" y="735"/>
                          <a:pt x="737" y="699"/>
                        </a:cubicBezTo>
                        <a:cubicBezTo>
                          <a:pt x="737" y="699"/>
                          <a:pt x="737" y="671"/>
                          <a:pt x="708" y="671"/>
                        </a:cubicBezTo>
                        <a:lnTo>
                          <a:pt x="114" y="27"/>
                        </a:lnTo>
                        <a:cubicBezTo>
                          <a:pt x="100" y="10"/>
                          <a:pt x="86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" name="Google Shape;185;p1"/>
                  <p:cNvSpPr/>
                  <p:nvPr/>
                </p:nvSpPr>
                <p:spPr>
                  <a:xfrm>
                    <a:off x="3706989" y="2034233"/>
                    <a:ext cx="26121" cy="38098"/>
                  </a:xfrm>
                  <a:custGeom>
                    <a:rect b="b" l="l" r="r" t="t"/>
                    <a:pathLst>
                      <a:path extrusionOk="0" h="1126" w="772">
                        <a:moveTo>
                          <a:pt x="389" y="121"/>
                        </a:moveTo>
                        <a:cubicBezTo>
                          <a:pt x="531" y="121"/>
                          <a:pt x="651" y="326"/>
                          <a:pt x="651" y="567"/>
                        </a:cubicBezTo>
                        <a:cubicBezTo>
                          <a:pt x="651" y="800"/>
                          <a:pt x="531" y="1006"/>
                          <a:pt x="389" y="1006"/>
                        </a:cubicBezTo>
                        <a:cubicBezTo>
                          <a:pt x="241" y="1006"/>
                          <a:pt x="121" y="800"/>
                          <a:pt x="121" y="567"/>
                        </a:cubicBezTo>
                        <a:cubicBezTo>
                          <a:pt x="121" y="326"/>
                          <a:pt x="241" y="121"/>
                          <a:pt x="389" y="121"/>
                        </a:cubicBezTo>
                        <a:close/>
                        <a:moveTo>
                          <a:pt x="389" y="1"/>
                        </a:moveTo>
                        <a:cubicBezTo>
                          <a:pt x="177" y="1"/>
                          <a:pt x="0" y="270"/>
                          <a:pt x="0" y="567"/>
                        </a:cubicBezTo>
                        <a:cubicBezTo>
                          <a:pt x="0" y="885"/>
                          <a:pt x="177" y="1126"/>
                          <a:pt x="389" y="1126"/>
                        </a:cubicBezTo>
                        <a:cubicBezTo>
                          <a:pt x="595" y="1126"/>
                          <a:pt x="771" y="885"/>
                          <a:pt x="771" y="567"/>
                        </a:cubicBezTo>
                        <a:cubicBezTo>
                          <a:pt x="771" y="270"/>
                          <a:pt x="595" y="1"/>
                          <a:pt x="38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" name="Google Shape;186;p1"/>
                  <p:cNvSpPr/>
                  <p:nvPr/>
                </p:nvSpPr>
                <p:spPr>
                  <a:xfrm>
                    <a:off x="3753885" y="2037346"/>
                    <a:ext cx="4128" cy="37861"/>
                  </a:xfrm>
                  <a:custGeom>
                    <a:rect b="b" l="l" r="r" t="t"/>
                    <a:pathLst>
                      <a:path extrusionOk="0" h="1119" w="122">
                        <a:moveTo>
                          <a:pt x="65" y="1"/>
                        </a:moveTo>
                        <a:cubicBezTo>
                          <a:pt x="29" y="1"/>
                          <a:pt x="1" y="29"/>
                          <a:pt x="1" y="58"/>
                        </a:cubicBezTo>
                        <a:lnTo>
                          <a:pt x="1" y="1062"/>
                        </a:lnTo>
                        <a:cubicBezTo>
                          <a:pt x="1" y="1090"/>
                          <a:pt x="29" y="1119"/>
                          <a:pt x="65" y="1119"/>
                        </a:cubicBezTo>
                        <a:cubicBezTo>
                          <a:pt x="93" y="1119"/>
                          <a:pt x="121" y="1090"/>
                          <a:pt x="121" y="1062"/>
                        </a:cubicBezTo>
                        <a:lnTo>
                          <a:pt x="121" y="58"/>
                        </a:lnTo>
                        <a:cubicBezTo>
                          <a:pt x="121" y="29"/>
                          <a:pt x="93" y="1"/>
                          <a:pt x="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" name="Google Shape;187;p1"/>
                  <p:cNvSpPr/>
                  <p:nvPr/>
                </p:nvSpPr>
                <p:spPr>
                  <a:xfrm>
                    <a:off x="3771852" y="2041440"/>
                    <a:ext cx="20132" cy="31873"/>
                  </a:xfrm>
                  <a:custGeom>
                    <a:rect b="b" l="l" r="r" t="t"/>
                    <a:pathLst>
                      <a:path extrusionOk="0" h="942" w="595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595" y="941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" name="Google Shape;188;p1"/>
                  <p:cNvSpPr/>
                  <p:nvPr/>
                </p:nvSpPr>
                <p:spPr>
                  <a:xfrm>
                    <a:off x="3803929" y="2039274"/>
                    <a:ext cx="32820" cy="35933"/>
                  </a:xfrm>
                  <a:custGeom>
                    <a:rect b="b" l="l" r="r" t="t"/>
                    <a:pathLst>
                      <a:path extrusionOk="0" h="1062" w="970">
                        <a:moveTo>
                          <a:pt x="849" y="121"/>
                        </a:moveTo>
                        <a:lnTo>
                          <a:pt x="849" y="948"/>
                        </a:lnTo>
                        <a:lnTo>
                          <a:pt x="114" y="948"/>
                        </a:lnTo>
                        <a:lnTo>
                          <a:pt x="114" y="121"/>
                        </a:lnTo>
                        <a:close/>
                        <a:moveTo>
                          <a:pt x="57" y="1"/>
                        </a:moveTo>
                        <a:cubicBezTo>
                          <a:pt x="29" y="1"/>
                          <a:pt x="0" y="29"/>
                          <a:pt x="0" y="64"/>
                        </a:cubicBezTo>
                        <a:lnTo>
                          <a:pt x="0" y="1005"/>
                        </a:lnTo>
                        <a:cubicBezTo>
                          <a:pt x="0" y="1033"/>
                          <a:pt x="29" y="1062"/>
                          <a:pt x="57" y="1062"/>
                        </a:cubicBezTo>
                        <a:lnTo>
                          <a:pt x="913" y="1062"/>
                        </a:lnTo>
                        <a:cubicBezTo>
                          <a:pt x="941" y="1062"/>
                          <a:pt x="970" y="1033"/>
                          <a:pt x="970" y="1005"/>
                        </a:cubicBezTo>
                        <a:lnTo>
                          <a:pt x="970" y="64"/>
                        </a:lnTo>
                        <a:cubicBezTo>
                          <a:pt x="970" y="29"/>
                          <a:pt x="941" y="1"/>
                          <a:pt x="913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1"/>
                  <p:cNvSpPr/>
                  <p:nvPr/>
                </p:nvSpPr>
                <p:spPr>
                  <a:xfrm>
                    <a:off x="3847746" y="2041440"/>
                    <a:ext cx="32820" cy="31873"/>
                  </a:xfrm>
                  <a:custGeom>
                    <a:rect b="b" l="l" r="r" t="t"/>
                    <a:pathLst>
                      <a:path extrusionOk="0" h="942" w="97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969" y="941"/>
                        </a:lnTo>
                        <a:lnTo>
                          <a:pt x="96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" name="Google Shape;190;p1"/>
                  <p:cNvSpPr/>
                  <p:nvPr/>
                </p:nvSpPr>
                <p:spPr>
                  <a:xfrm>
                    <a:off x="3892477" y="2026924"/>
                    <a:ext cx="25173" cy="64320"/>
                  </a:xfrm>
                  <a:custGeom>
                    <a:rect b="b" l="l" r="r" t="t"/>
                    <a:pathLst>
                      <a:path extrusionOk="0" h="1901" w="744">
                        <a:moveTo>
                          <a:pt x="349" y="0"/>
                        </a:moveTo>
                        <a:cubicBezTo>
                          <a:pt x="332" y="0"/>
                          <a:pt x="315" y="4"/>
                          <a:pt x="298" y="12"/>
                        </a:cubicBezTo>
                        <a:cubicBezTo>
                          <a:pt x="270" y="12"/>
                          <a:pt x="241" y="40"/>
                          <a:pt x="241" y="75"/>
                        </a:cubicBezTo>
                        <a:cubicBezTo>
                          <a:pt x="270" y="104"/>
                          <a:pt x="298" y="132"/>
                          <a:pt x="326" y="132"/>
                        </a:cubicBezTo>
                        <a:cubicBezTo>
                          <a:pt x="336" y="123"/>
                          <a:pt x="346" y="120"/>
                          <a:pt x="357" y="120"/>
                        </a:cubicBezTo>
                        <a:cubicBezTo>
                          <a:pt x="377" y="120"/>
                          <a:pt x="399" y="132"/>
                          <a:pt x="418" y="132"/>
                        </a:cubicBezTo>
                        <a:cubicBezTo>
                          <a:pt x="447" y="160"/>
                          <a:pt x="475" y="252"/>
                          <a:pt x="503" y="309"/>
                        </a:cubicBezTo>
                        <a:cubicBezTo>
                          <a:pt x="503" y="366"/>
                          <a:pt x="475" y="429"/>
                          <a:pt x="475" y="514"/>
                        </a:cubicBezTo>
                        <a:cubicBezTo>
                          <a:pt x="475" y="542"/>
                          <a:pt x="447" y="606"/>
                          <a:pt x="447" y="663"/>
                        </a:cubicBezTo>
                        <a:cubicBezTo>
                          <a:pt x="447" y="783"/>
                          <a:pt x="475" y="868"/>
                          <a:pt x="532" y="960"/>
                        </a:cubicBezTo>
                        <a:cubicBezTo>
                          <a:pt x="503" y="988"/>
                          <a:pt x="475" y="1016"/>
                          <a:pt x="447" y="1045"/>
                        </a:cubicBezTo>
                        <a:lnTo>
                          <a:pt x="447" y="1278"/>
                        </a:lnTo>
                        <a:lnTo>
                          <a:pt x="447" y="1313"/>
                        </a:lnTo>
                        <a:cubicBezTo>
                          <a:pt x="475" y="1455"/>
                          <a:pt x="447" y="1575"/>
                          <a:pt x="390" y="1667"/>
                        </a:cubicBezTo>
                        <a:cubicBezTo>
                          <a:pt x="344" y="1728"/>
                          <a:pt x="273" y="1775"/>
                          <a:pt x="202" y="1775"/>
                        </a:cubicBezTo>
                        <a:cubicBezTo>
                          <a:pt x="174" y="1775"/>
                          <a:pt x="147" y="1768"/>
                          <a:pt x="121" y="1752"/>
                        </a:cubicBezTo>
                        <a:cubicBezTo>
                          <a:pt x="107" y="1738"/>
                          <a:pt x="93" y="1731"/>
                          <a:pt x="79" y="1731"/>
                        </a:cubicBezTo>
                        <a:cubicBezTo>
                          <a:pt x="65" y="1731"/>
                          <a:pt x="50" y="1738"/>
                          <a:pt x="36" y="1752"/>
                        </a:cubicBezTo>
                        <a:cubicBezTo>
                          <a:pt x="1" y="1780"/>
                          <a:pt x="36" y="1809"/>
                          <a:pt x="65" y="1844"/>
                        </a:cubicBezTo>
                        <a:cubicBezTo>
                          <a:pt x="93" y="1872"/>
                          <a:pt x="150" y="1901"/>
                          <a:pt x="213" y="1901"/>
                        </a:cubicBezTo>
                        <a:cubicBezTo>
                          <a:pt x="326" y="1901"/>
                          <a:pt x="447" y="1809"/>
                          <a:pt x="503" y="1724"/>
                        </a:cubicBezTo>
                        <a:cubicBezTo>
                          <a:pt x="567" y="1604"/>
                          <a:pt x="595" y="1455"/>
                          <a:pt x="567" y="1278"/>
                        </a:cubicBezTo>
                        <a:lnTo>
                          <a:pt x="567" y="1250"/>
                        </a:lnTo>
                        <a:lnTo>
                          <a:pt x="567" y="1101"/>
                        </a:lnTo>
                        <a:cubicBezTo>
                          <a:pt x="567" y="1073"/>
                          <a:pt x="595" y="1045"/>
                          <a:pt x="623" y="1045"/>
                        </a:cubicBezTo>
                        <a:cubicBezTo>
                          <a:pt x="623" y="1016"/>
                          <a:pt x="652" y="1016"/>
                          <a:pt x="652" y="1016"/>
                        </a:cubicBezTo>
                        <a:cubicBezTo>
                          <a:pt x="660" y="1025"/>
                          <a:pt x="668" y="1028"/>
                          <a:pt x="677" y="1028"/>
                        </a:cubicBezTo>
                        <a:cubicBezTo>
                          <a:pt x="697" y="1028"/>
                          <a:pt x="719" y="1008"/>
                          <a:pt x="744" y="988"/>
                        </a:cubicBezTo>
                        <a:cubicBezTo>
                          <a:pt x="744" y="960"/>
                          <a:pt x="744" y="924"/>
                          <a:pt x="708" y="924"/>
                        </a:cubicBezTo>
                        <a:cubicBezTo>
                          <a:pt x="680" y="924"/>
                          <a:pt x="680" y="896"/>
                          <a:pt x="680" y="896"/>
                        </a:cubicBezTo>
                        <a:cubicBezTo>
                          <a:pt x="595" y="896"/>
                          <a:pt x="567" y="783"/>
                          <a:pt x="567" y="663"/>
                        </a:cubicBezTo>
                        <a:cubicBezTo>
                          <a:pt x="567" y="634"/>
                          <a:pt x="567" y="571"/>
                          <a:pt x="595" y="514"/>
                        </a:cubicBezTo>
                        <a:cubicBezTo>
                          <a:pt x="595" y="458"/>
                          <a:pt x="623" y="366"/>
                          <a:pt x="623" y="281"/>
                        </a:cubicBezTo>
                        <a:cubicBezTo>
                          <a:pt x="595" y="189"/>
                          <a:pt x="532" y="104"/>
                          <a:pt x="475" y="40"/>
                        </a:cubicBezTo>
                        <a:cubicBezTo>
                          <a:pt x="435" y="20"/>
                          <a:pt x="391" y="0"/>
                          <a:pt x="34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" name="Google Shape;191;p1"/>
                  <p:cNvSpPr/>
                  <p:nvPr/>
                </p:nvSpPr>
                <p:spPr>
                  <a:xfrm>
                    <a:off x="3928411" y="2028278"/>
                    <a:ext cx="11030" cy="59854"/>
                  </a:xfrm>
                  <a:custGeom>
                    <a:rect b="b" l="l" r="r" t="t"/>
                    <a:pathLst>
                      <a:path extrusionOk="0" h="1769" w="326">
                        <a:moveTo>
                          <a:pt x="35" y="0"/>
                        </a:moveTo>
                        <a:cubicBezTo>
                          <a:pt x="0" y="35"/>
                          <a:pt x="0" y="64"/>
                          <a:pt x="0" y="92"/>
                        </a:cubicBezTo>
                        <a:cubicBezTo>
                          <a:pt x="212" y="594"/>
                          <a:pt x="212" y="1182"/>
                          <a:pt x="0" y="1684"/>
                        </a:cubicBezTo>
                        <a:cubicBezTo>
                          <a:pt x="0" y="1712"/>
                          <a:pt x="0" y="1769"/>
                          <a:pt x="35" y="1769"/>
                        </a:cubicBezTo>
                        <a:lnTo>
                          <a:pt x="64" y="1769"/>
                        </a:lnTo>
                        <a:cubicBezTo>
                          <a:pt x="92" y="1769"/>
                          <a:pt x="120" y="1769"/>
                          <a:pt x="120" y="1740"/>
                        </a:cubicBezTo>
                        <a:cubicBezTo>
                          <a:pt x="326" y="1210"/>
                          <a:pt x="326" y="594"/>
                          <a:pt x="120" y="64"/>
                        </a:cubicBezTo>
                        <a:cubicBezTo>
                          <a:pt x="92" y="35"/>
                          <a:pt x="64" y="0"/>
                          <a:pt x="3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1"/>
                  <p:cNvSpPr/>
                  <p:nvPr/>
                </p:nvSpPr>
                <p:spPr>
                  <a:xfrm>
                    <a:off x="3941573" y="2027296"/>
                    <a:ext cx="14854" cy="68990"/>
                  </a:xfrm>
                  <a:custGeom>
                    <a:rect b="b" l="l" r="r" t="t"/>
                    <a:pathLst>
                      <a:path extrusionOk="0" h="2039" w="439">
                        <a:moveTo>
                          <a:pt x="85" y="1"/>
                        </a:moveTo>
                        <a:cubicBezTo>
                          <a:pt x="57" y="29"/>
                          <a:pt x="28" y="64"/>
                          <a:pt x="57" y="93"/>
                        </a:cubicBezTo>
                        <a:cubicBezTo>
                          <a:pt x="319" y="680"/>
                          <a:pt x="290" y="1387"/>
                          <a:pt x="0" y="1946"/>
                        </a:cubicBezTo>
                        <a:cubicBezTo>
                          <a:pt x="0" y="1975"/>
                          <a:pt x="0" y="2038"/>
                          <a:pt x="28" y="2038"/>
                        </a:cubicBezTo>
                        <a:lnTo>
                          <a:pt x="57" y="2038"/>
                        </a:lnTo>
                        <a:cubicBezTo>
                          <a:pt x="85" y="2038"/>
                          <a:pt x="85" y="2038"/>
                          <a:pt x="113" y="2010"/>
                        </a:cubicBezTo>
                        <a:cubicBezTo>
                          <a:pt x="439" y="1416"/>
                          <a:pt x="439" y="652"/>
                          <a:pt x="142" y="29"/>
                        </a:cubicBezTo>
                        <a:cubicBezTo>
                          <a:pt x="142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1"/>
                  <p:cNvSpPr/>
                  <p:nvPr/>
                </p:nvSpPr>
                <p:spPr>
                  <a:xfrm>
                    <a:off x="3622264" y="2026924"/>
                    <a:ext cx="24903" cy="64320"/>
                  </a:xfrm>
                  <a:custGeom>
                    <a:rect b="b" l="l" r="r" t="t"/>
                    <a:pathLst>
                      <a:path extrusionOk="0" h="1901" w="736">
                        <a:moveTo>
                          <a:pt x="417" y="0"/>
                        </a:moveTo>
                        <a:cubicBezTo>
                          <a:pt x="367" y="0"/>
                          <a:pt x="309" y="20"/>
                          <a:pt x="269" y="40"/>
                        </a:cubicBezTo>
                        <a:cubicBezTo>
                          <a:pt x="205" y="104"/>
                          <a:pt x="149" y="189"/>
                          <a:pt x="149" y="281"/>
                        </a:cubicBezTo>
                        <a:cubicBezTo>
                          <a:pt x="120" y="366"/>
                          <a:pt x="149" y="458"/>
                          <a:pt x="149" y="514"/>
                        </a:cubicBezTo>
                        <a:cubicBezTo>
                          <a:pt x="177" y="571"/>
                          <a:pt x="177" y="634"/>
                          <a:pt x="177" y="663"/>
                        </a:cubicBezTo>
                        <a:cubicBezTo>
                          <a:pt x="177" y="783"/>
                          <a:pt x="149" y="896"/>
                          <a:pt x="64" y="896"/>
                        </a:cubicBezTo>
                        <a:lnTo>
                          <a:pt x="64" y="924"/>
                        </a:lnTo>
                        <a:cubicBezTo>
                          <a:pt x="28" y="924"/>
                          <a:pt x="0" y="960"/>
                          <a:pt x="0" y="988"/>
                        </a:cubicBezTo>
                        <a:cubicBezTo>
                          <a:pt x="20" y="1008"/>
                          <a:pt x="44" y="1028"/>
                          <a:pt x="66" y="1028"/>
                        </a:cubicBezTo>
                        <a:cubicBezTo>
                          <a:pt x="75" y="1028"/>
                          <a:pt x="84" y="1025"/>
                          <a:pt x="92" y="1016"/>
                        </a:cubicBezTo>
                        <a:cubicBezTo>
                          <a:pt x="120" y="1016"/>
                          <a:pt x="120" y="1016"/>
                          <a:pt x="120" y="1045"/>
                        </a:cubicBezTo>
                        <a:cubicBezTo>
                          <a:pt x="149" y="1045"/>
                          <a:pt x="177" y="1073"/>
                          <a:pt x="177" y="1101"/>
                        </a:cubicBezTo>
                        <a:cubicBezTo>
                          <a:pt x="205" y="1137"/>
                          <a:pt x="177" y="1193"/>
                          <a:pt x="177" y="1250"/>
                        </a:cubicBezTo>
                        <a:lnTo>
                          <a:pt x="177" y="1278"/>
                        </a:lnTo>
                        <a:cubicBezTo>
                          <a:pt x="149" y="1455"/>
                          <a:pt x="177" y="1604"/>
                          <a:pt x="269" y="1724"/>
                        </a:cubicBezTo>
                        <a:cubicBezTo>
                          <a:pt x="325" y="1809"/>
                          <a:pt x="446" y="1901"/>
                          <a:pt x="559" y="1901"/>
                        </a:cubicBezTo>
                        <a:cubicBezTo>
                          <a:pt x="594" y="1901"/>
                          <a:pt x="651" y="1872"/>
                          <a:pt x="707" y="1844"/>
                        </a:cubicBezTo>
                        <a:cubicBezTo>
                          <a:pt x="736" y="1809"/>
                          <a:pt x="736" y="1780"/>
                          <a:pt x="707" y="1752"/>
                        </a:cubicBezTo>
                        <a:cubicBezTo>
                          <a:pt x="707" y="1738"/>
                          <a:pt x="693" y="1731"/>
                          <a:pt x="676" y="1731"/>
                        </a:cubicBezTo>
                        <a:cubicBezTo>
                          <a:pt x="658" y="1731"/>
                          <a:pt x="637" y="1738"/>
                          <a:pt x="623" y="1752"/>
                        </a:cubicBezTo>
                        <a:cubicBezTo>
                          <a:pt x="597" y="1768"/>
                          <a:pt x="570" y="1775"/>
                          <a:pt x="542" y="1775"/>
                        </a:cubicBezTo>
                        <a:cubicBezTo>
                          <a:pt x="471" y="1775"/>
                          <a:pt x="400" y="1728"/>
                          <a:pt x="354" y="1667"/>
                        </a:cubicBezTo>
                        <a:cubicBezTo>
                          <a:pt x="297" y="1575"/>
                          <a:pt x="269" y="1455"/>
                          <a:pt x="297" y="1313"/>
                        </a:cubicBezTo>
                        <a:lnTo>
                          <a:pt x="297" y="1278"/>
                        </a:lnTo>
                        <a:cubicBezTo>
                          <a:pt x="297" y="1193"/>
                          <a:pt x="325" y="1137"/>
                          <a:pt x="297" y="1045"/>
                        </a:cubicBezTo>
                        <a:cubicBezTo>
                          <a:pt x="269" y="1016"/>
                          <a:pt x="241" y="988"/>
                          <a:pt x="205" y="960"/>
                        </a:cubicBezTo>
                        <a:cubicBezTo>
                          <a:pt x="269" y="868"/>
                          <a:pt x="297" y="783"/>
                          <a:pt x="297" y="663"/>
                        </a:cubicBezTo>
                        <a:cubicBezTo>
                          <a:pt x="297" y="606"/>
                          <a:pt x="297" y="542"/>
                          <a:pt x="269" y="514"/>
                        </a:cubicBezTo>
                        <a:cubicBezTo>
                          <a:pt x="269" y="429"/>
                          <a:pt x="241" y="366"/>
                          <a:pt x="269" y="309"/>
                        </a:cubicBezTo>
                        <a:cubicBezTo>
                          <a:pt x="269" y="252"/>
                          <a:pt x="297" y="160"/>
                          <a:pt x="354" y="132"/>
                        </a:cubicBezTo>
                        <a:cubicBezTo>
                          <a:pt x="373" y="132"/>
                          <a:pt x="395" y="120"/>
                          <a:pt x="416" y="120"/>
                        </a:cubicBezTo>
                        <a:cubicBezTo>
                          <a:pt x="426" y="120"/>
                          <a:pt x="436" y="123"/>
                          <a:pt x="446" y="132"/>
                        </a:cubicBezTo>
                        <a:cubicBezTo>
                          <a:pt x="474" y="132"/>
                          <a:pt x="502" y="104"/>
                          <a:pt x="502" y="75"/>
                        </a:cubicBezTo>
                        <a:cubicBezTo>
                          <a:pt x="502" y="40"/>
                          <a:pt x="502" y="12"/>
                          <a:pt x="474" y="12"/>
                        </a:cubicBezTo>
                        <a:cubicBezTo>
                          <a:pt x="457" y="4"/>
                          <a:pt x="438" y="0"/>
                          <a:pt x="417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1"/>
                  <p:cNvSpPr/>
                  <p:nvPr/>
                </p:nvSpPr>
                <p:spPr>
                  <a:xfrm>
                    <a:off x="3600474" y="2028278"/>
                    <a:ext cx="11978" cy="59854"/>
                  </a:xfrm>
                  <a:custGeom>
                    <a:rect b="b" l="l" r="r" t="t"/>
                    <a:pathLst>
                      <a:path extrusionOk="0" h="1769" w="354">
                        <a:moveTo>
                          <a:pt x="290" y="0"/>
                        </a:moveTo>
                        <a:cubicBezTo>
                          <a:pt x="262" y="0"/>
                          <a:pt x="234" y="35"/>
                          <a:pt x="234" y="64"/>
                        </a:cubicBezTo>
                        <a:cubicBezTo>
                          <a:pt x="0" y="594"/>
                          <a:pt x="0" y="1210"/>
                          <a:pt x="205" y="1740"/>
                        </a:cubicBezTo>
                        <a:cubicBezTo>
                          <a:pt x="234" y="1769"/>
                          <a:pt x="234" y="1769"/>
                          <a:pt x="262" y="1769"/>
                        </a:cubicBezTo>
                        <a:lnTo>
                          <a:pt x="290" y="1769"/>
                        </a:lnTo>
                        <a:cubicBezTo>
                          <a:pt x="319" y="1769"/>
                          <a:pt x="319" y="1712"/>
                          <a:pt x="319" y="1684"/>
                        </a:cubicBezTo>
                        <a:cubicBezTo>
                          <a:pt x="113" y="1182"/>
                          <a:pt x="113" y="594"/>
                          <a:pt x="319" y="92"/>
                        </a:cubicBezTo>
                        <a:cubicBezTo>
                          <a:pt x="354" y="64"/>
                          <a:pt x="319" y="35"/>
                          <a:pt x="29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1"/>
                  <p:cNvSpPr/>
                  <p:nvPr/>
                </p:nvSpPr>
                <p:spPr>
                  <a:xfrm>
                    <a:off x="3583454" y="2027296"/>
                    <a:ext cx="14887" cy="68990"/>
                  </a:xfrm>
                  <a:custGeom>
                    <a:rect b="b" l="l" r="r" t="t"/>
                    <a:pathLst>
                      <a:path extrusionOk="0" h="2039" w="440">
                        <a:moveTo>
                          <a:pt x="355" y="1"/>
                        </a:moveTo>
                        <a:cubicBezTo>
                          <a:pt x="326" y="1"/>
                          <a:pt x="291" y="1"/>
                          <a:pt x="291" y="29"/>
                        </a:cubicBezTo>
                        <a:cubicBezTo>
                          <a:pt x="1" y="652"/>
                          <a:pt x="29" y="1416"/>
                          <a:pt x="326" y="2010"/>
                        </a:cubicBezTo>
                        <a:cubicBezTo>
                          <a:pt x="355" y="2038"/>
                          <a:pt x="355" y="2038"/>
                          <a:pt x="383" y="2038"/>
                        </a:cubicBezTo>
                        <a:lnTo>
                          <a:pt x="411" y="2038"/>
                        </a:lnTo>
                        <a:cubicBezTo>
                          <a:pt x="440" y="2038"/>
                          <a:pt x="440" y="1975"/>
                          <a:pt x="440" y="1946"/>
                        </a:cubicBezTo>
                        <a:cubicBezTo>
                          <a:pt x="150" y="1387"/>
                          <a:pt x="114" y="680"/>
                          <a:pt x="383" y="93"/>
                        </a:cubicBezTo>
                        <a:cubicBezTo>
                          <a:pt x="411" y="64"/>
                          <a:pt x="383" y="29"/>
                          <a:pt x="3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96" name="Google Shape;196;p1"/>
                <p:cNvGrpSpPr/>
                <p:nvPr/>
              </p:nvGrpSpPr>
              <p:grpSpPr>
                <a:xfrm>
                  <a:off x="4013356" y="2847427"/>
                  <a:ext cx="312168" cy="63373"/>
                  <a:chOff x="4157006" y="2607377"/>
                  <a:chExt cx="312168" cy="63373"/>
                </a:xfrm>
              </p:grpSpPr>
              <p:sp>
                <p:nvSpPr>
                  <p:cNvPr id="197" name="Google Shape;197;p1"/>
                  <p:cNvSpPr/>
                  <p:nvPr/>
                </p:nvSpPr>
                <p:spPr>
                  <a:xfrm>
                    <a:off x="4411214" y="2619017"/>
                    <a:ext cx="24903" cy="39790"/>
                  </a:xfrm>
                  <a:custGeom>
                    <a:rect b="b" l="l" r="r" t="t"/>
                    <a:pathLst>
                      <a:path extrusionOk="0" h="1176" w="736">
                        <a:moveTo>
                          <a:pt x="665" y="1"/>
                        </a:moveTo>
                        <a:cubicBezTo>
                          <a:pt x="651" y="1"/>
                          <a:pt x="637" y="8"/>
                          <a:pt x="623" y="22"/>
                        </a:cubicBezTo>
                        <a:lnTo>
                          <a:pt x="28" y="673"/>
                        </a:lnTo>
                        <a:cubicBezTo>
                          <a:pt x="28" y="673"/>
                          <a:pt x="0" y="673"/>
                          <a:pt x="28" y="701"/>
                        </a:cubicBezTo>
                        <a:lnTo>
                          <a:pt x="28" y="758"/>
                        </a:lnTo>
                        <a:lnTo>
                          <a:pt x="651" y="1175"/>
                        </a:lnTo>
                        <a:lnTo>
                          <a:pt x="679" y="1175"/>
                        </a:lnTo>
                        <a:cubicBezTo>
                          <a:pt x="679" y="1175"/>
                          <a:pt x="708" y="1175"/>
                          <a:pt x="708" y="1147"/>
                        </a:cubicBezTo>
                        <a:cubicBezTo>
                          <a:pt x="736" y="1111"/>
                          <a:pt x="736" y="1083"/>
                          <a:pt x="708" y="1083"/>
                        </a:cubicBezTo>
                        <a:lnTo>
                          <a:pt x="177" y="701"/>
                        </a:lnTo>
                        <a:lnTo>
                          <a:pt x="708" y="114"/>
                        </a:lnTo>
                        <a:cubicBezTo>
                          <a:pt x="736" y="86"/>
                          <a:pt x="736" y="50"/>
                          <a:pt x="708" y="22"/>
                        </a:cubicBezTo>
                        <a:cubicBezTo>
                          <a:pt x="693" y="8"/>
                          <a:pt x="679" y="1"/>
                          <a:pt x="6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8" name="Google Shape;198;p1"/>
                  <p:cNvSpPr/>
                  <p:nvPr/>
                </p:nvSpPr>
                <p:spPr>
                  <a:xfrm>
                    <a:off x="4395176" y="2619017"/>
                    <a:ext cx="23955" cy="39790"/>
                  </a:xfrm>
                  <a:custGeom>
                    <a:rect b="b" l="l" r="r" t="t"/>
                    <a:pathLst>
                      <a:path extrusionOk="0" h="1176" w="708">
                        <a:moveTo>
                          <a:pt x="651" y="1"/>
                        </a:moveTo>
                        <a:cubicBezTo>
                          <a:pt x="637" y="1"/>
                          <a:pt x="623" y="8"/>
                          <a:pt x="623" y="22"/>
                        </a:cubicBezTo>
                        <a:lnTo>
                          <a:pt x="0" y="673"/>
                        </a:lnTo>
                        <a:lnTo>
                          <a:pt x="0" y="701"/>
                        </a:lnTo>
                        <a:cubicBezTo>
                          <a:pt x="0" y="729"/>
                          <a:pt x="0" y="729"/>
                          <a:pt x="35" y="758"/>
                        </a:cubicBezTo>
                        <a:lnTo>
                          <a:pt x="623" y="1175"/>
                        </a:lnTo>
                        <a:lnTo>
                          <a:pt x="651" y="1175"/>
                        </a:lnTo>
                        <a:cubicBezTo>
                          <a:pt x="679" y="1175"/>
                          <a:pt x="679" y="1175"/>
                          <a:pt x="708" y="1147"/>
                        </a:cubicBezTo>
                        <a:cubicBezTo>
                          <a:pt x="708" y="1111"/>
                          <a:pt x="708" y="1083"/>
                          <a:pt x="679" y="1083"/>
                        </a:cubicBezTo>
                        <a:lnTo>
                          <a:pt x="149" y="701"/>
                        </a:lnTo>
                        <a:lnTo>
                          <a:pt x="708" y="114"/>
                        </a:lnTo>
                        <a:cubicBezTo>
                          <a:pt x="708" y="86"/>
                          <a:pt x="708" y="50"/>
                          <a:pt x="679" y="22"/>
                        </a:cubicBezTo>
                        <a:cubicBezTo>
                          <a:pt x="679" y="8"/>
                          <a:pt x="665" y="1"/>
                          <a:pt x="651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9" name="Google Shape;199;p1"/>
                  <p:cNvSpPr/>
                  <p:nvPr/>
                </p:nvSpPr>
                <p:spPr>
                  <a:xfrm>
                    <a:off x="4360460" y="2620708"/>
                    <a:ext cx="25884" cy="37117"/>
                  </a:xfrm>
                  <a:custGeom>
                    <a:rect b="b" l="l" r="r" t="t"/>
                    <a:pathLst>
                      <a:path extrusionOk="0" h="1097" w="765">
                        <a:moveTo>
                          <a:pt x="382" y="120"/>
                        </a:moveTo>
                        <a:cubicBezTo>
                          <a:pt x="531" y="120"/>
                          <a:pt x="644" y="297"/>
                          <a:pt x="644" y="531"/>
                        </a:cubicBezTo>
                        <a:cubicBezTo>
                          <a:pt x="644" y="771"/>
                          <a:pt x="531" y="976"/>
                          <a:pt x="382" y="976"/>
                        </a:cubicBezTo>
                        <a:cubicBezTo>
                          <a:pt x="234" y="976"/>
                          <a:pt x="114" y="771"/>
                          <a:pt x="114" y="531"/>
                        </a:cubicBezTo>
                        <a:cubicBezTo>
                          <a:pt x="114" y="297"/>
                          <a:pt x="234" y="120"/>
                          <a:pt x="382" y="120"/>
                        </a:cubicBezTo>
                        <a:close/>
                        <a:moveTo>
                          <a:pt x="382" y="0"/>
                        </a:moveTo>
                        <a:cubicBezTo>
                          <a:pt x="177" y="0"/>
                          <a:pt x="0" y="241"/>
                          <a:pt x="0" y="531"/>
                        </a:cubicBezTo>
                        <a:cubicBezTo>
                          <a:pt x="0" y="856"/>
                          <a:pt x="177" y="1097"/>
                          <a:pt x="382" y="1097"/>
                        </a:cubicBezTo>
                        <a:cubicBezTo>
                          <a:pt x="587" y="1097"/>
                          <a:pt x="764" y="856"/>
                          <a:pt x="764" y="531"/>
                        </a:cubicBezTo>
                        <a:cubicBezTo>
                          <a:pt x="764" y="241"/>
                          <a:pt x="587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0" name="Google Shape;200;p1"/>
                  <p:cNvSpPr/>
                  <p:nvPr/>
                </p:nvSpPr>
                <p:spPr>
                  <a:xfrm>
                    <a:off x="4335320" y="2620708"/>
                    <a:ext cx="4094" cy="37117"/>
                  </a:xfrm>
                  <a:custGeom>
                    <a:rect b="b" l="l" r="r" t="t"/>
                    <a:pathLst>
                      <a:path extrusionOk="0" h="1097" w="121">
                        <a:moveTo>
                          <a:pt x="64" y="0"/>
                        </a:moveTo>
                        <a:cubicBezTo>
                          <a:pt x="36" y="0"/>
                          <a:pt x="1" y="0"/>
                          <a:pt x="1" y="64"/>
                        </a:cubicBezTo>
                        <a:lnTo>
                          <a:pt x="1" y="1033"/>
                        </a:lnTo>
                        <a:cubicBezTo>
                          <a:pt x="1" y="1061"/>
                          <a:pt x="36" y="1097"/>
                          <a:pt x="64" y="1097"/>
                        </a:cubicBezTo>
                        <a:cubicBezTo>
                          <a:pt x="92" y="1097"/>
                          <a:pt x="121" y="1061"/>
                          <a:pt x="121" y="1033"/>
                        </a:cubicBezTo>
                        <a:lnTo>
                          <a:pt x="121" y="64"/>
                        </a:lnTo>
                        <a:cubicBezTo>
                          <a:pt x="121" y="0"/>
                          <a:pt x="92" y="0"/>
                          <a:pt x="6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1" name="Google Shape;201;p1"/>
                  <p:cNvSpPr/>
                  <p:nvPr/>
                </p:nvSpPr>
                <p:spPr>
                  <a:xfrm>
                    <a:off x="4302534" y="2623821"/>
                    <a:ext cx="19895" cy="30891"/>
                  </a:xfrm>
                  <a:custGeom>
                    <a:rect b="b" l="l" r="r" t="t"/>
                    <a:pathLst>
                      <a:path extrusionOk="0" h="913" w="588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587" y="913"/>
                        </a:lnTo>
                        <a:lnTo>
                          <a:pt x="58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2" name="Google Shape;202;p1"/>
                  <p:cNvSpPr/>
                  <p:nvPr/>
                </p:nvSpPr>
                <p:spPr>
                  <a:xfrm>
                    <a:off x="4257532" y="2621893"/>
                    <a:ext cx="33057" cy="34749"/>
                  </a:xfrm>
                  <a:custGeom>
                    <a:rect b="b" l="l" r="r" t="t"/>
                    <a:pathLst>
                      <a:path extrusionOk="0" h="1027" w="977">
                        <a:moveTo>
                          <a:pt x="856" y="114"/>
                        </a:moveTo>
                        <a:lnTo>
                          <a:pt x="856" y="913"/>
                        </a:lnTo>
                        <a:lnTo>
                          <a:pt x="121" y="913"/>
                        </a:lnTo>
                        <a:lnTo>
                          <a:pt x="121" y="114"/>
                        </a:lnTo>
                        <a:close/>
                        <a:moveTo>
                          <a:pt x="64" y="1"/>
                        </a:moveTo>
                        <a:cubicBezTo>
                          <a:pt x="36" y="1"/>
                          <a:pt x="0" y="29"/>
                          <a:pt x="0" y="57"/>
                        </a:cubicBezTo>
                        <a:lnTo>
                          <a:pt x="0" y="970"/>
                        </a:lnTo>
                        <a:cubicBezTo>
                          <a:pt x="0" y="998"/>
                          <a:pt x="36" y="1026"/>
                          <a:pt x="64" y="1026"/>
                        </a:cubicBezTo>
                        <a:lnTo>
                          <a:pt x="920" y="1026"/>
                        </a:lnTo>
                        <a:cubicBezTo>
                          <a:pt x="948" y="1026"/>
                          <a:pt x="977" y="998"/>
                          <a:pt x="977" y="970"/>
                        </a:cubicBezTo>
                        <a:lnTo>
                          <a:pt x="977" y="57"/>
                        </a:lnTo>
                        <a:cubicBezTo>
                          <a:pt x="977" y="29"/>
                          <a:pt x="948" y="1"/>
                          <a:pt x="92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3" name="Google Shape;203;p1"/>
                  <p:cNvSpPr/>
                  <p:nvPr/>
                </p:nvSpPr>
                <p:spPr>
                  <a:xfrm>
                    <a:off x="4214696" y="2623821"/>
                    <a:ext cx="32076" cy="30891"/>
                  </a:xfrm>
                  <a:custGeom>
                    <a:rect b="b" l="l" r="r" t="t"/>
                    <a:pathLst>
                      <a:path extrusionOk="0" h="913" w="948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4" name="Google Shape;204;p1"/>
                  <p:cNvSpPr/>
                  <p:nvPr/>
                </p:nvSpPr>
                <p:spPr>
                  <a:xfrm>
                    <a:off x="4178762" y="2607377"/>
                    <a:ext cx="23989" cy="63373"/>
                  </a:xfrm>
                  <a:custGeom>
                    <a:rect b="b" l="l" r="r" t="t"/>
                    <a:pathLst>
                      <a:path extrusionOk="0" h="1873" w="709">
                        <a:moveTo>
                          <a:pt x="392" y="0"/>
                        </a:moveTo>
                        <a:cubicBezTo>
                          <a:pt x="350" y="0"/>
                          <a:pt x="310" y="20"/>
                          <a:pt x="270" y="40"/>
                        </a:cubicBezTo>
                        <a:cubicBezTo>
                          <a:pt x="178" y="104"/>
                          <a:pt x="149" y="189"/>
                          <a:pt x="121" y="281"/>
                        </a:cubicBezTo>
                        <a:cubicBezTo>
                          <a:pt x="121" y="366"/>
                          <a:pt x="121" y="458"/>
                          <a:pt x="149" y="514"/>
                        </a:cubicBezTo>
                        <a:cubicBezTo>
                          <a:pt x="149" y="571"/>
                          <a:pt x="178" y="635"/>
                          <a:pt x="178" y="663"/>
                        </a:cubicBezTo>
                        <a:cubicBezTo>
                          <a:pt x="178" y="748"/>
                          <a:pt x="149" y="868"/>
                          <a:pt x="65" y="896"/>
                        </a:cubicBezTo>
                        <a:lnTo>
                          <a:pt x="29" y="896"/>
                        </a:lnTo>
                        <a:cubicBezTo>
                          <a:pt x="1" y="925"/>
                          <a:pt x="1" y="960"/>
                          <a:pt x="1" y="988"/>
                        </a:cubicBezTo>
                        <a:cubicBezTo>
                          <a:pt x="1" y="1017"/>
                          <a:pt x="29" y="1017"/>
                          <a:pt x="65" y="1017"/>
                        </a:cubicBezTo>
                        <a:lnTo>
                          <a:pt x="121" y="1017"/>
                        </a:lnTo>
                        <a:lnTo>
                          <a:pt x="178" y="1073"/>
                        </a:lnTo>
                        <a:lnTo>
                          <a:pt x="178" y="1250"/>
                        </a:lnTo>
                        <a:lnTo>
                          <a:pt x="149" y="1278"/>
                        </a:lnTo>
                        <a:cubicBezTo>
                          <a:pt x="149" y="1455"/>
                          <a:pt x="178" y="1604"/>
                          <a:pt x="241" y="1696"/>
                        </a:cubicBezTo>
                        <a:cubicBezTo>
                          <a:pt x="298" y="1809"/>
                          <a:pt x="418" y="1873"/>
                          <a:pt x="531" y="1873"/>
                        </a:cubicBezTo>
                        <a:cubicBezTo>
                          <a:pt x="595" y="1873"/>
                          <a:pt x="623" y="1844"/>
                          <a:pt x="680" y="1809"/>
                        </a:cubicBezTo>
                        <a:cubicBezTo>
                          <a:pt x="708" y="1809"/>
                          <a:pt x="708" y="1752"/>
                          <a:pt x="708" y="1752"/>
                        </a:cubicBezTo>
                        <a:cubicBezTo>
                          <a:pt x="688" y="1732"/>
                          <a:pt x="668" y="1712"/>
                          <a:pt x="648" y="1712"/>
                        </a:cubicBezTo>
                        <a:cubicBezTo>
                          <a:pt x="640" y="1712"/>
                          <a:pt x="632" y="1716"/>
                          <a:pt x="623" y="1724"/>
                        </a:cubicBezTo>
                        <a:cubicBezTo>
                          <a:pt x="598" y="1740"/>
                          <a:pt x="568" y="1747"/>
                          <a:pt x="537" y="1747"/>
                        </a:cubicBezTo>
                        <a:cubicBezTo>
                          <a:pt x="456" y="1747"/>
                          <a:pt x="367" y="1699"/>
                          <a:pt x="326" y="1632"/>
                        </a:cubicBezTo>
                        <a:cubicBezTo>
                          <a:pt x="270" y="1547"/>
                          <a:pt x="270" y="1427"/>
                          <a:pt x="270" y="1278"/>
                        </a:cubicBezTo>
                        <a:lnTo>
                          <a:pt x="298" y="1250"/>
                        </a:lnTo>
                        <a:cubicBezTo>
                          <a:pt x="298" y="1194"/>
                          <a:pt x="298" y="1102"/>
                          <a:pt x="270" y="1045"/>
                        </a:cubicBezTo>
                        <a:cubicBezTo>
                          <a:pt x="270" y="1017"/>
                          <a:pt x="241" y="960"/>
                          <a:pt x="206" y="925"/>
                        </a:cubicBezTo>
                        <a:cubicBezTo>
                          <a:pt x="270" y="868"/>
                          <a:pt x="298" y="748"/>
                          <a:pt x="298" y="663"/>
                        </a:cubicBezTo>
                        <a:cubicBezTo>
                          <a:pt x="298" y="606"/>
                          <a:pt x="270" y="543"/>
                          <a:pt x="270" y="514"/>
                        </a:cubicBezTo>
                        <a:cubicBezTo>
                          <a:pt x="241" y="430"/>
                          <a:pt x="241" y="366"/>
                          <a:pt x="241" y="309"/>
                        </a:cubicBezTo>
                        <a:cubicBezTo>
                          <a:pt x="241" y="253"/>
                          <a:pt x="298" y="161"/>
                          <a:pt x="326" y="132"/>
                        </a:cubicBezTo>
                        <a:lnTo>
                          <a:pt x="418" y="132"/>
                        </a:lnTo>
                        <a:cubicBezTo>
                          <a:pt x="447" y="132"/>
                          <a:pt x="475" y="132"/>
                          <a:pt x="475" y="104"/>
                        </a:cubicBezTo>
                        <a:cubicBezTo>
                          <a:pt x="503" y="40"/>
                          <a:pt x="475" y="12"/>
                          <a:pt x="447" y="12"/>
                        </a:cubicBezTo>
                        <a:cubicBezTo>
                          <a:pt x="428" y="4"/>
                          <a:pt x="410" y="0"/>
                          <a:pt x="39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5" name="Google Shape;205;p1"/>
                  <p:cNvSpPr/>
                  <p:nvPr/>
                </p:nvSpPr>
                <p:spPr>
                  <a:xfrm>
                    <a:off x="4157006" y="2609915"/>
                    <a:ext cx="10793" cy="58704"/>
                  </a:xfrm>
                  <a:custGeom>
                    <a:rect b="b" l="l" r="r" t="t"/>
                    <a:pathLst>
                      <a:path extrusionOk="0" h="1735" w="319">
                        <a:moveTo>
                          <a:pt x="290" y="1"/>
                        </a:moveTo>
                        <a:cubicBezTo>
                          <a:pt x="262" y="1"/>
                          <a:pt x="234" y="1"/>
                          <a:pt x="205" y="29"/>
                        </a:cubicBezTo>
                        <a:cubicBezTo>
                          <a:pt x="0" y="560"/>
                          <a:pt x="0" y="1175"/>
                          <a:pt x="205" y="1706"/>
                        </a:cubicBezTo>
                        <a:cubicBezTo>
                          <a:pt x="205" y="1706"/>
                          <a:pt x="234" y="1734"/>
                          <a:pt x="262" y="1734"/>
                        </a:cubicBezTo>
                        <a:lnTo>
                          <a:pt x="290" y="1734"/>
                        </a:lnTo>
                        <a:cubicBezTo>
                          <a:pt x="318" y="1706"/>
                          <a:pt x="318" y="1677"/>
                          <a:pt x="318" y="1649"/>
                        </a:cubicBezTo>
                        <a:cubicBezTo>
                          <a:pt x="113" y="1147"/>
                          <a:pt x="113" y="588"/>
                          <a:pt x="318" y="86"/>
                        </a:cubicBezTo>
                        <a:cubicBezTo>
                          <a:pt x="318" y="57"/>
                          <a:pt x="318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6" name="Google Shape;206;p1"/>
                  <p:cNvSpPr/>
                  <p:nvPr/>
                </p:nvSpPr>
                <p:spPr>
                  <a:xfrm>
                    <a:off x="4445185" y="2607377"/>
                    <a:ext cx="23989" cy="63373"/>
                  </a:xfrm>
                  <a:custGeom>
                    <a:rect b="b" l="l" r="r" t="t"/>
                    <a:pathLst>
                      <a:path extrusionOk="0" h="1873" w="709">
                        <a:moveTo>
                          <a:pt x="317" y="0"/>
                        </a:moveTo>
                        <a:cubicBezTo>
                          <a:pt x="299" y="0"/>
                          <a:pt x="281" y="4"/>
                          <a:pt x="262" y="12"/>
                        </a:cubicBezTo>
                        <a:cubicBezTo>
                          <a:pt x="234" y="12"/>
                          <a:pt x="206" y="40"/>
                          <a:pt x="234" y="104"/>
                        </a:cubicBezTo>
                        <a:cubicBezTo>
                          <a:pt x="234" y="132"/>
                          <a:pt x="262" y="132"/>
                          <a:pt x="291" y="132"/>
                        </a:cubicBezTo>
                        <a:lnTo>
                          <a:pt x="383" y="132"/>
                        </a:lnTo>
                        <a:cubicBezTo>
                          <a:pt x="411" y="161"/>
                          <a:pt x="468" y="253"/>
                          <a:pt x="468" y="309"/>
                        </a:cubicBezTo>
                        <a:cubicBezTo>
                          <a:pt x="468" y="366"/>
                          <a:pt x="468" y="430"/>
                          <a:pt x="439" y="514"/>
                        </a:cubicBezTo>
                        <a:cubicBezTo>
                          <a:pt x="439" y="543"/>
                          <a:pt x="439" y="606"/>
                          <a:pt x="411" y="663"/>
                        </a:cubicBezTo>
                        <a:cubicBezTo>
                          <a:pt x="411" y="748"/>
                          <a:pt x="439" y="868"/>
                          <a:pt x="503" y="925"/>
                        </a:cubicBezTo>
                        <a:cubicBezTo>
                          <a:pt x="468" y="960"/>
                          <a:pt x="439" y="1017"/>
                          <a:pt x="439" y="1045"/>
                        </a:cubicBezTo>
                        <a:cubicBezTo>
                          <a:pt x="411" y="1102"/>
                          <a:pt x="411" y="1194"/>
                          <a:pt x="439" y="1250"/>
                        </a:cubicBezTo>
                        <a:lnTo>
                          <a:pt x="439" y="1278"/>
                        </a:lnTo>
                        <a:cubicBezTo>
                          <a:pt x="439" y="1427"/>
                          <a:pt x="439" y="1547"/>
                          <a:pt x="383" y="1632"/>
                        </a:cubicBezTo>
                        <a:cubicBezTo>
                          <a:pt x="342" y="1699"/>
                          <a:pt x="253" y="1747"/>
                          <a:pt x="172" y="1747"/>
                        </a:cubicBezTo>
                        <a:cubicBezTo>
                          <a:pt x="141" y="1747"/>
                          <a:pt x="111" y="1740"/>
                          <a:pt x="86" y="1724"/>
                        </a:cubicBezTo>
                        <a:cubicBezTo>
                          <a:pt x="77" y="1716"/>
                          <a:pt x="69" y="1712"/>
                          <a:pt x="61" y="1712"/>
                        </a:cubicBezTo>
                        <a:cubicBezTo>
                          <a:pt x="43" y="1712"/>
                          <a:pt x="29" y="1732"/>
                          <a:pt x="29" y="1752"/>
                        </a:cubicBezTo>
                        <a:cubicBezTo>
                          <a:pt x="1" y="1752"/>
                          <a:pt x="1" y="1809"/>
                          <a:pt x="29" y="1809"/>
                        </a:cubicBezTo>
                        <a:cubicBezTo>
                          <a:pt x="86" y="1844"/>
                          <a:pt x="114" y="1873"/>
                          <a:pt x="178" y="1873"/>
                        </a:cubicBezTo>
                        <a:cubicBezTo>
                          <a:pt x="291" y="1873"/>
                          <a:pt x="411" y="1809"/>
                          <a:pt x="468" y="1696"/>
                        </a:cubicBezTo>
                        <a:cubicBezTo>
                          <a:pt x="560" y="1604"/>
                          <a:pt x="560" y="1455"/>
                          <a:pt x="560" y="1278"/>
                        </a:cubicBezTo>
                        <a:lnTo>
                          <a:pt x="560" y="1250"/>
                        </a:lnTo>
                        <a:cubicBezTo>
                          <a:pt x="531" y="1194"/>
                          <a:pt x="531" y="1137"/>
                          <a:pt x="560" y="1073"/>
                        </a:cubicBezTo>
                        <a:cubicBezTo>
                          <a:pt x="560" y="1045"/>
                          <a:pt x="588" y="1045"/>
                          <a:pt x="588" y="1017"/>
                        </a:cubicBezTo>
                        <a:lnTo>
                          <a:pt x="644" y="1017"/>
                        </a:lnTo>
                        <a:cubicBezTo>
                          <a:pt x="680" y="1017"/>
                          <a:pt x="708" y="1017"/>
                          <a:pt x="708" y="988"/>
                        </a:cubicBezTo>
                        <a:cubicBezTo>
                          <a:pt x="708" y="960"/>
                          <a:pt x="708" y="925"/>
                          <a:pt x="680" y="896"/>
                        </a:cubicBezTo>
                        <a:lnTo>
                          <a:pt x="644" y="896"/>
                        </a:lnTo>
                        <a:cubicBezTo>
                          <a:pt x="588" y="868"/>
                          <a:pt x="531" y="748"/>
                          <a:pt x="531" y="663"/>
                        </a:cubicBezTo>
                        <a:cubicBezTo>
                          <a:pt x="560" y="635"/>
                          <a:pt x="560" y="571"/>
                          <a:pt x="560" y="514"/>
                        </a:cubicBezTo>
                        <a:cubicBezTo>
                          <a:pt x="588" y="458"/>
                          <a:pt x="588" y="366"/>
                          <a:pt x="588" y="281"/>
                        </a:cubicBezTo>
                        <a:cubicBezTo>
                          <a:pt x="588" y="189"/>
                          <a:pt x="531" y="104"/>
                          <a:pt x="439" y="40"/>
                        </a:cubicBezTo>
                        <a:cubicBezTo>
                          <a:pt x="399" y="20"/>
                          <a:pt x="359" y="0"/>
                          <a:pt x="31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07" name="Google Shape;207;p1"/>
                <p:cNvGrpSpPr/>
                <p:nvPr/>
              </p:nvGrpSpPr>
              <p:grpSpPr>
                <a:xfrm>
                  <a:off x="3007131" y="2353586"/>
                  <a:ext cx="269331" cy="224563"/>
                  <a:chOff x="2715768" y="1997386"/>
                  <a:chExt cx="269331" cy="224563"/>
                </a:xfrm>
              </p:grpSpPr>
              <p:sp>
                <p:nvSpPr>
                  <p:cNvPr id="208" name="Google Shape;208;p1"/>
                  <p:cNvSpPr/>
                  <p:nvPr/>
                </p:nvSpPr>
                <p:spPr>
                  <a:xfrm>
                    <a:off x="2868233" y="1997386"/>
                    <a:ext cx="116866" cy="116832"/>
                  </a:xfrm>
                  <a:custGeom>
                    <a:rect b="b" l="l" r="r" t="t"/>
                    <a:pathLst>
                      <a:path extrusionOk="0" h="3453" w="3454">
                        <a:moveTo>
                          <a:pt x="1729" y="947"/>
                        </a:moveTo>
                        <a:cubicBezTo>
                          <a:pt x="1938" y="947"/>
                          <a:pt x="2145" y="1036"/>
                          <a:pt x="2300" y="1210"/>
                        </a:cubicBezTo>
                        <a:cubicBezTo>
                          <a:pt x="2597" y="1536"/>
                          <a:pt x="2597" y="2038"/>
                          <a:pt x="2272" y="2328"/>
                        </a:cubicBezTo>
                        <a:cubicBezTo>
                          <a:pt x="2120" y="2466"/>
                          <a:pt x="1930" y="2534"/>
                          <a:pt x="1741" y="2534"/>
                        </a:cubicBezTo>
                        <a:cubicBezTo>
                          <a:pt x="1524" y="2534"/>
                          <a:pt x="1309" y="2445"/>
                          <a:pt x="1154" y="2271"/>
                        </a:cubicBezTo>
                        <a:cubicBezTo>
                          <a:pt x="857" y="1946"/>
                          <a:pt x="885" y="1444"/>
                          <a:pt x="1211" y="1154"/>
                        </a:cubicBezTo>
                        <a:cubicBezTo>
                          <a:pt x="1362" y="1015"/>
                          <a:pt x="1546" y="947"/>
                          <a:pt x="1729" y="947"/>
                        </a:cubicBezTo>
                        <a:close/>
                        <a:moveTo>
                          <a:pt x="1621" y="1"/>
                        </a:moveTo>
                        <a:cubicBezTo>
                          <a:pt x="1656" y="1"/>
                          <a:pt x="1656" y="29"/>
                          <a:pt x="1656" y="29"/>
                        </a:cubicBezTo>
                        <a:cubicBezTo>
                          <a:pt x="1684" y="177"/>
                          <a:pt x="1593" y="354"/>
                          <a:pt x="1444" y="383"/>
                        </a:cubicBezTo>
                        <a:cubicBezTo>
                          <a:pt x="1423" y="387"/>
                          <a:pt x="1402" y="389"/>
                          <a:pt x="1382" y="389"/>
                        </a:cubicBezTo>
                        <a:cubicBezTo>
                          <a:pt x="1235" y="389"/>
                          <a:pt x="1121" y="280"/>
                          <a:pt x="1090" y="149"/>
                        </a:cubicBezTo>
                        <a:lnTo>
                          <a:pt x="1090" y="121"/>
                        </a:lnTo>
                        <a:cubicBezTo>
                          <a:pt x="977" y="149"/>
                          <a:pt x="885" y="206"/>
                          <a:pt x="800" y="269"/>
                        </a:cubicBezTo>
                        <a:cubicBezTo>
                          <a:pt x="800" y="269"/>
                          <a:pt x="800" y="298"/>
                          <a:pt x="828" y="298"/>
                        </a:cubicBezTo>
                        <a:cubicBezTo>
                          <a:pt x="913" y="418"/>
                          <a:pt x="913" y="595"/>
                          <a:pt x="800" y="708"/>
                        </a:cubicBezTo>
                        <a:cubicBezTo>
                          <a:pt x="744" y="751"/>
                          <a:pt x="676" y="774"/>
                          <a:pt x="610" y="774"/>
                        </a:cubicBezTo>
                        <a:cubicBezTo>
                          <a:pt x="535" y="774"/>
                          <a:pt x="463" y="744"/>
                          <a:pt x="418" y="680"/>
                        </a:cubicBezTo>
                        <a:cubicBezTo>
                          <a:pt x="383" y="680"/>
                          <a:pt x="383" y="651"/>
                          <a:pt x="383" y="651"/>
                        </a:cubicBezTo>
                        <a:cubicBezTo>
                          <a:pt x="326" y="736"/>
                          <a:pt x="270" y="828"/>
                          <a:pt x="206" y="913"/>
                        </a:cubicBezTo>
                        <a:cubicBezTo>
                          <a:pt x="206" y="913"/>
                          <a:pt x="241" y="913"/>
                          <a:pt x="241" y="948"/>
                        </a:cubicBezTo>
                        <a:cubicBezTo>
                          <a:pt x="383" y="977"/>
                          <a:pt x="475" y="1154"/>
                          <a:pt x="418" y="1302"/>
                        </a:cubicBezTo>
                        <a:cubicBezTo>
                          <a:pt x="390" y="1415"/>
                          <a:pt x="272" y="1496"/>
                          <a:pt x="154" y="1496"/>
                        </a:cubicBezTo>
                        <a:cubicBezTo>
                          <a:pt x="124" y="1496"/>
                          <a:pt x="93" y="1491"/>
                          <a:pt x="64" y="1479"/>
                        </a:cubicBezTo>
                        <a:lnTo>
                          <a:pt x="29" y="1479"/>
                        </a:lnTo>
                        <a:cubicBezTo>
                          <a:pt x="29" y="1564"/>
                          <a:pt x="1" y="1684"/>
                          <a:pt x="29" y="1797"/>
                        </a:cubicBezTo>
                        <a:lnTo>
                          <a:pt x="64" y="1797"/>
                        </a:lnTo>
                        <a:cubicBezTo>
                          <a:pt x="89" y="1788"/>
                          <a:pt x="113" y="1783"/>
                          <a:pt x="138" y="1783"/>
                        </a:cubicBezTo>
                        <a:cubicBezTo>
                          <a:pt x="254" y="1783"/>
                          <a:pt x="359" y="1887"/>
                          <a:pt x="383" y="2010"/>
                        </a:cubicBezTo>
                        <a:cubicBezTo>
                          <a:pt x="418" y="2151"/>
                          <a:pt x="326" y="2300"/>
                          <a:pt x="178" y="2328"/>
                        </a:cubicBezTo>
                        <a:lnTo>
                          <a:pt x="149" y="2363"/>
                        </a:lnTo>
                        <a:cubicBezTo>
                          <a:pt x="178" y="2448"/>
                          <a:pt x="241" y="2569"/>
                          <a:pt x="298" y="2653"/>
                        </a:cubicBezTo>
                        <a:cubicBezTo>
                          <a:pt x="298" y="2653"/>
                          <a:pt x="298" y="2625"/>
                          <a:pt x="326" y="2625"/>
                        </a:cubicBezTo>
                        <a:cubicBezTo>
                          <a:pt x="378" y="2573"/>
                          <a:pt x="441" y="2550"/>
                          <a:pt x="502" y="2550"/>
                        </a:cubicBezTo>
                        <a:cubicBezTo>
                          <a:pt x="582" y="2550"/>
                          <a:pt x="660" y="2589"/>
                          <a:pt x="708" y="2653"/>
                        </a:cubicBezTo>
                        <a:cubicBezTo>
                          <a:pt x="828" y="2774"/>
                          <a:pt x="828" y="2951"/>
                          <a:pt x="708" y="3035"/>
                        </a:cubicBezTo>
                        <a:lnTo>
                          <a:pt x="680" y="3071"/>
                        </a:lnTo>
                        <a:cubicBezTo>
                          <a:pt x="772" y="3156"/>
                          <a:pt x="857" y="3212"/>
                          <a:pt x="949" y="3276"/>
                        </a:cubicBezTo>
                        <a:cubicBezTo>
                          <a:pt x="949" y="3248"/>
                          <a:pt x="949" y="3248"/>
                          <a:pt x="977" y="3212"/>
                        </a:cubicBezTo>
                        <a:cubicBezTo>
                          <a:pt x="1000" y="3100"/>
                          <a:pt x="1116" y="3018"/>
                          <a:pt x="1238" y="3018"/>
                        </a:cubicBezTo>
                        <a:cubicBezTo>
                          <a:pt x="1269" y="3018"/>
                          <a:pt x="1300" y="3024"/>
                          <a:pt x="1331" y="3035"/>
                        </a:cubicBezTo>
                        <a:cubicBezTo>
                          <a:pt x="1479" y="3099"/>
                          <a:pt x="1536" y="3248"/>
                          <a:pt x="1508" y="3389"/>
                        </a:cubicBezTo>
                        <a:cubicBezTo>
                          <a:pt x="1508" y="3425"/>
                          <a:pt x="1508" y="3425"/>
                          <a:pt x="1479" y="3453"/>
                        </a:cubicBezTo>
                        <a:lnTo>
                          <a:pt x="1833" y="3453"/>
                        </a:lnTo>
                        <a:cubicBezTo>
                          <a:pt x="1833" y="3453"/>
                          <a:pt x="1833" y="3425"/>
                          <a:pt x="1798" y="3425"/>
                        </a:cubicBezTo>
                        <a:cubicBezTo>
                          <a:pt x="1769" y="3276"/>
                          <a:pt x="1890" y="3127"/>
                          <a:pt x="2038" y="3071"/>
                        </a:cubicBezTo>
                        <a:cubicBezTo>
                          <a:pt x="2056" y="3067"/>
                          <a:pt x="2074" y="3065"/>
                          <a:pt x="2091" y="3065"/>
                        </a:cubicBezTo>
                        <a:cubicBezTo>
                          <a:pt x="2219" y="3065"/>
                          <a:pt x="2332" y="3173"/>
                          <a:pt x="2364" y="3304"/>
                        </a:cubicBezTo>
                        <a:lnTo>
                          <a:pt x="2364" y="3333"/>
                        </a:lnTo>
                        <a:cubicBezTo>
                          <a:pt x="2477" y="3304"/>
                          <a:pt x="2569" y="3248"/>
                          <a:pt x="2682" y="3184"/>
                        </a:cubicBezTo>
                        <a:cubicBezTo>
                          <a:pt x="2654" y="3184"/>
                          <a:pt x="2654" y="3184"/>
                          <a:pt x="2654" y="3156"/>
                        </a:cubicBezTo>
                        <a:cubicBezTo>
                          <a:pt x="2540" y="3035"/>
                          <a:pt x="2540" y="2859"/>
                          <a:pt x="2654" y="2774"/>
                        </a:cubicBezTo>
                        <a:cubicBezTo>
                          <a:pt x="2714" y="2714"/>
                          <a:pt x="2788" y="2683"/>
                          <a:pt x="2862" y="2683"/>
                        </a:cubicBezTo>
                        <a:cubicBezTo>
                          <a:pt x="2937" y="2683"/>
                          <a:pt x="3011" y="2714"/>
                          <a:pt x="3071" y="2774"/>
                        </a:cubicBezTo>
                        <a:cubicBezTo>
                          <a:pt x="3071" y="2802"/>
                          <a:pt x="3071" y="2802"/>
                          <a:pt x="3099" y="2830"/>
                        </a:cubicBezTo>
                        <a:cubicBezTo>
                          <a:pt x="3156" y="2717"/>
                          <a:pt x="3213" y="2625"/>
                          <a:pt x="3276" y="2540"/>
                        </a:cubicBezTo>
                        <a:cubicBezTo>
                          <a:pt x="3248" y="2540"/>
                          <a:pt x="3248" y="2540"/>
                          <a:pt x="3213" y="2505"/>
                        </a:cubicBezTo>
                        <a:cubicBezTo>
                          <a:pt x="3071" y="2477"/>
                          <a:pt x="2979" y="2300"/>
                          <a:pt x="3036" y="2151"/>
                        </a:cubicBezTo>
                        <a:cubicBezTo>
                          <a:pt x="3086" y="2039"/>
                          <a:pt x="3191" y="1957"/>
                          <a:pt x="3303" y="1957"/>
                        </a:cubicBezTo>
                        <a:cubicBezTo>
                          <a:pt x="3331" y="1957"/>
                          <a:pt x="3360" y="1963"/>
                          <a:pt x="3389" y="1974"/>
                        </a:cubicBezTo>
                        <a:cubicBezTo>
                          <a:pt x="3425" y="1974"/>
                          <a:pt x="3425" y="1974"/>
                          <a:pt x="3453" y="2010"/>
                        </a:cubicBezTo>
                        <a:lnTo>
                          <a:pt x="3453" y="1656"/>
                        </a:lnTo>
                        <a:cubicBezTo>
                          <a:pt x="3453" y="1656"/>
                          <a:pt x="3425" y="1656"/>
                          <a:pt x="3425" y="1684"/>
                        </a:cubicBezTo>
                        <a:cubicBezTo>
                          <a:pt x="3407" y="1687"/>
                          <a:pt x="3390" y="1688"/>
                          <a:pt x="3373" y="1688"/>
                        </a:cubicBezTo>
                        <a:cubicBezTo>
                          <a:pt x="3220" y="1688"/>
                          <a:pt x="3097" y="1578"/>
                          <a:pt x="3071" y="1444"/>
                        </a:cubicBezTo>
                        <a:cubicBezTo>
                          <a:pt x="3036" y="1302"/>
                          <a:pt x="3128" y="1154"/>
                          <a:pt x="3276" y="1125"/>
                        </a:cubicBezTo>
                        <a:cubicBezTo>
                          <a:pt x="3305" y="1090"/>
                          <a:pt x="3305" y="1090"/>
                          <a:pt x="3333" y="1090"/>
                        </a:cubicBezTo>
                        <a:cubicBezTo>
                          <a:pt x="3276" y="1005"/>
                          <a:pt x="3248" y="885"/>
                          <a:pt x="3156" y="800"/>
                        </a:cubicBezTo>
                        <a:lnTo>
                          <a:pt x="3156" y="828"/>
                        </a:lnTo>
                        <a:cubicBezTo>
                          <a:pt x="3104" y="880"/>
                          <a:pt x="3041" y="903"/>
                          <a:pt x="2978" y="903"/>
                        </a:cubicBezTo>
                        <a:cubicBezTo>
                          <a:pt x="2894" y="903"/>
                          <a:pt x="2810" y="864"/>
                          <a:pt x="2746" y="800"/>
                        </a:cubicBezTo>
                        <a:cubicBezTo>
                          <a:pt x="2625" y="680"/>
                          <a:pt x="2654" y="503"/>
                          <a:pt x="2774" y="418"/>
                        </a:cubicBezTo>
                        <a:cubicBezTo>
                          <a:pt x="2774" y="383"/>
                          <a:pt x="2774" y="383"/>
                          <a:pt x="2802" y="383"/>
                        </a:cubicBezTo>
                        <a:cubicBezTo>
                          <a:pt x="2717" y="326"/>
                          <a:pt x="2597" y="241"/>
                          <a:pt x="2505" y="206"/>
                        </a:cubicBezTo>
                        <a:lnTo>
                          <a:pt x="2505" y="241"/>
                        </a:lnTo>
                        <a:cubicBezTo>
                          <a:pt x="2460" y="354"/>
                          <a:pt x="2357" y="435"/>
                          <a:pt x="2242" y="435"/>
                        </a:cubicBezTo>
                        <a:cubicBezTo>
                          <a:pt x="2212" y="435"/>
                          <a:pt x="2182" y="429"/>
                          <a:pt x="2151" y="418"/>
                        </a:cubicBezTo>
                        <a:cubicBezTo>
                          <a:pt x="2010" y="354"/>
                          <a:pt x="1918" y="206"/>
                          <a:pt x="1946" y="64"/>
                        </a:cubicBezTo>
                        <a:cubicBezTo>
                          <a:pt x="1946" y="29"/>
                          <a:pt x="1975" y="29"/>
                          <a:pt x="1975" y="29"/>
                        </a:cubicBezTo>
                        <a:cubicBezTo>
                          <a:pt x="1861" y="1"/>
                          <a:pt x="1741" y="1"/>
                          <a:pt x="162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1"/>
                  <p:cNvSpPr/>
                  <p:nvPr/>
                </p:nvSpPr>
                <p:spPr>
                  <a:xfrm>
                    <a:off x="2888365" y="2020360"/>
                    <a:ext cx="77821" cy="70884"/>
                  </a:xfrm>
                  <a:custGeom>
                    <a:rect b="b" l="l" r="r" t="t"/>
                    <a:pathLst>
                      <a:path extrusionOk="0" h="2095" w="2300">
                        <a:moveTo>
                          <a:pt x="1118" y="57"/>
                        </a:moveTo>
                        <a:cubicBezTo>
                          <a:pt x="1415" y="57"/>
                          <a:pt x="1677" y="178"/>
                          <a:pt x="1854" y="383"/>
                        </a:cubicBezTo>
                        <a:cubicBezTo>
                          <a:pt x="2236" y="800"/>
                          <a:pt x="2207" y="1416"/>
                          <a:pt x="1797" y="1798"/>
                        </a:cubicBezTo>
                        <a:cubicBezTo>
                          <a:pt x="1620" y="1946"/>
                          <a:pt x="1380" y="2038"/>
                          <a:pt x="1146" y="2038"/>
                        </a:cubicBezTo>
                        <a:cubicBezTo>
                          <a:pt x="884" y="2038"/>
                          <a:pt x="616" y="1918"/>
                          <a:pt x="410" y="1713"/>
                        </a:cubicBezTo>
                        <a:cubicBezTo>
                          <a:pt x="57" y="1295"/>
                          <a:pt x="85" y="680"/>
                          <a:pt x="467" y="326"/>
                        </a:cubicBezTo>
                        <a:cubicBezTo>
                          <a:pt x="644" y="149"/>
                          <a:pt x="884" y="57"/>
                          <a:pt x="1118" y="57"/>
                        </a:cubicBezTo>
                        <a:close/>
                        <a:moveTo>
                          <a:pt x="1118" y="1"/>
                        </a:moveTo>
                        <a:cubicBezTo>
                          <a:pt x="884" y="1"/>
                          <a:pt x="616" y="93"/>
                          <a:pt x="439" y="269"/>
                        </a:cubicBezTo>
                        <a:cubicBezTo>
                          <a:pt x="0" y="652"/>
                          <a:pt x="0" y="1331"/>
                          <a:pt x="382" y="1741"/>
                        </a:cubicBezTo>
                        <a:cubicBezTo>
                          <a:pt x="587" y="1974"/>
                          <a:pt x="849" y="2095"/>
                          <a:pt x="1146" y="2095"/>
                        </a:cubicBezTo>
                        <a:cubicBezTo>
                          <a:pt x="1415" y="2095"/>
                          <a:pt x="1648" y="2003"/>
                          <a:pt x="1854" y="1826"/>
                        </a:cubicBezTo>
                        <a:cubicBezTo>
                          <a:pt x="2264" y="1444"/>
                          <a:pt x="2299" y="800"/>
                          <a:pt x="1910" y="354"/>
                        </a:cubicBezTo>
                        <a:cubicBezTo>
                          <a:pt x="1705" y="149"/>
                          <a:pt x="1415" y="1"/>
                          <a:pt x="11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1"/>
                  <p:cNvSpPr/>
                  <p:nvPr/>
                </p:nvSpPr>
                <p:spPr>
                  <a:xfrm>
                    <a:off x="2715768" y="2042387"/>
                    <a:ext cx="179562" cy="179562"/>
                  </a:xfrm>
                  <a:custGeom>
                    <a:rect b="b" l="l" r="r" t="t"/>
                    <a:pathLst>
                      <a:path extrusionOk="0" h="5307" w="5307">
                        <a:moveTo>
                          <a:pt x="2625" y="861"/>
                        </a:moveTo>
                        <a:cubicBezTo>
                          <a:pt x="3132" y="861"/>
                          <a:pt x="3636" y="1078"/>
                          <a:pt x="3976" y="1500"/>
                        </a:cubicBezTo>
                        <a:cubicBezTo>
                          <a:pt x="4627" y="2271"/>
                          <a:pt x="4535" y="3389"/>
                          <a:pt x="3799" y="4040"/>
                        </a:cubicBezTo>
                        <a:cubicBezTo>
                          <a:pt x="3475" y="4312"/>
                          <a:pt x="3075" y="4447"/>
                          <a:pt x="2675" y="4447"/>
                        </a:cubicBezTo>
                        <a:cubicBezTo>
                          <a:pt x="2168" y="4447"/>
                          <a:pt x="1659" y="4230"/>
                          <a:pt x="1295" y="3799"/>
                        </a:cubicBezTo>
                        <a:cubicBezTo>
                          <a:pt x="644" y="3064"/>
                          <a:pt x="736" y="1918"/>
                          <a:pt x="1472" y="1295"/>
                        </a:cubicBezTo>
                        <a:cubicBezTo>
                          <a:pt x="1801" y="1004"/>
                          <a:pt x="2214" y="861"/>
                          <a:pt x="2625" y="861"/>
                        </a:cubicBezTo>
                        <a:close/>
                        <a:moveTo>
                          <a:pt x="2590" y="1"/>
                        </a:moveTo>
                        <a:lnTo>
                          <a:pt x="2590" y="29"/>
                        </a:lnTo>
                        <a:cubicBezTo>
                          <a:pt x="2653" y="262"/>
                          <a:pt x="2476" y="503"/>
                          <a:pt x="2236" y="559"/>
                        </a:cubicBezTo>
                        <a:cubicBezTo>
                          <a:pt x="2217" y="562"/>
                          <a:pt x="2198" y="563"/>
                          <a:pt x="2179" y="563"/>
                        </a:cubicBezTo>
                        <a:cubicBezTo>
                          <a:pt x="1966" y="563"/>
                          <a:pt x="1767" y="420"/>
                          <a:pt x="1741" y="206"/>
                        </a:cubicBezTo>
                        <a:lnTo>
                          <a:pt x="1741" y="149"/>
                        </a:lnTo>
                        <a:cubicBezTo>
                          <a:pt x="1564" y="206"/>
                          <a:pt x="1415" y="262"/>
                          <a:pt x="1267" y="354"/>
                        </a:cubicBezTo>
                        <a:cubicBezTo>
                          <a:pt x="1267" y="383"/>
                          <a:pt x="1295" y="383"/>
                          <a:pt x="1295" y="383"/>
                        </a:cubicBezTo>
                        <a:cubicBezTo>
                          <a:pt x="1472" y="588"/>
                          <a:pt x="1444" y="856"/>
                          <a:pt x="1267" y="998"/>
                        </a:cubicBezTo>
                        <a:cubicBezTo>
                          <a:pt x="1188" y="1077"/>
                          <a:pt x="1086" y="1115"/>
                          <a:pt x="983" y="1115"/>
                        </a:cubicBezTo>
                        <a:cubicBezTo>
                          <a:pt x="855" y="1115"/>
                          <a:pt x="727" y="1055"/>
                          <a:pt x="644" y="941"/>
                        </a:cubicBezTo>
                        <a:cubicBezTo>
                          <a:pt x="616" y="941"/>
                          <a:pt x="616" y="941"/>
                          <a:pt x="616" y="913"/>
                        </a:cubicBezTo>
                        <a:cubicBezTo>
                          <a:pt x="503" y="1062"/>
                          <a:pt x="411" y="1175"/>
                          <a:pt x="326" y="1323"/>
                        </a:cubicBezTo>
                        <a:cubicBezTo>
                          <a:pt x="354" y="1323"/>
                          <a:pt x="354" y="1352"/>
                          <a:pt x="382" y="1352"/>
                        </a:cubicBezTo>
                        <a:cubicBezTo>
                          <a:pt x="588" y="1444"/>
                          <a:pt x="708" y="1677"/>
                          <a:pt x="644" y="1918"/>
                        </a:cubicBezTo>
                        <a:cubicBezTo>
                          <a:pt x="579" y="2098"/>
                          <a:pt x="425" y="2210"/>
                          <a:pt x="248" y="2210"/>
                        </a:cubicBezTo>
                        <a:cubicBezTo>
                          <a:pt x="195" y="2210"/>
                          <a:pt x="140" y="2200"/>
                          <a:pt x="85" y="2179"/>
                        </a:cubicBezTo>
                        <a:cubicBezTo>
                          <a:pt x="57" y="2179"/>
                          <a:pt x="57" y="2151"/>
                          <a:pt x="29" y="2151"/>
                        </a:cubicBezTo>
                        <a:cubicBezTo>
                          <a:pt x="0" y="2328"/>
                          <a:pt x="0" y="2505"/>
                          <a:pt x="0" y="2653"/>
                        </a:cubicBezTo>
                        <a:lnTo>
                          <a:pt x="57" y="2653"/>
                        </a:lnTo>
                        <a:cubicBezTo>
                          <a:pt x="77" y="2651"/>
                          <a:pt x="96" y="2650"/>
                          <a:pt x="116" y="2650"/>
                        </a:cubicBezTo>
                        <a:cubicBezTo>
                          <a:pt x="325" y="2650"/>
                          <a:pt x="508" y="2787"/>
                          <a:pt x="559" y="3007"/>
                        </a:cubicBezTo>
                        <a:cubicBezTo>
                          <a:pt x="588" y="3241"/>
                          <a:pt x="439" y="3474"/>
                          <a:pt x="206" y="3509"/>
                        </a:cubicBezTo>
                        <a:lnTo>
                          <a:pt x="149" y="3509"/>
                        </a:lnTo>
                        <a:cubicBezTo>
                          <a:pt x="206" y="3686"/>
                          <a:pt x="290" y="3828"/>
                          <a:pt x="382" y="4005"/>
                        </a:cubicBezTo>
                        <a:cubicBezTo>
                          <a:pt x="382" y="3976"/>
                          <a:pt x="411" y="3976"/>
                          <a:pt x="411" y="3948"/>
                        </a:cubicBezTo>
                        <a:cubicBezTo>
                          <a:pt x="488" y="3883"/>
                          <a:pt x="587" y="3852"/>
                          <a:pt x="688" y="3852"/>
                        </a:cubicBezTo>
                        <a:cubicBezTo>
                          <a:pt x="818" y="3852"/>
                          <a:pt x="949" y="3905"/>
                          <a:pt x="1033" y="4005"/>
                        </a:cubicBezTo>
                        <a:cubicBezTo>
                          <a:pt x="1175" y="4181"/>
                          <a:pt x="1175" y="4479"/>
                          <a:pt x="970" y="4627"/>
                        </a:cubicBezTo>
                        <a:lnTo>
                          <a:pt x="941" y="4655"/>
                        </a:lnTo>
                        <a:cubicBezTo>
                          <a:pt x="1062" y="4776"/>
                          <a:pt x="1210" y="4889"/>
                          <a:pt x="1352" y="4981"/>
                        </a:cubicBezTo>
                        <a:cubicBezTo>
                          <a:pt x="1352" y="4953"/>
                          <a:pt x="1387" y="4924"/>
                          <a:pt x="1387" y="4889"/>
                        </a:cubicBezTo>
                        <a:cubicBezTo>
                          <a:pt x="1431" y="4731"/>
                          <a:pt x="1597" y="4627"/>
                          <a:pt x="1781" y="4627"/>
                        </a:cubicBezTo>
                        <a:cubicBezTo>
                          <a:pt x="1835" y="4627"/>
                          <a:pt x="1891" y="4636"/>
                          <a:pt x="1946" y="4655"/>
                        </a:cubicBezTo>
                        <a:cubicBezTo>
                          <a:pt x="2151" y="4712"/>
                          <a:pt x="2271" y="4981"/>
                          <a:pt x="2208" y="5214"/>
                        </a:cubicBezTo>
                        <a:cubicBezTo>
                          <a:pt x="2208" y="5214"/>
                          <a:pt x="2179" y="5243"/>
                          <a:pt x="2179" y="5278"/>
                        </a:cubicBezTo>
                        <a:cubicBezTo>
                          <a:pt x="2356" y="5306"/>
                          <a:pt x="2533" y="5306"/>
                          <a:pt x="2710" y="5306"/>
                        </a:cubicBezTo>
                        <a:cubicBezTo>
                          <a:pt x="2682" y="5306"/>
                          <a:pt x="2682" y="5278"/>
                          <a:pt x="2682" y="5243"/>
                        </a:cubicBezTo>
                        <a:cubicBezTo>
                          <a:pt x="2625" y="5009"/>
                          <a:pt x="2802" y="4776"/>
                          <a:pt x="3035" y="4747"/>
                        </a:cubicBezTo>
                        <a:cubicBezTo>
                          <a:pt x="3058" y="4744"/>
                          <a:pt x="3081" y="4742"/>
                          <a:pt x="3104" y="4742"/>
                        </a:cubicBezTo>
                        <a:cubicBezTo>
                          <a:pt x="3314" y="4742"/>
                          <a:pt x="3512" y="4884"/>
                          <a:pt x="3538" y="5101"/>
                        </a:cubicBezTo>
                        <a:lnTo>
                          <a:pt x="3538" y="5158"/>
                        </a:lnTo>
                        <a:cubicBezTo>
                          <a:pt x="3714" y="5129"/>
                          <a:pt x="3863" y="5037"/>
                          <a:pt x="4005" y="4953"/>
                        </a:cubicBezTo>
                        <a:cubicBezTo>
                          <a:pt x="4005" y="4924"/>
                          <a:pt x="3976" y="4924"/>
                          <a:pt x="3976" y="4889"/>
                        </a:cubicBezTo>
                        <a:cubicBezTo>
                          <a:pt x="3799" y="4712"/>
                          <a:pt x="3828" y="4450"/>
                          <a:pt x="4005" y="4273"/>
                        </a:cubicBezTo>
                        <a:cubicBezTo>
                          <a:pt x="4081" y="4209"/>
                          <a:pt x="4181" y="4178"/>
                          <a:pt x="4282" y="4178"/>
                        </a:cubicBezTo>
                        <a:cubicBezTo>
                          <a:pt x="4412" y="4178"/>
                          <a:pt x="4543" y="4230"/>
                          <a:pt x="4627" y="4330"/>
                        </a:cubicBezTo>
                        <a:cubicBezTo>
                          <a:pt x="4655" y="4358"/>
                          <a:pt x="4655" y="4358"/>
                          <a:pt x="4684" y="4394"/>
                        </a:cubicBezTo>
                        <a:cubicBezTo>
                          <a:pt x="4776" y="4273"/>
                          <a:pt x="4889" y="4125"/>
                          <a:pt x="4981" y="3948"/>
                        </a:cubicBezTo>
                        <a:lnTo>
                          <a:pt x="4889" y="3948"/>
                        </a:lnTo>
                        <a:cubicBezTo>
                          <a:pt x="4684" y="3863"/>
                          <a:pt x="4570" y="3594"/>
                          <a:pt x="4627" y="3389"/>
                        </a:cubicBezTo>
                        <a:cubicBezTo>
                          <a:pt x="4693" y="3206"/>
                          <a:pt x="4855" y="3093"/>
                          <a:pt x="5034" y="3093"/>
                        </a:cubicBezTo>
                        <a:cubicBezTo>
                          <a:pt x="5084" y="3093"/>
                          <a:pt x="5135" y="3102"/>
                          <a:pt x="5186" y="3120"/>
                        </a:cubicBezTo>
                        <a:cubicBezTo>
                          <a:pt x="5214" y="3120"/>
                          <a:pt x="5243" y="3120"/>
                          <a:pt x="5243" y="3156"/>
                        </a:cubicBezTo>
                        <a:cubicBezTo>
                          <a:pt x="5278" y="2979"/>
                          <a:pt x="5306" y="2802"/>
                          <a:pt x="5306" y="2625"/>
                        </a:cubicBezTo>
                        <a:cubicBezTo>
                          <a:pt x="5278" y="2625"/>
                          <a:pt x="5243" y="2625"/>
                          <a:pt x="5214" y="2653"/>
                        </a:cubicBezTo>
                        <a:cubicBezTo>
                          <a:pt x="5195" y="2656"/>
                          <a:pt x="5177" y="2657"/>
                          <a:pt x="5158" y="2657"/>
                        </a:cubicBezTo>
                        <a:cubicBezTo>
                          <a:pt x="4948" y="2657"/>
                          <a:pt x="4770" y="2512"/>
                          <a:pt x="4712" y="2271"/>
                        </a:cubicBezTo>
                        <a:cubicBezTo>
                          <a:pt x="4684" y="2031"/>
                          <a:pt x="4832" y="1826"/>
                          <a:pt x="5066" y="1769"/>
                        </a:cubicBezTo>
                        <a:lnTo>
                          <a:pt x="5129" y="1769"/>
                        </a:lnTo>
                        <a:cubicBezTo>
                          <a:pt x="5066" y="1592"/>
                          <a:pt x="4981" y="1444"/>
                          <a:pt x="4889" y="1295"/>
                        </a:cubicBezTo>
                        <a:lnTo>
                          <a:pt x="4861" y="1323"/>
                        </a:lnTo>
                        <a:cubicBezTo>
                          <a:pt x="4779" y="1405"/>
                          <a:pt x="4674" y="1443"/>
                          <a:pt x="4569" y="1443"/>
                        </a:cubicBezTo>
                        <a:cubicBezTo>
                          <a:pt x="4447" y="1443"/>
                          <a:pt x="4325" y="1391"/>
                          <a:pt x="4245" y="1295"/>
                        </a:cubicBezTo>
                        <a:cubicBezTo>
                          <a:pt x="4096" y="1090"/>
                          <a:pt x="4096" y="821"/>
                          <a:pt x="4302" y="680"/>
                        </a:cubicBezTo>
                        <a:cubicBezTo>
                          <a:pt x="4302" y="644"/>
                          <a:pt x="4330" y="644"/>
                          <a:pt x="4330" y="616"/>
                        </a:cubicBezTo>
                        <a:cubicBezTo>
                          <a:pt x="4217" y="531"/>
                          <a:pt x="4068" y="411"/>
                          <a:pt x="3920" y="326"/>
                        </a:cubicBezTo>
                        <a:cubicBezTo>
                          <a:pt x="3891" y="354"/>
                          <a:pt x="3891" y="354"/>
                          <a:pt x="3891" y="383"/>
                        </a:cubicBezTo>
                        <a:cubicBezTo>
                          <a:pt x="3842" y="563"/>
                          <a:pt x="3675" y="675"/>
                          <a:pt x="3494" y="675"/>
                        </a:cubicBezTo>
                        <a:cubicBezTo>
                          <a:pt x="3441" y="675"/>
                          <a:pt x="3386" y="665"/>
                          <a:pt x="3332" y="644"/>
                        </a:cubicBezTo>
                        <a:cubicBezTo>
                          <a:pt x="3120" y="559"/>
                          <a:pt x="2979" y="326"/>
                          <a:pt x="3064" y="85"/>
                        </a:cubicBezTo>
                        <a:cubicBezTo>
                          <a:pt x="3064" y="57"/>
                          <a:pt x="3092" y="57"/>
                          <a:pt x="3092" y="29"/>
                        </a:cubicBezTo>
                        <a:cubicBezTo>
                          <a:pt x="2915" y="1"/>
                          <a:pt x="2738" y="1"/>
                          <a:pt x="259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1" name="Google Shape;211;p1"/>
                  <p:cNvSpPr/>
                  <p:nvPr/>
                </p:nvSpPr>
                <p:spPr>
                  <a:xfrm>
                    <a:off x="2726765" y="2063061"/>
                    <a:ext cx="156588" cy="138148"/>
                  </a:xfrm>
                  <a:custGeom>
                    <a:rect b="b" l="l" r="r" t="t"/>
                    <a:pathLst>
                      <a:path extrusionOk="0" h="4083" w="4628">
                        <a:moveTo>
                          <a:pt x="2326" y="675"/>
                        </a:moveTo>
                        <a:cubicBezTo>
                          <a:pt x="2813" y="675"/>
                          <a:pt x="3291" y="946"/>
                          <a:pt x="3538" y="1420"/>
                        </a:cubicBezTo>
                        <a:cubicBezTo>
                          <a:pt x="3856" y="2099"/>
                          <a:pt x="3623" y="2927"/>
                          <a:pt x="2944" y="3280"/>
                        </a:cubicBezTo>
                        <a:cubicBezTo>
                          <a:pt x="2749" y="3374"/>
                          <a:pt x="2545" y="3418"/>
                          <a:pt x="2345" y="3418"/>
                        </a:cubicBezTo>
                        <a:cubicBezTo>
                          <a:pt x="1847" y="3418"/>
                          <a:pt x="1371" y="3142"/>
                          <a:pt x="1119" y="2658"/>
                        </a:cubicBezTo>
                        <a:cubicBezTo>
                          <a:pt x="765" y="1979"/>
                          <a:pt x="1027" y="1158"/>
                          <a:pt x="1706" y="833"/>
                        </a:cubicBezTo>
                        <a:cubicBezTo>
                          <a:pt x="1902" y="726"/>
                          <a:pt x="2115" y="675"/>
                          <a:pt x="2326" y="675"/>
                        </a:cubicBezTo>
                        <a:close/>
                        <a:moveTo>
                          <a:pt x="2277" y="0"/>
                        </a:moveTo>
                        <a:cubicBezTo>
                          <a:pt x="1975" y="0"/>
                          <a:pt x="1669" y="68"/>
                          <a:pt x="1380" y="210"/>
                        </a:cubicBezTo>
                        <a:cubicBezTo>
                          <a:pt x="411" y="712"/>
                          <a:pt x="1" y="1950"/>
                          <a:pt x="531" y="2955"/>
                        </a:cubicBezTo>
                        <a:cubicBezTo>
                          <a:pt x="883" y="3668"/>
                          <a:pt x="1609" y="4082"/>
                          <a:pt x="2350" y="4082"/>
                        </a:cubicBezTo>
                        <a:cubicBezTo>
                          <a:pt x="2653" y="4082"/>
                          <a:pt x="2958" y="4013"/>
                          <a:pt x="3241" y="3868"/>
                        </a:cubicBezTo>
                        <a:cubicBezTo>
                          <a:pt x="4245" y="3365"/>
                          <a:pt x="4627" y="2127"/>
                          <a:pt x="4125" y="1130"/>
                        </a:cubicBezTo>
                        <a:cubicBezTo>
                          <a:pt x="3747" y="414"/>
                          <a:pt x="3025" y="0"/>
                          <a:pt x="22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2" name="Google Shape;212;p1"/>
                  <p:cNvSpPr/>
                  <p:nvPr/>
                </p:nvSpPr>
                <p:spPr>
                  <a:xfrm>
                    <a:off x="2748555" y="2076121"/>
                    <a:ext cx="113719" cy="111825"/>
                  </a:xfrm>
                  <a:custGeom>
                    <a:rect b="b" l="l" r="r" t="t"/>
                    <a:pathLst>
                      <a:path extrusionOk="0" h="3305" w="3361">
                        <a:moveTo>
                          <a:pt x="1656" y="65"/>
                        </a:moveTo>
                        <a:cubicBezTo>
                          <a:pt x="2243" y="65"/>
                          <a:pt x="2802" y="418"/>
                          <a:pt x="3071" y="949"/>
                        </a:cubicBezTo>
                        <a:cubicBezTo>
                          <a:pt x="3276" y="1331"/>
                          <a:pt x="3304" y="1770"/>
                          <a:pt x="3156" y="2159"/>
                        </a:cubicBezTo>
                        <a:cubicBezTo>
                          <a:pt x="3036" y="2569"/>
                          <a:pt x="2774" y="2894"/>
                          <a:pt x="2392" y="3071"/>
                        </a:cubicBezTo>
                        <a:cubicBezTo>
                          <a:pt x="2187" y="3184"/>
                          <a:pt x="1946" y="3248"/>
                          <a:pt x="1713" y="3248"/>
                        </a:cubicBezTo>
                        <a:cubicBezTo>
                          <a:pt x="1090" y="3248"/>
                          <a:pt x="559" y="2894"/>
                          <a:pt x="269" y="2364"/>
                        </a:cubicBezTo>
                        <a:cubicBezTo>
                          <a:pt x="93" y="1982"/>
                          <a:pt x="64" y="1536"/>
                          <a:pt x="177" y="1154"/>
                        </a:cubicBezTo>
                        <a:cubicBezTo>
                          <a:pt x="298" y="744"/>
                          <a:pt x="595" y="418"/>
                          <a:pt x="949" y="242"/>
                        </a:cubicBezTo>
                        <a:cubicBezTo>
                          <a:pt x="1182" y="121"/>
                          <a:pt x="1415" y="65"/>
                          <a:pt x="1656" y="65"/>
                        </a:cubicBezTo>
                        <a:close/>
                        <a:moveTo>
                          <a:pt x="1656" y="1"/>
                        </a:moveTo>
                        <a:cubicBezTo>
                          <a:pt x="1387" y="1"/>
                          <a:pt x="1154" y="65"/>
                          <a:pt x="913" y="178"/>
                        </a:cubicBezTo>
                        <a:cubicBezTo>
                          <a:pt x="531" y="390"/>
                          <a:pt x="269" y="708"/>
                          <a:pt x="121" y="1126"/>
                        </a:cubicBezTo>
                        <a:cubicBezTo>
                          <a:pt x="1" y="1536"/>
                          <a:pt x="29" y="2010"/>
                          <a:pt x="241" y="2392"/>
                        </a:cubicBezTo>
                        <a:cubicBezTo>
                          <a:pt x="503" y="2951"/>
                          <a:pt x="1062" y="3305"/>
                          <a:pt x="1713" y="3305"/>
                        </a:cubicBezTo>
                        <a:cubicBezTo>
                          <a:pt x="1946" y="3305"/>
                          <a:pt x="2187" y="3248"/>
                          <a:pt x="2420" y="3128"/>
                        </a:cubicBezTo>
                        <a:cubicBezTo>
                          <a:pt x="2802" y="2923"/>
                          <a:pt x="3099" y="2597"/>
                          <a:pt x="3212" y="2187"/>
                        </a:cubicBezTo>
                        <a:cubicBezTo>
                          <a:pt x="3361" y="1770"/>
                          <a:pt x="3333" y="1331"/>
                          <a:pt x="3127" y="921"/>
                        </a:cubicBezTo>
                        <a:cubicBezTo>
                          <a:pt x="2830" y="355"/>
                          <a:pt x="2271" y="1"/>
                          <a:pt x="16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3" name="Google Shape;213;p1"/>
                <p:cNvSpPr/>
                <p:nvPr/>
              </p:nvSpPr>
              <p:spPr>
                <a:xfrm>
                  <a:off x="4145832" y="2621269"/>
                  <a:ext cx="174792" cy="149923"/>
                </a:xfrm>
                <a:custGeom>
                  <a:rect b="b" l="l" r="r" t="t"/>
                  <a:pathLst>
                    <a:path extrusionOk="0" h="4431" w="5166">
                      <a:moveTo>
                        <a:pt x="3247" y="0"/>
                      </a:moveTo>
                      <a:cubicBezTo>
                        <a:pt x="2927" y="0"/>
                        <a:pt x="2637" y="146"/>
                        <a:pt x="2449" y="393"/>
                      </a:cubicBezTo>
                      <a:cubicBezTo>
                        <a:pt x="2300" y="301"/>
                        <a:pt x="2123" y="244"/>
                        <a:pt x="1946" y="216"/>
                      </a:cubicBezTo>
                      <a:cubicBezTo>
                        <a:pt x="1926" y="215"/>
                        <a:pt x="1907" y="214"/>
                        <a:pt x="1887" y="214"/>
                      </a:cubicBezTo>
                      <a:cubicBezTo>
                        <a:pt x="1382" y="214"/>
                        <a:pt x="950" y="646"/>
                        <a:pt x="977" y="1157"/>
                      </a:cubicBezTo>
                      <a:cubicBezTo>
                        <a:pt x="447" y="1157"/>
                        <a:pt x="1" y="1688"/>
                        <a:pt x="241" y="2246"/>
                      </a:cubicBezTo>
                      <a:cubicBezTo>
                        <a:pt x="298" y="2423"/>
                        <a:pt x="418" y="2572"/>
                        <a:pt x="567" y="2628"/>
                      </a:cubicBezTo>
                      <a:cubicBezTo>
                        <a:pt x="704" y="2699"/>
                        <a:pt x="837" y="2729"/>
                        <a:pt x="963" y="2729"/>
                      </a:cubicBezTo>
                      <a:cubicBezTo>
                        <a:pt x="1104" y="2729"/>
                        <a:pt x="1236" y="2692"/>
                        <a:pt x="1359" y="2628"/>
                      </a:cubicBezTo>
                      <a:cubicBezTo>
                        <a:pt x="1387" y="3010"/>
                        <a:pt x="1685" y="3308"/>
                        <a:pt x="2095" y="3336"/>
                      </a:cubicBezTo>
                      <a:cubicBezTo>
                        <a:pt x="2243" y="3336"/>
                        <a:pt x="2364" y="3308"/>
                        <a:pt x="2477" y="3251"/>
                      </a:cubicBezTo>
                      <a:cubicBezTo>
                        <a:pt x="2505" y="3573"/>
                        <a:pt x="2747" y="3809"/>
                        <a:pt x="3062" y="3809"/>
                      </a:cubicBezTo>
                      <a:cubicBezTo>
                        <a:pt x="3148" y="3809"/>
                        <a:pt x="3239" y="3791"/>
                        <a:pt x="3333" y="3753"/>
                      </a:cubicBezTo>
                      <a:lnTo>
                        <a:pt x="3807" y="4397"/>
                      </a:lnTo>
                      <a:cubicBezTo>
                        <a:pt x="3818" y="4421"/>
                        <a:pt x="3832" y="4431"/>
                        <a:pt x="3846" y="4431"/>
                      </a:cubicBezTo>
                      <a:cubicBezTo>
                        <a:pt x="3870" y="4431"/>
                        <a:pt x="3892" y="4404"/>
                        <a:pt x="3892" y="4369"/>
                      </a:cubicBezTo>
                      <a:lnTo>
                        <a:pt x="3892" y="3484"/>
                      </a:lnTo>
                      <a:cubicBezTo>
                        <a:pt x="3971" y="3510"/>
                        <a:pt x="4051" y="3524"/>
                        <a:pt x="4130" y="3524"/>
                      </a:cubicBezTo>
                      <a:cubicBezTo>
                        <a:pt x="4228" y="3524"/>
                        <a:pt x="4325" y="3503"/>
                        <a:pt x="4422" y="3456"/>
                      </a:cubicBezTo>
                      <a:cubicBezTo>
                        <a:pt x="4543" y="3428"/>
                        <a:pt x="4635" y="3336"/>
                        <a:pt x="4691" y="3223"/>
                      </a:cubicBezTo>
                      <a:cubicBezTo>
                        <a:pt x="4776" y="3046"/>
                        <a:pt x="4811" y="2834"/>
                        <a:pt x="4748" y="2692"/>
                      </a:cubicBezTo>
                      <a:cubicBezTo>
                        <a:pt x="4953" y="2480"/>
                        <a:pt x="5101" y="2218"/>
                        <a:pt x="5130" y="1893"/>
                      </a:cubicBezTo>
                      <a:cubicBezTo>
                        <a:pt x="5165" y="1390"/>
                        <a:pt x="4811" y="952"/>
                        <a:pt x="4337" y="803"/>
                      </a:cubicBezTo>
                      <a:cubicBezTo>
                        <a:pt x="4281" y="358"/>
                        <a:pt x="3807" y="39"/>
                        <a:pt x="3333" y="4"/>
                      </a:cubicBezTo>
                      <a:cubicBezTo>
                        <a:pt x="3304" y="2"/>
                        <a:pt x="3276" y="0"/>
                        <a:pt x="32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1"/>
                <p:cNvSpPr/>
                <p:nvPr/>
              </p:nvSpPr>
              <p:spPr>
                <a:xfrm>
                  <a:off x="4285642" y="2696317"/>
                  <a:ext cx="20842" cy="16072"/>
                </a:xfrm>
                <a:custGeom>
                  <a:rect b="b" l="l" r="r" t="t"/>
                  <a:pathLst>
                    <a:path extrusionOk="0" h="475" w="616">
                      <a:moveTo>
                        <a:pt x="29" y="0"/>
                      </a:moveTo>
                      <a:lnTo>
                        <a:pt x="0" y="28"/>
                      </a:lnTo>
                      <a:cubicBezTo>
                        <a:pt x="0" y="57"/>
                        <a:pt x="29" y="57"/>
                        <a:pt x="29" y="57"/>
                      </a:cubicBezTo>
                      <a:cubicBezTo>
                        <a:pt x="262" y="85"/>
                        <a:pt x="467" y="234"/>
                        <a:pt x="559" y="439"/>
                      </a:cubicBezTo>
                      <a:lnTo>
                        <a:pt x="587" y="474"/>
                      </a:lnTo>
                      <a:lnTo>
                        <a:pt x="616" y="474"/>
                      </a:lnTo>
                      <a:lnTo>
                        <a:pt x="616" y="410"/>
                      </a:lnTo>
                      <a:cubicBezTo>
                        <a:pt x="531" y="177"/>
                        <a:pt x="290" y="28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" name="Google Shape;215;p1"/>
                <p:cNvSpPr/>
                <p:nvPr/>
              </p:nvSpPr>
              <p:spPr>
                <a:xfrm>
                  <a:off x="4190834" y="2681226"/>
                  <a:ext cx="29978" cy="27068"/>
                </a:xfrm>
                <a:custGeom>
                  <a:rect b="b" l="l" r="r" t="t"/>
                  <a:pathLst>
                    <a:path extrusionOk="0" h="800" w="886">
                      <a:moveTo>
                        <a:pt x="857" y="0"/>
                      </a:moveTo>
                      <a:cubicBezTo>
                        <a:pt x="411" y="0"/>
                        <a:pt x="29" y="326"/>
                        <a:pt x="1" y="772"/>
                      </a:cubicBezTo>
                      <a:cubicBezTo>
                        <a:pt x="1" y="800"/>
                        <a:pt x="1" y="800"/>
                        <a:pt x="29" y="800"/>
                      </a:cubicBezTo>
                      <a:lnTo>
                        <a:pt x="57" y="800"/>
                      </a:lnTo>
                      <a:cubicBezTo>
                        <a:pt x="86" y="354"/>
                        <a:pt x="439" y="64"/>
                        <a:pt x="857" y="64"/>
                      </a:cubicBezTo>
                      <a:cubicBezTo>
                        <a:pt x="857" y="64"/>
                        <a:pt x="885" y="64"/>
                        <a:pt x="885" y="36"/>
                      </a:cubicBez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" name="Google Shape;216;p1"/>
                <p:cNvSpPr/>
                <p:nvPr/>
              </p:nvSpPr>
              <p:spPr>
                <a:xfrm>
                  <a:off x="4174796" y="2659436"/>
                  <a:ext cx="18000" cy="6023"/>
                </a:xfrm>
                <a:custGeom>
                  <a:rect b="b" l="l" r="r" t="t"/>
                  <a:pathLst>
                    <a:path extrusionOk="0" h="178" w="532">
                      <a:moveTo>
                        <a:pt x="29" y="1"/>
                      </a:moveTo>
                      <a:cubicBezTo>
                        <a:pt x="29" y="29"/>
                        <a:pt x="1" y="29"/>
                        <a:pt x="1" y="57"/>
                      </a:cubicBezTo>
                      <a:lnTo>
                        <a:pt x="65" y="57"/>
                      </a:lnTo>
                      <a:cubicBezTo>
                        <a:pt x="206" y="57"/>
                        <a:pt x="355" y="86"/>
                        <a:pt x="475" y="177"/>
                      </a:cubicBezTo>
                      <a:lnTo>
                        <a:pt x="503" y="177"/>
                      </a:lnTo>
                      <a:cubicBezTo>
                        <a:pt x="531" y="149"/>
                        <a:pt x="531" y="114"/>
                        <a:pt x="503" y="114"/>
                      </a:cubicBezTo>
                      <a:cubicBezTo>
                        <a:pt x="355" y="29"/>
                        <a:pt x="20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Google Shape;217;p1"/>
                <p:cNvSpPr/>
                <p:nvPr/>
              </p:nvSpPr>
              <p:spPr>
                <a:xfrm>
                  <a:off x="4205688" y="2639337"/>
                  <a:ext cx="22060" cy="23955"/>
                </a:xfrm>
                <a:custGeom>
                  <a:rect b="b" l="l" r="r" t="t"/>
                  <a:pathLst>
                    <a:path extrusionOk="0" h="708" w="652">
                      <a:moveTo>
                        <a:pt x="36" y="0"/>
                      </a:moveTo>
                      <a:cubicBezTo>
                        <a:pt x="0" y="0"/>
                        <a:pt x="0" y="36"/>
                        <a:pt x="0" y="36"/>
                      </a:cubicBezTo>
                      <a:lnTo>
                        <a:pt x="0" y="64"/>
                      </a:lnTo>
                      <a:cubicBezTo>
                        <a:pt x="354" y="92"/>
                        <a:pt x="595" y="354"/>
                        <a:pt x="595" y="680"/>
                      </a:cubicBezTo>
                      <a:cubicBezTo>
                        <a:pt x="595" y="708"/>
                        <a:pt x="595" y="708"/>
                        <a:pt x="623" y="708"/>
                      </a:cubicBezTo>
                      <a:cubicBezTo>
                        <a:pt x="623" y="708"/>
                        <a:pt x="651" y="708"/>
                        <a:pt x="651" y="680"/>
                      </a:cubicBezTo>
                      <a:cubicBezTo>
                        <a:pt x="651" y="326"/>
                        <a:pt x="390" y="36"/>
                        <a:pt x="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" name="Google Shape;218;p1"/>
                <p:cNvSpPr/>
                <p:nvPr/>
              </p:nvSpPr>
              <p:spPr>
                <a:xfrm>
                  <a:off x="4203759" y="2703253"/>
                  <a:ext cx="22060" cy="18948"/>
                </a:xfrm>
                <a:custGeom>
                  <a:rect b="b" l="l" r="r" t="t"/>
                  <a:pathLst>
                    <a:path extrusionOk="0" h="560" w="652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1" y="177"/>
                        <a:pt x="93" y="326"/>
                        <a:pt x="206" y="446"/>
                      </a:cubicBezTo>
                      <a:cubicBezTo>
                        <a:pt x="298" y="531"/>
                        <a:pt x="447" y="559"/>
                        <a:pt x="560" y="559"/>
                      </a:cubicBezTo>
                      <a:lnTo>
                        <a:pt x="623" y="559"/>
                      </a:lnTo>
                      <a:cubicBezTo>
                        <a:pt x="652" y="559"/>
                        <a:pt x="652" y="559"/>
                        <a:pt x="652" y="531"/>
                      </a:cubicBezTo>
                      <a:cubicBezTo>
                        <a:pt x="652" y="503"/>
                        <a:pt x="652" y="503"/>
                        <a:pt x="623" y="503"/>
                      </a:cubicBezTo>
                      <a:cubicBezTo>
                        <a:pt x="597" y="508"/>
                        <a:pt x="572" y="510"/>
                        <a:pt x="548" y="510"/>
                      </a:cubicBezTo>
                      <a:cubicBezTo>
                        <a:pt x="433" y="510"/>
                        <a:pt x="333" y="458"/>
                        <a:pt x="234" y="382"/>
                      </a:cubicBezTo>
                      <a:cubicBezTo>
                        <a:pt x="121" y="297"/>
                        <a:pt x="57" y="177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" name="Google Shape;219;p1"/>
                <p:cNvSpPr/>
                <p:nvPr/>
              </p:nvSpPr>
              <p:spPr>
                <a:xfrm>
                  <a:off x="4161870" y="2671413"/>
                  <a:ext cx="15124" cy="23955"/>
                </a:xfrm>
                <a:custGeom>
                  <a:rect b="b" l="l" r="r" t="t"/>
                  <a:pathLst>
                    <a:path extrusionOk="0" h="708" w="447">
                      <a:moveTo>
                        <a:pt x="411" y="0"/>
                      </a:moveTo>
                      <a:cubicBezTo>
                        <a:pt x="149" y="85"/>
                        <a:pt x="1" y="382"/>
                        <a:pt x="93" y="679"/>
                      </a:cubicBezTo>
                      <a:cubicBezTo>
                        <a:pt x="93" y="679"/>
                        <a:pt x="93" y="708"/>
                        <a:pt x="121" y="708"/>
                      </a:cubicBezTo>
                      <a:lnTo>
                        <a:pt x="121" y="679"/>
                      </a:lnTo>
                      <a:cubicBezTo>
                        <a:pt x="149" y="679"/>
                        <a:pt x="149" y="679"/>
                        <a:pt x="149" y="644"/>
                      </a:cubicBezTo>
                      <a:cubicBezTo>
                        <a:pt x="57" y="411"/>
                        <a:pt x="178" y="149"/>
                        <a:pt x="447" y="57"/>
                      </a:cubicBezTo>
                      <a:lnTo>
                        <a:pt x="447" y="29"/>
                      </a:lnTo>
                      <a:cubicBezTo>
                        <a:pt x="447" y="0"/>
                        <a:pt x="447" y="0"/>
                        <a:pt x="4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" name="Google Shape;220;p1"/>
                <p:cNvSpPr/>
                <p:nvPr/>
              </p:nvSpPr>
              <p:spPr>
                <a:xfrm>
                  <a:off x="4277488" y="2717126"/>
                  <a:ext cx="18000" cy="11030"/>
                </a:xfrm>
                <a:custGeom>
                  <a:rect b="b" l="l" r="r" t="t"/>
                  <a:pathLst>
                    <a:path extrusionOk="0" h="326" w="532">
                      <a:moveTo>
                        <a:pt x="531" y="1"/>
                      </a:moveTo>
                      <a:cubicBezTo>
                        <a:pt x="503" y="1"/>
                        <a:pt x="503" y="36"/>
                        <a:pt x="475" y="36"/>
                      </a:cubicBezTo>
                      <a:cubicBezTo>
                        <a:pt x="428" y="182"/>
                        <a:pt x="300" y="284"/>
                        <a:pt x="142" y="284"/>
                      </a:cubicBezTo>
                      <a:cubicBezTo>
                        <a:pt x="108" y="284"/>
                        <a:pt x="72" y="279"/>
                        <a:pt x="36" y="269"/>
                      </a:cubicBezTo>
                      <a:lnTo>
                        <a:pt x="1" y="269"/>
                      </a:lnTo>
                      <a:cubicBezTo>
                        <a:pt x="1" y="298"/>
                        <a:pt x="1" y="298"/>
                        <a:pt x="36" y="326"/>
                      </a:cubicBezTo>
                      <a:lnTo>
                        <a:pt x="149" y="326"/>
                      </a:lnTo>
                      <a:cubicBezTo>
                        <a:pt x="326" y="326"/>
                        <a:pt x="475" y="241"/>
                        <a:pt x="531" y="64"/>
                      </a:cubicBez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221;p1"/>
                <p:cNvSpPr/>
                <p:nvPr/>
              </p:nvSpPr>
              <p:spPr>
                <a:xfrm>
                  <a:off x="4262667" y="2646646"/>
                  <a:ext cx="29944" cy="7816"/>
                </a:xfrm>
                <a:custGeom>
                  <a:rect b="b" l="l" r="r" t="t"/>
                  <a:pathLst>
                    <a:path extrusionOk="0" h="231" w="885">
                      <a:moveTo>
                        <a:pt x="631" y="1"/>
                      </a:moveTo>
                      <a:cubicBezTo>
                        <a:pt x="412" y="1"/>
                        <a:pt x="203" y="70"/>
                        <a:pt x="28" y="202"/>
                      </a:cubicBezTo>
                      <a:cubicBezTo>
                        <a:pt x="0" y="202"/>
                        <a:pt x="0" y="202"/>
                        <a:pt x="28" y="230"/>
                      </a:cubicBezTo>
                      <a:lnTo>
                        <a:pt x="57" y="230"/>
                      </a:lnTo>
                      <a:cubicBezTo>
                        <a:pt x="236" y="120"/>
                        <a:pt x="426" y="60"/>
                        <a:pt x="635" y="60"/>
                      </a:cubicBezTo>
                      <a:cubicBezTo>
                        <a:pt x="706" y="60"/>
                        <a:pt x="780" y="67"/>
                        <a:pt x="856" y="82"/>
                      </a:cubicBezTo>
                      <a:cubicBezTo>
                        <a:pt x="856" y="82"/>
                        <a:pt x="884" y="82"/>
                        <a:pt x="884" y="53"/>
                      </a:cubicBezTo>
                      <a:cubicBezTo>
                        <a:pt x="884" y="53"/>
                        <a:pt x="884" y="25"/>
                        <a:pt x="856" y="25"/>
                      </a:cubicBezTo>
                      <a:cubicBezTo>
                        <a:pt x="781" y="9"/>
                        <a:pt x="705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" name="Google Shape;222;p1"/>
                <p:cNvSpPr/>
                <p:nvPr/>
              </p:nvSpPr>
              <p:spPr>
                <a:xfrm>
                  <a:off x="4296639" y="2663563"/>
                  <a:ext cx="10827" cy="18880"/>
                </a:xfrm>
                <a:custGeom>
                  <a:rect b="b" l="l" r="r" t="t"/>
                  <a:pathLst>
                    <a:path extrusionOk="0" h="558" w="320">
                      <a:moveTo>
                        <a:pt x="29" y="1"/>
                      </a:moveTo>
                      <a:cubicBezTo>
                        <a:pt x="22" y="1"/>
                        <a:pt x="15" y="10"/>
                        <a:pt x="1" y="27"/>
                      </a:cubicBezTo>
                      <a:cubicBezTo>
                        <a:pt x="1" y="27"/>
                        <a:pt x="1" y="55"/>
                        <a:pt x="29" y="55"/>
                      </a:cubicBezTo>
                      <a:cubicBezTo>
                        <a:pt x="178" y="169"/>
                        <a:pt x="262" y="346"/>
                        <a:pt x="262" y="558"/>
                      </a:cubicBezTo>
                      <a:lnTo>
                        <a:pt x="291" y="558"/>
                      </a:lnTo>
                      <a:cubicBezTo>
                        <a:pt x="291" y="558"/>
                        <a:pt x="319" y="558"/>
                        <a:pt x="319" y="522"/>
                      </a:cubicBezTo>
                      <a:cubicBezTo>
                        <a:pt x="319" y="317"/>
                        <a:pt x="206" y="140"/>
                        <a:pt x="57" y="27"/>
                      </a:cubicBezTo>
                      <a:cubicBezTo>
                        <a:pt x="43" y="10"/>
                        <a:pt x="3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3" name="Google Shape;223;p1"/>
                <p:cNvSpPr/>
                <p:nvPr/>
              </p:nvSpPr>
              <p:spPr>
                <a:xfrm>
                  <a:off x="4239659" y="2671853"/>
                  <a:ext cx="23042" cy="28557"/>
                </a:xfrm>
                <a:custGeom>
                  <a:rect b="b" l="l" r="r" t="t"/>
                  <a:pathLst>
                    <a:path extrusionOk="0" h="844" w="681">
                      <a:moveTo>
                        <a:pt x="142" y="1"/>
                      </a:moveTo>
                      <a:cubicBezTo>
                        <a:pt x="104" y="1"/>
                        <a:pt x="66" y="6"/>
                        <a:pt x="29" y="16"/>
                      </a:cubicBezTo>
                      <a:cubicBezTo>
                        <a:pt x="1" y="16"/>
                        <a:pt x="1" y="16"/>
                        <a:pt x="1" y="44"/>
                      </a:cubicBezTo>
                      <a:lnTo>
                        <a:pt x="29" y="72"/>
                      </a:lnTo>
                      <a:cubicBezTo>
                        <a:pt x="72" y="61"/>
                        <a:pt x="113" y="55"/>
                        <a:pt x="153" y="55"/>
                      </a:cubicBezTo>
                      <a:cubicBezTo>
                        <a:pt x="305" y="55"/>
                        <a:pt x="436" y="137"/>
                        <a:pt x="532" y="277"/>
                      </a:cubicBezTo>
                      <a:cubicBezTo>
                        <a:pt x="624" y="426"/>
                        <a:pt x="624" y="631"/>
                        <a:pt x="503" y="780"/>
                      </a:cubicBezTo>
                      <a:cubicBezTo>
                        <a:pt x="475" y="808"/>
                        <a:pt x="475" y="808"/>
                        <a:pt x="503" y="843"/>
                      </a:cubicBezTo>
                      <a:lnTo>
                        <a:pt x="532" y="843"/>
                      </a:lnTo>
                      <a:lnTo>
                        <a:pt x="532" y="808"/>
                      </a:lnTo>
                      <a:cubicBezTo>
                        <a:pt x="680" y="666"/>
                        <a:pt x="680" y="398"/>
                        <a:pt x="560" y="221"/>
                      </a:cubicBezTo>
                      <a:cubicBezTo>
                        <a:pt x="490" y="99"/>
                        <a:pt x="316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4" name="Google Shape;224;p1"/>
                <p:cNvSpPr/>
                <p:nvPr/>
              </p:nvSpPr>
              <p:spPr>
                <a:xfrm>
                  <a:off x="4234651" y="2704200"/>
                  <a:ext cx="6970" cy="17019"/>
                </a:xfrm>
                <a:custGeom>
                  <a:rect b="b" l="l" r="r" t="t"/>
                  <a:pathLst>
                    <a:path extrusionOk="0" h="503" w="206">
                      <a:moveTo>
                        <a:pt x="92" y="1"/>
                      </a:moveTo>
                      <a:cubicBezTo>
                        <a:pt x="29" y="64"/>
                        <a:pt x="0" y="177"/>
                        <a:pt x="0" y="269"/>
                      </a:cubicBezTo>
                      <a:cubicBezTo>
                        <a:pt x="29" y="383"/>
                        <a:pt x="92" y="475"/>
                        <a:pt x="177" y="503"/>
                      </a:cubicBezTo>
                      <a:lnTo>
                        <a:pt x="206" y="503"/>
                      </a:lnTo>
                      <a:lnTo>
                        <a:pt x="206" y="446"/>
                      </a:lnTo>
                      <a:cubicBezTo>
                        <a:pt x="121" y="418"/>
                        <a:pt x="64" y="354"/>
                        <a:pt x="64" y="269"/>
                      </a:cubicBezTo>
                      <a:cubicBezTo>
                        <a:pt x="64" y="177"/>
                        <a:pt x="92" y="93"/>
                        <a:pt x="149" y="29"/>
                      </a:cubicBezTo>
                      <a:lnTo>
                        <a:pt x="1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25" name="Google Shape;225;p1"/>
                <p:cNvGrpSpPr/>
                <p:nvPr/>
              </p:nvGrpSpPr>
              <p:grpSpPr>
                <a:xfrm>
                  <a:off x="3427734" y="2323833"/>
                  <a:ext cx="175743" cy="194656"/>
                  <a:chOff x="3306034" y="1949508"/>
                  <a:chExt cx="175743" cy="194656"/>
                </a:xfrm>
              </p:grpSpPr>
              <p:sp>
                <p:nvSpPr>
                  <p:cNvPr id="226" name="Google Shape;226;p1"/>
                  <p:cNvSpPr/>
                  <p:nvPr/>
                </p:nvSpPr>
                <p:spPr>
                  <a:xfrm>
                    <a:off x="3335979" y="1979047"/>
                    <a:ext cx="113719" cy="156961"/>
                  </a:xfrm>
                  <a:custGeom>
                    <a:rect b="b" l="l" r="r" t="t"/>
                    <a:pathLst>
                      <a:path extrusionOk="0" h="4639" w="3361">
                        <a:moveTo>
                          <a:pt x="1704" y="1"/>
                        </a:moveTo>
                        <a:cubicBezTo>
                          <a:pt x="1639" y="1"/>
                          <a:pt x="1573" y="4"/>
                          <a:pt x="1507" y="12"/>
                        </a:cubicBezTo>
                        <a:cubicBezTo>
                          <a:pt x="708" y="104"/>
                          <a:pt x="92" y="748"/>
                          <a:pt x="35" y="1575"/>
                        </a:cubicBezTo>
                        <a:cubicBezTo>
                          <a:pt x="0" y="2134"/>
                          <a:pt x="269" y="2608"/>
                          <a:pt x="651" y="2934"/>
                        </a:cubicBezTo>
                        <a:cubicBezTo>
                          <a:pt x="884" y="3139"/>
                          <a:pt x="1061" y="3436"/>
                          <a:pt x="1097" y="3754"/>
                        </a:cubicBezTo>
                        <a:lnTo>
                          <a:pt x="1181" y="4405"/>
                        </a:lnTo>
                        <a:cubicBezTo>
                          <a:pt x="1181" y="4525"/>
                          <a:pt x="1302" y="4639"/>
                          <a:pt x="1450" y="4639"/>
                        </a:cubicBezTo>
                        <a:lnTo>
                          <a:pt x="1981" y="4639"/>
                        </a:lnTo>
                        <a:cubicBezTo>
                          <a:pt x="2122" y="4639"/>
                          <a:pt x="2243" y="4525"/>
                          <a:pt x="2243" y="4377"/>
                        </a:cubicBezTo>
                        <a:lnTo>
                          <a:pt x="2335" y="3754"/>
                        </a:lnTo>
                        <a:cubicBezTo>
                          <a:pt x="2363" y="3436"/>
                          <a:pt x="2511" y="3139"/>
                          <a:pt x="2745" y="2934"/>
                        </a:cubicBezTo>
                        <a:cubicBezTo>
                          <a:pt x="3127" y="2637"/>
                          <a:pt x="3360" y="2163"/>
                          <a:pt x="3360" y="1667"/>
                        </a:cubicBezTo>
                        <a:cubicBezTo>
                          <a:pt x="3334" y="729"/>
                          <a:pt x="2617" y="1"/>
                          <a:pt x="170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" name="Google Shape;227;p1"/>
                  <p:cNvSpPr/>
                  <p:nvPr/>
                </p:nvSpPr>
                <p:spPr>
                  <a:xfrm>
                    <a:off x="3371879" y="2112055"/>
                    <a:ext cx="44053" cy="32109"/>
                  </a:xfrm>
                  <a:custGeom>
                    <a:rect b="b" l="l" r="r" t="t"/>
                    <a:pathLst>
                      <a:path extrusionOk="0" h="949" w="1302">
                        <a:moveTo>
                          <a:pt x="0" y="0"/>
                        </a:moveTo>
                        <a:lnTo>
                          <a:pt x="0" y="297"/>
                        </a:lnTo>
                        <a:cubicBezTo>
                          <a:pt x="0" y="651"/>
                          <a:pt x="297" y="948"/>
                          <a:pt x="651" y="948"/>
                        </a:cubicBezTo>
                        <a:cubicBezTo>
                          <a:pt x="1005" y="920"/>
                          <a:pt x="1302" y="651"/>
                          <a:pt x="1302" y="269"/>
                        </a:cubicBezTo>
                        <a:lnTo>
                          <a:pt x="130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" name="Google Shape;228;p1"/>
                  <p:cNvSpPr/>
                  <p:nvPr/>
                </p:nvSpPr>
                <p:spPr>
                  <a:xfrm>
                    <a:off x="3363014" y="2022762"/>
                    <a:ext cx="58907" cy="95279"/>
                  </a:xfrm>
                  <a:custGeom>
                    <a:rect b="b" l="l" r="r" t="t"/>
                    <a:pathLst>
                      <a:path extrusionOk="0" h="2816" w="1741">
                        <a:moveTo>
                          <a:pt x="1210" y="163"/>
                        </a:moveTo>
                        <a:cubicBezTo>
                          <a:pt x="1238" y="198"/>
                          <a:pt x="1267" y="255"/>
                          <a:pt x="1267" y="283"/>
                        </a:cubicBezTo>
                        <a:cubicBezTo>
                          <a:pt x="1295" y="375"/>
                          <a:pt x="1295" y="432"/>
                          <a:pt x="1295" y="489"/>
                        </a:cubicBezTo>
                        <a:cubicBezTo>
                          <a:pt x="1267" y="552"/>
                          <a:pt x="1238" y="581"/>
                          <a:pt x="1182" y="581"/>
                        </a:cubicBezTo>
                        <a:cubicBezTo>
                          <a:pt x="1118" y="581"/>
                          <a:pt x="1090" y="552"/>
                          <a:pt x="1090" y="489"/>
                        </a:cubicBezTo>
                        <a:cubicBezTo>
                          <a:pt x="1062" y="460"/>
                          <a:pt x="1062" y="404"/>
                          <a:pt x="1090" y="340"/>
                        </a:cubicBezTo>
                        <a:cubicBezTo>
                          <a:pt x="1118" y="283"/>
                          <a:pt x="1147" y="227"/>
                          <a:pt x="1210" y="163"/>
                        </a:cubicBezTo>
                        <a:close/>
                        <a:moveTo>
                          <a:pt x="616" y="227"/>
                        </a:moveTo>
                        <a:cubicBezTo>
                          <a:pt x="680" y="255"/>
                          <a:pt x="708" y="340"/>
                          <a:pt x="736" y="404"/>
                        </a:cubicBezTo>
                        <a:cubicBezTo>
                          <a:pt x="736" y="489"/>
                          <a:pt x="736" y="552"/>
                          <a:pt x="680" y="609"/>
                        </a:cubicBezTo>
                        <a:cubicBezTo>
                          <a:pt x="663" y="642"/>
                          <a:pt x="625" y="656"/>
                          <a:pt x="584" y="656"/>
                        </a:cubicBezTo>
                        <a:cubicBezTo>
                          <a:pt x="556" y="656"/>
                          <a:pt x="526" y="649"/>
                          <a:pt x="503" y="637"/>
                        </a:cubicBezTo>
                        <a:cubicBezTo>
                          <a:pt x="474" y="609"/>
                          <a:pt x="474" y="581"/>
                          <a:pt x="439" y="517"/>
                        </a:cubicBezTo>
                        <a:cubicBezTo>
                          <a:pt x="439" y="432"/>
                          <a:pt x="503" y="283"/>
                          <a:pt x="616" y="227"/>
                        </a:cubicBezTo>
                        <a:close/>
                        <a:moveTo>
                          <a:pt x="995" y="0"/>
                        </a:moveTo>
                        <a:cubicBezTo>
                          <a:pt x="861" y="0"/>
                          <a:pt x="730" y="70"/>
                          <a:pt x="616" y="135"/>
                        </a:cubicBezTo>
                        <a:cubicBezTo>
                          <a:pt x="559" y="107"/>
                          <a:pt x="531" y="107"/>
                          <a:pt x="474" y="78"/>
                        </a:cubicBezTo>
                        <a:cubicBezTo>
                          <a:pt x="326" y="78"/>
                          <a:pt x="206" y="107"/>
                          <a:pt x="149" y="163"/>
                        </a:cubicBezTo>
                        <a:cubicBezTo>
                          <a:pt x="0" y="340"/>
                          <a:pt x="121" y="729"/>
                          <a:pt x="206" y="991"/>
                        </a:cubicBezTo>
                        <a:cubicBezTo>
                          <a:pt x="234" y="1047"/>
                          <a:pt x="262" y="1111"/>
                          <a:pt x="262" y="1168"/>
                        </a:cubicBezTo>
                        <a:cubicBezTo>
                          <a:pt x="382" y="1642"/>
                          <a:pt x="503" y="2109"/>
                          <a:pt x="588" y="2583"/>
                        </a:cubicBezTo>
                        <a:lnTo>
                          <a:pt x="616" y="2788"/>
                        </a:lnTo>
                        <a:cubicBezTo>
                          <a:pt x="651" y="2788"/>
                          <a:pt x="651" y="2816"/>
                          <a:pt x="651" y="2816"/>
                        </a:cubicBezTo>
                        <a:lnTo>
                          <a:pt x="680" y="2816"/>
                        </a:lnTo>
                        <a:cubicBezTo>
                          <a:pt x="680" y="2788"/>
                          <a:pt x="708" y="2788"/>
                          <a:pt x="680" y="2759"/>
                        </a:cubicBezTo>
                        <a:lnTo>
                          <a:pt x="651" y="2583"/>
                        </a:lnTo>
                        <a:cubicBezTo>
                          <a:pt x="559" y="2109"/>
                          <a:pt x="439" y="1613"/>
                          <a:pt x="326" y="1139"/>
                        </a:cubicBezTo>
                        <a:cubicBezTo>
                          <a:pt x="326" y="1111"/>
                          <a:pt x="298" y="1047"/>
                          <a:pt x="262" y="963"/>
                        </a:cubicBezTo>
                        <a:cubicBezTo>
                          <a:pt x="177" y="729"/>
                          <a:pt x="57" y="340"/>
                          <a:pt x="177" y="198"/>
                        </a:cubicBezTo>
                        <a:cubicBezTo>
                          <a:pt x="234" y="135"/>
                          <a:pt x="326" y="135"/>
                          <a:pt x="474" y="135"/>
                        </a:cubicBezTo>
                        <a:cubicBezTo>
                          <a:pt x="503" y="163"/>
                          <a:pt x="531" y="163"/>
                          <a:pt x="559" y="198"/>
                        </a:cubicBezTo>
                        <a:cubicBezTo>
                          <a:pt x="439" y="283"/>
                          <a:pt x="382" y="404"/>
                          <a:pt x="382" y="552"/>
                        </a:cubicBezTo>
                        <a:cubicBezTo>
                          <a:pt x="411" y="609"/>
                          <a:pt x="439" y="665"/>
                          <a:pt x="474" y="694"/>
                        </a:cubicBezTo>
                        <a:cubicBezTo>
                          <a:pt x="507" y="707"/>
                          <a:pt x="545" y="716"/>
                          <a:pt x="582" y="716"/>
                        </a:cubicBezTo>
                        <a:cubicBezTo>
                          <a:pt x="642" y="716"/>
                          <a:pt x="701" y="694"/>
                          <a:pt x="736" y="637"/>
                        </a:cubicBezTo>
                        <a:cubicBezTo>
                          <a:pt x="793" y="581"/>
                          <a:pt x="793" y="489"/>
                          <a:pt x="793" y="404"/>
                        </a:cubicBezTo>
                        <a:cubicBezTo>
                          <a:pt x="765" y="312"/>
                          <a:pt x="736" y="255"/>
                          <a:pt x="651" y="198"/>
                        </a:cubicBezTo>
                        <a:cubicBezTo>
                          <a:pt x="761" y="127"/>
                          <a:pt x="875" y="60"/>
                          <a:pt x="990" y="60"/>
                        </a:cubicBezTo>
                        <a:cubicBezTo>
                          <a:pt x="1023" y="60"/>
                          <a:pt x="1057" y="66"/>
                          <a:pt x="1090" y="78"/>
                        </a:cubicBezTo>
                        <a:cubicBezTo>
                          <a:pt x="1118" y="78"/>
                          <a:pt x="1147" y="107"/>
                          <a:pt x="1147" y="135"/>
                        </a:cubicBezTo>
                        <a:cubicBezTo>
                          <a:pt x="1090" y="163"/>
                          <a:pt x="1062" y="255"/>
                          <a:pt x="1033" y="312"/>
                        </a:cubicBezTo>
                        <a:cubicBezTo>
                          <a:pt x="1005" y="404"/>
                          <a:pt x="1005" y="460"/>
                          <a:pt x="1033" y="517"/>
                        </a:cubicBezTo>
                        <a:cubicBezTo>
                          <a:pt x="1033" y="581"/>
                          <a:pt x="1090" y="637"/>
                          <a:pt x="1147" y="637"/>
                        </a:cubicBezTo>
                        <a:cubicBezTo>
                          <a:pt x="1159" y="641"/>
                          <a:pt x="1171" y="643"/>
                          <a:pt x="1183" y="643"/>
                        </a:cubicBezTo>
                        <a:cubicBezTo>
                          <a:pt x="1260" y="643"/>
                          <a:pt x="1328" y="568"/>
                          <a:pt x="1359" y="489"/>
                        </a:cubicBezTo>
                        <a:cubicBezTo>
                          <a:pt x="1387" y="432"/>
                          <a:pt x="1359" y="375"/>
                          <a:pt x="1323" y="283"/>
                        </a:cubicBezTo>
                        <a:cubicBezTo>
                          <a:pt x="1295" y="227"/>
                          <a:pt x="1267" y="163"/>
                          <a:pt x="1238" y="135"/>
                        </a:cubicBezTo>
                        <a:cubicBezTo>
                          <a:pt x="1267" y="107"/>
                          <a:pt x="1295" y="78"/>
                          <a:pt x="1323" y="78"/>
                        </a:cubicBezTo>
                        <a:cubicBezTo>
                          <a:pt x="1351" y="72"/>
                          <a:pt x="1381" y="68"/>
                          <a:pt x="1410" y="68"/>
                        </a:cubicBezTo>
                        <a:cubicBezTo>
                          <a:pt x="1506" y="68"/>
                          <a:pt x="1599" y="106"/>
                          <a:pt x="1621" y="198"/>
                        </a:cubicBezTo>
                        <a:cubicBezTo>
                          <a:pt x="1677" y="255"/>
                          <a:pt x="1649" y="340"/>
                          <a:pt x="1649" y="432"/>
                        </a:cubicBezTo>
                        <a:cubicBezTo>
                          <a:pt x="1621" y="665"/>
                          <a:pt x="1564" y="906"/>
                          <a:pt x="1500" y="1111"/>
                        </a:cubicBezTo>
                        <a:cubicBezTo>
                          <a:pt x="1472" y="1288"/>
                          <a:pt x="1415" y="1465"/>
                          <a:pt x="1387" y="1613"/>
                        </a:cubicBezTo>
                        <a:lnTo>
                          <a:pt x="1182" y="2731"/>
                        </a:lnTo>
                        <a:cubicBezTo>
                          <a:pt x="1182" y="2759"/>
                          <a:pt x="1210" y="2759"/>
                          <a:pt x="1210" y="2759"/>
                        </a:cubicBezTo>
                        <a:lnTo>
                          <a:pt x="1238" y="2759"/>
                        </a:lnTo>
                        <a:lnTo>
                          <a:pt x="1444" y="1642"/>
                        </a:lnTo>
                        <a:cubicBezTo>
                          <a:pt x="1472" y="1465"/>
                          <a:pt x="1536" y="1288"/>
                          <a:pt x="1564" y="1139"/>
                        </a:cubicBezTo>
                        <a:cubicBezTo>
                          <a:pt x="1621" y="906"/>
                          <a:pt x="1677" y="665"/>
                          <a:pt x="1712" y="432"/>
                        </a:cubicBezTo>
                        <a:cubicBezTo>
                          <a:pt x="1712" y="340"/>
                          <a:pt x="1741" y="255"/>
                          <a:pt x="1677" y="163"/>
                        </a:cubicBezTo>
                        <a:cubicBezTo>
                          <a:pt x="1631" y="71"/>
                          <a:pt x="1506" y="12"/>
                          <a:pt x="1396" y="12"/>
                        </a:cubicBezTo>
                        <a:cubicBezTo>
                          <a:pt x="1370" y="12"/>
                          <a:pt x="1346" y="15"/>
                          <a:pt x="1323" y="22"/>
                        </a:cubicBezTo>
                        <a:cubicBezTo>
                          <a:pt x="1267" y="50"/>
                          <a:pt x="1238" y="50"/>
                          <a:pt x="1210" y="78"/>
                        </a:cubicBezTo>
                        <a:cubicBezTo>
                          <a:pt x="1182" y="50"/>
                          <a:pt x="1147" y="50"/>
                          <a:pt x="1118" y="22"/>
                        </a:cubicBezTo>
                        <a:cubicBezTo>
                          <a:pt x="1077" y="7"/>
                          <a:pt x="1036" y="0"/>
                          <a:pt x="99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" name="Google Shape;229;p1"/>
                  <p:cNvSpPr/>
                  <p:nvPr/>
                </p:nvSpPr>
                <p:spPr>
                  <a:xfrm>
                    <a:off x="3306034" y="2019413"/>
                    <a:ext cx="19184" cy="5041"/>
                  </a:xfrm>
                  <a:custGeom>
                    <a:rect b="b" l="l" r="r" t="t"/>
                    <a:pathLst>
                      <a:path extrusionOk="0" h="149" w="567">
                        <a:moveTo>
                          <a:pt x="36" y="0"/>
                        </a:moveTo>
                        <a:lnTo>
                          <a:pt x="1" y="29"/>
                        </a:lnTo>
                        <a:cubicBezTo>
                          <a:pt x="1" y="57"/>
                          <a:pt x="1" y="57"/>
                          <a:pt x="36" y="57"/>
                        </a:cubicBezTo>
                        <a:lnTo>
                          <a:pt x="531" y="149"/>
                        </a:lnTo>
                        <a:cubicBezTo>
                          <a:pt x="567" y="149"/>
                          <a:pt x="567" y="121"/>
                          <a:pt x="567" y="121"/>
                        </a:cubicBezTo>
                        <a:cubicBezTo>
                          <a:pt x="567" y="85"/>
                          <a:pt x="567" y="85"/>
                          <a:pt x="531" y="85"/>
                        </a:cubicBez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" name="Google Shape;230;p1"/>
                  <p:cNvSpPr/>
                  <p:nvPr/>
                </p:nvSpPr>
                <p:spPr>
                  <a:xfrm>
                    <a:off x="3321125" y="1977761"/>
                    <a:ext cx="14887" cy="14617"/>
                  </a:xfrm>
                  <a:custGeom>
                    <a:rect b="b" l="l" r="r" t="t"/>
                    <a:pathLst>
                      <a:path extrusionOk="0" h="432" w="440">
                        <a:moveTo>
                          <a:pt x="29" y="0"/>
                        </a:moveTo>
                        <a:cubicBezTo>
                          <a:pt x="22" y="0"/>
                          <a:pt x="15" y="7"/>
                          <a:pt x="0" y="22"/>
                        </a:cubicBezTo>
                        <a:lnTo>
                          <a:pt x="0" y="50"/>
                        </a:lnTo>
                        <a:lnTo>
                          <a:pt x="411" y="404"/>
                        </a:lnTo>
                        <a:lnTo>
                          <a:pt x="411" y="432"/>
                        </a:lnTo>
                        <a:cubicBezTo>
                          <a:pt x="439" y="432"/>
                          <a:pt x="439" y="404"/>
                          <a:pt x="439" y="404"/>
                        </a:cubicBezTo>
                        <a:lnTo>
                          <a:pt x="439" y="375"/>
                        </a:lnTo>
                        <a:lnTo>
                          <a:pt x="57" y="22"/>
                        </a:lnTo>
                        <a:cubicBezTo>
                          <a:pt x="43" y="7"/>
                          <a:pt x="36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" name="Google Shape;231;p1"/>
                  <p:cNvSpPr/>
                  <p:nvPr/>
                </p:nvSpPr>
                <p:spPr>
                  <a:xfrm>
                    <a:off x="3374992" y="1950455"/>
                    <a:ext cx="5041" cy="19184"/>
                  </a:xfrm>
                  <a:custGeom>
                    <a:rect b="b" l="l" r="r" t="t"/>
                    <a:pathLst>
                      <a:path extrusionOk="0" h="567" w="149">
                        <a:moveTo>
                          <a:pt x="28" y="1"/>
                        </a:moveTo>
                        <a:cubicBezTo>
                          <a:pt x="28" y="36"/>
                          <a:pt x="0" y="36"/>
                          <a:pt x="0" y="65"/>
                        </a:cubicBezTo>
                        <a:cubicBezTo>
                          <a:pt x="28" y="121"/>
                          <a:pt x="28" y="213"/>
                          <a:pt x="57" y="298"/>
                        </a:cubicBezTo>
                        <a:cubicBezTo>
                          <a:pt x="57" y="390"/>
                          <a:pt x="85" y="447"/>
                          <a:pt x="85" y="532"/>
                        </a:cubicBezTo>
                        <a:lnTo>
                          <a:pt x="120" y="567"/>
                        </a:lnTo>
                        <a:cubicBezTo>
                          <a:pt x="149" y="532"/>
                          <a:pt x="149" y="532"/>
                          <a:pt x="149" y="503"/>
                        </a:cubicBezTo>
                        <a:cubicBezTo>
                          <a:pt x="149" y="447"/>
                          <a:pt x="120" y="355"/>
                          <a:pt x="120" y="270"/>
                        </a:cubicBezTo>
                        <a:cubicBezTo>
                          <a:pt x="85" y="178"/>
                          <a:pt x="85" y="93"/>
                          <a:pt x="57" y="36"/>
                        </a:cubicBezTo>
                        <a:cubicBezTo>
                          <a:pt x="57" y="36"/>
                          <a:pt x="57" y="1"/>
                          <a:pt x="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" name="Google Shape;232;p1"/>
                  <p:cNvSpPr/>
                  <p:nvPr/>
                </p:nvSpPr>
                <p:spPr>
                  <a:xfrm>
                    <a:off x="3409944" y="1949508"/>
                    <a:ext cx="3857" cy="22060"/>
                  </a:xfrm>
                  <a:custGeom>
                    <a:rect b="b" l="l" r="r" t="t"/>
                    <a:pathLst>
                      <a:path extrusionOk="0" h="652" w="114">
                        <a:moveTo>
                          <a:pt x="85" y="1"/>
                        </a:moveTo>
                        <a:cubicBezTo>
                          <a:pt x="85" y="1"/>
                          <a:pt x="57" y="1"/>
                          <a:pt x="57" y="29"/>
                        </a:cubicBezTo>
                        <a:lnTo>
                          <a:pt x="0" y="623"/>
                        </a:lnTo>
                        <a:cubicBezTo>
                          <a:pt x="0" y="623"/>
                          <a:pt x="0" y="651"/>
                          <a:pt x="28" y="651"/>
                        </a:cubicBezTo>
                        <a:lnTo>
                          <a:pt x="57" y="623"/>
                        </a:lnTo>
                        <a:lnTo>
                          <a:pt x="113" y="29"/>
                        </a:lnTo>
                        <a:cubicBezTo>
                          <a:pt x="113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" name="Google Shape;233;p1"/>
                  <p:cNvSpPr/>
                  <p:nvPr/>
                </p:nvSpPr>
                <p:spPr>
                  <a:xfrm>
                    <a:off x="3447739" y="1987573"/>
                    <a:ext cx="19895" cy="13906"/>
                  </a:xfrm>
                  <a:custGeom>
                    <a:rect b="b" l="l" r="r" t="t"/>
                    <a:pathLst>
                      <a:path extrusionOk="0" h="411" w="588">
                        <a:moveTo>
                          <a:pt x="531" y="0"/>
                        </a:moveTo>
                        <a:lnTo>
                          <a:pt x="29" y="354"/>
                        </a:lnTo>
                        <a:cubicBezTo>
                          <a:pt x="1" y="354"/>
                          <a:pt x="1" y="382"/>
                          <a:pt x="29" y="382"/>
                        </a:cubicBezTo>
                        <a:lnTo>
                          <a:pt x="29" y="411"/>
                        </a:lnTo>
                        <a:lnTo>
                          <a:pt x="57" y="411"/>
                        </a:lnTo>
                        <a:lnTo>
                          <a:pt x="560" y="57"/>
                        </a:lnTo>
                        <a:cubicBezTo>
                          <a:pt x="560" y="29"/>
                          <a:pt x="588" y="29"/>
                          <a:pt x="5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" name="Google Shape;234;p1"/>
                  <p:cNvSpPr/>
                  <p:nvPr/>
                </p:nvSpPr>
                <p:spPr>
                  <a:xfrm>
                    <a:off x="3461645" y="2026349"/>
                    <a:ext cx="20132" cy="3147"/>
                  </a:xfrm>
                  <a:custGeom>
                    <a:rect b="b" l="l" r="r" t="t"/>
                    <a:pathLst>
                      <a:path extrusionOk="0" h="93" w="595">
                        <a:moveTo>
                          <a:pt x="35" y="1"/>
                        </a:moveTo>
                        <a:cubicBezTo>
                          <a:pt x="0" y="1"/>
                          <a:pt x="0" y="1"/>
                          <a:pt x="0" y="29"/>
                        </a:cubicBezTo>
                        <a:cubicBezTo>
                          <a:pt x="0" y="29"/>
                          <a:pt x="0" y="57"/>
                          <a:pt x="35" y="57"/>
                        </a:cubicBezTo>
                        <a:lnTo>
                          <a:pt x="566" y="92"/>
                        </a:lnTo>
                        <a:cubicBezTo>
                          <a:pt x="594" y="92"/>
                          <a:pt x="594" y="57"/>
                          <a:pt x="594" y="57"/>
                        </a:cubicBezTo>
                        <a:cubicBezTo>
                          <a:pt x="594" y="29"/>
                          <a:pt x="594" y="29"/>
                          <a:pt x="566" y="29"/>
                        </a:cubicBez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" name="Google Shape;235;p1"/>
                  <p:cNvSpPr/>
                  <p:nvPr/>
                </p:nvSpPr>
                <p:spPr>
                  <a:xfrm>
                    <a:off x="3346028" y="1991397"/>
                    <a:ext cx="36880" cy="56065"/>
                  </a:xfrm>
                  <a:custGeom>
                    <a:rect b="b" l="l" r="r" t="t"/>
                    <a:pathLst>
                      <a:path extrusionOk="0" h="1657" w="1090">
                        <a:moveTo>
                          <a:pt x="1033" y="1"/>
                        </a:moveTo>
                        <a:cubicBezTo>
                          <a:pt x="708" y="64"/>
                          <a:pt x="411" y="298"/>
                          <a:pt x="234" y="623"/>
                        </a:cubicBezTo>
                        <a:cubicBezTo>
                          <a:pt x="57" y="913"/>
                          <a:pt x="0" y="1302"/>
                          <a:pt x="120" y="1621"/>
                        </a:cubicBezTo>
                        <a:cubicBezTo>
                          <a:pt x="120" y="1621"/>
                          <a:pt x="120" y="1656"/>
                          <a:pt x="149" y="1656"/>
                        </a:cubicBezTo>
                        <a:cubicBezTo>
                          <a:pt x="149" y="1656"/>
                          <a:pt x="177" y="1621"/>
                          <a:pt x="149" y="1592"/>
                        </a:cubicBezTo>
                        <a:cubicBezTo>
                          <a:pt x="57" y="1302"/>
                          <a:pt x="120" y="913"/>
                          <a:pt x="269" y="652"/>
                        </a:cubicBezTo>
                        <a:cubicBezTo>
                          <a:pt x="446" y="354"/>
                          <a:pt x="736" y="121"/>
                          <a:pt x="1061" y="64"/>
                        </a:cubicBezTo>
                        <a:cubicBezTo>
                          <a:pt x="1061" y="29"/>
                          <a:pt x="1090" y="29"/>
                          <a:pt x="10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36" name="Google Shape;236;p1"/>
              <p:cNvGrpSpPr/>
              <p:nvPr/>
            </p:nvGrpSpPr>
            <p:grpSpPr>
              <a:xfrm>
                <a:off x="6350423" y="1987207"/>
                <a:ext cx="2348411" cy="2480360"/>
                <a:chOff x="2970924" y="3808142"/>
                <a:chExt cx="996525" cy="1052516"/>
              </a:xfrm>
            </p:grpSpPr>
            <p:sp>
              <p:nvSpPr>
                <p:cNvPr id="237" name="Google Shape;237;p1"/>
                <p:cNvSpPr/>
                <p:nvPr/>
              </p:nvSpPr>
              <p:spPr>
                <a:xfrm>
                  <a:off x="3598308" y="4002867"/>
                  <a:ext cx="137675" cy="167957"/>
                </a:xfrm>
                <a:custGeom>
                  <a:rect b="b" l="l" r="r" t="t"/>
                  <a:pathLst>
                    <a:path extrusionOk="0" h="4964" w="4069">
                      <a:moveTo>
                        <a:pt x="3189" y="1"/>
                      </a:moveTo>
                      <a:cubicBezTo>
                        <a:pt x="2810" y="1"/>
                        <a:pt x="2319" y="494"/>
                        <a:pt x="2095" y="713"/>
                      </a:cubicBezTo>
                      <a:cubicBezTo>
                        <a:pt x="1918" y="925"/>
                        <a:pt x="1713" y="1159"/>
                        <a:pt x="1479" y="1364"/>
                      </a:cubicBezTo>
                      <a:cubicBezTo>
                        <a:pt x="1239" y="1569"/>
                        <a:pt x="977" y="1689"/>
                        <a:pt x="708" y="1866"/>
                      </a:cubicBezTo>
                      <a:cubicBezTo>
                        <a:pt x="503" y="2043"/>
                        <a:pt x="298" y="2220"/>
                        <a:pt x="177" y="2453"/>
                      </a:cubicBezTo>
                      <a:cubicBezTo>
                        <a:pt x="64" y="2659"/>
                        <a:pt x="29" y="2871"/>
                        <a:pt x="29" y="3104"/>
                      </a:cubicBezTo>
                      <a:cubicBezTo>
                        <a:pt x="1" y="3635"/>
                        <a:pt x="149" y="4222"/>
                        <a:pt x="595" y="4547"/>
                      </a:cubicBezTo>
                      <a:cubicBezTo>
                        <a:pt x="736" y="4668"/>
                        <a:pt x="913" y="4753"/>
                        <a:pt x="1090" y="4816"/>
                      </a:cubicBezTo>
                      <a:cubicBezTo>
                        <a:pt x="1361" y="4912"/>
                        <a:pt x="1659" y="4964"/>
                        <a:pt x="1949" y="4964"/>
                      </a:cubicBezTo>
                      <a:cubicBezTo>
                        <a:pt x="2197" y="4964"/>
                        <a:pt x="2439" y="4926"/>
                        <a:pt x="2653" y="4845"/>
                      </a:cubicBezTo>
                      <a:cubicBezTo>
                        <a:pt x="2894" y="4781"/>
                        <a:pt x="3099" y="4547"/>
                        <a:pt x="3276" y="4371"/>
                      </a:cubicBezTo>
                      <a:cubicBezTo>
                        <a:pt x="3453" y="4194"/>
                        <a:pt x="3630" y="3989"/>
                        <a:pt x="3743" y="3755"/>
                      </a:cubicBezTo>
                      <a:cubicBezTo>
                        <a:pt x="3891" y="3515"/>
                        <a:pt x="3983" y="3225"/>
                        <a:pt x="4040" y="2927"/>
                      </a:cubicBezTo>
                      <a:cubicBezTo>
                        <a:pt x="4068" y="2574"/>
                        <a:pt x="4068" y="2220"/>
                        <a:pt x="4068" y="1866"/>
                      </a:cubicBezTo>
                      <a:cubicBezTo>
                        <a:pt x="4040" y="1244"/>
                        <a:pt x="3835" y="685"/>
                        <a:pt x="3509" y="183"/>
                      </a:cubicBezTo>
                      <a:cubicBezTo>
                        <a:pt x="3423" y="53"/>
                        <a:pt x="3312" y="1"/>
                        <a:pt x="31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" name="Google Shape;238;p1"/>
                <p:cNvSpPr/>
                <p:nvPr/>
              </p:nvSpPr>
              <p:spPr>
                <a:xfrm>
                  <a:off x="2972142" y="4023405"/>
                  <a:ext cx="272169" cy="460562"/>
                </a:xfrm>
                <a:custGeom>
                  <a:rect b="b" l="l" r="r" t="t"/>
                  <a:pathLst>
                    <a:path extrusionOk="0" h="13612" w="8044">
                      <a:moveTo>
                        <a:pt x="532" y="1"/>
                      </a:moveTo>
                      <a:cubicBezTo>
                        <a:pt x="504" y="1"/>
                        <a:pt x="473" y="15"/>
                        <a:pt x="439" y="50"/>
                      </a:cubicBezTo>
                      <a:cubicBezTo>
                        <a:pt x="382" y="78"/>
                        <a:pt x="382" y="142"/>
                        <a:pt x="382" y="198"/>
                      </a:cubicBezTo>
                      <a:cubicBezTo>
                        <a:pt x="354" y="347"/>
                        <a:pt x="354" y="495"/>
                        <a:pt x="382" y="672"/>
                      </a:cubicBezTo>
                      <a:cubicBezTo>
                        <a:pt x="363" y="653"/>
                        <a:pt x="345" y="646"/>
                        <a:pt x="328" y="646"/>
                      </a:cubicBezTo>
                      <a:cubicBezTo>
                        <a:pt x="287" y="646"/>
                        <a:pt x="253" y="689"/>
                        <a:pt x="234" y="729"/>
                      </a:cubicBezTo>
                      <a:cubicBezTo>
                        <a:pt x="177" y="877"/>
                        <a:pt x="205" y="990"/>
                        <a:pt x="113" y="1111"/>
                      </a:cubicBezTo>
                      <a:cubicBezTo>
                        <a:pt x="28" y="1259"/>
                        <a:pt x="0" y="1408"/>
                        <a:pt x="28" y="1556"/>
                      </a:cubicBezTo>
                      <a:cubicBezTo>
                        <a:pt x="28" y="1670"/>
                        <a:pt x="85" y="1790"/>
                        <a:pt x="142" y="1910"/>
                      </a:cubicBezTo>
                      <a:cubicBezTo>
                        <a:pt x="318" y="2292"/>
                        <a:pt x="587" y="2794"/>
                        <a:pt x="941" y="3028"/>
                      </a:cubicBezTo>
                      <a:cubicBezTo>
                        <a:pt x="1323" y="3233"/>
                        <a:pt x="1769" y="3410"/>
                        <a:pt x="2087" y="3735"/>
                      </a:cubicBezTo>
                      <a:cubicBezTo>
                        <a:pt x="2179" y="3820"/>
                        <a:pt x="2207" y="3969"/>
                        <a:pt x="2264" y="4089"/>
                      </a:cubicBezTo>
                      <a:cubicBezTo>
                        <a:pt x="2858" y="5829"/>
                        <a:pt x="3148" y="7654"/>
                        <a:pt x="3594" y="9451"/>
                      </a:cubicBezTo>
                      <a:cubicBezTo>
                        <a:pt x="3827" y="10364"/>
                        <a:pt x="4096" y="11340"/>
                        <a:pt x="4478" y="12225"/>
                      </a:cubicBezTo>
                      <a:cubicBezTo>
                        <a:pt x="4627" y="12578"/>
                        <a:pt x="5037" y="13314"/>
                        <a:pt x="5391" y="13519"/>
                      </a:cubicBezTo>
                      <a:cubicBezTo>
                        <a:pt x="5481" y="13586"/>
                        <a:pt x="5552" y="13611"/>
                        <a:pt x="5618" y="13611"/>
                      </a:cubicBezTo>
                      <a:cubicBezTo>
                        <a:pt x="5789" y="13611"/>
                        <a:pt x="5916" y="13437"/>
                        <a:pt x="6218" y="13371"/>
                      </a:cubicBezTo>
                      <a:cubicBezTo>
                        <a:pt x="6600" y="13314"/>
                        <a:pt x="6862" y="13052"/>
                        <a:pt x="7131" y="12783"/>
                      </a:cubicBezTo>
                      <a:cubicBezTo>
                        <a:pt x="7513" y="12373"/>
                        <a:pt x="8015" y="11814"/>
                        <a:pt x="8015" y="11192"/>
                      </a:cubicBezTo>
                      <a:cubicBezTo>
                        <a:pt x="8044" y="10718"/>
                        <a:pt x="7867" y="10102"/>
                        <a:pt x="7633" y="9692"/>
                      </a:cubicBezTo>
                      <a:cubicBezTo>
                        <a:pt x="7605" y="9572"/>
                        <a:pt x="7541" y="9480"/>
                        <a:pt x="7485" y="9366"/>
                      </a:cubicBezTo>
                      <a:cubicBezTo>
                        <a:pt x="6898" y="8334"/>
                        <a:pt x="6042" y="7421"/>
                        <a:pt x="5511" y="6360"/>
                      </a:cubicBezTo>
                      <a:cubicBezTo>
                        <a:pt x="5391" y="6119"/>
                        <a:pt x="5270" y="5858"/>
                        <a:pt x="5157" y="5624"/>
                      </a:cubicBezTo>
                      <a:cubicBezTo>
                        <a:pt x="4832" y="4881"/>
                        <a:pt x="4506" y="4174"/>
                        <a:pt x="4153" y="3466"/>
                      </a:cubicBezTo>
                      <a:cubicBezTo>
                        <a:pt x="4068" y="3290"/>
                        <a:pt x="4004" y="3113"/>
                        <a:pt x="3919" y="2936"/>
                      </a:cubicBezTo>
                      <a:cubicBezTo>
                        <a:pt x="3856" y="2851"/>
                        <a:pt x="3827" y="2759"/>
                        <a:pt x="3799" y="2674"/>
                      </a:cubicBezTo>
                      <a:cubicBezTo>
                        <a:pt x="3771" y="2618"/>
                        <a:pt x="3771" y="2554"/>
                        <a:pt x="3742" y="2497"/>
                      </a:cubicBezTo>
                      <a:cubicBezTo>
                        <a:pt x="3622" y="2200"/>
                        <a:pt x="3389" y="1910"/>
                        <a:pt x="3148" y="1733"/>
                      </a:cubicBezTo>
                      <a:cubicBezTo>
                        <a:pt x="2971" y="1585"/>
                        <a:pt x="2766" y="1464"/>
                        <a:pt x="2589" y="1344"/>
                      </a:cubicBezTo>
                      <a:cubicBezTo>
                        <a:pt x="2384" y="1167"/>
                        <a:pt x="2151" y="1054"/>
                        <a:pt x="1946" y="877"/>
                      </a:cubicBezTo>
                      <a:cubicBezTo>
                        <a:pt x="1677" y="672"/>
                        <a:pt x="1443" y="495"/>
                        <a:pt x="1203" y="283"/>
                      </a:cubicBezTo>
                      <a:cubicBezTo>
                        <a:pt x="1157" y="260"/>
                        <a:pt x="1093" y="219"/>
                        <a:pt x="1036" y="219"/>
                      </a:cubicBezTo>
                      <a:cubicBezTo>
                        <a:pt x="1023" y="219"/>
                        <a:pt x="1010" y="221"/>
                        <a:pt x="998" y="226"/>
                      </a:cubicBezTo>
                      <a:cubicBezTo>
                        <a:pt x="941" y="255"/>
                        <a:pt x="913" y="318"/>
                        <a:pt x="913" y="375"/>
                      </a:cubicBezTo>
                      <a:cubicBezTo>
                        <a:pt x="849" y="608"/>
                        <a:pt x="998" y="785"/>
                        <a:pt x="1174" y="934"/>
                      </a:cubicBezTo>
                      <a:cubicBezTo>
                        <a:pt x="1380" y="1139"/>
                        <a:pt x="1620" y="1288"/>
                        <a:pt x="1769" y="1521"/>
                      </a:cubicBezTo>
                      <a:cubicBezTo>
                        <a:pt x="1928" y="1758"/>
                        <a:pt x="1846" y="1846"/>
                        <a:pt x="1695" y="1846"/>
                      </a:cubicBezTo>
                      <a:cubicBezTo>
                        <a:pt x="1544" y="1846"/>
                        <a:pt x="1323" y="1758"/>
                        <a:pt x="1203" y="1641"/>
                      </a:cubicBezTo>
                      <a:cubicBezTo>
                        <a:pt x="1090" y="1521"/>
                        <a:pt x="1026" y="1344"/>
                        <a:pt x="969" y="1203"/>
                      </a:cubicBezTo>
                      <a:cubicBezTo>
                        <a:pt x="849" y="962"/>
                        <a:pt x="821" y="700"/>
                        <a:pt x="764" y="432"/>
                      </a:cubicBezTo>
                      <a:cubicBezTo>
                        <a:pt x="741" y="361"/>
                        <a:pt x="673" y="1"/>
                        <a:pt x="532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" name="Google Shape;239;p1"/>
                <p:cNvSpPr/>
                <p:nvPr/>
              </p:nvSpPr>
              <p:spPr>
                <a:xfrm>
                  <a:off x="2970924" y="4022187"/>
                  <a:ext cx="274334" cy="462727"/>
                </a:xfrm>
                <a:custGeom>
                  <a:rect b="b" l="l" r="r" t="t"/>
                  <a:pathLst>
                    <a:path extrusionOk="0" h="13676" w="8108">
                      <a:moveTo>
                        <a:pt x="567" y="57"/>
                      </a:moveTo>
                      <a:cubicBezTo>
                        <a:pt x="652" y="57"/>
                        <a:pt x="708" y="319"/>
                        <a:pt x="743" y="439"/>
                      </a:cubicBezTo>
                      <a:cubicBezTo>
                        <a:pt x="743" y="439"/>
                        <a:pt x="743" y="468"/>
                        <a:pt x="772" y="468"/>
                      </a:cubicBezTo>
                      <a:cubicBezTo>
                        <a:pt x="772" y="560"/>
                        <a:pt x="800" y="644"/>
                        <a:pt x="828" y="736"/>
                      </a:cubicBezTo>
                      <a:cubicBezTo>
                        <a:pt x="857" y="913"/>
                        <a:pt x="885" y="1090"/>
                        <a:pt x="977" y="1267"/>
                      </a:cubicBezTo>
                      <a:cubicBezTo>
                        <a:pt x="1034" y="1416"/>
                        <a:pt x="1126" y="1557"/>
                        <a:pt x="1210" y="1706"/>
                      </a:cubicBezTo>
                      <a:cubicBezTo>
                        <a:pt x="1331" y="1826"/>
                        <a:pt x="1564" y="1911"/>
                        <a:pt x="1741" y="1911"/>
                      </a:cubicBezTo>
                      <a:cubicBezTo>
                        <a:pt x="1833" y="1911"/>
                        <a:pt x="1890" y="1882"/>
                        <a:pt x="1890" y="1854"/>
                      </a:cubicBezTo>
                      <a:cubicBezTo>
                        <a:pt x="1946" y="1769"/>
                        <a:pt x="1918" y="1677"/>
                        <a:pt x="1833" y="1557"/>
                      </a:cubicBezTo>
                      <a:cubicBezTo>
                        <a:pt x="1713" y="1380"/>
                        <a:pt x="1536" y="1239"/>
                        <a:pt x="1387" y="1090"/>
                      </a:cubicBezTo>
                      <a:cubicBezTo>
                        <a:pt x="1331" y="1062"/>
                        <a:pt x="1274" y="998"/>
                        <a:pt x="1210" y="942"/>
                      </a:cubicBezTo>
                      <a:cubicBezTo>
                        <a:pt x="1034" y="765"/>
                        <a:pt x="949" y="588"/>
                        <a:pt x="977" y="411"/>
                      </a:cubicBezTo>
                      <a:cubicBezTo>
                        <a:pt x="977" y="383"/>
                        <a:pt x="1005" y="319"/>
                        <a:pt x="1034" y="291"/>
                      </a:cubicBezTo>
                      <a:cubicBezTo>
                        <a:pt x="1097" y="291"/>
                        <a:pt x="1154" y="319"/>
                        <a:pt x="1210" y="354"/>
                      </a:cubicBezTo>
                      <a:lnTo>
                        <a:pt x="1946" y="942"/>
                      </a:lnTo>
                      <a:cubicBezTo>
                        <a:pt x="2066" y="1026"/>
                        <a:pt x="2187" y="1090"/>
                        <a:pt x="2300" y="1175"/>
                      </a:cubicBezTo>
                      <a:cubicBezTo>
                        <a:pt x="2392" y="1239"/>
                        <a:pt x="2512" y="1324"/>
                        <a:pt x="2625" y="1380"/>
                      </a:cubicBezTo>
                      <a:cubicBezTo>
                        <a:pt x="2717" y="1472"/>
                        <a:pt x="2802" y="1529"/>
                        <a:pt x="2866" y="1557"/>
                      </a:cubicBezTo>
                      <a:cubicBezTo>
                        <a:pt x="2979" y="1649"/>
                        <a:pt x="3071" y="1706"/>
                        <a:pt x="3156" y="1769"/>
                      </a:cubicBezTo>
                      <a:cubicBezTo>
                        <a:pt x="3425" y="1974"/>
                        <a:pt x="3630" y="2236"/>
                        <a:pt x="3750" y="2533"/>
                      </a:cubicBezTo>
                      <a:cubicBezTo>
                        <a:pt x="3778" y="2590"/>
                        <a:pt x="3807" y="2654"/>
                        <a:pt x="3807" y="2710"/>
                      </a:cubicBezTo>
                      <a:cubicBezTo>
                        <a:pt x="3835" y="2795"/>
                        <a:pt x="3863" y="2887"/>
                        <a:pt x="3927" y="2972"/>
                      </a:cubicBezTo>
                      <a:cubicBezTo>
                        <a:pt x="4012" y="3149"/>
                        <a:pt x="4104" y="3326"/>
                        <a:pt x="4160" y="3502"/>
                      </a:cubicBezTo>
                      <a:cubicBezTo>
                        <a:pt x="4366" y="3920"/>
                        <a:pt x="4542" y="4302"/>
                        <a:pt x="4719" y="4712"/>
                      </a:cubicBezTo>
                      <a:cubicBezTo>
                        <a:pt x="4868" y="5038"/>
                        <a:pt x="5016" y="5335"/>
                        <a:pt x="5165" y="5660"/>
                      </a:cubicBezTo>
                      <a:cubicBezTo>
                        <a:pt x="5306" y="5950"/>
                        <a:pt x="5427" y="6191"/>
                        <a:pt x="5519" y="6396"/>
                      </a:cubicBezTo>
                      <a:cubicBezTo>
                        <a:pt x="5809" y="7011"/>
                        <a:pt x="6226" y="7542"/>
                        <a:pt x="6608" y="8101"/>
                      </a:cubicBezTo>
                      <a:cubicBezTo>
                        <a:pt x="6898" y="8518"/>
                        <a:pt x="7224" y="8957"/>
                        <a:pt x="7492" y="9431"/>
                      </a:cubicBezTo>
                      <a:cubicBezTo>
                        <a:pt x="7549" y="9551"/>
                        <a:pt x="7606" y="9636"/>
                        <a:pt x="7669" y="9756"/>
                      </a:cubicBezTo>
                      <a:cubicBezTo>
                        <a:pt x="7846" y="10110"/>
                        <a:pt x="8051" y="10725"/>
                        <a:pt x="8023" y="11228"/>
                      </a:cubicBezTo>
                      <a:cubicBezTo>
                        <a:pt x="8023" y="11815"/>
                        <a:pt x="7549" y="12381"/>
                        <a:pt x="7139" y="12791"/>
                      </a:cubicBezTo>
                      <a:cubicBezTo>
                        <a:pt x="6898" y="13053"/>
                        <a:pt x="6608" y="13322"/>
                        <a:pt x="6254" y="13378"/>
                      </a:cubicBezTo>
                      <a:cubicBezTo>
                        <a:pt x="6106" y="13407"/>
                        <a:pt x="5986" y="13499"/>
                        <a:pt x="5901" y="13527"/>
                      </a:cubicBezTo>
                      <a:cubicBezTo>
                        <a:pt x="5809" y="13583"/>
                        <a:pt x="5724" y="13619"/>
                        <a:pt x="5660" y="13619"/>
                      </a:cubicBezTo>
                      <a:cubicBezTo>
                        <a:pt x="5575" y="13619"/>
                        <a:pt x="5519" y="13583"/>
                        <a:pt x="5427" y="13527"/>
                      </a:cubicBezTo>
                      <a:cubicBezTo>
                        <a:pt x="5101" y="13322"/>
                        <a:pt x="4691" y="12586"/>
                        <a:pt x="4542" y="12232"/>
                      </a:cubicBezTo>
                      <a:cubicBezTo>
                        <a:pt x="4160" y="11320"/>
                        <a:pt x="3892" y="10372"/>
                        <a:pt x="3658" y="9459"/>
                      </a:cubicBezTo>
                      <a:cubicBezTo>
                        <a:pt x="3481" y="8844"/>
                        <a:pt x="3361" y="8193"/>
                        <a:pt x="3220" y="7542"/>
                      </a:cubicBezTo>
                      <a:cubicBezTo>
                        <a:pt x="2951" y="6396"/>
                        <a:pt x="2717" y="5243"/>
                        <a:pt x="2335" y="4125"/>
                      </a:cubicBezTo>
                      <a:cubicBezTo>
                        <a:pt x="2272" y="4005"/>
                        <a:pt x="2243" y="3856"/>
                        <a:pt x="2123" y="3743"/>
                      </a:cubicBezTo>
                      <a:cubicBezTo>
                        <a:pt x="1918" y="3502"/>
                        <a:pt x="1628" y="3361"/>
                        <a:pt x="1359" y="3212"/>
                      </a:cubicBezTo>
                      <a:cubicBezTo>
                        <a:pt x="1239" y="3149"/>
                        <a:pt x="1126" y="3092"/>
                        <a:pt x="1005" y="3036"/>
                      </a:cubicBezTo>
                      <a:cubicBezTo>
                        <a:pt x="623" y="2795"/>
                        <a:pt x="326" y="2208"/>
                        <a:pt x="213" y="1946"/>
                      </a:cubicBezTo>
                      <a:cubicBezTo>
                        <a:pt x="149" y="1826"/>
                        <a:pt x="93" y="1706"/>
                        <a:pt x="93" y="1592"/>
                      </a:cubicBezTo>
                      <a:cubicBezTo>
                        <a:pt x="64" y="1444"/>
                        <a:pt x="93" y="1295"/>
                        <a:pt x="178" y="1175"/>
                      </a:cubicBezTo>
                      <a:cubicBezTo>
                        <a:pt x="241" y="1090"/>
                        <a:pt x="241" y="1026"/>
                        <a:pt x="241" y="970"/>
                      </a:cubicBezTo>
                      <a:cubicBezTo>
                        <a:pt x="270" y="913"/>
                        <a:pt x="270" y="850"/>
                        <a:pt x="298" y="793"/>
                      </a:cubicBezTo>
                      <a:cubicBezTo>
                        <a:pt x="326" y="736"/>
                        <a:pt x="354" y="708"/>
                        <a:pt x="390" y="708"/>
                      </a:cubicBezTo>
                      <a:cubicBezTo>
                        <a:pt x="404" y="722"/>
                        <a:pt x="411" y="729"/>
                        <a:pt x="415" y="729"/>
                      </a:cubicBezTo>
                      <a:cubicBezTo>
                        <a:pt x="418" y="729"/>
                        <a:pt x="418" y="722"/>
                        <a:pt x="418" y="708"/>
                      </a:cubicBezTo>
                      <a:cubicBezTo>
                        <a:pt x="446" y="708"/>
                        <a:pt x="446" y="708"/>
                        <a:pt x="446" y="673"/>
                      </a:cubicBezTo>
                      <a:cubicBezTo>
                        <a:pt x="418" y="531"/>
                        <a:pt x="418" y="383"/>
                        <a:pt x="446" y="234"/>
                      </a:cubicBezTo>
                      <a:cubicBezTo>
                        <a:pt x="446" y="178"/>
                        <a:pt x="446" y="142"/>
                        <a:pt x="475" y="114"/>
                      </a:cubicBezTo>
                      <a:cubicBezTo>
                        <a:pt x="503" y="86"/>
                        <a:pt x="531" y="57"/>
                        <a:pt x="567" y="57"/>
                      </a:cubicBezTo>
                      <a:close/>
                      <a:moveTo>
                        <a:pt x="567" y="1"/>
                      </a:moveTo>
                      <a:cubicBezTo>
                        <a:pt x="531" y="1"/>
                        <a:pt x="475" y="29"/>
                        <a:pt x="446" y="57"/>
                      </a:cubicBezTo>
                      <a:cubicBezTo>
                        <a:pt x="418" y="114"/>
                        <a:pt x="390" y="178"/>
                        <a:pt x="390" y="234"/>
                      </a:cubicBezTo>
                      <a:cubicBezTo>
                        <a:pt x="354" y="383"/>
                        <a:pt x="354" y="496"/>
                        <a:pt x="390" y="644"/>
                      </a:cubicBezTo>
                      <a:cubicBezTo>
                        <a:pt x="326" y="644"/>
                        <a:pt x="270" y="708"/>
                        <a:pt x="241" y="765"/>
                      </a:cubicBezTo>
                      <a:cubicBezTo>
                        <a:pt x="213" y="821"/>
                        <a:pt x="213" y="885"/>
                        <a:pt x="178" y="942"/>
                      </a:cubicBezTo>
                      <a:cubicBezTo>
                        <a:pt x="178" y="1026"/>
                        <a:pt x="178" y="1090"/>
                        <a:pt x="121" y="1147"/>
                      </a:cubicBezTo>
                      <a:cubicBezTo>
                        <a:pt x="36" y="1267"/>
                        <a:pt x="1" y="1444"/>
                        <a:pt x="36" y="1592"/>
                      </a:cubicBezTo>
                      <a:cubicBezTo>
                        <a:pt x="36" y="1706"/>
                        <a:pt x="93" y="1854"/>
                        <a:pt x="149" y="1974"/>
                      </a:cubicBezTo>
                      <a:cubicBezTo>
                        <a:pt x="298" y="2264"/>
                        <a:pt x="595" y="2859"/>
                        <a:pt x="977" y="3064"/>
                      </a:cubicBezTo>
                      <a:cubicBezTo>
                        <a:pt x="1097" y="3149"/>
                        <a:pt x="1210" y="3212"/>
                        <a:pt x="1331" y="3269"/>
                      </a:cubicBezTo>
                      <a:cubicBezTo>
                        <a:pt x="1592" y="3418"/>
                        <a:pt x="1890" y="3566"/>
                        <a:pt x="2095" y="3771"/>
                      </a:cubicBezTo>
                      <a:cubicBezTo>
                        <a:pt x="2187" y="3892"/>
                        <a:pt x="2215" y="4005"/>
                        <a:pt x="2272" y="4125"/>
                      </a:cubicBezTo>
                      <a:cubicBezTo>
                        <a:pt x="2654" y="5243"/>
                        <a:pt x="2894" y="6424"/>
                        <a:pt x="3156" y="7542"/>
                      </a:cubicBezTo>
                      <a:cubicBezTo>
                        <a:pt x="3304" y="8193"/>
                        <a:pt x="3425" y="8844"/>
                        <a:pt x="3602" y="9487"/>
                      </a:cubicBezTo>
                      <a:cubicBezTo>
                        <a:pt x="3835" y="10400"/>
                        <a:pt x="4104" y="11348"/>
                        <a:pt x="4486" y="12261"/>
                      </a:cubicBezTo>
                      <a:cubicBezTo>
                        <a:pt x="4634" y="12586"/>
                        <a:pt x="5045" y="13350"/>
                        <a:pt x="5398" y="13583"/>
                      </a:cubicBezTo>
                      <a:cubicBezTo>
                        <a:pt x="5483" y="13647"/>
                        <a:pt x="5575" y="13675"/>
                        <a:pt x="5660" y="13675"/>
                      </a:cubicBezTo>
                      <a:cubicBezTo>
                        <a:pt x="5752" y="13675"/>
                        <a:pt x="5837" y="13647"/>
                        <a:pt x="5929" y="13583"/>
                      </a:cubicBezTo>
                      <a:cubicBezTo>
                        <a:pt x="6014" y="13527"/>
                        <a:pt x="6106" y="13470"/>
                        <a:pt x="6283" y="13442"/>
                      </a:cubicBezTo>
                      <a:cubicBezTo>
                        <a:pt x="6636" y="13378"/>
                        <a:pt x="6934" y="13117"/>
                        <a:pt x="7195" y="12819"/>
                      </a:cubicBezTo>
                      <a:cubicBezTo>
                        <a:pt x="7606" y="12409"/>
                        <a:pt x="8080" y="11850"/>
                        <a:pt x="8080" y="11228"/>
                      </a:cubicBezTo>
                      <a:cubicBezTo>
                        <a:pt x="8108" y="10697"/>
                        <a:pt x="7903" y="10082"/>
                        <a:pt x="7698" y="9728"/>
                      </a:cubicBezTo>
                      <a:cubicBezTo>
                        <a:pt x="7669" y="9608"/>
                        <a:pt x="7606" y="9516"/>
                        <a:pt x="7549" y="9402"/>
                      </a:cubicBezTo>
                      <a:cubicBezTo>
                        <a:pt x="7287" y="8928"/>
                        <a:pt x="6962" y="8490"/>
                        <a:pt x="6636" y="8044"/>
                      </a:cubicBezTo>
                      <a:cubicBezTo>
                        <a:pt x="6254" y="7514"/>
                        <a:pt x="5872" y="6983"/>
                        <a:pt x="5575" y="6396"/>
                      </a:cubicBezTo>
                      <a:cubicBezTo>
                        <a:pt x="5455" y="6155"/>
                        <a:pt x="5342" y="5922"/>
                        <a:pt x="5222" y="5625"/>
                      </a:cubicBezTo>
                      <a:cubicBezTo>
                        <a:pt x="5073" y="5335"/>
                        <a:pt x="4924" y="5009"/>
                        <a:pt x="4776" y="4684"/>
                      </a:cubicBezTo>
                      <a:cubicBezTo>
                        <a:pt x="4599" y="4302"/>
                        <a:pt x="4422" y="3892"/>
                        <a:pt x="4217" y="3474"/>
                      </a:cubicBezTo>
                      <a:cubicBezTo>
                        <a:pt x="4132" y="3297"/>
                        <a:pt x="4068" y="3120"/>
                        <a:pt x="3984" y="2944"/>
                      </a:cubicBezTo>
                      <a:cubicBezTo>
                        <a:pt x="3927" y="2887"/>
                        <a:pt x="3892" y="2795"/>
                        <a:pt x="3863" y="2710"/>
                      </a:cubicBezTo>
                      <a:cubicBezTo>
                        <a:pt x="3835" y="2654"/>
                        <a:pt x="3835" y="2562"/>
                        <a:pt x="3807" y="2505"/>
                      </a:cubicBezTo>
                      <a:cubicBezTo>
                        <a:pt x="3686" y="2208"/>
                        <a:pt x="3453" y="1946"/>
                        <a:pt x="3184" y="1734"/>
                      </a:cubicBezTo>
                      <a:cubicBezTo>
                        <a:pt x="3099" y="1649"/>
                        <a:pt x="3007" y="1592"/>
                        <a:pt x="2894" y="1529"/>
                      </a:cubicBezTo>
                      <a:cubicBezTo>
                        <a:pt x="2830" y="1472"/>
                        <a:pt x="2746" y="1416"/>
                        <a:pt x="2654" y="1352"/>
                      </a:cubicBezTo>
                      <a:cubicBezTo>
                        <a:pt x="2540" y="1267"/>
                        <a:pt x="2448" y="1203"/>
                        <a:pt x="2335" y="1118"/>
                      </a:cubicBezTo>
                      <a:cubicBezTo>
                        <a:pt x="2215" y="1062"/>
                        <a:pt x="2095" y="970"/>
                        <a:pt x="1982" y="885"/>
                      </a:cubicBezTo>
                      <a:lnTo>
                        <a:pt x="1239" y="319"/>
                      </a:lnTo>
                      <a:cubicBezTo>
                        <a:pt x="1182" y="262"/>
                        <a:pt x="1154" y="234"/>
                        <a:pt x="1062" y="234"/>
                      </a:cubicBezTo>
                      <a:lnTo>
                        <a:pt x="1034" y="234"/>
                      </a:lnTo>
                      <a:cubicBezTo>
                        <a:pt x="977" y="262"/>
                        <a:pt x="949" y="319"/>
                        <a:pt x="920" y="411"/>
                      </a:cubicBezTo>
                      <a:cubicBezTo>
                        <a:pt x="885" y="588"/>
                        <a:pt x="977" y="793"/>
                        <a:pt x="1182" y="998"/>
                      </a:cubicBezTo>
                      <a:cubicBezTo>
                        <a:pt x="1239" y="1062"/>
                        <a:pt x="1302" y="1090"/>
                        <a:pt x="1359" y="1147"/>
                      </a:cubicBezTo>
                      <a:cubicBezTo>
                        <a:pt x="1508" y="1267"/>
                        <a:pt x="1684" y="1416"/>
                        <a:pt x="1769" y="1592"/>
                      </a:cubicBezTo>
                      <a:cubicBezTo>
                        <a:pt x="1861" y="1677"/>
                        <a:pt x="1861" y="1769"/>
                        <a:pt x="1861" y="1826"/>
                      </a:cubicBezTo>
                      <a:cubicBezTo>
                        <a:pt x="1833" y="1854"/>
                        <a:pt x="1769" y="1854"/>
                        <a:pt x="1741" y="1854"/>
                      </a:cubicBezTo>
                      <a:cubicBezTo>
                        <a:pt x="1592" y="1854"/>
                        <a:pt x="1359" y="1769"/>
                        <a:pt x="1274" y="1649"/>
                      </a:cubicBezTo>
                      <a:cubicBezTo>
                        <a:pt x="1154" y="1529"/>
                        <a:pt x="1097" y="1380"/>
                        <a:pt x="1034" y="1239"/>
                      </a:cubicBezTo>
                      <a:cubicBezTo>
                        <a:pt x="949" y="1062"/>
                        <a:pt x="920" y="885"/>
                        <a:pt x="885" y="736"/>
                      </a:cubicBezTo>
                      <a:cubicBezTo>
                        <a:pt x="857" y="644"/>
                        <a:pt x="828" y="560"/>
                        <a:pt x="828" y="468"/>
                      </a:cubicBezTo>
                      <a:cubicBezTo>
                        <a:pt x="800" y="439"/>
                        <a:pt x="800" y="439"/>
                        <a:pt x="800" y="411"/>
                      </a:cubicBezTo>
                      <a:cubicBezTo>
                        <a:pt x="772" y="262"/>
                        <a:pt x="708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" name="Google Shape;240;p1"/>
                <p:cNvSpPr/>
                <p:nvPr/>
              </p:nvSpPr>
              <p:spPr>
                <a:xfrm>
                  <a:off x="2984086" y="4043030"/>
                  <a:ext cx="21824" cy="48858"/>
                </a:xfrm>
                <a:custGeom>
                  <a:rect b="b" l="l" r="r" t="t"/>
                  <a:pathLst>
                    <a:path extrusionOk="0" h="1444" w="645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57"/>
                      </a:cubicBezTo>
                      <a:lnTo>
                        <a:pt x="114" y="531"/>
                      </a:lnTo>
                      <a:cubicBezTo>
                        <a:pt x="234" y="884"/>
                        <a:pt x="354" y="1210"/>
                        <a:pt x="616" y="1415"/>
                      </a:cubicBezTo>
                      <a:lnTo>
                        <a:pt x="616" y="1443"/>
                      </a:lnTo>
                      <a:lnTo>
                        <a:pt x="645" y="1415"/>
                      </a:lnTo>
                      <a:lnTo>
                        <a:pt x="645" y="1387"/>
                      </a:lnTo>
                      <a:cubicBezTo>
                        <a:pt x="383" y="1182"/>
                        <a:pt x="291" y="856"/>
                        <a:pt x="178" y="502"/>
                      </a:cubicBezTo>
                      <a:lnTo>
                        <a:pt x="57" y="28"/>
                      </a:ln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1"/>
                <p:cNvSpPr/>
                <p:nvPr/>
              </p:nvSpPr>
              <p:spPr>
                <a:xfrm>
                  <a:off x="2975966" y="4060015"/>
                  <a:ext cx="22060" cy="44798"/>
                </a:xfrm>
                <a:custGeom>
                  <a:rect b="b" l="l" r="r" t="t"/>
                  <a:pathLst>
                    <a:path extrusionOk="0" h="1324" w="652">
                      <a:moveTo>
                        <a:pt x="29" y="0"/>
                      </a:moveTo>
                      <a:cubicBezTo>
                        <a:pt x="0" y="0"/>
                        <a:pt x="0" y="0"/>
                        <a:pt x="0" y="29"/>
                      </a:cubicBezTo>
                      <a:cubicBezTo>
                        <a:pt x="92" y="439"/>
                        <a:pt x="269" y="856"/>
                        <a:pt x="531" y="1210"/>
                      </a:cubicBezTo>
                      <a:cubicBezTo>
                        <a:pt x="559" y="1267"/>
                        <a:pt x="594" y="1295"/>
                        <a:pt x="623" y="1323"/>
                      </a:cubicBezTo>
                      <a:cubicBezTo>
                        <a:pt x="651" y="1323"/>
                        <a:pt x="651" y="1323"/>
                        <a:pt x="651" y="1295"/>
                      </a:cubicBezTo>
                      <a:lnTo>
                        <a:pt x="651" y="1267"/>
                      </a:lnTo>
                      <a:cubicBezTo>
                        <a:pt x="623" y="1238"/>
                        <a:pt x="594" y="1210"/>
                        <a:pt x="594" y="1182"/>
                      </a:cubicBezTo>
                      <a:cubicBezTo>
                        <a:pt x="326" y="856"/>
                        <a:pt x="149" y="439"/>
                        <a:pt x="64" y="29"/>
                      </a:cubicBezTo>
                      <a:cubicBezTo>
                        <a:pt x="64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" name="Google Shape;242;p1"/>
                <p:cNvSpPr/>
                <p:nvPr/>
              </p:nvSpPr>
              <p:spPr>
                <a:xfrm>
                  <a:off x="3098756" y="4110769"/>
                  <a:ext cx="1929" cy="13196"/>
                </a:xfrm>
                <a:custGeom>
                  <a:rect b="b" l="l" r="r" t="t"/>
                  <a:pathLst>
                    <a:path extrusionOk="0" h="390" w="57">
                      <a:moveTo>
                        <a:pt x="57" y="0"/>
                      </a:moveTo>
                      <a:lnTo>
                        <a:pt x="0" y="389"/>
                      </a:lnTo>
                      <a:cubicBezTo>
                        <a:pt x="29" y="269"/>
                        <a:pt x="57" y="149"/>
                        <a:pt x="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" name="Google Shape;243;p1"/>
                <p:cNvSpPr/>
                <p:nvPr/>
              </p:nvSpPr>
              <p:spPr>
                <a:xfrm>
                  <a:off x="3097809" y="4109788"/>
                  <a:ext cx="3857" cy="15124"/>
                </a:xfrm>
                <a:custGeom>
                  <a:rect b="b" l="l" r="r" t="t"/>
                  <a:pathLst>
                    <a:path extrusionOk="0" h="447" w="114">
                      <a:moveTo>
                        <a:pt x="85" y="1"/>
                      </a:moveTo>
                      <a:cubicBezTo>
                        <a:pt x="57" y="1"/>
                        <a:pt x="57" y="29"/>
                        <a:pt x="57" y="29"/>
                      </a:cubicBezTo>
                      <a:cubicBezTo>
                        <a:pt x="57" y="149"/>
                        <a:pt x="28" y="298"/>
                        <a:pt x="0" y="418"/>
                      </a:cubicBezTo>
                      <a:cubicBezTo>
                        <a:pt x="0" y="418"/>
                        <a:pt x="0" y="447"/>
                        <a:pt x="28" y="447"/>
                      </a:cubicBezTo>
                      <a:cubicBezTo>
                        <a:pt x="28" y="447"/>
                        <a:pt x="57" y="447"/>
                        <a:pt x="57" y="418"/>
                      </a:cubicBezTo>
                      <a:cubicBezTo>
                        <a:pt x="85" y="298"/>
                        <a:pt x="113" y="178"/>
                        <a:pt x="113" y="29"/>
                      </a:cubicBez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p1"/>
                <p:cNvSpPr/>
                <p:nvPr/>
              </p:nvSpPr>
              <p:spPr>
                <a:xfrm>
                  <a:off x="3508542" y="4013085"/>
                  <a:ext cx="133851" cy="156318"/>
                </a:xfrm>
                <a:custGeom>
                  <a:rect b="b" l="l" r="r" t="t"/>
                  <a:pathLst>
                    <a:path extrusionOk="0" h="4620" w="3956">
                      <a:moveTo>
                        <a:pt x="298" y="1"/>
                      </a:moveTo>
                      <a:lnTo>
                        <a:pt x="298" y="1"/>
                      </a:lnTo>
                      <a:cubicBezTo>
                        <a:pt x="326" y="1005"/>
                        <a:pt x="270" y="1946"/>
                        <a:pt x="206" y="2802"/>
                      </a:cubicBezTo>
                      <a:cubicBezTo>
                        <a:pt x="178" y="3213"/>
                        <a:pt x="149" y="3510"/>
                        <a:pt x="1" y="3863"/>
                      </a:cubicBezTo>
                      <a:cubicBezTo>
                        <a:pt x="680" y="4161"/>
                        <a:pt x="1154" y="4514"/>
                        <a:pt x="1861" y="4571"/>
                      </a:cubicBezTo>
                      <a:cubicBezTo>
                        <a:pt x="2087" y="4601"/>
                        <a:pt x="2339" y="4620"/>
                        <a:pt x="2597" y="4620"/>
                      </a:cubicBezTo>
                      <a:cubicBezTo>
                        <a:pt x="3074" y="4620"/>
                        <a:pt x="3570" y="4554"/>
                        <a:pt x="3955" y="4366"/>
                      </a:cubicBezTo>
                      <a:cubicBezTo>
                        <a:pt x="3481" y="3099"/>
                        <a:pt x="3602" y="1798"/>
                        <a:pt x="3566" y="531"/>
                      </a:cubicBezTo>
                      <a:cubicBezTo>
                        <a:pt x="3566" y="355"/>
                        <a:pt x="3566" y="178"/>
                        <a:pt x="3538" y="29"/>
                      </a:cubicBez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rgbClr val="FF444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" name="Google Shape;245;p1"/>
                <p:cNvSpPr/>
                <p:nvPr/>
              </p:nvSpPr>
              <p:spPr>
                <a:xfrm>
                  <a:off x="3314189" y="4099874"/>
                  <a:ext cx="514664" cy="610519"/>
                </a:xfrm>
                <a:custGeom>
                  <a:rect b="b" l="l" r="r" t="t"/>
                  <a:pathLst>
                    <a:path extrusionOk="0" h="18044" w="15211">
                      <a:moveTo>
                        <a:pt x="7102" y="0"/>
                      </a:moveTo>
                      <a:cubicBezTo>
                        <a:pt x="6984" y="0"/>
                        <a:pt x="6867" y="1"/>
                        <a:pt x="6749" y="4"/>
                      </a:cubicBezTo>
                      <a:cubicBezTo>
                        <a:pt x="5306" y="32"/>
                        <a:pt x="2059" y="824"/>
                        <a:pt x="1146" y="1978"/>
                      </a:cubicBezTo>
                      <a:cubicBezTo>
                        <a:pt x="0" y="3506"/>
                        <a:pt x="616" y="5748"/>
                        <a:pt x="1825" y="7043"/>
                      </a:cubicBezTo>
                      <a:cubicBezTo>
                        <a:pt x="1592" y="8281"/>
                        <a:pt x="1387" y="9491"/>
                        <a:pt x="1267" y="10729"/>
                      </a:cubicBezTo>
                      <a:cubicBezTo>
                        <a:pt x="1146" y="11818"/>
                        <a:pt x="1295" y="12971"/>
                        <a:pt x="913" y="14004"/>
                      </a:cubicBezTo>
                      <a:cubicBezTo>
                        <a:pt x="821" y="14181"/>
                        <a:pt x="736" y="14358"/>
                        <a:pt x="708" y="14563"/>
                      </a:cubicBezTo>
                      <a:cubicBezTo>
                        <a:pt x="679" y="14768"/>
                        <a:pt x="679" y="14945"/>
                        <a:pt x="708" y="15150"/>
                      </a:cubicBezTo>
                      <a:cubicBezTo>
                        <a:pt x="856" y="16155"/>
                        <a:pt x="1323" y="17187"/>
                        <a:pt x="2208" y="17654"/>
                      </a:cubicBezTo>
                      <a:cubicBezTo>
                        <a:pt x="2858" y="18043"/>
                        <a:pt x="3622" y="18043"/>
                        <a:pt x="4358" y="18043"/>
                      </a:cubicBezTo>
                      <a:cubicBezTo>
                        <a:pt x="7280" y="18008"/>
                        <a:pt x="10194" y="17718"/>
                        <a:pt x="13088" y="17393"/>
                      </a:cubicBezTo>
                      <a:cubicBezTo>
                        <a:pt x="13265" y="17393"/>
                        <a:pt x="13442" y="17364"/>
                        <a:pt x="13590" y="17336"/>
                      </a:cubicBezTo>
                      <a:cubicBezTo>
                        <a:pt x="13767" y="17301"/>
                        <a:pt x="13944" y="17272"/>
                        <a:pt x="14085" y="17187"/>
                      </a:cubicBezTo>
                      <a:cubicBezTo>
                        <a:pt x="14616" y="16982"/>
                        <a:pt x="15033" y="16452"/>
                        <a:pt x="15090" y="15886"/>
                      </a:cubicBezTo>
                      <a:cubicBezTo>
                        <a:pt x="15210" y="15037"/>
                        <a:pt x="14736" y="14266"/>
                        <a:pt x="14588" y="13445"/>
                      </a:cubicBezTo>
                      <a:cubicBezTo>
                        <a:pt x="14503" y="13056"/>
                        <a:pt x="14503" y="12646"/>
                        <a:pt x="14326" y="12292"/>
                      </a:cubicBezTo>
                      <a:cubicBezTo>
                        <a:pt x="14234" y="12115"/>
                        <a:pt x="14121" y="11967"/>
                        <a:pt x="14029" y="11818"/>
                      </a:cubicBezTo>
                      <a:cubicBezTo>
                        <a:pt x="13732" y="11231"/>
                        <a:pt x="13972" y="10700"/>
                        <a:pt x="13944" y="10113"/>
                      </a:cubicBezTo>
                      <a:cubicBezTo>
                        <a:pt x="13944" y="9554"/>
                        <a:pt x="13880" y="8988"/>
                        <a:pt x="13880" y="8401"/>
                      </a:cubicBezTo>
                      <a:cubicBezTo>
                        <a:pt x="13880" y="8047"/>
                        <a:pt x="13880" y="7665"/>
                        <a:pt x="13944" y="7283"/>
                      </a:cubicBezTo>
                      <a:cubicBezTo>
                        <a:pt x="14000" y="6901"/>
                        <a:pt x="14149" y="6512"/>
                        <a:pt x="14206" y="6130"/>
                      </a:cubicBezTo>
                      <a:cubicBezTo>
                        <a:pt x="14588" y="4213"/>
                        <a:pt x="13526" y="1829"/>
                        <a:pt x="11730" y="945"/>
                      </a:cubicBezTo>
                      <a:cubicBezTo>
                        <a:pt x="10333" y="233"/>
                        <a:pt x="8702" y="0"/>
                        <a:pt x="710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" name="Google Shape;246;p1"/>
                <p:cNvSpPr/>
                <p:nvPr/>
              </p:nvSpPr>
              <p:spPr>
                <a:xfrm>
                  <a:off x="3063804" y="4101904"/>
                  <a:ext cx="450750" cy="394009"/>
                </a:xfrm>
                <a:custGeom>
                  <a:rect b="b" l="l" r="r" t="t"/>
                  <a:pathLst>
                    <a:path extrusionOk="0" h="11645" w="13322">
                      <a:moveTo>
                        <a:pt x="13322" y="0"/>
                      </a:moveTo>
                      <a:lnTo>
                        <a:pt x="13322" y="0"/>
                      </a:lnTo>
                      <a:cubicBezTo>
                        <a:pt x="13088" y="29"/>
                        <a:pt x="12855" y="57"/>
                        <a:pt x="12614" y="85"/>
                      </a:cubicBezTo>
                      <a:cubicBezTo>
                        <a:pt x="11114" y="326"/>
                        <a:pt x="9699" y="941"/>
                        <a:pt x="8490" y="1889"/>
                      </a:cubicBezTo>
                      <a:cubicBezTo>
                        <a:pt x="7690" y="2505"/>
                        <a:pt x="6983" y="3240"/>
                        <a:pt x="6339" y="4012"/>
                      </a:cubicBezTo>
                      <a:cubicBezTo>
                        <a:pt x="5717" y="4747"/>
                        <a:pt x="5158" y="5745"/>
                        <a:pt x="4422" y="6339"/>
                      </a:cubicBezTo>
                      <a:cubicBezTo>
                        <a:pt x="4040" y="5780"/>
                        <a:pt x="3715" y="5186"/>
                        <a:pt x="3417" y="4599"/>
                      </a:cubicBezTo>
                      <a:cubicBezTo>
                        <a:pt x="3361" y="4450"/>
                        <a:pt x="3269" y="4273"/>
                        <a:pt x="3156" y="4153"/>
                      </a:cubicBezTo>
                      <a:cubicBezTo>
                        <a:pt x="3092" y="4040"/>
                        <a:pt x="2979" y="3976"/>
                        <a:pt x="2915" y="3863"/>
                      </a:cubicBezTo>
                      <a:cubicBezTo>
                        <a:pt x="2802" y="3714"/>
                        <a:pt x="2802" y="3509"/>
                        <a:pt x="2710" y="3332"/>
                      </a:cubicBezTo>
                      <a:cubicBezTo>
                        <a:pt x="2653" y="3156"/>
                        <a:pt x="2533" y="2979"/>
                        <a:pt x="2328" y="2979"/>
                      </a:cubicBezTo>
                      <a:cubicBezTo>
                        <a:pt x="1741" y="3538"/>
                        <a:pt x="765" y="3594"/>
                        <a:pt x="121" y="4096"/>
                      </a:cubicBezTo>
                      <a:cubicBezTo>
                        <a:pt x="57" y="4125"/>
                        <a:pt x="29" y="4153"/>
                        <a:pt x="29" y="4217"/>
                      </a:cubicBezTo>
                      <a:cubicBezTo>
                        <a:pt x="1" y="4245"/>
                        <a:pt x="1" y="4273"/>
                        <a:pt x="29" y="4330"/>
                      </a:cubicBezTo>
                      <a:cubicBezTo>
                        <a:pt x="149" y="4981"/>
                        <a:pt x="234" y="5660"/>
                        <a:pt x="354" y="6339"/>
                      </a:cubicBezTo>
                      <a:cubicBezTo>
                        <a:pt x="503" y="6983"/>
                        <a:pt x="531" y="7690"/>
                        <a:pt x="736" y="8313"/>
                      </a:cubicBezTo>
                      <a:cubicBezTo>
                        <a:pt x="941" y="9225"/>
                        <a:pt x="1267" y="10138"/>
                        <a:pt x="1918" y="10789"/>
                      </a:cubicBezTo>
                      <a:cubicBezTo>
                        <a:pt x="2179" y="11051"/>
                        <a:pt x="2682" y="11291"/>
                        <a:pt x="3035" y="11440"/>
                      </a:cubicBezTo>
                      <a:cubicBezTo>
                        <a:pt x="3509" y="11617"/>
                        <a:pt x="4040" y="11645"/>
                        <a:pt x="4542" y="11645"/>
                      </a:cubicBezTo>
                      <a:cubicBezTo>
                        <a:pt x="5603" y="11617"/>
                        <a:pt x="6629" y="11263"/>
                        <a:pt x="7429" y="10584"/>
                      </a:cubicBezTo>
                      <a:cubicBezTo>
                        <a:pt x="7754" y="10315"/>
                        <a:pt x="8044" y="9989"/>
                        <a:pt x="8341" y="9699"/>
                      </a:cubicBezTo>
                      <a:cubicBezTo>
                        <a:pt x="8872" y="9105"/>
                        <a:pt x="9402" y="8610"/>
                        <a:pt x="9756" y="7902"/>
                      </a:cubicBezTo>
                      <a:cubicBezTo>
                        <a:pt x="9990" y="7457"/>
                        <a:pt x="10258" y="6983"/>
                        <a:pt x="10520" y="6544"/>
                      </a:cubicBezTo>
                      <a:cubicBezTo>
                        <a:pt x="10665" y="6254"/>
                        <a:pt x="11513" y="4390"/>
                        <a:pt x="11967" y="4390"/>
                      </a:cubicBezTo>
                      <a:cubicBezTo>
                        <a:pt x="11978" y="4390"/>
                        <a:pt x="11988" y="4391"/>
                        <a:pt x="11999" y="4394"/>
                      </a:cubicBezTo>
                      <a:cubicBezTo>
                        <a:pt x="12204" y="4422"/>
                        <a:pt x="12409" y="4450"/>
                        <a:pt x="12642" y="4478"/>
                      </a:cubicBezTo>
                      <a:cubicBezTo>
                        <a:pt x="12642" y="3920"/>
                        <a:pt x="12678" y="3361"/>
                        <a:pt x="12706" y="2802"/>
                      </a:cubicBezTo>
                      <a:cubicBezTo>
                        <a:pt x="12734" y="2505"/>
                        <a:pt x="12734" y="2208"/>
                        <a:pt x="12734" y="1918"/>
                      </a:cubicBezTo>
                      <a:cubicBezTo>
                        <a:pt x="12734" y="1712"/>
                        <a:pt x="12642" y="1415"/>
                        <a:pt x="12678" y="1210"/>
                      </a:cubicBezTo>
                      <a:cubicBezTo>
                        <a:pt x="12791" y="764"/>
                        <a:pt x="13031" y="354"/>
                        <a:pt x="133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" name="Google Shape;247;p1"/>
                <p:cNvSpPr/>
                <p:nvPr/>
              </p:nvSpPr>
              <p:spPr>
                <a:xfrm>
                  <a:off x="3615294" y="4107893"/>
                  <a:ext cx="352155" cy="391031"/>
                </a:xfrm>
                <a:custGeom>
                  <a:rect b="b" l="l" r="r" t="t"/>
                  <a:pathLst>
                    <a:path extrusionOk="0" h="11557" w="10408">
                      <a:moveTo>
                        <a:pt x="1" y="0"/>
                      </a:moveTo>
                      <a:lnTo>
                        <a:pt x="1" y="4301"/>
                      </a:lnTo>
                      <a:cubicBezTo>
                        <a:pt x="206" y="4273"/>
                        <a:pt x="447" y="4245"/>
                        <a:pt x="652" y="4217"/>
                      </a:cubicBezTo>
                      <a:cubicBezTo>
                        <a:pt x="652" y="4216"/>
                        <a:pt x="652" y="4216"/>
                        <a:pt x="653" y="4216"/>
                      </a:cubicBezTo>
                      <a:cubicBezTo>
                        <a:pt x="781" y="4216"/>
                        <a:pt x="3242" y="8463"/>
                        <a:pt x="3538" y="8872"/>
                      </a:cubicBezTo>
                      <a:cubicBezTo>
                        <a:pt x="4422" y="10025"/>
                        <a:pt x="5483" y="11227"/>
                        <a:pt x="7019" y="11496"/>
                      </a:cubicBezTo>
                      <a:cubicBezTo>
                        <a:pt x="7216" y="11535"/>
                        <a:pt x="7428" y="11556"/>
                        <a:pt x="7646" y="11556"/>
                      </a:cubicBezTo>
                      <a:cubicBezTo>
                        <a:pt x="8572" y="11556"/>
                        <a:pt x="9590" y="11180"/>
                        <a:pt x="9877" y="10230"/>
                      </a:cubicBezTo>
                      <a:cubicBezTo>
                        <a:pt x="10407" y="8341"/>
                        <a:pt x="8370" y="5957"/>
                        <a:pt x="7280" y="4627"/>
                      </a:cubicBezTo>
                      <a:cubicBezTo>
                        <a:pt x="5894" y="2915"/>
                        <a:pt x="3715" y="439"/>
                        <a:pt x="1387" y="177"/>
                      </a:cubicBezTo>
                      <a:cubicBezTo>
                        <a:pt x="708" y="85"/>
                        <a:pt x="680" y="85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1"/>
                <p:cNvSpPr/>
                <p:nvPr/>
              </p:nvSpPr>
              <p:spPr>
                <a:xfrm>
                  <a:off x="3438908" y="3866644"/>
                  <a:ext cx="165419" cy="192860"/>
                </a:xfrm>
                <a:custGeom>
                  <a:rect b="b" l="l" r="r" t="t"/>
                  <a:pathLst>
                    <a:path extrusionOk="0" h="5700" w="4889">
                      <a:moveTo>
                        <a:pt x="2467" y="1"/>
                      </a:moveTo>
                      <a:cubicBezTo>
                        <a:pt x="2339" y="1"/>
                        <a:pt x="2212" y="17"/>
                        <a:pt x="2087" y="56"/>
                      </a:cubicBezTo>
                      <a:cubicBezTo>
                        <a:pt x="1910" y="84"/>
                        <a:pt x="1733" y="176"/>
                        <a:pt x="1556" y="289"/>
                      </a:cubicBezTo>
                      <a:cubicBezTo>
                        <a:pt x="1443" y="353"/>
                        <a:pt x="1295" y="410"/>
                        <a:pt x="1174" y="530"/>
                      </a:cubicBezTo>
                      <a:cubicBezTo>
                        <a:pt x="884" y="792"/>
                        <a:pt x="672" y="1237"/>
                        <a:pt x="616" y="1619"/>
                      </a:cubicBezTo>
                      <a:cubicBezTo>
                        <a:pt x="531" y="1909"/>
                        <a:pt x="467" y="2235"/>
                        <a:pt x="439" y="2560"/>
                      </a:cubicBezTo>
                      <a:cubicBezTo>
                        <a:pt x="354" y="2794"/>
                        <a:pt x="234" y="3034"/>
                        <a:pt x="57" y="3239"/>
                      </a:cubicBezTo>
                      <a:cubicBezTo>
                        <a:pt x="0" y="3324"/>
                        <a:pt x="0" y="3445"/>
                        <a:pt x="85" y="3473"/>
                      </a:cubicBezTo>
                      <a:cubicBezTo>
                        <a:pt x="177" y="3501"/>
                        <a:pt x="262" y="3536"/>
                        <a:pt x="382" y="3536"/>
                      </a:cubicBezTo>
                      <a:cubicBezTo>
                        <a:pt x="354" y="3742"/>
                        <a:pt x="354" y="3947"/>
                        <a:pt x="382" y="4152"/>
                      </a:cubicBezTo>
                      <a:cubicBezTo>
                        <a:pt x="382" y="4626"/>
                        <a:pt x="467" y="5185"/>
                        <a:pt x="884" y="5482"/>
                      </a:cubicBezTo>
                      <a:cubicBezTo>
                        <a:pt x="1104" y="5635"/>
                        <a:pt x="1402" y="5699"/>
                        <a:pt x="1727" y="5699"/>
                      </a:cubicBezTo>
                      <a:cubicBezTo>
                        <a:pt x="2452" y="5699"/>
                        <a:pt x="3313" y="5383"/>
                        <a:pt x="3742" y="5036"/>
                      </a:cubicBezTo>
                      <a:cubicBezTo>
                        <a:pt x="4273" y="4598"/>
                        <a:pt x="4627" y="3947"/>
                        <a:pt x="4775" y="3268"/>
                      </a:cubicBezTo>
                      <a:cubicBezTo>
                        <a:pt x="4888" y="2652"/>
                        <a:pt x="4860" y="1973"/>
                        <a:pt x="4598" y="1414"/>
                      </a:cubicBezTo>
                      <a:cubicBezTo>
                        <a:pt x="4301" y="820"/>
                        <a:pt x="3856" y="438"/>
                        <a:pt x="3268" y="176"/>
                      </a:cubicBezTo>
                      <a:cubicBezTo>
                        <a:pt x="3009" y="75"/>
                        <a:pt x="2737" y="1"/>
                        <a:pt x="2467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"/>
                <p:cNvSpPr/>
                <p:nvPr/>
              </p:nvSpPr>
              <p:spPr>
                <a:xfrm>
                  <a:off x="3437690" y="3865392"/>
                  <a:ext cx="167585" cy="194653"/>
                </a:xfrm>
                <a:custGeom>
                  <a:rect b="b" l="l" r="r" t="t"/>
                  <a:pathLst>
                    <a:path extrusionOk="0" h="5753" w="4953">
                      <a:moveTo>
                        <a:pt x="2512" y="65"/>
                      </a:moveTo>
                      <a:cubicBezTo>
                        <a:pt x="2746" y="65"/>
                        <a:pt x="3043" y="121"/>
                        <a:pt x="3304" y="241"/>
                      </a:cubicBezTo>
                      <a:cubicBezTo>
                        <a:pt x="3927" y="532"/>
                        <a:pt x="4337" y="921"/>
                        <a:pt x="4599" y="1451"/>
                      </a:cubicBezTo>
                      <a:cubicBezTo>
                        <a:pt x="4840" y="1982"/>
                        <a:pt x="4896" y="2626"/>
                        <a:pt x="4776" y="3276"/>
                      </a:cubicBezTo>
                      <a:cubicBezTo>
                        <a:pt x="4634" y="4012"/>
                        <a:pt x="4245" y="4635"/>
                        <a:pt x="3750" y="5073"/>
                      </a:cubicBezTo>
                      <a:cubicBezTo>
                        <a:pt x="3361" y="5370"/>
                        <a:pt x="2512" y="5696"/>
                        <a:pt x="1769" y="5696"/>
                      </a:cubicBezTo>
                      <a:cubicBezTo>
                        <a:pt x="1416" y="5696"/>
                        <a:pt x="1126" y="5632"/>
                        <a:pt x="949" y="5484"/>
                      </a:cubicBezTo>
                      <a:cubicBezTo>
                        <a:pt x="531" y="5194"/>
                        <a:pt x="446" y="4599"/>
                        <a:pt x="446" y="4189"/>
                      </a:cubicBezTo>
                      <a:cubicBezTo>
                        <a:pt x="446" y="3984"/>
                        <a:pt x="418" y="3779"/>
                        <a:pt x="446" y="3573"/>
                      </a:cubicBezTo>
                      <a:lnTo>
                        <a:pt x="418" y="3538"/>
                      </a:lnTo>
                      <a:cubicBezTo>
                        <a:pt x="326" y="3538"/>
                        <a:pt x="241" y="3510"/>
                        <a:pt x="149" y="3482"/>
                      </a:cubicBezTo>
                      <a:cubicBezTo>
                        <a:pt x="121" y="3453"/>
                        <a:pt x="93" y="3453"/>
                        <a:pt x="93" y="3397"/>
                      </a:cubicBezTo>
                      <a:cubicBezTo>
                        <a:pt x="64" y="3361"/>
                        <a:pt x="93" y="3333"/>
                        <a:pt x="121" y="3305"/>
                      </a:cubicBezTo>
                      <a:cubicBezTo>
                        <a:pt x="270" y="3128"/>
                        <a:pt x="390" y="2923"/>
                        <a:pt x="503" y="2597"/>
                      </a:cubicBezTo>
                      <a:cubicBezTo>
                        <a:pt x="531" y="2272"/>
                        <a:pt x="595" y="1982"/>
                        <a:pt x="680" y="1656"/>
                      </a:cubicBezTo>
                      <a:cubicBezTo>
                        <a:pt x="743" y="1303"/>
                        <a:pt x="949" y="857"/>
                        <a:pt x="1239" y="595"/>
                      </a:cubicBezTo>
                      <a:cubicBezTo>
                        <a:pt x="1331" y="475"/>
                        <a:pt x="1479" y="418"/>
                        <a:pt x="1628" y="326"/>
                      </a:cubicBezTo>
                      <a:cubicBezTo>
                        <a:pt x="1769" y="241"/>
                        <a:pt x="1946" y="149"/>
                        <a:pt x="2123" y="121"/>
                      </a:cubicBezTo>
                      <a:cubicBezTo>
                        <a:pt x="2243" y="65"/>
                        <a:pt x="2364" y="65"/>
                        <a:pt x="2512" y="65"/>
                      </a:cubicBezTo>
                      <a:close/>
                      <a:moveTo>
                        <a:pt x="2527" y="1"/>
                      </a:moveTo>
                      <a:cubicBezTo>
                        <a:pt x="2387" y="1"/>
                        <a:pt x="2251" y="21"/>
                        <a:pt x="2123" y="65"/>
                      </a:cubicBezTo>
                      <a:cubicBezTo>
                        <a:pt x="1918" y="93"/>
                        <a:pt x="1741" y="213"/>
                        <a:pt x="1592" y="298"/>
                      </a:cubicBezTo>
                      <a:cubicBezTo>
                        <a:pt x="1451" y="355"/>
                        <a:pt x="1302" y="447"/>
                        <a:pt x="1182" y="532"/>
                      </a:cubicBezTo>
                      <a:cubicBezTo>
                        <a:pt x="885" y="800"/>
                        <a:pt x="680" y="1303"/>
                        <a:pt x="623" y="1656"/>
                      </a:cubicBezTo>
                      <a:cubicBezTo>
                        <a:pt x="531" y="1946"/>
                        <a:pt x="475" y="2272"/>
                        <a:pt x="446" y="2569"/>
                      </a:cubicBezTo>
                      <a:cubicBezTo>
                        <a:pt x="326" y="2894"/>
                        <a:pt x="213" y="3100"/>
                        <a:pt x="64" y="3248"/>
                      </a:cubicBezTo>
                      <a:cubicBezTo>
                        <a:pt x="36" y="3305"/>
                        <a:pt x="1" y="3361"/>
                        <a:pt x="36" y="3425"/>
                      </a:cubicBezTo>
                      <a:cubicBezTo>
                        <a:pt x="36" y="3482"/>
                        <a:pt x="64" y="3510"/>
                        <a:pt x="121" y="3538"/>
                      </a:cubicBezTo>
                      <a:cubicBezTo>
                        <a:pt x="213" y="3573"/>
                        <a:pt x="298" y="3602"/>
                        <a:pt x="390" y="3602"/>
                      </a:cubicBezTo>
                      <a:cubicBezTo>
                        <a:pt x="354" y="3807"/>
                        <a:pt x="390" y="3984"/>
                        <a:pt x="390" y="4189"/>
                      </a:cubicBezTo>
                      <a:cubicBezTo>
                        <a:pt x="390" y="4599"/>
                        <a:pt x="475" y="5222"/>
                        <a:pt x="885" y="5519"/>
                      </a:cubicBezTo>
                      <a:cubicBezTo>
                        <a:pt x="1126" y="5696"/>
                        <a:pt x="1387" y="5752"/>
                        <a:pt x="1769" y="5752"/>
                      </a:cubicBezTo>
                      <a:cubicBezTo>
                        <a:pt x="2512" y="5752"/>
                        <a:pt x="3396" y="5427"/>
                        <a:pt x="3778" y="5102"/>
                      </a:cubicBezTo>
                      <a:cubicBezTo>
                        <a:pt x="4309" y="4691"/>
                        <a:pt x="4691" y="4040"/>
                        <a:pt x="4840" y="3305"/>
                      </a:cubicBezTo>
                      <a:cubicBezTo>
                        <a:pt x="4953" y="2626"/>
                        <a:pt x="4896" y="1982"/>
                        <a:pt x="4663" y="1451"/>
                      </a:cubicBezTo>
                      <a:cubicBezTo>
                        <a:pt x="4394" y="885"/>
                        <a:pt x="3955" y="475"/>
                        <a:pt x="3304" y="178"/>
                      </a:cubicBezTo>
                      <a:cubicBezTo>
                        <a:pt x="3042" y="65"/>
                        <a:pt x="2777" y="1"/>
                        <a:pt x="25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"/>
                <p:cNvSpPr/>
                <p:nvPr/>
              </p:nvSpPr>
              <p:spPr>
                <a:xfrm>
                  <a:off x="3451833" y="3999212"/>
                  <a:ext cx="8865" cy="1624"/>
                </a:xfrm>
                <a:custGeom>
                  <a:rect b="b" l="l" r="r" t="t"/>
                  <a:pathLst>
                    <a:path extrusionOk="0" h="48" w="262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33" y="34"/>
                        <a:pt x="88" y="47"/>
                        <a:pt x="145" y="47"/>
                      </a:cubicBezTo>
                      <a:cubicBezTo>
                        <a:pt x="185" y="47"/>
                        <a:pt x="227" y="41"/>
                        <a:pt x="262" y="29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1"/>
                <p:cNvSpPr/>
                <p:nvPr/>
              </p:nvSpPr>
              <p:spPr>
                <a:xfrm>
                  <a:off x="3449667" y="3998265"/>
                  <a:ext cx="13196" cy="3857"/>
                </a:xfrm>
                <a:custGeom>
                  <a:rect b="b" l="l" r="r" t="t"/>
                  <a:pathLst>
                    <a:path extrusionOk="0" h="114" w="390">
                      <a:moveTo>
                        <a:pt x="36" y="0"/>
                      </a:moveTo>
                      <a:cubicBezTo>
                        <a:pt x="0" y="29"/>
                        <a:pt x="36" y="29"/>
                        <a:pt x="36" y="57"/>
                      </a:cubicBezTo>
                      <a:cubicBezTo>
                        <a:pt x="92" y="85"/>
                        <a:pt x="177" y="113"/>
                        <a:pt x="269" y="113"/>
                      </a:cubicBezTo>
                      <a:cubicBezTo>
                        <a:pt x="298" y="113"/>
                        <a:pt x="326" y="113"/>
                        <a:pt x="354" y="85"/>
                      </a:cubicBezTo>
                      <a:cubicBezTo>
                        <a:pt x="354" y="85"/>
                        <a:pt x="389" y="85"/>
                        <a:pt x="354" y="57"/>
                      </a:cubicBezTo>
                      <a:cubicBezTo>
                        <a:pt x="354" y="57"/>
                        <a:pt x="354" y="44"/>
                        <a:pt x="346" y="44"/>
                      </a:cubicBezTo>
                      <a:cubicBezTo>
                        <a:pt x="342" y="44"/>
                        <a:pt x="335" y="47"/>
                        <a:pt x="326" y="57"/>
                      </a:cubicBezTo>
                      <a:cubicBezTo>
                        <a:pt x="241" y="57"/>
                        <a:pt x="149" y="57"/>
                        <a:pt x="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1"/>
                <p:cNvSpPr/>
                <p:nvPr/>
              </p:nvSpPr>
              <p:spPr>
                <a:xfrm>
                  <a:off x="3451833" y="3852196"/>
                  <a:ext cx="279105" cy="301842"/>
                </a:xfrm>
                <a:custGeom>
                  <a:rect b="b" l="l" r="r" t="t"/>
                  <a:pathLst>
                    <a:path extrusionOk="0" h="8921" w="8249">
                      <a:moveTo>
                        <a:pt x="3292" y="1"/>
                      </a:moveTo>
                      <a:cubicBezTo>
                        <a:pt x="2650" y="1"/>
                        <a:pt x="1995" y="68"/>
                        <a:pt x="1415" y="334"/>
                      </a:cubicBezTo>
                      <a:cubicBezTo>
                        <a:pt x="736" y="603"/>
                        <a:pt x="177" y="1190"/>
                        <a:pt x="0" y="1869"/>
                      </a:cubicBezTo>
                      <a:cubicBezTo>
                        <a:pt x="0" y="1926"/>
                        <a:pt x="28" y="1983"/>
                        <a:pt x="85" y="1983"/>
                      </a:cubicBezTo>
                      <a:cubicBezTo>
                        <a:pt x="205" y="2018"/>
                        <a:pt x="382" y="2103"/>
                        <a:pt x="410" y="2103"/>
                      </a:cubicBezTo>
                      <a:cubicBezTo>
                        <a:pt x="587" y="2280"/>
                        <a:pt x="502" y="2372"/>
                        <a:pt x="559" y="2549"/>
                      </a:cubicBezTo>
                      <a:cubicBezTo>
                        <a:pt x="559" y="2605"/>
                        <a:pt x="587" y="2662"/>
                        <a:pt x="616" y="2725"/>
                      </a:cubicBezTo>
                      <a:cubicBezTo>
                        <a:pt x="764" y="2987"/>
                        <a:pt x="941" y="3164"/>
                        <a:pt x="969" y="3461"/>
                      </a:cubicBezTo>
                      <a:cubicBezTo>
                        <a:pt x="998" y="3815"/>
                        <a:pt x="821" y="4048"/>
                        <a:pt x="644" y="4346"/>
                      </a:cubicBezTo>
                      <a:cubicBezTo>
                        <a:pt x="439" y="4756"/>
                        <a:pt x="439" y="5230"/>
                        <a:pt x="736" y="5612"/>
                      </a:cubicBezTo>
                      <a:cubicBezTo>
                        <a:pt x="884" y="5845"/>
                        <a:pt x="1090" y="6022"/>
                        <a:pt x="1295" y="6227"/>
                      </a:cubicBezTo>
                      <a:cubicBezTo>
                        <a:pt x="1472" y="6440"/>
                        <a:pt x="1620" y="6673"/>
                        <a:pt x="1620" y="6970"/>
                      </a:cubicBezTo>
                      <a:cubicBezTo>
                        <a:pt x="1648" y="7112"/>
                        <a:pt x="1592" y="7288"/>
                        <a:pt x="1592" y="7465"/>
                      </a:cubicBezTo>
                      <a:cubicBezTo>
                        <a:pt x="1592" y="7883"/>
                        <a:pt x="1946" y="8236"/>
                        <a:pt x="2328" y="8442"/>
                      </a:cubicBezTo>
                      <a:cubicBezTo>
                        <a:pt x="2829" y="8745"/>
                        <a:pt x="3408" y="8920"/>
                        <a:pt x="3986" y="8920"/>
                      </a:cubicBezTo>
                      <a:cubicBezTo>
                        <a:pt x="4192" y="8920"/>
                        <a:pt x="4397" y="8898"/>
                        <a:pt x="4598" y="8852"/>
                      </a:cubicBezTo>
                      <a:cubicBezTo>
                        <a:pt x="5334" y="8675"/>
                        <a:pt x="5950" y="8173"/>
                        <a:pt x="6657" y="7854"/>
                      </a:cubicBezTo>
                      <a:cubicBezTo>
                        <a:pt x="7103" y="7642"/>
                        <a:pt x="7633" y="7437"/>
                        <a:pt x="7930" y="7027"/>
                      </a:cubicBezTo>
                      <a:cubicBezTo>
                        <a:pt x="8192" y="6645"/>
                        <a:pt x="8249" y="6050"/>
                        <a:pt x="8192" y="5584"/>
                      </a:cubicBezTo>
                      <a:cubicBezTo>
                        <a:pt x="8072" y="4933"/>
                        <a:pt x="7754" y="4346"/>
                        <a:pt x="7336" y="3843"/>
                      </a:cubicBezTo>
                      <a:cubicBezTo>
                        <a:pt x="6926" y="3313"/>
                        <a:pt x="6395" y="2839"/>
                        <a:pt x="6162" y="2223"/>
                      </a:cubicBezTo>
                      <a:cubicBezTo>
                        <a:pt x="5893" y="1629"/>
                        <a:pt x="5836" y="922"/>
                        <a:pt x="5362" y="483"/>
                      </a:cubicBezTo>
                      <a:cubicBezTo>
                        <a:pt x="4952" y="73"/>
                        <a:pt x="4301" y="9"/>
                        <a:pt x="3714" y="9"/>
                      </a:cubicBezTo>
                      <a:cubicBezTo>
                        <a:pt x="3575" y="4"/>
                        <a:pt x="3434" y="1"/>
                        <a:pt x="32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1"/>
                <p:cNvSpPr/>
                <p:nvPr/>
              </p:nvSpPr>
              <p:spPr>
                <a:xfrm>
                  <a:off x="3558585" y="3808142"/>
                  <a:ext cx="77990" cy="56572"/>
                </a:xfrm>
                <a:custGeom>
                  <a:rect b="b" l="l" r="r" t="t"/>
                  <a:pathLst>
                    <a:path extrusionOk="0" h="1672" w="2305">
                      <a:moveTo>
                        <a:pt x="1029" y="1"/>
                      </a:moveTo>
                      <a:cubicBezTo>
                        <a:pt x="874" y="1"/>
                        <a:pt x="724" y="26"/>
                        <a:pt x="587" y="101"/>
                      </a:cubicBezTo>
                      <a:cubicBezTo>
                        <a:pt x="29" y="490"/>
                        <a:pt x="0" y="1516"/>
                        <a:pt x="736" y="1665"/>
                      </a:cubicBezTo>
                      <a:cubicBezTo>
                        <a:pt x="769" y="1669"/>
                        <a:pt x="803" y="1672"/>
                        <a:pt x="838" y="1672"/>
                      </a:cubicBezTo>
                      <a:cubicBezTo>
                        <a:pt x="1474" y="1672"/>
                        <a:pt x="2305" y="897"/>
                        <a:pt x="1882" y="313"/>
                      </a:cubicBezTo>
                      <a:cubicBezTo>
                        <a:pt x="1733" y="101"/>
                        <a:pt x="1500" y="45"/>
                        <a:pt x="1267" y="16"/>
                      </a:cubicBezTo>
                      <a:cubicBezTo>
                        <a:pt x="1186" y="7"/>
                        <a:pt x="1107" y="1"/>
                        <a:pt x="1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1"/>
                <p:cNvSpPr/>
                <p:nvPr/>
              </p:nvSpPr>
              <p:spPr>
                <a:xfrm>
                  <a:off x="3363014" y="4317336"/>
                  <a:ext cx="32820" cy="96734"/>
                </a:xfrm>
                <a:custGeom>
                  <a:rect b="b" l="l" r="r" t="t"/>
                  <a:pathLst>
                    <a:path extrusionOk="0" h="2859" w="970">
                      <a:moveTo>
                        <a:pt x="941" y="0"/>
                      </a:moveTo>
                      <a:cubicBezTo>
                        <a:pt x="941" y="0"/>
                        <a:pt x="913" y="0"/>
                        <a:pt x="913" y="29"/>
                      </a:cubicBezTo>
                      <a:cubicBezTo>
                        <a:pt x="885" y="121"/>
                        <a:pt x="828" y="177"/>
                        <a:pt x="793" y="262"/>
                      </a:cubicBezTo>
                      <a:cubicBezTo>
                        <a:pt x="651" y="559"/>
                        <a:pt x="531" y="828"/>
                        <a:pt x="439" y="1182"/>
                      </a:cubicBezTo>
                      <a:cubicBezTo>
                        <a:pt x="382" y="1564"/>
                        <a:pt x="298" y="1769"/>
                        <a:pt x="234" y="1974"/>
                      </a:cubicBezTo>
                      <a:cubicBezTo>
                        <a:pt x="149" y="2208"/>
                        <a:pt x="85" y="2420"/>
                        <a:pt x="0" y="2830"/>
                      </a:cubicBezTo>
                      <a:cubicBezTo>
                        <a:pt x="0" y="2830"/>
                        <a:pt x="0" y="2858"/>
                        <a:pt x="29" y="2858"/>
                      </a:cubicBezTo>
                      <a:lnTo>
                        <a:pt x="57" y="2830"/>
                      </a:lnTo>
                      <a:cubicBezTo>
                        <a:pt x="149" y="2448"/>
                        <a:pt x="206" y="2208"/>
                        <a:pt x="298" y="2002"/>
                      </a:cubicBezTo>
                      <a:cubicBezTo>
                        <a:pt x="354" y="1797"/>
                        <a:pt x="439" y="1564"/>
                        <a:pt x="503" y="1182"/>
                      </a:cubicBezTo>
                      <a:cubicBezTo>
                        <a:pt x="588" y="856"/>
                        <a:pt x="708" y="588"/>
                        <a:pt x="856" y="297"/>
                      </a:cubicBezTo>
                      <a:cubicBezTo>
                        <a:pt x="885" y="205"/>
                        <a:pt x="913" y="121"/>
                        <a:pt x="970" y="57"/>
                      </a:cubicBezTo>
                      <a:cubicBezTo>
                        <a:pt x="970" y="29"/>
                        <a:pt x="970" y="29"/>
                        <a:pt x="9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1"/>
                <p:cNvSpPr/>
                <p:nvPr/>
              </p:nvSpPr>
              <p:spPr>
                <a:xfrm>
                  <a:off x="3758927" y="4344134"/>
                  <a:ext cx="27068" cy="119708"/>
                </a:xfrm>
                <a:custGeom>
                  <a:rect b="b" l="l" r="r" t="t"/>
                  <a:pathLst>
                    <a:path extrusionOk="0" h="3538" w="800">
                      <a:moveTo>
                        <a:pt x="29" y="1"/>
                      </a:moveTo>
                      <a:cubicBezTo>
                        <a:pt x="0" y="36"/>
                        <a:pt x="0" y="36"/>
                        <a:pt x="0" y="64"/>
                      </a:cubicBezTo>
                      <a:cubicBezTo>
                        <a:pt x="57" y="326"/>
                        <a:pt x="149" y="595"/>
                        <a:pt x="206" y="857"/>
                      </a:cubicBezTo>
                      <a:cubicBezTo>
                        <a:pt x="446" y="1741"/>
                        <a:pt x="680" y="2654"/>
                        <a:pt x="736" y="3510"/>
                      </a:cubicBezTo>
                      <a:cubicBezTo>
                        <a:pt x="736" y="3538"/>
                        <a:pt x="736" y="3538"/>
                        <a:pt x="764" y="3538"/>
                      </a:cubicBezTo>
                      <a:lnTo>
                        <a:pt x="800" y="3510"/>
                      </a:lnTo>
                      <a:cubicBezTo>
                        <a:pt x="736" y="2625"/>
                        <a:pt x="503" y="1713"/>
                        <a:pt x="269" y="857"/>
                      </a:cubicBezTo>
                      <a:cubicBezTo>
                        <a:pt x="206" y="567"/>
                        <a:pt x="121" y="298"/>
                        <a:pt x="57" y="36"/>
                      </a:cubicBezTo>
                      <a:cubicBezTo>
                        <a:pt x="57" y="36"/>
                        <a:pt x="57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1"/>
                <p:cNvSpPr/>
                <p:nvPr/>
              </p:nvSpPr>
              <p:spPr>
                <a:xfrm>
                  <a:off x="3582507" y="4119295"/>
                  <a:ext cx="118524" cy="78362"/>
                </a:xfrm>
                <a:custGeom>
                  <a:rect b="b" l="l" r="r" t="t"/>
                  <a:pathLst>
                    <a:path extrusionOk="0" h="2316" w="3503">
                      <a:moveTo>
                        <a:pt x="2713" y="1"/>
                      </a:moveTo>
                      <a:cubicBezTo>
                        <a:pt x="2630" y="1"/>
                        <a:pt x="2549" y="15"/>
                        <a:pt x="2477" y="45"/>
                      </a:cubicBezTo>
                      <a:cubicBezTo>
                        <a:pt x="2088" y="222"/>
                        <a:pt x="1946" y="724"/>
                        <a:pt x="1621" y="986"/>
                      </a:cubicBezTo>
                      <a:cubicBezTo>
                        <a:pt x="1444" y="1106"/>
                        <a:pt x="1239" y="1163"/>
                        <a:pt x="998" y="1227"/>
                      </a:cubicBezTo>
                      <a:cubicBezTo>
                        <a:pt x="736" y="1283"/>
                        <a:pt x="354" y="1340"/>
                        <a:pt x="142" y="1552"/>
                      </a:cubicBezTo>
                      <a:cubicBezTo>
                        <a:pt x="1" y="1694"/>
                        <a:pt x="1" y="2019"/>
                        <a:pt x="178" y="2196"/>
                      </a:cubicBezTo>
                      <a:cubicBezTo>
                        <a:pt x="272" y="2277"/>
                        <a:pt x="412" y="2316"/>
                        <a:pt x="556" y="2316"/>
                      </a:cubicBezTo>
                      <a:cubicBezTo>
                        <a:pt x="626" y="2316"/>
                        <a:pt x="697" y="2306"/>
                        <a:pt x="765" y="2288"/>
                      </a:cubicBezTo>
                      <a:cubicBezTo>
                        <a:pt x="970" y="2260"/>
                        <a:pt x="1175" y="2196"/>
                        <a:pt x="1416" y="2196"/>
                      </a:cubicBezTo>
                      <a:cubicBezTo>
                        <a:pt x="1500" y="2196"/>
                        <a:pt x="1649" y="2224"/>
                        <a:pt x="1769" y="2224"/>
                      </a:cubicBezTo>
                      <a:cubicBezTo>
                        <a:pt x="1911" y="2224"/>
                        <a:pt x="2088" y="2224"/>
                        <a:pt x="2208" y="2139"/>
                      </a:cubicBezTo>
                      <a:cubicBezTo>
                        <a:pt x="2328" y="2047"/>
                        <a:pt x="2385" y="1934"/>
                        <a:pt x="2441" y="1814"/>
                      </a:cubicBezTo>
                      <a:cubicBezTo>
                        <a:pt x="2618" y="1580"/>
                        <a:pt x="2859" y="1432"/>
                        <a:pt x="3092" y="1255"/>
                      </a:cubicBezTo>
                      <a:cubicBezTo>
                        <a:pt x="3297" y="1078"/>
                        <a:pt x="3502" y="809"/>
                        <a:pt x="3446" y="519"/>
                      </a:cubicBezTo>
                      <a:cubicBezTo>
                        <a:pt x="3401" y="215"/>
                        <a:pt x="3038" y="1"/>
                        <a:pt x="27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1"/>
                <p:cNvSpPr/>
                <p:nvPr/>
              </p:nvSpPr>
              <p:spPr>
                <a:xfrm>
                  <a:off x="3463777" y="4049425"/>
                  <a:ext cx="230315" cy="142005"/>
                </a:xfrm>
                <a:custGeom>
                  <a:rect b="b" l="l" r="r" t="t"/>
                  <a:pathLst>
                    <a:path extrusionOk="0" h="4197" w="6807">
                      <a:moveTo>
                        <a:pt x="3225" y="1"/>
                      </a:moveTo>
                      <a:cubicBezTo>
                        <a:pt x="2550" y="1"/>
                        <a:pt x="1875" y="64"/>
                        <a:pt x="1210" y="193"/>
                      </a:cubicBezTo>
                      <a:cubicBezTo>
                        <a:pt x="970" y="221"/>
                        <a:pt x="737" y="285"/>
                        <a:pt x="531" y="434"/>
                      </a:cubicBezTo>
                      <a:cubicBezTo>
                        <a:pt x="178" y="639"/>
                        <a:pt x="1" y="1077"/>
                        <a:pt x="29" y="1495"/>
                      </a:cubicBezTo>
                      <a:cubicBezTo>
                        <a:pt x="29" y="1905"/>
                        <a:pt x="206" y="2287"/>
                        <a:pt x="439" y="2641"/>
                      </a:cubicBezTo>
                      <a:cubicBezTo>
                        <a:pt x="1171" y="3667"/>
                        <a:pt x="2335" y="4196"/>
                        <a:pt x="3548" y="4196"/>
                      </a:cubicBezTo>
                      <a:cubicBezTo>
                        <a:pt x="3907" y="4196"/>
                        <a:pt x="4270" y="4150"/>
                        <a:pt x="4627" y="4056"/>
                      </a:cubicBezTo>
                      <a:cubicBezTo>
                        <a:pt x="5809" y="3730"/>
                        <a:pt x="6806" y="2287"/>
                        <a:pt x="6750" y="1077"/>
                      </a:cubicBezTo>
                      <a:cubicBezTo>
                        <a:pt x="6750" y="901"/>
                        <a:pt x="6721" y="695"/>
                        <a:pt x="6573" y="575"/>
                      </a:cubicBezTo>
                      <a:cubicBezTo>
                        <a:pt x="6481" y="519"/>
                        <a:pt x="6368" y="462"/>
                        <a:pt x="6276" y="434"/>
                      </a:cubicBezTo>
                      <a:cubicBezTo>
                        <a:pt x="5281" y="148"/>
                        <a:pt x="4253" y="1"/>
                        <a:pt x="32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" name="Google Shape;258;p1"/>
                <p:cNvSpPr/>
                <p:nvPr/>
              </p:nvSpPr>
              <p:spPr>
                <a:xfrm>
                  <a:off x="3473589" y="4131815"/>
                  <a:ext cx="91964" cy="62764"/>
                </a:xfrm>
                <a:custGeom>
                  <a:rect b="b" l="l" r="r" t="t"/>
                  <a:pathLst>
                    <a:path extrusionOk="0" h="1855" w="2718">
                      <a:moveTo>
                        <a:pt x="36" y="1"/>
                      </a:moveTo>
                      <a:cubicBezTo>
                        <a:pt x="36" y="1"/>
                        <a:pt x="1" y="1"/>
                        <a:pt x="36" y="29"/>
                      </a:cubicBezTo>
                      <a:cubicBezTo>
                        <a:pt x="355" y="1267"/>
                        <a:pt x="1656" y="1798"/>
                        <a:pt x="2654" y="1854"/>
                      </a:cubicBezTo>
                      <a:lnTo>
                        <a:pt x="2689" y="1854"/>
                      </a:lnTo>
                      <a:cubicBezTo>
                        <a:pt x="2689" y="1854"/>
                        <a:pt x="2689" y="1826"/>
                        <a:pt x="2717" y="1826"/>
                      </a:cubicBezTo>
                      <a:cubicBezTo>
                        <a:pt x="2717" y="1798"/>
                        <a:pt x="2689" y="1798"/>
                        <a:pt x="2689" y="1798"/>
                      </a:cubicBezTo>
                      <a:cubicBezTo>
                        <a:pt x="1685" y="1741"/>
                        <a:pt x="390" y="1239"/>
                        <a:pt x="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1"/>
                <p:cNvSpPr/>
                <p:nvPr/>
              </p:nvSpPr>
              <p:spPr>
                <a:xfrm>
                  <a:off x="3189470" y="4315408"/>
                  <a:ext cx="24936" cy="84791"/>
                </a:xfrm>
                <a:custGeom>
                  <a:rect b="b" l="l" r="r" t="t"/>
                  <a:pathLst>
                    <a:path extrusionOk="0" h="2506" w="737">
                      <a:moveTo>
                        <a:pt x="708" y="1"/>
                      </a:moveTo>
                      <a:cubicBezTo>
                        <a:pt x="680" y="1"/>
                        <a:pt x="680" y="29"/>
                        <a:pt x="680" y="29"/>
                      </a:cubicBezTo>
                      <a:cubicBezTo>
                        <a:pt x="616" y="178"/>
                        <a:pt x="616" y="319"/>
                        <a:pt x="616" y="468"/>
                      </a:cubicBezTo>
                      <a:lnTo>
                        <a:pt x="616" y="560"/>
                      </a:lnTo>
                      <a:cubicBezTo>
                        <a:pt x="616" y="645"/>
                        <a:pt x="616" y="736"/>
                        <a:pt x="588" y="821"/>
                      </a:cubicBezTo>
                      <a:cubicBezTo>
                        <a:pt x="559" y="970"/>
                        <a:pt x="475" y="1119"/>
                        <a:pt x="383" y="1239"/>
                      </a:cubicBezTo>
                      <a:cubicBezTo>
                        <a:pt x="354" y="1295"/>
                        <a:pt x="326" y="1324"/>
                        <a:pt x="326" y="1352"/>
                      </a:cubicBezTo>
                      <a:cubicBezTo>
                        <a:pt x="121" y="1706"/>
                        <a:pt x="1" y="2088"/>
                        <a:pt x="1" y="2477"/>
                      </a:cubicBezTo>
                      <a:lnTo>
                        <a:pt x="29" y="2505"/>
                      </a:lnTo>
                      <a:cubicBezTo>
                        <a:pt x="57" y="2505"/>
                        <a:pt x="57" y="2477"/>
                        <a:pt x="57" y="2477"/>
                      </a:cubicBezTo>
                      <a:cubicBezTo>
                        <a:pt x="57" y="2088"/>
                        <a:pt x="177" y="1706"/>
                        <a:pt x="354" y="1380"/>
                      </a:cubicBezTo>
                      <a:cubicBezTo>
                        <a:pt x="383" y="1352"/>
                        <a:pt x="411" y="1324"/>
                        <a:pt x="439" y="1267"/>
                      </a:cubicBezTo>
                      <a:cubicBezTo>
                        <a:pt x="531" y="1147"/>
                        <a:pt x="616" y="998"/>
                        <a:pt x="651" y="821"/>
                      </a:cubicBezTo>
                      <a:cubicBezTo>
                        <a:pt x="680" y="736"/>
                        <a:pt x="680" y="645"/>
                        <a:pt x="680" y="560"/>
                      </a:cubicBezTo>
                      <a:lnTo>
                        <a:pt x="680" y="468"/>
                      </a:lnTo>
                      <a:cubicBezTo>
                        <a:pt x="680" y="319"/>
                        <a:pt x="680" y="178"/>
                        <a:pt x="736" y="57"/>
                      </a:cubicBezTo>
                      <a:cubicBezTo>
                        <a:pt x="736" y="29"/>
                        <a:pt x="708" y="29"/>
                        <a:pt x="7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"/>
                <p:cNvSpPr/>
                <p:nvPr/>
              </p:nvSpPr>
              <p:spPr>
                <a:xfrm>
                  <a:off x="3070740" y="4229499"/>
                  <a:ext cx="92911" cy="46929"/>
                </a:xfrm>
                <a:custGeom>
                  <a:rect b="b" l="l" r="r" t="t"/>
                  <a:pathLst>
                    <a:path extrusionOk="0" h="1387" w="2746">
                      <a:moveTo>
                        <a:pt x="2746" y="0"/>
                      </a:moveTo>
                      <a:cubicBezTo>
                        <a:pt x="2710" y="0"/>
                        <a:pt x="2710" y="0"/>
                        <a:pt x="2682" y="28"/>
                      </a:cubicBezTo>
                      <a:cubicBezTo>
                        <a:pt x="2569" y="269"/>
                        <a:pt x="2272" y="382"/>
                        <a:pt x="1974" y="502"/>
                      </a:cubicBezTo>
                      <a:cubicBezTo>
                        <a:pt x="1649" y="623"/>
                        <a:pt x="1331" y="771"/>
                        <a:pt x="1005" y="913"/>
                      </a:cubicBezTo>
                      <a:cubicBezTo>
                        <a:pt x="680" y="1061"/>
                        <a:pt x="326" y="1210"/>
                        <a:pt x="1" y="1330"/>
                      </a:cubicBezTo>
                      <a:lnTo>
                        <a:pt x="1" y="1387"/>
                      </a:lnTo>
                      <a:lnTo>
                        <a:pt x="29" y="1387"/>
                      </a:lnTo>
                      <a:cubicBezTo>
                        <a:pt x="354" y="1266"/>
                        <a:pt x="680" y="1125"/>
                        <a:pt x="1005" y="976"/>
                      </a:cubicBezTo>
                      <a:cubicBezTo>
                        <a:pt x="1331" y="828"/>
                        <a:pt x="1684" y="679"/>
                        <a:pt x="2003" y="559"/>
                      </a:cubicBezTo>
                      <a:cubicBezTo>
                        <a:pt x="2300" y="446"/>
                        <a:pt x="2597" y="297"/>
                        <a:pt x="2746" y="64"/>
                      </a:cubicBezTo>
                      <a:lnTo>
                        <a:pt x="27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1"/>
                <p:cNvSpPr/>
                <p:nvPr/>
              </p:nvSpPr>
              <p:spPr>
                <a:xfrm>
                  <a:off x="3193530" y="4372150"/>
                  <a:ext cx="9846" cy="34004"/>
                </a:xfrm>
                <a:custGeom>
                  <a:rect b="b" l="l" r="r" t="t"/>
                  <a:pathLst>
                    <a:path extrusionOk="0" h="1005" w="291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86" y="354"/>
                        <a:pt x="206" y="651"/>
                        <a:pt x="234" y="977"/>
                      </a:cubicBezTo>
                      <a:cubicBezTo>
                        <a:pt x="234" y="977"/>
                        <a:pt x="234" y="1005"/>
                        <a:pt x="263" y="1005"/>
                      </a:cubicBezTo>
                      <a:cubicBezTo>
                        <a:pt x="291" y="1005"/>
                        <a:pt x="291" y="977"/>
                        <a:pt x="291" y="977"/>
                      </a:cubicBezTo>
                      <a:cubicBezTo>
                        <a:pt x="263" y="651"/>
                        <a:pt x="142" y="326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1"/>
                <p:cNvSpPr/>
                <p:nvPr/>
              </p:nvSpPr>
              <p:spPr>
                <a:xfrm>
                  <a:off x="3168424" y="4472913"/>
                  <a:ext cx="17019" cy="7951"/>
                </a:xfrm>
                <a:custGeom>
                  <a:rect b="b" l="l" r="r" t="t"/>
                  <a:pathLst>
                    <a:path extrusionOk="0" h="235" w="503">
                      <a:moveTo>
                        <a:pt x="64" y="1"/>
                      </a:moveTo>
                      <a:cubicBezTo>
                        <a:pt x="35" y="1"/>
                        <a:pt x="35" y="1"/>
                        <a:pt x="0" y="29"/>
                      </a:cubicBezTo>
                      <a:lnTo>
                        <a:pt x="35" y="57"/>
                      </a:lnTo>
                      <a:lnTo>
                        <a:pt x="474" y="234"/>
                      </a:lnTo>
                      <a:lnTo>
                        <a:pt x="502" y="206"/>
                      </a:lnTo>
                      <a:cubicBezTo>
                        <a:pt x="502" y="178"/>
                        <a:pt x="502" y="178"/>
                        <a:pt x="474" y="178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1"/>
                <p:cNvSpPr/>
                <p:nvPr/>
              </p:nvSpPr>
              <p:spPr>
                <a:xfrm>
                  <a:off x="3070740" y="4236435"/>
                  <a:ext cx="9135" cy="37117"/>
                </a:xfrm>
                <a:custGeom>
                  <a:rect b="b" l="l" r="r" t="t"/>
                  <a:pathLst>
                    <a:path extrusionOk="0" h="1097" w="27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93" y="389"/>
                        <a:pt x="178" y="708"/>
                        <a:pt x="206" y="1061"/>
                      </a:cubicBezTo>
                      <a:lnTo>
                        <a:pt x="234" y="1097"/>
                      </a:lnTo>
                      <a:cubicBezTo>
                        <a:pt x="270" y="1097"/>
                        <a:pt x="270" y="1061"/>
                        <a:pt x="270" y="1061"/>
                      </a:cubicBezTo>
                      <a:cubicBezTo>
                        <a:pt x="234" y="708"/>
                        <a:pt x="149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1"/>
                <p:cNvSpPr/>
                <p:nvPr/>
              </p:nvSpPr>
              <p:spPr>
                <a:xfrm>
                  <a:off x="3079842" y="4231630"/>
                  <a:ext cx="10793" cy="37861"/>
                </a:xfrm>
                <a:custGeom>
                  <a:rect b="b" l="l" r="r" t="t"/>
                  <a:pathLst>
                    <a:path extrusionOk="0" h="1119" w="319">
                      <a:moveTo>
                        <a:pt x="29" y="1"/>
                      </a:moveTo>
                      <a:cubicBezTo>
                        <a:pt x="1" y="1"/>
                        <a:pt x="1" y="1"/>
                        <a:pt x="1" y="29"/>
                      </a:cubicBezTo>
                      <a:cubicBezTo>
                        <a:pt x="114" y="383"/>
                        <a:pt x="206" y="736"/>
                        <a:pt x="262" y="1090"/>
                      </a:cubicBezTo>
                      <a:cubicBezTo>
                        <a:pt x="262" y="1118"/>
                        <a:pt x="262" y="1118"/>
                        <a:pt x="291" y="1118"/>
                      </a:cubicBezTo>
                      <a:cubicBezTo>
                        <a:pt x="291" y="1118"/>
                        <a:pt x="319" y="1118"/>
                        <a:pt x="319" y="1090"/>
                      </a:cubicBezTo>
                      <a:cubicBezTo>
                        <a:pt x="262" y="736"/>
                        <a:pt x="177" y="354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1"/>
                <p:cNvSpPr/>
                <p:nvPr/>
              </p:nvSpPr>
              <p:spPr>
                <a:xfrm>
                  <a:off x="3088707" y="4227130"/>
                  <a:ext cx="11978" cy="38301"/>
                </a:xfrm>
                <a:custGeom>
                  <a:rect b="b" l="l" r="r" t="t"/>
                  <a:pathLst>
                    <a:path extrusionOk="0" h="1132" w="354">
                      <a:moveTo>
                        <a:pt x="36" y="1"/>
                      </a:moveTo>
                      <a:cubicBezTo>
                        <a:pt x="32" y="1"/>
                        <a:pt x="29" y="4"/>
                        <a:pt x="29" y="13"/>
                      </a:cubicBezTo>
                      <a:cubicBezTo>
                        <a:pt x="0" y="13"/>
                        <a:pt x="0" y="13"/>
                        <a:pt x="0" y="42"/>
                      </a:cubicBezTo>
                      <a:cubicBezTo>
                        <a:pt x="29" y="134"/>
                        <a:pt x="57" y="247"/>
                        <a:pt x="92" y="339"/>
                      </a:cubicBezTo>
                      <a:cubicBezTo>
                        <a:pt x="121" y="395"/>
                        <a:pt x="121" y="452"/>
                        <a:pt x="149" y="516"/>
                      </a:cubicBezTo>
                      <a:cubicBezTo>
                        <a:pt x="149" y="572"/>
                        <a:pt x="177" y="664"/>
                        <a:pt x="177" y="721"/>
                      </a:cubicBezTo>
                      <a:cubicBezTo>
                        <a:pt x="205" y="841"/>
                        <a:pt x="269" y="983"/>
                        <a:pt x="297" y="1103"/>
                      </a:cubicBezTo>
                      <a:lnTo>
                        <a:pt x="326" y="1131"/>
                      </a:lnTo>
                      <a:cubicBezTo>
                        <a:pt x="354" y="1103"/>
                        <a:pt x="354" y="1103"/>
                        <a:pt x="354" y="1075"/>
                      </a:cubicBezTo>
                      <a:cubicBezTo>
                        <a:pt x="326" y="954"/>
                        <a:pt x="269" y="841"/>
                        <a:pt x="234" y="693"/>
                      </a:cubicBezTo>
                      <a:cubicBezTo>
                        <a:pt x="234" y="629"/>
                        <a:pt x="205" y="572"/>
                        <a:pt x="205" y="516"/>
                      </a:cubicBezTo>
                      <a:cubicBezTo>
                        <a:pt x="177" y="452"/>
                        <a:pt x="177" y="395"/>
                        <a:pt x="149" y="339"/>
                      </a:cubicBezTo>
                      <a:cubicBezTo>
                        <a:pt x="121" y="219"/>
                        <a:pt x="92" y="134"/>
                        <a:pt x="57" y="13"/>
                      </a:cubicBezTo>
                      <a:cubicBezTo>
                        <a:pt x="57" y="13"/>
                        <a:pt x="44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1"/>
                <p:cNvSpPr/>
                <p:nvPr/>
              </p:nvSpPr>
              <p:spPr>
                <a:xfrm>
                  <a:off x="3095643" y="4223510"/>
                  <a:ext cx="14143" cy="38098"/>
                </a:xfrm>
                <a:custGeom>
                  <a:rect b="b" l="l" r="r" t="t"/>
                  <a:pathLst>
                    <a:path extrusionOk="0" h="1126" w="418">
                      <a:moveTo>
                        <a:pt x="29" y="0"/>
                      </a:moveTo>
                      <a:cubicBezTo>
                        <a:pt x="29" y="0"/>
                        <a:pt x="0" y="0"/>
                        <a:pt x="0" y="28"/>
                      </a:cubicBezTo>
                      <a:cubicBezTo>
                        <a:pt x="0" y="64"/>
                        <a:pt x="29" y="120"/>
                        <a:pt x="29" y="149"/>
                      </a:cubicBezTo>
                      <a:cubicBezTo>
                        <a:pt x="121" y="326"/>
                        <a:pt x="177" y="502"/>
                        <a:pt x="241" y="679"/>
                      </a:cubicBezTo>
                      <a:cubicBezTo>
                        <a:pt x="269" y="828"/>
                        <a:pt x="298" y="976"/>
                        <a:pt x="354" y="1090"/>
                      </a:cubicBezTo>
                      <a:cubicBezTo>
                        <a:pt x="354" y="1125"/>
                        <a:pt x="382" y="1125"/>
                        <a:pt x="382" y="1125"/>
                      </a:cubicBezTo>
                      <a:lnTo>
                        <a:pt x="418" y="1125"/>
                      </a:lnTo>
                      <a:lnTo>
                        <a:pt x="418" y="1061"/>
                      </a:lnTo>
                      <a:cubicBezTo>
                        <a:pt x="354" y="948"/>
                        <a:pt x="326" y="800"/>
                        <a:pt x="298" y="679"/>
                      </a:cubicBezTo>
                      <a:cubicBezTo>
                        <a:pt x="241" y="474"/>
                        <a:pt x="177" y="297"/>
                        <a:pt x="92" y="120"/>
                      </a:cubicBezTo>
                      <a:cubicBezTo>
                        <a:pt x="64" y="92"/>
                        <a:pt x="64" y="64"/>
                        <a:pt x="64" y="28"/>
                      </a:cubicBezTo>
                      <a:cubicBezTo>
                        <a:pt x="64" y="28"/>
                        <a:pt x="64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1"/>
                <p:cNvSpPr/>
                <p:nvPr/>
              </p:nvSpPr>
              <p:spPr>
                <a:xfrm>
                  <a:off x="3110734" y="4218062"/>
                  <a:ext cx="13906" cy="36339"/>
                </a:xfrm>
                <a:custGeom>
                  <a:rect b="b" l="l" r="r" t="t"/>
                  <a:pathLst>
                    <a:path extrusionOk="0" h="1074" w="411">
                      <a:moveTo>
                        <a:pt x="27" y="0"/>
                      </a:moveTo>
                      <a:cubicBezTo>
                        <a:pt x="19" y="0"/>
                        <a:pt x="10" y="3"/>
                        <a:pt x="0" y="13"/>
                      </a:cubicBezTo>
                      <a:lnTo>
                        <a:pt x="0" y="48"/>
                      </a:lnTo>
                      <a:lnTo>
                        <a:pt x="354" y="1045"/>
                      </a:lnTo>
                      <a:lnTo>
                        <a:pt x="354" y="1074"/>
                      </a:lnTo>
                      <a:lnTo>
                        <a:pt x="382" y="1074"/>
                      </a:lnTo>
                      <a:cubicBezTo>
                        <a:pt x="382" y="1074"/>
                        <a:pt x="410" y="1045"/>
                        <a:pt x="382" y="1045"/>
                      </a:cubicBezTo>
                      <a:lnTo>
                        <a:pt x="57" y="13"/>
                      </a:lnTo>
                      <a:cubicBezTo>
                        <a:pt x="57" y="13"/>
                        <a:pt x="4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1"/>
                <p:cNvSpPr/>
                <p:nvPr/>
              </p:nvSpPr>
              <p:spPr>
                <a:xfrm>
                  <a:off x="3116689" y="4215592"/>
                  <a:ext cx="17053" cy="35933"/>
                </a:xfrm>
                <a:custGeom>
                  <a:rect b="b" l="l" r="r" t="t"/>
                  <a:pathLst>
                    <a:path extrusionOk="0" h="1062" w="504">
                      <a:moveTo>
                        <a:pt x="1" y="1"/>
                      </a:moveTo>
                      <a:lnTo>
                        <a:pt x="1" y="29"/>
                      </a:lnTo>
                      <a:cubicBezTo>
                        <a:pt x="114" y="206"/>
                        <a:pt x="206" y="354"/>
                        <a:pt x="263" y="531"/>
                      </a:cubicBezTo>
                      <a:cubicBezTo>
                        <a:pt x="291" y="588"/>
                        <a:pt x="291" y="652"/>
                        <a:pt x="326" y="708"/>
                      </a:cubicBezTo>
                      <a:cubicBezTo>
                        <a:pt x="355" y="828"/>
                        <a:pt x="383" y="942"/>
                        <a:pt x="440" y="1034"/>
                      </a:cubicBezTo>
                      <a:cubicBezTo>
                        <a:pt x="440" y="1062"/>
                        <a:pt x="468" y="1062"/>
                        <a:pt x="468" y="1062"/>
                      </a:cubicBezTo>
                      <a:cubicBezTo>
                        <a:pt x="503" y="1062"/>
                        <a:pt x="503" y="1034"/>
                        <a:pt x="503" y="1005"/>
                      </a:cubicBezTo>
                      <a:cubicBezTo>
                        <a:pt x="440" y="913"/>
                        <a:pt x="411" y="793"/>
                        <a:pt x="383" y="708"/>
                      </a:cubicBezTo>
                      <a:cubicBezTo>
                        <a:pt x="355" y="652"/>
                        <a:pt x="355" y="588"/>
                        <a:pt x="326" y="531"/>
                      </a:cubicBezTo>
                      <a:cubicBezTo>
                        <a:pt x="263" y="326"/>
                        <a:pt x="178" y="178"/>
                        <a:pt x="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1"/>
                <p:cNvSpPr/>
                <p:nvPr/>
              </p:nvSpPr>
              <p:spPr>
                <a:xfrm>
                  <a:off x="3127720" y="4209603"/>
                  <a:ext cx="21824" cy="34038"/>
                </a:xfrm>
                <a:custGeom>
                  <a:rect b="b" l="l" r="r" t="t"/>
                  <a:pathLst>
                    <a:path extrusionOk="0" h="1006" w="645">
                      <a:moveTo>
                        <a:pt x="29" y="1"/>
                      </a:moveTo>
                      <a:cubicBezTo>
                        <a:pt x="29" y="1"/>
                        <a:pt x="0" y="29"/>
                        <a:pt x="29" y="29"/>
                      </a:cubicBezTo>
                      <a:cubicBezTo>
                        <a:pt x="57" y="121"/>
                        <a:pt x="114" y="178"/>
                        <a:pt x="177" y="234"/>
                      </a:cubicBezTo>
                      <a:cubicBezTo>
                        <a:pt x="234" y="298"/>
                        <a:pt x="262" y="355"/>
                        <a:pt x="290" y="411"/>
                      </a:cubicBezTo>
                      <a:cubicBezTo>
                        <a:pt x="319" y="475"/>
                        <a:pt x="354" y="503"/>
                        <a:pt x="354" y="531"/>
                      </a:cubicBezTo>
                      <a:cubicBezTo>
                        <a:pt x="382" y="560"/>
                        <a:pt x="382" y="588"/>
                        <a:pt x="411" y="616"/>
                      </a:cubicBezTo>
                      <a:cubicBezTo>
                        <a:pt x="411" y="652"/>
                        <a:pt x="439" y="680"/>
                        <a:pt x="467" y="708"/>
                      </a:cubicBezTo>
                      <a:cubicBezTo>
                        <a:pt x="496" y="793"/>
                        <a:pt x="531" y="857"/>
                        <a:pt x="559" y="913"/>
                      </a:cubicBezTo>
                      <a:cubicBezTo>
                        <a:pt x="559" y="942"/>
                        <a:pt x="559" y="1005"/>
                        <a:pt x="616" y="1005"/>
                      </a:cubicBezTo>
                      <a:cubicBezTo>
                        <a:pt x="616" y="1005"/>
                        <a:pt x="644" y="1005"/>
                        <a:pt x="644" y="970"/>
                      </a:cubicBezTo>
                      <a:cubicBezTo>
                        <a:pt x="644" y="970"/>
                        <a:pt x="644" y="942"/>
                        <a:pt x="616" y="942"/>
                      </a:cubicBezTo>
                      <a:lnTo>
                        <a:pt x="616" y="913"/>
                      </a:lnTo>
                      <a:cubicBezTo>
                        <a:pt x="588" y="829"/>
                        <a:pt x="559" y="765"/>
                        <a:pt x="496" y="680"/>
                      </a:cubicBezTo>
                      <a:cubicBezTo>
                        <a:pt x="496" y="652"/>
                        <a:pt x="467" y="616"/>
                        <a:pt x="467" y="588"/>
                      </a:cubicBezTo>
                      <a:cubicBezTo>
                        <a:pt x="439" y="560"/>
                        <a:pt x="439" y="531"/>
                        <a:pt x="411" y="503"/>
                      </a:cubicBezTo>
                      <a:cubicBezTo>
                        <a:pt x="411" y="475"/>
                        <a:pt x="382" y="439"/>
                        <a:pt x="354" y="383"/>
                      </a:cubicBezTo>
                      <a:cubicBezTo>
                        <a:pt x="319" y="326"/>
                        <a:pt x="262" y="263"/>
                        <a:pt x="206" y="206"/>
                      </a:cubicBezTo>
                      <a:cubicBezTo>
                        <a:pt x="142" y="149"/>
                        <a:pt x="114" y="86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1"/>
                <p:cNvSpPr/>
                <p:nvPr/>
              </p:nvSpPr>
              <p:spPr>
                <a:xfrm>
                  <a:off x="3135603" y="4204596"/>
                  <a:ext cx="20876" cy="34985"/>
                </a:xfrm>
                <a:custGeom>
                  <a:rect b="b" l="l" r="r" t="t"/>
                  <a:pathLst>
                    <a:path extrusionOk="0" h="1034" w="617">
                      <a:moveTo>
                        <a:pt x="29" y="0"/>
                      </a:moveTo>
                      <a:cubicBezTo>
                        <a:pt x="1" y="29"/>
                        <a:pt x="29" y="57"/>
                        <a:pt x="29" y="57"/>
                      </a:cubicBezTo>
                      <a:cubicBezTo>
                        <a:pt x="86" y="149"/>
                        <a:pt x="149" y="234"/>
                        <a:pt x="206" y="326"/>
                      </a:cubicBezTo>
                      <a:cubicBezTo>
                        <a:pt x="355" y="531"/>
                        <a:pt x="503" y="736"/>
                        <a:pt x="560" y="1005"/>
                      </a:cubicBezTo>
                      <a:lnTo>
                        <a:pt x="588" y="1033"/>
                      </a:lnTo>
                      <a:cubicBezTo>
                        <a:pt x="616" y="1005"/>
                        <a:pt x="616" y="1005"/>
                        <a:pt x="616" y="977"/>
                      </a:cubicBezTo>
                      <a:cubicBezTo>
                        <a:pt x="560" y="736"/>
                        <a:pt x="411" y="503"/>
                        <a:pt x="263" y="269"/>
                      </a:cubicBezTo>
                      <a:cubicBezTo>
                        <a:pt x="206" y="205"/>
                        <a:pt x="149" y="121"/>
                        <a:pt x="86" y="29"/>
                      </a:cubicBezTo>
                      <a:cubicBezTo>
                        <a:pt x="86" y="29"/>
                        <a:pt x="86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1"/>
                <p:cNvSpPr/>
                <p:nvPr/>
              </p:nvSpPr>
              <p:spPr>
                <a:xfrm>
                  <a:off x="3887706" y="4455928"/>
                  <a:ext cx="25884" cy="13906"/>
                </a:xfrm>
                <a:custGeom>
                  <a:rect b="b" l="l" r="r" t="t"/>
                  <a:pathLst>
                    <a:path extrusionOk="0" h="411" w="765">
                      <a:moveTo>
                        <a:pt x="736" y="0"/>
                      </a:moveTo>
                      <a:cubicBezTo>
                        <a:pt x="736" y="0"/>
                        <a:pt x="708" y="0"/>
                        <a:pt x="708" y="29"/>
                      </a:cubicBezTo>
                      <a:cubicBezTo>
                        <a:pt x="581" y="204"/>
                        <a:pt x="366" y="338"/>
                        <a:pt x="161" y="338"/>
                      </a:cubicBezTo>
                      <a:cubicBezTo>
                        <a:pt x="126" y="338"/>
                        <a:pt x="91" y="334"/>
                        <a:pt x="57" y="326"/>
                      </a:cubicBezTo>
                      <a:cubicBezTo>
                        <a:pt x="29" y="326"/>
                        <a:pt x="0" y="354"/>
                        <a:pt x="0" y="354"/>
                      </a:cubicBezTo>
                      <a:cubicBezTo>
                        <a:pt x="0" y="382"/>
                        <a:pt x="29" y="382"/>
                        <a:pt x="29" y="382"/>
                      </a:cubicBezTo>
                      <a:cubicBezTo>
                        <a:pt x="57" y="382"/>
                        <a:pt x="85" y="411"/>
                        <a:pt x="142" y="411"/>
                      </a:cubicBezTo>
                      <a:cubicBezTo>
                        <a:pt x="382" y="411"/>
                        <a:pt x="616" y="269"/>
                        <a:pt x="764" y="57"/>
                      </a:cubicBezTo>
                      <a:cubicBezTo>
                        <a:pt x="764" y="29"/>
                        <a:pt x="764" y="29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1"/>
                <p:cNvSpPr/>
                <p:nvPr/>
              </p:nvSpPr>
              <p:spPr>
                <a:xfrm>
                  <a:off x="3562408" y="3847459"/>
                  <a:ext cx="53899" cy="11030"/>
                </a:xfrm>
                <a:custGeom>
                  <a:rect b="b" l="l" r="r" t="t"/>
                  <a:pathLst>
                    <a:path extrusionOk="0" h="326" w="1593">
                      <a:moveTo>
                        <a:pt x="92" y="0"/>
                      </a:moveTo>
                      <a:cubicBezTo>
                        <a:pt x="64" y="0"/>
                        <a:pt x="29" y="36"/>
                        <a:pt x="29" y="64"/>
                      </a:cubicBezTo>
                      <a:cubicBezTo>
                        <a:pt x="0" y="92"/>
                        <a:pt x="29" y="121"/>
                        <a:pt x="64" y="121"/>
                      </a:cubicBezTo>
                      <a:cubicBezTo>
                        <a:pt x="382" y="213"/>
                        <a:pt x="736" y="326"/>
                        <a:pt x="1125" y="326"/>
                      </a:cubicBezTo>
                      <a:cubicBezTo>
                        <a:pt x="1267" y="326"/>
                        <a:pt x="1415" y="297"/>
                        <a:pt x="1564" y="269"/>
                      </a:cubicBezTo>
                      <a:cubicBezTo>
                        <a:pt x="1592" y="269"/>
                        <a:pt x="1592" y="213"/>
                        <a:pt x="1592" y="177"/>
                      </a:cubicBezTo>
                      <a:cubicBezTo>
                        <a:pt x="1592" y="149"/>
                        <a:pt x="1564" y="149"/>
                        <a:pt x="1507" y="149"/>
                      </a:cubicBezTo>
                      <a:cubicBezTo>
                        <a:pt x="1383" y="180"/>
                        <a:pt x="1256" y="193"/>
                        <a:pt x="1127" y="193"/>
                      </a:cubicBezTo>
                      <a:cubicBezTo>
                        <a:pt x="764" y="193"/>
                        <a:pt x="395" y="89"/>
                        <a:pt x="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1"/>
                <p:cNvSpPr/>
                <p:nvPr/>
              </p:nvSpPr>
              <p:spPr>
                <a:xfrm>
                  <a:off x="3306034" y="4282858"/>
                  <a:ext cx="553676" cy="577800"/>
                </a:xfrm>
                <a:custGeom>
                  <a:rect b="b" l="l" r="r" t="t"/>
                  <a:pathLst>
                    <a:path extrusionOk="0" h="17077" w="16364">
                      <a:moveTo>
                        <a:pt x="8076" y="0"/>
                      </a:moveTo>
                      <a:cubicBezTo>
                        <a:pt x="6531" y="0"/>
                        <a:pt x="5025" y="643"/>
                        <a:pt x="4012" y="1904"/>
                      </a:cubicBezTo>
                      <a:cubicBezTo>
                        <a:pt x="2335" y="3906"/>
                        <a:pt x="3220" y="6941"/>
                        <a:pt x="1239" y="9006"/>
                      </a:cubicBezTo>
                      <a:cubicBezTo>
                        <a:pt x="977" y="9240"/>
                        <a:pt x="708" y="9480"/>
                        <a:pt x="531" y="9770"/>
                      </a:cubicBezTo>
                      <a:cubicBezTo>
                        <a:pt x="213" y="10244"/>
                        <a:pt x="93" y="10832"/>
                        <a:pt x="64" y="11426"/>
                      </a:cubicBezTo>
                      <a:cubicBezTo>
                        <a:pt x="1" y="12487"/>
                        <a:pt x="64" y="13548"/>
                        <a:pt x="298" y="14581"/>
                      </a:cubicBezTo>
                      <a:cubicBezTo>
                        <a:pt x="680" y="16434"/>
                        <a:pt x="2335" y="16463"/>
                        <a:pt x="4012" y="16732"/>
                      </a:cubicBezTo>
                      <a:cubicBezTo>
                        <a:pt x="5249" y="16904"/>
                        <a:pt x="6492" y="17077"/>
                        <a:pt x="7731" y="17077"/>
                      </a:cubicBezTo>
                      <a:cubicBezTo>
                        <a:pt x="7965" y="17077"/>
                        <a:pt x="8199" y="17070"/>
                        <a:pt x="8433" y="17057"/>
                      </a:cubicBezTo>
                      <a:cubicBezTo>
                        <a:pt x="10230" y="16937"/>
                        <a:pt x="11971" y="16378"/>
                        <a:pt x="13683" y="15819"/>
                      </a:cubicBezTo>
                      <a:cubicBezTo>
                        <a:pt x="13767" y="15784"/>
                        <a:pt x="13888" y="15755"/>
                        <a:pt x="13973" y="15727"/>
                      </a:cubicBezTo>
                      <a:cubicBezTo>
                        <a:pt x="14390" y="15578"/>
                        <a:pt x="14772" y="15430"/>
                        <a:pt x="15097" y="15168"/>
                      </a:cubicBezTo>
                      <a:cubicBezTo>
                        <a:pt x="16364" y="14192"/>
                        <a:pt x="16364" y="11688"/>
                        <a:pt x="15685" y="10365"/>
                      </a:cubicBezTo>
                      <a:cubicBezTo>
                        <a:pt x="15479" y="9947"/>
                        <a:pt x="15126" y="9593"/>
                        <a:pt x="14829" y="9211"/>
                      </a:cubicBezTo>
                      <a:cubicBezTo>
                        <a:pt x="13654" y="7648"/>
                        <a:pt x="13711" y="5879"/>
                        <a:pt x="13442" y="4083"/>
                      </a:cubicBezTo>
                      <a:cubicBezTo>
                        <a:pt x="13209" y="2491"/>
                        <a:pt x="11942" y="1253"/>
                        <a:pt x="10556" y="574"/>
                      </a:cubicBezTo>
                      <a:cubicBezTo>
                        <a:pt x="9766" y="190"/>
                        <a:pt x="8915" y="0"/>
                        <a:pt x="80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1"/>
                <p:cNvSpPr/>
                <p:nvPr/>
              </p:nvSpPr>
              <p:spPr>
                <a:xfrm>
                  <a:off x="3583450" y="4300352"/>
                  <a:ext cx="20878" cy="548655"/>
                </a:xfrm>
                <a:custGeom>
                  <a:rect b="b" l="l" r="r" t="t"/>
                  <a:pathLst>
                    <a:path extrusionOk="0" h="19370" w="617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28"/>
                      </a:cubicBezTo>
                      <a:lnTo>
                        <a:pt x="560" y="19334"/>
                      </a:lnTo>
                      <a:lnTo>
                        <a:pt x="588" y="19370"/>
                      </a:lnTo>
                      <a:cubicBezTo>
                        <a:pt x="616" y="19334"/>
                        <a:pt x="616" y="19334"/>
                        <a:pt x="616" y="19306"/>
                      </a:cubicBezTo>
                      <a:lnTo>
                        <a:pt x="58" y="28"/>
                      </a:lnTo>
                      <a:cubicBezTo>
                        <a:pt x="58" y="28"/>
                        <a:pt x="58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1"/>
                <p:cNvSpPr/>
                <p:nvPr/>
              </p:nvSpPr>
              <p:spPr>
                <a:xfrm>
                  <a:off x="3328061" y="4302246"/>
                  <a:ext cx="509623" cy="548668"/>
                </a:xfrm>
                <a:custGeom>
                  <a:rect b="b" l="l" r="r" t="t"/>
                  <a:pathLst>
                    <a:path extrusionOk="0" h="16216" w="15062">
                      <a:moveTo>
                        <a:pt x="7429" y="64"/>
                      </a:moveTo>
                      <a:cubicBezTo>
                        <a:pt x="8193" y="64"/>
                        <a:pt x="8992" y="241"/>
                        <a:pt x="9671" y="595"/>
                      </a:cubicBezTo>
                      <a:cubicBezTo>
                        <a:pt x="11143" y="1331"/>
                        <a:pt x="12147" y="2569"/>
                        <a:pt x="12324" y="3892"/>
                      </a:cubicBezTo>
                      <a:cubicBezTo>
                        <a:pt x="12381" y="4245"/>
                        <a:pt x="12409" y="4599"/>
                        <a:pt x="12437" y="4953"/>
                      </a:cubicBezTo>
                      <a:cubicBezTo>
                        <a:pt x="12586" y="6311"/>
                        <a:pt x="12734" y="7577"/>
                        <a:pt x="13590" y="8759"/>
                      </a:cubicBezTo>
                      <a:cubicBezTo>
                        <a:pt x="13675" y="8879"/>
                        <a:pt x="13767" y="8992"/>
                        <a:pt x="13852" y="9112"/>
                      </a:cubicBezTo>
                      <a:cubicBezTo>
                        <a:pt x="14029" y="9346"/>
                        <a:pt x="14241" y="9586"/>
                        <a:pt x="14383" y="9848"/>
                      </a:cubicBezTo>
                      <a:cubicBezTo>
                        <a:pt x="14977" y="11030"/>
                        <a:pt x="15005" y="13414"/>
                        <a:pt x="13852" y="14362"/>
                      </a:cubicBezTo>
                      <a:cubicBezTo>
                        <a:pt x="13534" y="14595"/>
                        <a:pt x="13180" y="14744"/>
                        <a:pt x="12826" y="14857"/>
                      </a:cubicBezTo>
                      <a:cubicBezTo>
                        <a:pt x="12734" y="14892"/>
                        <a:pt x="12650" y="14921"/>
                        <a:pt x="12558" y="14949"/>
                      </a:cubicBezTo>
                      <a:cubicBezTo>
                        <a:pt x="11022" y="15479"/>
                        <a:pt x="9402" y="16010"/>
                        <a:pt x="7754" y="16130"/>
                      </a:cubicBezTo>
                      <a:cubicBezTo>
                        <a:pt x="7549" y="16159"/>
                        <a:pt x="7308" y="16159"/>
                        <a:pt x="7075" y="16159"/>
                      </a:cubicBezTo>
                      <a:cubicBezTo>
                        <a:pt x="5957" y="16159"/>
                        <a:pt x="4804" y="15982"/>
                        <a:pt x="3715" y="15805"/>
                      </a:cubicBezTo>
                      <a:cubicBezTo>
                        <a:pt x="3566" y="15805"/>
                        <a:pt x="3418" y="15777"/>
                        <a:pt x="3276" y="15741"/>
                      </a:cubicBezTo>
                      <a:cubicBezTo>
                        <a:pt x="1861" y="15564"/>
                        <a:pt x="651" y="15387"/>
                        <a:pt x="326" y="13796"/>
                      </a:cubicBezTo>
                      <a:cubicBezTo>
                        <a:pt x="121" y="12826"/>
                        <a:pt x="57" y="11822"/>
                        <a:pt x="121" y="10853"/>
                      </a:cubicBezTo>
                      <a:cubicBezTo>
                        <a:pt x="149" y="10322"/>
                        <a:pt x="234" y="9763"/>
                        <a:pt x="531" y="9289"/>
                      </a:cubicBezTo>
                      <a:cubicBezTo>
                        <a:pt x="651" y="9084"/>
                        <a:pt x="828" y="8936"/>
                        <a:pt x="977" y="8759"/>
                      </a:cubicBezTo>
                      <a:cubicBezTo>
                        <a:pt x="1033" y="8702"/>
                        <a:pt x="1118" y="8638"/>
                        <a:pt x="1182" y="8554"/>
                      </a:cubicBezTo>
                      <a:cubicBezTo>
                        <a:pt x="2123" y="7521"/>
                        <a:pt x="2356" y="6226"/>
                        <a:pt x="2597" y="4988"/>
                      </a:cubicBezTo>
                      <a:cubicBezTo>
                        <a:pt x="2802" y="3835"/>
                        <a:pt x="3007" y="2746"/>
                        <a:pt x="3715" y="1833"/>
                      </a:cubicBezTo>
                      <a:cubicBezTo>
                        <a:pt x="4599" y="708"/>
                        <a:pt x="5957" y="64"/>
                        <a:pt x="7429" y="64"/>
                      </a:cubicBezTo>
                      <a:close/>
                      <a:moveTo>
                        <a:pt x="7429" y="1"/>
                      </a:moveTo>
                      <a:cubicBezTo>
                        <a:pt x="5957" y="1"/>
                        <a:pt x="4571" y="651"/>
                        <a:pt x="3658" y="1805"/>
                      </a:cubicBezTo>
                      <a:cubicBezTo>
                        <a:pt x="2951" y="2717"/>
                        <a:pt x="2745" y="3863"/>
                        <a:pt x="2533" y="4953"/>
                      </a:cubicBezTo>
                      <a:cubicBezTo>
                        <a:pt x="2300" y="6226"/>
                        <a:pt x="2066" y="7492"/>
                        <a:pt x="1118" y="8525"/>
                      </a:cubicBezTo>
                      <a:cubicBezTo>
                        <a:pt x="1062" y="8582"/>
                        <a:pt x="1005" y="8667"/>
                        <a:pt x="942" y="8730"/>
                      </a:cubicBezTo>
                      <a:cubicBezTo>
                        <a:pt x="765" y="8879"/>
                        <a:pt x="623" y="9056"/>
                        <a:pt x="475" y="9261"/>
                      </a:cubicBezTo>
                      <a:cubicBezTo>
                        <a:pt x="177" y="9728"/>
                        <a:pt x="93" y="10322"/>
                        <a:pt x="57" y="10824"/>
                      </a:cubicBezTo>
                      <a:cubicBezTo>
                        <a:pt x="1" y="11822"/>
                        <a:pt x="57" y="12855"/>
                        <a:pt x="269" y="13831"/>
                      </a:cubicBezTo>
                      <a:cubicBezTo>
                        <a:pt x="588" y="15451"/>
                        <a:pt x="1889" y="15628"/>
                        <a:pt x="3276" y="15805"/>
                      </a:cubicBezTo>
                      <a:cubicBezTo>
                        <a:pt x="3418" y="15833"/>
                        <a:pt x="3538" y="15861"/>
                        <a:pt x="3686" y="15861"/>
                      </a:cubicBezTo>
                      <a:cubicBezTo>
                        <a:pt x="4804" y="16038"/>
                        <a:pt x="5929" y="16215"/>
                        <a:pt x="7075" y="16215"/>
                      </a:cubicBezTo>
                      <a:cubicBezTo>
                        <a:pt x="7308" y="16215"/>
                        <a:pt x="7549" y="16215"/>
                        <a:pt x="7754" y="16187"/>
                      </a:cubicBezTo>
                      <a:cubicBezTo>
                        <a:pt x="9431" y="16067"/>
                        <a:pt x="11022" y="15536"/>
                        <a:pt x="12586" y="15005"/>
                      </a:cubicBezTo>
                      <a:cubicBezTo>
                        <a:pt x="12678" y="14977"/>
                        <a:pt x="12763" y="14949"/>
                        <a:pt x="12855" y="14921"/>
                      </a:cubicBezTo>
                      <a:cubicBezTo>
                        <a:pt x="13208" y="14800"/>
                        <a:pt x="13562" y="14652"/>
                        <a:pt x="13888" y="14390"/>
                      </a:cubicBezTo>
                      <a:cubicBezTo>
                        <a:pt x="15062" y="13442"/>
                        <a:pt x="15034" y="11001"/>
                        <a:pt x="14446" y="9820"/>
                      </a:cubicBezTo>
                      <a:cubicBezTo>
                        <a:pt x="14298" y="9551"/>
                        <a:pt x="14093" y="9289"/>
                        <a:pt x="13916" y="9056"/>
                      </a:cubicBezTo>
                      <a:cubicBezTo>
                        <a:pt x="13824" y="8964"/>
                        <a:pt x="13711" y="8844"/>
                        <a:pt x="13647" y="8730"/>
                      </a:cubicBezTo>
                      <a:cubicBezTo>
                        <a:pt x="12763" y="7577"/>
                        <a:pt x="12650" y="6283"/>
                        <a:pt x="12501" y="4953"/>
                      </a:cubicBezTo>
                      <a:cubicBezTo>
                        <a:pt x="12473" y="4599"/>
                        <a:pt x="12437" y="4245"/>
                        <a:pt x="12381" y="3892"/>
                      </a:cubicBezTo>
                      <a:cubicBezTo>
                        <a:pt x="12204" y="2540"/>
                        <a:pt x="11199" y="1302"/>
                        <a:pt x="9700" y="567"/>
                      </a:cubicBezTo>
                      <a:cubicBezTo>
                        <a:pt x="8992" y="213"/>
                        <a:pt x="8228" y="1"/>
                        <a:pt x="74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1"/>
                <p:cNvSpPr/>
                <p:nvPr/>
              </p:nvSpPr>
              <p:spPr>
                <a:xfrm>
                  <a:off x="3734024" y="4439890"/>
                  <a:ext cx="7951" cy="38098"/>
                </a:xfrm>
                <a:custGeom>
                  <a:rect b="b" l="l" r="r" t="t"/>
                  <a:pathLst>
                    <a:path extrusionOk="0" h="1126" w="235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121" y="390"/>
                        <a:pt x="178" y="743"/>
                        <a:pt x="149" y="1097"/>
                      </a:cubicBezTo>
                      <a:lnTo>
                        <a:pt x="178" y="1125"/>
                      </a:lnTo>
                      <a:cubicBezTo>
                        <a:pt x="206" y="1125"/>
                        <a:pt x="206" y="1097"/>
                        <a:pt x="206" y="1097"/>
                      </a:cubicBezTo>
                      <a:cubicBezTo>
                        <a:pt x="234" y="708"/>
                        <a:pt x="178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p1"/>
                <p:cNvSpPr/>
                <p:nvPr/>
              </p:nvSpPr>
              <p:spPr>
                <a:xfrm>
                  <a:off x="3740960" y="4494940"/>
                  <a:ext cx="31873" cy="91727"/>
                </a:xfrm>
                <a:custGeom>
                  <a:rect b="b" l="l" r="r" t="t"/>
                  <a:pathLst>
                    <a:path extrusionOk="0" h="2711" w="942">
                      <a:moveTo>
                        <a:pt x="57" y="1"/>
                      </a:moveTo>
                      <a:lnTo>
                        <a:pt x="29" y="29"/>
                      </a:lnTo>
                      <a:cubicBezTo>
                        <a:pt x="1" y="970"/>
                        <a:pt x="298" y="1946"/>
                        <a:pt x="913" y="2682"/>
                      </a:cubicBezTo>
                      <a:lnTo>
                        <a:pt x="913" y="2710"/>
                      </a:lnTo>
                      <a:lnTo>
                        <a:pt x="942" y="2710"/>
                      </a:lnTo>
                      <a:lnTo>
                        <a:pt x="942" y="2653"/>
                      </a:lnTo>
                      <a:cubicBezTo>
                        <a:pt x="355" y="1911"/>
                        <a:pt x="57" y="970"/>
                        <a:pt x="93" y="29"/>
                      </a:cubicBezTo>
                      <a:cubicBezTo>
                        <a:pt x="93" y="29"/>
                        <a:pt x="93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1"/>
                <p:cNvSpPr/>
                <p:nvPr/>
              </p:nvSpPr>
              <p:spPr>
                <a:xfrm>
                  <a:off x="3433866" y="4522720"/>
                  <a:ext cx="9846" cy="38064"/>
                </a:xfrm>
                <a:custGeom>
                  <a:rect b="b" l="l" r="r" t="t"/>
                  <a:pathLst>
                    <a:path extrusionOk="0" h="1125" w="291">
                      <a:moveTo>
                        <a:pt x="262" y="0"/>
                      </a:moveTo>
                      <a:cubicBezTo>
                        <a:pt x="234" y="0"/>
                        <a:pt x="234" y="0"/>
                        <a:pt x="234" y="28"/>
                      </a:cubicBezTo>
                      <a:cubicBezTo>
                        <a:pt x="206" y="382"/>
                        <a:pt x="149" y="736"/>
                        <a:pt x="0" y="1061"/>
                      </a:cubicBezTo>
                      <a:lnTo>
                        <a:pt x="0" y="1125"/>
                      </a:lnTo>
                      <a:lnTo>
                        <a:pt x="29" y="1125"/>
                      </a:lnTo>
                      <a:cubicBezTo>
                        <a:pt x="29" y="1125"/>
                        <a:pt x="29" y="1090"/>
                        <a:pt x="57" y="1090"/>
                      </a:cubicBezTo>
                      <a:cubicBezTo>
                        <a:pt x="206" y="771"/>
                        <a:pt x="262" y="382"/>
                        <a:pt x="291" y="28"/>
                      </a:cubicBezTo>
                      <a:cubicBezTo>
                        <a:pt x="291" y="0"/>
                        <a:pt x="291" y="0"/>
                        <a:pt x="2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p1"/>
                <p:cNvSpPr/>
                <p:nvPr/>
              </p:nvSpPr>
              <p:spPr>
                <a:xfrm>
                  <a:off x="3446791" y="4559567"/>
                  <a:ext cx="5075" cy="21113"/>
                </a:xfrm>
                <a:custGeom>
                  <a:rect b="b" l="l" r="r" t="t"/>
                  <a:pathLst>
                    <a:path extrusionOk="0" h="624" w="150">
                      <a:moveTo>
                        <a:pt x="121" y="1"/>
                      </a:moveTo>
                      <a:cubicBezTo>
                        <a:pt x="121" y="1"/>
                        <a:pt x="85" y="1"/>
                        <a:pt x="85" y="36"/>
                      </a:cubicBezTo>
                      <a:lnTo>
                        <a:pt x="1" y="595"/>
                      </a:lnTo>
                      <a:cubicBezTo>
                        <a:pt x="1" y="623"/>
                        <a:pt x="29" y="623"/>
                        <a:pt x="29" y="623"/>
                      </a:cubicBezTo>
                      <a:lnTo>
                        <a:pt x="57" y="623"/>
                      </a:lnTo>
                      <a:lnTo>
                        <a:pt x="149" y="36"/>
                      </a:lnTo>
                      <a:cubicBezTo>
                        <a:pt x="149" y="36"/>
                        <a:pt x="149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0" name="Google Shape;280;p1"/>
            <p:cNvGrpSpPr/>
            <p:nvPr/>
          </p:nvGrpSpPr>
          <p:grpSpPr>
            <a:xfrm>
              <a:off x="8567590" y="4153050"/>
              <a:ext cx="360758" cy="258297"/>
              <a:chOff x="4992850" y="4345375"/>
              <a:chExt cx="607336" cy="638400"/>
            </a:xfrm>
          </p:grpSpPr>
          <p:sp>
            <p:nvSpPr>
              <p:cNvPr id="281" name="Google Shape;281;p1"/>
              <p:cNvSpPr/>
              <p:nvPr/>
            </p:nvSpPr>
            <p:spPr>
              <a:xfrm>
                <a:off x="4992850" y="4345375"/>
                <a:ext cx="225900" cy="638400"/>
              </a:xfrm>
              <a:prstGeom prst="leftBrace">
                <a:avLst>
                  <a:gd fmla="val 2174" name="adj1"/>
                  <a:gd fmla="val 50000" name="adj2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 rot="10800000">
                <a:off x="5374286" y="4345375"/>
                <a:ext cx="225900" cy="638400"/>
              </a:xfrm>
              <a:prstGeom prst="leftBrace">
                <a:avLst>
                  <a:gd fmla="val 2174" name="adj1"/>
                  <a:gd fmla="val 50000" name="adj2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83" name="Google Shape;283;p1"/>
          <p:cNvCxnSpPr/>
          <p:nvPr/>
        </p:nvCxnSpPr>
        <p:spPr>
          <a:xfrm>
            <a:off x="780725" y="3365350"/>
            <a:ext cx="3869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4" name="Google Shape;2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30" y="425907"/>
            <a:ext cx="801462" cy="938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"/>
          <p:cNvSpPr txBox="1"/>
          <p:nvPr>
            <p:ph type="title"/>
          </p:nvPr>
        </p:nvSpPr>
        <p:spPr>
          <a:xfrm>
            <a:off x="720000" y="44660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290" name="Google Shape;290;p2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Abstract Class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Abstract Class vs. Interface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91" name="Google Shape;291;p2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292" name="Google Shape;292;p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2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295" name="Google Shape;295;p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"/>
          <p:cNvSpPr txBox="1"/>
          <p:nvPr>
            <p:ph type="title"/>
          </p:nvPr>
        </p:nvSpPr>
        <p:spPr>
          <a:xfrm>
            <a:off x="725088" y="2636965"/>
            <a:ext cx="461992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400"/>
              <a:t>Abstract Class</a:t>
            </a:r>
            <a:endParaRPr sz="4400"/>
          </a:p>
        </p:txBody>
      </p:sp>
      <p:sp>
        <p:nvSpPr>
          <p:cNvPr id="302" name="Google Shape;302;p3"/>
          <p:cNvSpPr txBox="1"/>
          <p:nvPr>
            <p:ph idx="2" type="title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800"/>
              <a:t>01</a:t>
            </a:r>
            <a:endParaRPr sz="4800"/>
          </a:p>
        </p:txBody>
      </p:sp>
      <p:sp>
        <p:nvSpPr>
          <p:cNvPr id="303" name="Google Shape;303;p3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p3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305" name="Google Shape;305;p3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p3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3"/>
          <p:cNvGrpSpPr/>
          <p:nvPr/>
        </p:nvGrpSpPr>
        <p:grpSpPr>
          <a:xfrm>
            <a:off x="5293908" y="1087072"/>
            <a:ext cx="3381870" cy="3516742"/>
            <a:chOff x="5222815" y="1012953"/>
            <a:chExt cx="3453354" cy="3591077"/>
          </a:xfrm>
        </p:grpSpPr>
        <p:sp>
          <p:nvSpPr>
            <p:cNvPr id="309" name="Google Shape;309;p3"/>
            <p:cNvSpPr/>
            <p:nvPr/>
          </p:nvSpPr>
          <p:spPr>
            <a:xfrm>
              <a:off x="5222815" y="1012953"/>
              <a:ext cx="3453354" cy="3346964"/>
            </a:xfrm>
            <a:custGeom>
              <a:rect b="b" l="l" r="r" t="t"/>
              <a:pathLst>
                <a:path extrusionOk="0" h="33626" w="34694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0" name="Google Shape;310;p3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311" name="Google Shape;311;p3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rect b="b" l="l" r="r" t="t"/>
                <a:pathLst>
                  <a:path extrusionOk="0" h="3863" w="3807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rect b="b" l="l" r="r" t="t"/>
                <a:pathLst>
                  <a:path extrusionOk="0" h="2328" w="2448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3" name="Google Shape;313;p3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314" name="Google Shape;314;p3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rect b="b" l="l" r="r" t="t"/>
                <a:pathLst>
                  <a:path extrusionOk="0" h="4713" w="4635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rect b="b" l="l" r="r" t="t"/>
                <a:pathLst>
                  <a:path extrusionOk="0" h="2831" w="2979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6" name="Google Shape;316;p3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317" name="Google Shape;317;p3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rect b="b" l="l" r="r" t="t"/>
                <a:pathLst>
                  <a:path extrusionOk="0" h="5307" w="525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rect b="b" l="l" r="r" t="t"/>
                <a:pathLst>
                  <a:path extrusionOk="0" h="4113" w="4458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rect b="b" l="l" r="r" t="t"/>
                <a:pathLst>
                  <a:path extrusionOk="0" h="3333" w="3595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" name="Google Shape;320;p3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321" name="Google Shape;321;p3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rect b="b" l="l" r="r" t="t"/>
                <a:pathLst>
                  <a:path extrusionOk="0" h="9933" w="15063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rect b="b" l="l" r="r" t="t"/>
                <a:pathLst>
                  <a:path extrusionOk="0" h="242" w="3418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rect b="b" l="l" r="r" t="t"/>
                <a:pathLst>
                  <a:path extrusionOk="0" h="242" w="138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rect b="b" l="l" r="r" t="t"/>
                <a:pathLst>
                  <a:path extrusionOk="0" h="242" w="885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rect b="b" l="l" r="r" t="t"/>
                <a:pathLst>
                  <a:path extrusionOk="0" h="242" w="355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rect b="b" l="l" r="r" t="t"/>
                <a:pathLst>
                  <a:path extrusionOk="0" h="242" w="3652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rect b="b" l="l" r="r" t="t"/>
                <a:pathLst>
                  <a:path extrusionOk="0" h="270" w="3892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rect b="b" l="l" r="r" t="t"/>
                <a:pathLst>
                  <a:path extrusionOk="0" h="263" w="418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rect b="b" l="l" r="r" t="t"/>
                <a:pathLst>
                  <a:path extrusionOk="0" h="263" w="1946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rect b="b" l="l" r="r" t="t"/>
                <a:pathLst>
                  <a:path extrusionOk="0" h="263" w="1147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rect b="b" l="l" r="r" t="t"/>
                <a:pathLst>
                  <a:path extrusionOk="0" h="263" w="1593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rect b="b" l="l" r="r" t="t"/>
                <a:pathLst>
                  <a:path extrusionOk="0" h="263" w="138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rect b="b" l="l" r="r" t="t"/>
                <a:pathLst>
                  <a:path extrusionOk="0" h="263" w="885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rect b="b" l="l" r="r" t="t"/>
                <a:pathLst>
                  <a:path extrusionOk="0" h="263" w="355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rect b="b" l="l" r="r" t="t"/>
                <a:pathLst>
                  <a:path extrusionOk="0" h="263" w="3652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rect b="b" l="l" r="r" t="t"/>
                <a:pathLst>
                  <a:path extrusionOk="0" h="263" w="2244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rect b="b" l="l" r="r" t="t"/>
                <a:pathLst>
                  <a:path extrusionOk="0" h="263" w="3213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rect b="b" l="l" r="r" t="t"/>
                <a:pathLst>
                  <a:path extrusionOk="0" h="263" w="354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rect b="b" l="l" r="r" t="t"/>
                <a:pathLst>
                  <a:path extrusionOk="0" h="263" w="271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rect b="b" l="l" r="r" t="t"/>
                <a:pathLst>
                  <a:path extrusionOk="0" h="291" w="794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rect b="b" l="l" r="r" t="t"/>
                <a:pathLst>
                  <a:path extrusionOk="0" h="475" w="29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rect b="b" l="l" r="r" t="t"/>
                <a:pathLst>
                  <a:path extrusionOk="0" h="970" w="29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3" name="Google Shape;343;p3"/>
            <p:cNvSpPr/>
            <p:nvPr/>
          </p:nvSpPr>
          <p:spPr>
            <a:xfrm>
              <a:off x="5912220" y="3661765"/>
              <a:ext cx="710598" cy="111380"/>
            </a:xfrm>
            <a:custGeom>
              <a:rect b="b" l="l" r="r" t="t"/>
              <a:pathLst>
                <a:path extrusionOk="0" h="1119" w="7139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5912220" y="3717405"/>
              <a:ext cx="710598" cy="422526"/>
            </a:xfrm>
            <a:custGeom>
              <a:rect b="b" l="l" r="r" t="t"/>
              <a:pathLst>
                <a:path extrusionOk="0" h="4245" w="7139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6056551" y="3773045"/>
              <a:ext cx="413479" cy="12044"/>
            </a:xfrm>
            <a:custGeom>
              <a:rect b="b" l="l" r="r" t="t"/>
              <a:pathLst>
                <a:path extrusionOk="0" h="121" w="4154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6056551" y="3834956"/>
              <a:ext cx="413479" cy="11347"/>
            </a:xfrm>
            <a:custGeom>
              <a:rect b="b" l="l" r="r" t="t"/>
              <a:pathLst>
                <a:path extrusionOk="0" h="114" w="4154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6056551" y="3893384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6056551" y="3951811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5971346" y="3748560"/>
              <a:ext cx="52954" cy="62608"/>
            </a:xfrm>
            <a:custGeom>
              <a:rect b="b" l="l" r="r" t="t"/>
              <a:pathLst>
                <a:path extrusionOk="0" h="629" w="532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3"/>
            <p:cNvGrpSpPr/>
            <p:nvPr/>
          </p:nvGrpSpPr>
          <p:grpSpPr>
            <a:xfrm>
              <a:off x="6352280" y="2402410"/>
              <a:ext cx="2259829" cy="2201620"/>
              <a:chOff x="5193782" y="4186768"/>
              <a:chExt cx="788991" cy="768695"/>
            </a:xfrm>
          </p:grpSpPr>
          <p:sp>
            <p:nvSpPr>
              <p:cNvPr id="351" name="Google Shape;351;p3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rect b="b" l="l" r="r" t="t"/>
                <a:pathLst>
                  <a:path extrusionOk="0" h="3258" w="4514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rect b="b" l="l" r="r" t="t"/>
                <a:pathLst>
                  <a:path extrusionOk="0" h="2067" w="3333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rect b="b" l="l" r="r" t="t"/>
                <a:pathLst>
                  <a:path extrusionOk="0" h="2060" w="3361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rect b="b" l="l" r="r" t="t"/>
                <a:pathLst>
                  <a:path extrusionOk="0" h="1807" w="1918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rect b="b" l="l" r="r" t="t"/>
                <a:pathLst>
                  <a:path extrusionOk="0" h="1006" w="109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rect b="b" l="l" r="r" t="t"/>
                <a:pathLst>
                  <a:path extrusionOk="0" h="6995" w="9587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rect b="b" l="l" r="r" t="t"/>
                <a:pathLst>
                  <a:path extrusionOk="0" h="58" w="16123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rect b="b" l="l" r="r" t="t"/>
                <a:pathLst>
                  <a:path extrusionOk="0" h="57" w="18012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rect b="b" l="l" r="r" t="t"/>
                <a:pathLst>
                  <a:path extrusionOk="0" h="58" w="68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rect b="b" l="l" r="r" t="t"/>
                <a:pathLst>
                  <a:path extrusionOk="0" h="6859" w="5017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rect b="b" l="l" r="r" t="t"/>
                <a:pathLst>
                  <a:path extrusionOk="0" h="9587" w="9841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rect b="b" l="l" r="r" t="t"/>
                <a:pathLst>
                  <a:path extrusionOk="0" h="326" w="1769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rect b="b" l="l" r="r" t="t"/>
                <a:pathLst>
                  <a:path extrusionOk="0" h="412" w="2123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rect b="b" l="l" r="r" t="t"/>
                <a:pathLst>
                  <a:path extrusionOk="0" h="3128" w="206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rect b="b" l="l" r="r" t="t"/>
                <a:pathLst>
                  <a:path extrusionOk="0" h="2607" w="525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rect b="b" l="l" r="r" t="t"/>
                <a:pathLst>
                  <a:path extrusionOk="0" h="7274" w="17927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rect b="b" l="l" r="r" t="t"/>
                <a:pathLst>
                  <a:path extrusionOk="0" h="2364" w="4981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rect b="b" l="l" r="r" t="t"/>
                <a:pathLst>
                  <a:path extrusionOk="0" h="3727" w="4097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rect b="b" l="l" r="r" t="t"/>
                <a:pathLst>
                  <a:path extrusionOk="0" h="7317" w="6983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rect b="b" l="l" r="r" t="t"/>
                <a:pathLst>
                  <a:path extrusionOk="0" h="3594" w="3983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rect b="b" l="l" r="r" t="t"/>
                <a:pathLst>
                  <a:path extrusionOk="0" h="4374" w="6601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rect b="b" l="l" r="r" t="t"/>
                <a:pathLst>
                  <a:path extrusionOk="0" h="370" w="652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rect b="b" l="l" r="r" t="t"/>
                <a:pathLst>
                  <a:path extrusionOk="0" h="956" w="1018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rect b="b" l="l" r="r" t="t"/>
                <a:pathLst>
                  <a:path extrusionOk="0" h="288" w="411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rect b="b" l="l" r="r" t="t"/>
                <a:pathLst>
                  <a:path extrusionOk="0" h="3955" w="3071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rect b="b" l="l" r="r" t="t"/>
                <a:pathLst>
                  <a:path extrusionOk="0" h="354" w="716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rect b="b" l="l" r="r" t="t"/>
                <a:pathLst>
                  <a:path extrusionOk="0" h="3242" w="7253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rect b="b" l="l" r="r" t="t"/>
                <a:pathLst>
                  <a:path extrusionOk="0" h="652" w="857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rect b="b" l="l" r="r" t="t"/>
                <a:pathLst>
                  <a:path extrusionOk="0" h="503" w="532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rect b="b" l="l" r="r" t="t"/>
                <a:pathLst>
                  <a:path extrusionOk="0" h="2366" w="2965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rect b="b" l="l" r="r" t="t"/>
                <a:pathLst>
                  <a:path extrusionOk="0" h="664" w="235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rect b="b" l="l" r="r" t="t"/>
                <a:pathLst>
                  <a:path extrusionOk="0" h="150" w="206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rect b="b" l="l" r="r" t="t"/>
                <a:pathLst>
                  <a:path extrusionOk="0" h="234" w="242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rect b="b" l="l" r="r" t="t"/>
                <a:pathLst>
                  <a:path extrusionOk="0" h="994" w="109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rect b="b" l="l" r="r" t="t"/>
                <a:pathLst>
                  <a:path extrusionOk="0" h="904" w="1126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rect b="b" l="l" r="r" t="t"/>
                <a:pathLst>
                  <a:path extrusionOk="0" h="532" w="1062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rect b="b" l="l" r="r" t="t"/>
                <a:pathLst>
                  <a:path extrusionOk="0" h="1444" w="942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rect b="b" l="l" r="r" t="t"/>
                <a:pathLst>
                  <a:path extrusionOk="0" h="1452" w="829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rect b="b" l="l" r="r" t="t"/>
                <a:pathLst>
                  <a:path extrusionOk="0" h="737" w="439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rect b="b" l="l" r="r" t="t"/>
                <a:pathLst>
                  <a:path extrusionOk="0" h="213" w="263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rect b="b" l="l" r="r" t="t"/>
                <a:pathLst>
                  <a:path extrusionOk="0" h="177" w="178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rect b="b" l="l" r="r" t="t"/>
                <a:pathLst>
                  <a:path extrusionOk="0" h="247" w="588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rect b="b" l="l" r="r" t="t"/>
                <a:pathLst>
                  <a:path extrusionOk="0" h="708" w="298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rect b="b" l="l" r="r" t="t"/>
                <a:pathLst>
                  <a:path extrusionOk="0" h="263" w="114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rect b="b" l="l" r="r" t="t"/>
                <a:pathLst>
                  <a:path extrusionOk="0" h="651" w="86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rect b="b" l="l" r="r" t="t"/>
                <a:pathLst>
                  <a:path extrusionOk="0" h="1974" w="645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rect b="b" l="l" r="r" t="t"/>
                <a:pathLst>
                  <a:path extrusionOk="0" h="298" w="468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8" name="Google Shape;398;p3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399" name="Google Shape;399;p3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rect b="b" l="l" r="r" t="t"/>
                <a:pathLst>
                  <a:path extrusionOk="0" h="2718" w="977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rect b="b" l="l" r="r" t="t"/>
                <a:pathLst>
                  <a:path extrusionOk="0" h="2718" w="97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rect b="b" l="l" r="r" t="t"/>
                <a:pathLst>
                  <a:path extrusionOk="0" h="663" w="355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rect b="b" l="l" r="r" t="t"/>
                <a:pathLst>
                  <a:path extrusionOk="0" h="1331" w="1479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rect b="b" l="l" r="r" t="t"/>
                <a:pathLst>
                  <a:path extrusionOk="0" h="3361" w="651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rect b="b" l="l" r="r" t="t"/>
                <a:pathLst>
                  <a:path extrusionOk="0" h="942" w="2979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rect b="b" l="l" r="r" t="t"/>
                <a:pathLst>
                  <a:path extrusionOk="0" h="942" w="1387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rect b="b" l="l" r="r" t="t"/>
                <a:pathLst>
                  <a:path extrusionOk="0" h="121" w="218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rect b="b" l="l" r="r" t="t"/>
                <a:pathLst>
                  <a:path extrusionOk="0" h="942" w="121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rect b="b" l="l" r="r" t="t"/>
                <a:pathLst>
                  <a:path extrusionOk="0" h="793" w="1006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rect b="b" l="l" r="r" t="t"/>
                <a:pathLst>
                  <a:path extrusionOk="0" h="2746" w="977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3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rect b="b" l="l" r="r" t="t"/>
                <a:pathLst>
                  <a:path extrusionOk="0" h="2746" w="97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3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rect b="b" l="l" r="r" t="t"/>
                <a:pathLst>
                  <a:path extrusionOk="0" h="1360" w="1472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rect b="b" l="l" r="r" t="t"/>
                <a:pathLst>
                  <a:path extrusionOk="0" h="3362" w="681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rect b="b" l="l" r="r" t="t"/>
                <a:pathLst>
                  <a:path extrusionOk="0" h="3362" w="652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3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rect b="b" l="l" r="r" t="t"/>
                <a:pathLst>
                  <a:path extrusionOk="0" h="970" w="1444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rect b="b" l="l" r="r" t="t"/>
                <a:pathLst>
                  <a:path extrusionOk="0" h="970" w="1451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rect b="b" l="l" r="r" t="t"/>
                <a:pathLst>
                  <a:path extrusionOk="0" h="122" w="914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rect b="b" l="l" r="r" t="t"/>
                <a:pathLst>
                  <a:path extrusionOk="0" h="122" w="948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rect b="b" l="l" r="r" t="t"/>
                <a:pathLst>
                  <a:path extrusionOk="0" h="914" w="114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rect b="b" l="l" r="r" t="t"/>
                <a:pathLst>
                  <a:path extrusionOk="0" h="1360" w="148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rect b="b" l="l" r="r" t="t"/>
                <a:pathLst>
                  <a:path extrusionOk="0" h="914" w="122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3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rect b="b" l="l" r="r" t="t"/>
                <a:pathLst>
                  <a:path extrusionOk="0" h="1811" w="1445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3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3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rect b="b" l="l" r="r" t="t"/>
                <a:pathLst>
                  <a:path extrusionOk="0" h="121" w="1062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rect b="b" l="l" r="r" t="t"/>
                <a:pathLst>
                  <a:path extrusionOk="0" h="121" w="1063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rect b="b" l="l" r="r" t="t"/>
                <a:pathLst>
                  <a:path extrusionOk="0" h="1720" w="1239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rect b="b" l="l" r="r" t="t"/>
                <a:pathLst>
                  <a:path extrusionOk="0" h="1445" w="913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rect b="b" l="l" r="r" t="t"/>
                <a:pathLst>
                  <a:path extrusionOk="0" h="394" w="56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rect b="b" l="l" r="r" t="t"/>
                <a:pathLst>
                  <a:path extrusionOk="0" h="1062" w="189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rect b="b" l="l" r="r" t="t"/>
                <a:pathLst>
                  <a:path extrusionOk="0" h="121" w="1416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Pendahuluan</a:t>
            </a:r>
            <a:endParaRPr/>
          </a:p>
        </p:txBody>
      </p:sp>
      <p:sp>
        <p:nvSpPr>
          <p:cNvPr id="442" name="Google Shape;442;p4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Dalam hubungan inheritance:</a:t>
            </a:r>
            <a:endParaRPr/>
          </a:p>
          <a:p>
            <a:pPr indent="-268288" lvl="1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Superclass 🡪 generalized class</a:t>
            </a:r>
            <a:endParaRPr/>
          </a:p>
          <a:p>
            <a:pPr indent="-268288" lvl="1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Subclass 🡪 specialized class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Bagaimana bila kita memiliki sebuah metode pada superclass yang belum dapat diimplementasikan karena implementasinya berbeda pada setiap subclass?</a:t>
            </a:r>
            <a:endParaRPr/>
          </a:p>
          <a:p>
            <a:pPr indent="-268288" lvl="1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Solusi: Kelas Abstrak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3" name="Google Shape;443;p4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444" name="Google Shape;444;p4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6" name="Google Shape;446;p4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447" name="Google Shape;447;p4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Abstract Class</a:t>
            </a:r>
            <a:endParaRPr/>
          </a:p>
        </p:txBody>
      </p:sp>
      <p:sp>
        <p:nvSpPr>
          <p:cNvPr id="454" name="Google Shape;454;p5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Kelas abstrak dapat memberikan metode abstrak.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Metode abstrak 🡪 hanya mendefinisikan metode tanpa implementasi.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Implementasi metode abstrak diserahkan kepada subclass.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Karena bersifat abstrak, kelas abstrak tidak dapat dibuat instan.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Kelas abstrak juga dapat berisi metode non-abstrak dan atribut kelas pada umumnya.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55" name="Google Shape;455;p5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456" name="Google Shape;456;p5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8" name="Google Shape;458;p5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459" name="Google Shape;459;p5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6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466" name="Google Shape;466;p6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6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" name="Google Shape;468;p6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469" name="Google Shape;469;p6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71" name="Google Shape;471;p6"/>
          <p:cNvGraphicFramePr/>
          <p:nvPr/>
        </p:nvGraphicFramePr>
        <p:xfrm>
          <a:off x="663717" y="640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23749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BujurSangkar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101600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sisi: real</a:t>
                      </a:r>
                      <a:endParaRPr/>
                    </a:p>
                    <a:p>
                      <a:pPr indent="-101600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warna: String</a:t>
                      </a:r>
                      <a:endParaRPr/>
                    </a:p>
                    <a:p>
                      <a:pPr indent="-101600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border: String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getSisi():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setSisi(s: real)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getWarna(): String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setWarna(w: String)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getBorder(): String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setBorder(b: String)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getLuas():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getKeliling(): real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472" name="Google Shape;472;p6"/>
          <p:cNvGraphicFramePr/>
          <p:nvPr/>
        </p:nvGraphicFramePr>
        <p:xfrm>
          <a:off x="3340746" y="640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23749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PersegiPanjang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101600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panjang: real</a:t>
                      </a:r>
                      <a:endParaRPr/>
                    </a:p>
                    <a:p>
                      <a:pPr indent="-101600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lebar: real</a:t>
                      </a:r>
                      <a:endParaRPr/>
                    </a:p>
                    <a:p>
                      <a:pPr indent="-101600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warna: String</a:t>
                      </a:r>
                      <a:endParaRPr/>
                    </a:p>
                    <a:p>
                      <a:pPr indent="-101600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border: String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getPanjang():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setPanjang(p: real)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getLebar():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setLebar(l: real)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getWarna(): String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setWarna(w: String)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getBorder(): String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setBorder(b: String)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getLuas():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getKeliling(): real 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473" name="Google Shape;473;p6"/>
          <p:cNvGraphicFramePr/>
          <p:nvPr/>
        </p:nvGraphicFramePr>
        <p:xfrm>
          <a:off x="6017775" y="6144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23749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Lingkaran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101600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radius: real</a:t>
                      </a:r>
                      <a:endParaRPr/>
                    </a:p>
                    <a:p>
                      <a:pPr indent="-101600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warna: String</a:t>
                      </a:r>
                      <a:endParaRPr/>
                    </a:p>
                    <a:p>
                      <a:pPr indent="-101600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border: String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getRadius():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setRadius(s: real)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getWarna(): String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setWarna(w: String)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getBorder(): String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setBorder(b: String)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getLuas():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getKeliling(): real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7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479" name="Google Shape;479;p7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1" name="Google Shape;481;p7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482" name="Google Shape;482;p7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7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84" name="Google Shape;484;p7"/>
          <p:cNvGraphicFramePr/>
          <p:nvPr/>
        </p:nvGraphicFramePr>
        <p:xfrm>
          <a:off x="1587765" y="2758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187487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BujurSangkar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sisi: real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getSisi():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setSisi(s: real)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getLuas():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getKeliling(): real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485" name="Google Shape;485;p7"/>
          <p:cNvGraphicFramePr/>
          <p:nvPr/>
        </p:nvGraphicFramePr>
        <p:xfrm>
          <a:off x="3575538" y="2758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19577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PersegiPanjang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panjang: real</a:t>
                      </a:r>
                      <a:endParaRPr/>
                    </a:p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lebar: real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getPanjang()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setPanjang(p: real)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getLebar()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setLebar(l: real)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getLuas():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getKeliling(): real 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486" name="Google Shape;486;p7"/>
          <p:cNvGraphicFramePr/>
          <p:nvPr/>
        </p:nvGraphicFramePr>
        <p:xfrm>
          <a:off x="5646187" y="2758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19577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Lingkaran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radius: real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getRadius():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setRadius(s: real)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getLuas():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getKeliling(): real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487" name="Google Shape;487;p7"/>
          <p:cNvGraphicFramePr/>
          <p:nvPr/>
        </p:nvGraphicFramePr>
        <p:xfrm>
          <a:off x="2579078" y="352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36693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BangunDatar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warna: string</a:t>
                      </a:r>
                      <a:endParaRPr/>
                    </a:p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border: string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getWarna(): string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setWarna(w: string)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getBorder(): string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setBorder(b: string)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cxnSp>
        <p:nvCxnSpPr>
          <p:cNvPr id="488" name="Google Shape;488;p7"/>
          <p:cNvCxnSpPr/>
          <p:nvPr/>
        </p:nvCxnSpPr>
        <p:spPr>
          <a:xfrm flipH="1" rot="10800000">
            <a:off x="2579078" y="2051660"/>
            <a:ext cx="703384" cy="706652"/>
          </a:xfrm>
          <a:prstGeom prst="straightConnector1">
            <a:avLst/>
          </a:prstGeom>
          <a:noFill/>
          <a:ln cap="flat" cmpd="sng" w="9525">
            <a:solidFill>
              <a:srgbClr val="36363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7"/>
          <p:cNvCxnSpPr/>
          <p:nvPr/>
        </p:nvCxnSpPr>
        <p:spPr>
          <a:xfrm rot="10800000">
            <a:off x="4448908" y="2051660"/>
            <a:ext cx="0" cy="706652"/>
          </a:xfrm>
          <a:prstGeom prst="straightConnector1">
            <a:avLst/>
          </a:prstGeom>
          <a:noFill/>
          <a:ln cap="flat" cmpd="sng" w="9525">
            <a:solidFill>
              <a:srgbClr val="36363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7"/>
          <p:cNvCxnSpPr/>
          <p:nvPr/>
        </p:nvCxnSpPr>
        <p:spPr>
          <a:xfrm>
            <a:off x="5646187" y="2051660"/>
            <a:ext cx="520151" cy="706652"/>
          </a:xfrm>
          <a:prstGeom prst="straightConnector1">
            <a:avLst/>
          </a:prstGeom>
          <a:noFill/>
          <a:ln cap="flat" cmpd="sng" w="9525">
            <a:solidFill>
              <a:srgbClr val="363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7"/>
          <p:cNvSpPr/>
          <p:nvPr/>
        </p:nvSpPr>
        <p:spPr>
          <a:xfrm rot="2935215">
            <a:off x="3154421" y="2039937"/>
            <a:ext cx="152400" cy="187448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"/>
          <p:cNvSpPr/>
          <p:nvPr/>
        </p:nvSpPr>
        <p:spPr>
          <a:xfrm>
            <a:off x="4366118" y="2051660"/>
            <a:ext cx="182436" cy="201028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7"/>
          <p:cNvSpPr/>
          <p:nvPr/>
        </p:nvSpPr>
        <p:spPr>
          <a:xfrm rot="-2028864">
            <a:off x="5627076" y="2039937"/>
            <a:ext cx="177371" cy="201028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Contoh</a:t>
            </a:r>
            <a:endParaRPr/>
          </a:p>
        </p:txBody>
      </p:sp>
      <p:sp>
        <p:nvSpPr>
          <p:cNvPr id="499" name="Google Shape;499;p8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Setiap turunan dari BangunDatar memiliki method getLuas() dan getKeliling().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Bagaimana jika method tersebut diletakkan di parent class BangunDatar?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Metode getLuas() dan getKeliling() belum dapat diimplementasikan pada class BangunDatar karena implementasinya bergantung pada jenis atau turunan class tersebut.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Metode getLuas() dan getKeliling() didefinisikan sebagai metode abstrak.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Dengan demikian, Class BangunDatar menjadi kelas abstrak.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00" name="Google Shape;500;p8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01" name="Google Shape;501;p8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" name="Google Shape;503;p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04" name="Google Shape;504;p8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9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11" name="Google Shape;511;p9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" name="Google Shape;513;p9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14" name="Google Shape;514;p9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516" name="Google Shape;516;p9"/>
          <p:cNvGraphicFramePr/>
          <p:nvPr/>
        </p:nvGraphicFramePr>
        <p:xfrm>
          <a:off x="1527896" y="3298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187487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BujurSangkar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sisi: real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getSisi():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setSisi(s: real)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517" name="Google Shape;517;p9"/>
          <p:cNvGraphicFramePr/>
          <p:nvPr/>
        </p:nvGraphicFramePr>
        <p:xfrm>
          <a:off x="3571199" y="32726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19577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PersegiPanjang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panjang: real</a:t>
                      </a:r>
                      <a:endParaRPr/>
                    </a:p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lebar: real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getPanjang()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setPanjang(p: real)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getLebar()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setLebar(l: real)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518" name="Google Shape;518;p9"/>
          <p:cNvGraphicFramePr/>
          <p:nvPr/>
        </p:nvGraphicFramePr>
        <p:xfrm>
          <a:off x="5636860" y="32706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19577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Lingkaran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radius: real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getRadius():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setRadius(s: real)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cxnSp>
        <p:nvCxnSpPr>
          <p:cNvPr id="519" name="Google Shape;519;p9"/>
          <p:cNvCxnSpPr>
            <a:endCxn id="520" idx="0"/>
          </p:cNvCxnSpPr>
          <p:nvPr/>
        </p:nvCxnSpPr>
        <p:spPr>
          <a:xfrm rot="10800000">
            <a:off x="4481428" y="2701654"/>
            <a:ext cx="0" cy="554400"/>
          </a:xfrm>
          <a:prstGeom prst="straightConnector1">
            <a:avLst/>
          </a:prstGeom>
          <a:noFill/>
          <a:ln cap="flat" cmpd="sng" w="9525">
            <a:solidFill>
              <a:srgbClr val="36363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21" name="Google Shape;521;p9"/>
          <p:cNvGraphicFramePr/>
          <p:nvPr/>
        </p:nvGraphicFramePr>
        <p:xfrm>
          <a:off x="2579078" y="164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{698E5B2C-5771-48E4-884A-42B38B39886A}</a:tableStyleId>
              </a:tblPr>
              <a:tblGrid>
                <a:gridCol w="36693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BangunDatar</a:t>
                      </a:r>
                      <a:endParaRPr i="1"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warna: string</a:t>
                      </a:r>
                      <a:endParaRPr/>
                    </a:p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border: string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575" marL="68575"/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# BangunDatar()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# BangunDatar(warna: string, border: string)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getWarna(): string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setWarna(w: string)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getBorder(): string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setBorder(b: string)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</a:t>
                      </a:r>
                      <a:r>
                        <a:rPr i="1"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getLuas():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+ </a:t>
                      </a:r>
                      <a:r>
                        <a:rPr i="1" lang="en-US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getKeliling(): real</a:t>
                      </a:r>
                      <a:endParaRPr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cxnSp>
        <p:nvCxnSpPr>
          <p:cNvPr id="522" name="Google Shape;522;p9"/>
          <p:cNvCxnSpPr/>
          <p:nvPr/>
        </p:nvCxnSpPr>
        <p:spPr>
          <a:xfrm flipH="1" rot="10800000">
            <a:off x="2465335" y="2717672"/>
            <a:ext cx="766500" cy="580500"/>
          </a:xfrm>
          <a:prstGeom prst="straightConnector1">
            <a:avLst/>
          </a:prstGeom>
          <a:noFill/>
          <a:ln cap="flat" cmpd="sng" w="9525">
            <a:solidFill>
              <a:srgbClr val="36363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p9"/>
          <p:cNvCxnSpPr/>
          <p:nvPr/>
        </p:nvCxnSpPr>
        <p:spPr>
          <a:xfrm>
            <a:off x="5863627" y="2717532"/>
            <a:ext cx="520151" cy="553142"/>
          </a:xfrm>
          <a:prstGeom prst="straightConnector1">
            <a:avLst/>
          </a:prstGeom>
          <a:noFill/>
          <a:ln cap="flat" cmpd="sng" w="9525">
            <a:solidFill>
              <a:srgbClr val="363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9"/>
          <p:cNvSpPr/>
          <p:nvPr/>
        </p:nvSpPr>
        <p:spPr>
          <a:xfrm rot="2935215">
            <a:off x="3083855" y="2694603"/>
            <a:ext cx="152400" cy="187448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4390210" y="2701654"/>
            <a:ext cx="182436" cy="201028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9"/>
          <p:cNvSpPr/>
          <p:nvPr/>
        </p:nvSpPr>
        <p:spPr>
          <a:xfrm rot="-2028864">
            <a:off x="5801103" y="2701653"/>
            <a:ext cx="177371" cy="201028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0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Abstract Class</a:t>
            </a:r>
            <a:endParaRPr/>
          </a:p>
        </p:txBody>
      </p:sp>
      <p:sp>
        <p:nvSpPr>
          <p:cNvPr id="531" name="Google Shape;531;p10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 class yang berisi metode abstrak harus didefinisikan sebagai kelas abstrak.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Kelas non-abstrak tidak dapat memuat metode abstrak.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Subsclass dari abstract superclass harus mengimplementasikan semua metode abstrak yang ada di superclass.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Jika tidak semua metode abstrak diimplementasikan, maka sublcass tersebut juga harus didefinisikan sebagai kelas abstrak.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Metode abstrak harus non-static.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 kelas abstrak mungkin saja tidak memiliki metode abstrak 🡪 digunakan sebagai base class, tetap tidak dapat diinstantiasi.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32" name="Google Shape;532;p10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33" name="Google Shape;533;p10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" name="Google Shape;535;p10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36" name="Google Shape;536;p10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Abstract Class</a:t>
            </a:r>
            <a:endParaRPr/>
          </a:p>
        </p:txBody>
      </p:sp>
      <p:sp>
        <p:nvSpPr>
          <p:cNvPr id="543" name="Google Shape;543;p11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Kelas abstrak tidak dapat diinstantiasi menggunakan keyword new.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Konstruktor dari kelas abstrak tetap dapat didefinisikan.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Konstruktor dari kelas abstrak harus didefinisikan sebagai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protected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karena hanya dapat digunakan oleh subclass.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Saat melakukan instantiasi dari concrete subclass, konstruktor dari superclass akan di-invoke untuk inisialisasi atribut yang telah didefinisikan di superclass.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44" name="Google Shape;544;p11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45" name="Google Shape;545;p11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" name="Google Shape;547;p11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48" name="Google Shape;548;p11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2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Abstract Class</a:t>
            </a:r>
            <a:endParaRPr/>
          </a:p>
        </p:txBody>
      </p:sp>
      <p:sp>
        <p:nvSpPr>
          <p:cNvPr id="555" name="Google Shape;555;p12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Subclass dapat berupa kelas abstrak, meskipun superclass-nya adalah kelas konkret.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Contoh: class Object adalah konkret, turunannya misalkan class BangunDatar adalah asbtrak.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Kelas abstrak tidak dapat diinstantiasi, tetapi dapat digunakan sebagai tipe data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type)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Contoh:</a:t>
            </a:r>
            <a:endParaRPr/>
          </a:p>
          <a:p>
            <a:pPr indent="0" lvl="0" marL="4460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BangunDatar o1 = new BangunDatar();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//salah!!!</a:t>
            </a:r>
            <a:endParaRPr/>
          </a:p>
          <a:p>
            <a:pPr indent="0" lvl="0" marL="4460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BangunDatar o1 = new Lingkaran(); </a:t>
            </a:r>
            <a:r>
              <a:rPr b="0" i="0" lang="en-US" sz="1800" u="none" cap="none" strike="noStrik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//benar</a:t>
            </a:r>
            <a:endParaRPr b="0" i="0" sz="1800" u="none" cap="none" strike="noStrike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460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BangunDatar o2 = new BujurSangkar(); </a:t>
            </a:r>
            <a:r>
              <a:rPr b="0" i="0" lang="en-US" sz="1800" u="none" cap="none" strike="noStrik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//benar</a:t>
            </a:r>
            <a:endParaRPr b="0" i="0" sz="1800" u="none" cap="none" strike="noStrike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56" name="Google Shape;556;p12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57" name="Google Shape;557;p1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9" name="Google Shape;559;p12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60" name="Google Shape;560;p1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3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Abstract Class</a:t>
            </a:r>
            <a:endParaRPr/>
          </a:p>
        </p:txBody>
      </p:sp>
      <p:grpSp>
        <p:nvGrpSpPr>
          <p:cNvPr id="567" name="Google Shape;567;p13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68" name="Google Shape;568;p13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0" name="Google Shape;570;p13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71" name="Google Shape;571;p13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573" name="Google Shape;573;p13"/>
          <p:cNvGraphicFramePr/>
          <p:nvPr/>
        </p:nvGraphicFramePr>
        <p:xfrm>
          <a:off x="348879" y="141107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{698E5B2C-5771-48E4-884A-42B38B39886A}</a:tableStyleId>
              </a:tblPr>
              <a:tblGrid>
                <a:gridCol w="4409525"/>
                <a:gridCol w="4146250"/>
              </a:tblGrid>
              <a:tr h="15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Notasi Algoritma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68575" marL="6857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Program Java</a:t>
                      </a:r>
                      <a:endParaRPr b="1"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68575" marL="68575">
                    <a:solidFill>
                      <a:schemeClr val="accent3"/>
                    </a:solidFill>
                  </a:tcPr>
                </a:tc>
              </a:tr>
              <a:tr h="213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abstract</a:t>
                      </a: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BangunDatar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{atribut}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warna: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protected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border: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protected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{method}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abstract</a:t>
                      </a: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getLuas() 🡪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real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abstract</a:t>
                      </a: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getKeliling() 🡪 </a:t>
                      </a:r>
                      <a:r>
                        <a:rPr lang="en-US" sz="12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real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{end class BangunDatar}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abstract class BangunDatar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{atribut}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protected String warna;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protected String border;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{method}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public abstract double getLuas();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public abstract double getKeliling();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//end class BangunDatar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14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79" name="Google Shape;579;p14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4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1" name="Google Shape;581;p14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82" name="Google Shape;582;p14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4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4" name="Google Shape;584;p14"/>
          <p:cNvSpPr txBox="1"/>
          <p:nvPr/>
        </p:nvSpPr>
        <p:spPr>
          <a:xfrm>
            <a:off x="726831" y="283190"/>
            <a:ext cx="7050516" cy="498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public abstract class BangunDatar2 </a:t>
            </a: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//atribut</a:t>
            </a:r>
            <a:endParaRPr b="0" i="0" sz="1200" u="none" cap="none" strike="noStrik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String warna;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String border;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//constructor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protected BangunDatar2(){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protected BangunDatar2(String w, String b){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warna = w;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border = 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//method lainnya…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public void printInfo(){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System.out.println("Luas : " + getLuas());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System.out.println("Keliling : " + getKeliling());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//abstract method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public abstract double getLuas();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abstract double getKeliling();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15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590" name="Google Shape;590;p15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5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2" name="Google Shape;592;p15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593" name="Google Shape;593;p15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5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5" name="Google Shape;595;p15"/>
          <p:cNvSpPr txBox="1"/>
          <p:nvPr/>
        </p:nvSpPr>
        <p:spPr>
          <a:xfrm>
            <a:off x="787941" y="446605"/>
            <a:ext cx="7050516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BujurSangkar extends BangunDatar2 </a:t>
            </a: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//atribut</a:t>
            </a:r>
            <a:endParaRPr b="0" i="0" sz="1200" u="none" cap="none" strike="noStrik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double sisi;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//constructor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BujurSangkar(){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BujurSangkar(double s){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sisi = 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//method lainnya 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double getLuas(){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sisi*sisi;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double getKeliling(){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4*sisi;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" name="Google Shape;600;p16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601" name="Google Shape;601;p16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3" name="Google Shape;603;p16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04" name="Google Shape;604;p16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6" name="Google Shape;606;p16"/>
          <p:cNvSpPr txBox="1"/>
          <p:nvPr/>
        </p:nvSpPr>
        <p:spPr>
          <a:xfrm>
            <a:off x="726831" y="283190"/>
            <a:ext cx="7050516" cy="212365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MBujurSangkar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main(String[] args){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BangunDatar2 Kotak1 = new BujurSangkar(10);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BangunDatar2 Lingkaran1 = new Lingkaran(14);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Kotak1.printInfo();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Lingkaran1.printInfo();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607" name="Google Shape;607;p16"/>
          <p:cNvSpPr txBox="1"/>
          <p:nvPr/>
        </p:nvSpPr>
        <p:spPr>
          <a:xfrm>
            <a:off x="3206496" y="2748083"/>
            <a:ext cx="5698146" cy="175432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public abstract class BangunDatar2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//…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printInfo(){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System.out.println("Luas : " + getLuas());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System.out.println("Keliling : " + getKeliling());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   //…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cxnSp>
        <p:nvCxnSpPr>
          <p:cNvPr id="608" name="Google Shape;608;p16"/>
          <p:cNvCxnSpPr/>
          <p:nvPr/>
        </p:nvCxnSpPr>
        <p:spPr>
          <a:xfrm flipH="1" rot="-5400000">
            <a:off x="2548110" y="2304306"/>
            <a:ext cx="1219200" cy="707100"/>
          </a:xfrm>
          <a:prstGeom prst="curvedConnector3">
            <a:avLst>
              <a:gd fmla="val 101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7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Review Questions (True/False)</a:t>
            </a:r>
            <a:endParaRPr/>
          </a:p>
        </p:txBody>
      </p:sp>
      <p:sp>
        <p:nvSpPr>
          <p:cNvPr id="614" name="Google Shape;614;p17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abstract class can be used just like a nonabstract class except that you cannot use the new operator to create an instance from the abstract class.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abstract class can be extended.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subclass of a nonabstract superclass cannot be abstract.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subclass cannot override a concrete method in a superclass to define it as abstract.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abstract method must be non-static.</a:t>
            </a:r>
            <a:endParaRPr/>
          </a:p>
          <a:p>
            <a:pPr indent="-228600" lvl="0" marL="7889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15" name="Google Shape;615;p17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616" name="Google Shape;616;p17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8" name="Google Shape;618;p17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19" name="Google Shape;619;p17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"/>
          <p:cNvSpPr txBox="1"/>
          <p:nvPr/>
        </p:nvSpPr>
        <p:spPr>
          <a:xfrm>
            <a:off x="720000" y="375123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Bagaimana output dari program berikut?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26" name="Google Shape;626;p18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627" name="Google Shape;627;p18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9" name="Google Shape;629;p1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30" name="Google Shape;630;p18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2" name="Google Shape;6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049" y="928337"/>
            <a:ext cx="5534025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637;p19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638" name="Google Shape;638;p19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9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0" name="Google Shape;640;p19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41" name="Google Shape;641;p19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9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43" name="Google Shape;6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67" y="391965"/>
            <a:ext cx="6541348" cy="71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167" y="1217001"/>
            <a:ext cx="5526929" cy="353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0"/>
          <p:cNvSpPr txBox="1"/>
          <p:nvPr>
            <p:ph type="title"/>
          </p:nvPr>
        </p:nvSpPr>
        <p:spPr>
          <a:xfrm>
            <a:off x="725088" y="2636965"/>
            <a:ext cx="461992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400"/>
              <a:t>Interface</a:t>
            </a:r>
            <a:endParaRPr sz="4400"/>
          </a:p>
        </p:txBody>
      </p:sp>
      <p:sp>
        <p:nvSpPr>
          <p:cNvPr id="650" name="Google Shape;650;p20"/>
          <p:cNvSpPr txBox="1"/>
          <p:nvPr>
            <p:ph idx="2" type="title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800"/>
              <a:t>02</a:t>
            </a:r>
            <a:endParaRPr sz="4800"/>
          </a:p>
        </p:txBody>
      </p:sp>
      <p:sp>
        <p:nvSpPr>
          <p:cNvPr id="651" name="Google Shape;651;p20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2" name="Google Shape;652;p20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653" name="Google Shape;653;p20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0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20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6" name="Google Shape;656;p20"/>
          <p:cNvGrpSpPr/>
          <p:nvPr/>
        </p:nvGrpSpPr>
        <p:grpSpPr>
          <a:xfrm>
            <a:off x="5293908" y="1087072"/>
            <a:ext cx="3381870" cy="3516742"/>
            <a:chOff x="5222815" y="1012953"/>
            <a:chExt cx="3453354" cy="3591077"/>
          </a:xfrm>
        </p:grpSpPr>
        <p:sp>
          <p:nvSpPr>
            <p:cNvPr id="657" name="Google Shape;657;p20"/>
            <p:cNvSpPr/>
            <p:nvPr/>
          </p:nvSpPr>
          <p:spPr>
            <a:xfrm>
              <a:off x="5222815" y="1012953"/>
              <a:ext cx="3453354" cy="3346964"/>
            </a:xfrm>
            <a:custGeom>
              <a:rect b="b" l="l" r="r" t="t"/>
              <a:pathLst>
                <a:path extrusionOk="0" h="33626" w="34694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8" name="Google Shape;658;p20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659" name="Google Shape;659;p20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rect b="b" l="l" r="r" t="t"/>
                <a:pathLst>
                  <a:path extrusionOk="0" h="3863" w="3807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20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rect b="b" l="l" r="r" t="t"/>
                <a:pathLst>
                  <a:path extrusionOk="0" h="2328" w="2448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1" name="Google Shape;661;p20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662" name="Google Shape;662;p20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rect b="b" l="l" r="r" t="t"/>
                <a:pathLst>
                  <a:path extrusionOk="0" h="4713" w="4635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20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rect b="b" l="l" r="r" t="t"/>
                <a:pathLst>
                  <a:path extrusionOk="0" h="2831" w="2979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4" name="Google Shape;664;p20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665" name="Google Shape;665;p20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rect b="b" l="l" r="r" t="t"/>
                <a:pathLst>
                  <a:path extrusionOk="0" h="5307" w="525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20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rect b="b" l="l" r="r" t="t"/>
                <a:pathLst>
                  <a:path extrusionOk="0" h="4113" w="4458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20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rect b="b" l="l" r="r" t="t"/>
                <a:pathLst>
                  <a:path extrusionOk="0" h="3333" w="3595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8" name="Google Shape;668;p20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669" name="Google Shape;669;p20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rect b="b" l="l" r="r" t="t"/>
                <a:pathLst>
                  <a:path extrusionOk="0" h="9933" w="15063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20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rect b="b" l="l" r="r" t="t"/>
                <a:pathLst>
                  <a:path extrusionOk="0" h="242" w="3418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20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rect b="b" l="l" r="r" t="t"/>
                <a:pathLst>
                  <a:path extrusionOk="0" h="242" w="138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20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rect b="b" l="l" r="r" t="t"/>
                <a:pathLst>
                  <a:path extrusionOk="0" h="242" w="885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20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rect b="b" l="l" r="r" t="t"/>
                <a:pathLst>
                  <a:path extrusionOk="0" h="242" w="355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20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rect b="b" l="l" r="r" t="t"/>
                <a:pathLst>
                  <a:path extrusionOk="0" h="242" w="3652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20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rect b="b" l="l" r="r" t="t"/>
                <a:pathLst>
                  <a:path extrusionOk="0" h="270" w="3892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20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rect b="b" l="l" r="r" t="t"/>
                <a:pathLst>
                  <a:path extrusionOk="0" h="263" w="418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20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rect b="b" l="l" r="r" t="t"/>
                <a:pathLst>
                  <a:path extrusionOk="0" h="263" w="1946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20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rect b="b" l="l" r="r" t="t"/>
                <a:pathLst>
                  <a:path extrusionOk="0" h="263" w="1147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20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rect b="b" l="l" r="r" t="t"/>
                <a:pathLst>
                  <a:path extrusionOk="0" h="263" w="1593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20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rect b="b" l="l" r="r" t="t"/>
                <a:pathLst>
                  <a:path extrusionOk="0" h="263" w="138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20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rect b="b" l="l" r="r" t="t"/>
                <a:pathLst>
                  <a:path extrusionOk="0" h="263" w="885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20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rect b="b" l="l" r="r" t="t"/>
                <a:pathLst>
                  <a:path extrusionOk="0" h="263" w="355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20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rect b="b" l="l" r="r" t="t"/>
                <a:pathLst>
                  <a:path extrusionOk="0" h="263" w="3652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0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rect b="b" l="l" r="r" t="t"/>
                <a:pathLst>
                  <a:path extrusionOk="0" h="263" w="2244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20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rect b="b" l="l" r="r" t="t"/>
                <a:pathLst>
                  <a:path extrusionOk="0" h="263" w="3213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20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rect b="b" l="l" r="r" t="t"/>
                <a:pathLst>
                  <a:path extrusionOk="0" h="263" w="354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20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rect b="b" l="l" r="r" t="t"/>
                <a:pathLst>
                  <a:path extrusionOk="0" h="263" w="271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20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rect b="b" l="l" r="r" t="t"/>
                <a:pathLst>
                  <a:path extrusionOk="0" h="291" w="794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20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rect b="b" l="l" r="r" t="t"/>
                <a:pathLst>
                  <a:path extrusionOk="0" h="475" w="29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20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rect b="b" l="l" r="r" t="t"/>
                <a:pathLst>
                  <a:path extrusionOk="0" h="970" w="29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1" name="Google Shape;691;p20"/>
            <p:cNvSpPr/>
            <p:nvPr/>
          </p:nvSpPr>
          <p:spPr>
            <a:xfrm>
              <a:off x="5912220" y="3661765"/>
              <a:ext cx="710598" cy="111380"/>
            </a:xfrm>
            <a:custGeom>
              <a:rect b="b" l="l" r="r" t="t"/>
              <a:pathLst>
                <a:path extrusionOk="0" h="1119" w="7139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5912220" y="3717405"/>
              <a:ext cx="710598" cy="422526"/>
            </a:xfrm>
            <a:custGeom>
              <a:rect b="b" l="l" r="r" t="t"/>
              <a:pathLst>
                <a:path extrusionOk="0" h="4245" w="7139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056551" y="3773045"/>
              <a:ext cx="413479" cy="12044"/>
            </a:xfrm>
            <a:custGeom>
              <a:rect b="b" l="l" r="r" t="t"/>
              <a:pathLst>
                <a:path extrusionOk="0" h="121" w="4154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056551" y="3834956"/>
              <a:ext cx="413479" cy="11347"/>
            </a:xfrm>
            <a:custGeom>
              <a:rect b="b" l="l" r="r" t="t"/>
              <a:pathLst>
                <a:path extrusionOk="0" h="114" w="4154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056551" y="3893384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056551" y="3951811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5971346" y="3748560"/>
              <a:ext cx="52954" cy="62608"/>
            </a:xfrm>
            <a:custGeom>
              <a:rect b="b" l="l" r="r" t="t"/>
              <a:pathLst>
                <a:path extrusionOk="0" h="629" w="532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" name="Google Shape;698;p20"/>
            <p:cNvGrpSpPr/>
            <p:nvPr/>
          </p:nvGrpSpPr>
          <p:grpSpPr>
            <a:xfrm>
              <a:off x="6352280" y="2402410"/>
              <a:ext cx="2259829" cy="2201620"/>
              <a:chOff x="5193782" y="4186768"/>
              <a:chExt cx="788991" cy="768695"/>
            </a:xfrm>
          </p:grpSpPr>
          <p:sp>
            <p:nvSpPr>
              <p:cNvPr id="699" name="Google Shape;699;p20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rect b="b" l="l" r="r" t="t"/>
                <a:pathLst>
                  <a:path extrusionOk="0" h="3258" w="4514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20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rect b="b" l="l" r="r" t="t"/>
                <a:pathLst>
                  <a:path extrusionOk="0" h="2067" w="3333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20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rect b="b" l="l" r="r" t="t"/>
                <a:pathLst>
                  <a:path extrusionOk="0" h="2060" w="3361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20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rect b="b" l="l" r="r" t="t"/>
                <a:pathLst>
                  <a:path extrusionOk="0" h="1807" w="1918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20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rect b="b" l="l" r="r" t="t"/>
                <a:pathLst>
                  <a:path extrusionOk="0" h="1006" w="109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20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rect b="b" l="l" r="r" t="t"/>
                <a:pathLst>
                  <a:path extrusionOk="0" h="6995" w="9587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20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rect b="b" l="l" r="r" t="t"/>
                <a:pathLst>
                  <a:path extrusionOk="0" h="58" w="16123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20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rect b="b" l="l" r="r" t="t"/>
                <a:pathLst>
                  <a:path extrusionOk="0" h="57" w="18012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20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rect b="b" l="l" r="r" t="t"/>
                <a:pathLst>
                  <a:path extrusionOk="0" h="58" w="68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20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rect b="b" l="l" r="r" t="t"/>
                <a:pathLst>
                  <a:path extrusionOk="0" h="6859" w="5017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20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rect b="b" l="l" r="r" t="t"/>
                <a:pathLst>
                  <a:path extrusionOk="0" h="9587" w="9841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20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rect b="b" l="l" r="r" t="t"/>
                <a:pathLst>
                  <a:path extrusionOk="0" h="326" w="1769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20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rect b="b" l="l" r="r" t="t"/>
                <a:pathLst>
                  <a:path extrusionOk="0" h="412" w="2123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20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rect b="b" l="l" r="r" t="t"/>
                <a:pathLst>
                  <a:path extrusionOk="0" h="3128" w="206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20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rect b="b" l="l" r="r" t="t"/>
                <a:pathLst>
                  <a:path extrusionOk="0" h="2607" w="525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20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rect b="b" l="l" r="r" t="t"/>
                <a:pathLst>
                  <a:path extrusionOk="0" h="7274" w="17927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20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rect b="b" l="l" r="r" t="t"/>
                <a:pathLst>
                  <a:path extrusionOk="0" h="2364" w="4981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20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rect b="b" l="l" r="r" t="t"/>
                <a:pathLst>
                  <a:path extrusionOk="0" h="3727" w="4097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20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rect b="b" l="l" r="r" t="t"/>
                <a:pathLst>
                  <a:path extrusionOk="0" h="7317" w="6983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20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rect b="b" l="l" r="r" t="t"/>
                <a:pathLst>
                  <a:path extrusionOk="0" h="3594" w="3983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20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rect b="b" l="l" r="r" t="t"/>
                <a:pathLst>
                  <a:path extrusionOk="0" h="4374" w="6601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20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rect b="b" l="l" r="r" t="t"/>
                <a:pathLst>
                  <a:path extrusionOk="0" h="370" w="652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20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rect b="b" l="l" r="r" t="t"/>
                <a:pathLst>
                  <a:path extrusionOk="0" h="956" w="1018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20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rect b="b" l="l" r="r" t="t"/>
                <a:pathLst>
                  <a:path extrusionOk="0" h="288" w="411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20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rect b="b" l="l" r="r" t="t"/>
                <a:pathLst>
                  <a:path extrusionOk="0" h="3955" w="3071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20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rect b="b" l="l" r="r" t="t"/>
                <a:pathLst>
                  <a:path extrusionOk="0" h="354" w="716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20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rect b="b" l="l" r="r" t="t"/>
                <a:pathLst>
                  <a:path extrusionOk="0" h="3242" w="7253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20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rect b="b" l="l" r="r" t="t"/>
                <a:pathLst>
                  <a:path extrusionOk="0" h="652" w="857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20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rect b="b" l="l" r="r" t="t"/>
                <a:pathLst>
                  <a:path extrusionOk="0" h="503" w="532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20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rect b="b" l="l" r="r" t="t"/>
                <a:pathLst>
                  <a:path extrusionOk="0" h="2366" w="2965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20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rect b="b" l="l" r="r" t="t"/>
                <a:pathLst>
                  <a:path extrusionOk="0" h="664" w="235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20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rect b="b" l="l" r="r" t="t"/>
                <a:pathLst>
                  <a:path extrusionOk="0" h="150" w="206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0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rect b="b" l="l" r="r" t="t"/>
                <a:pathLst>
                  <a:path extrusionOk="0" h="234" w="242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0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rect b="b" l="l" r="r" t="t"/>
                <a:pathLst>
                  <a:path extrusionOk="0" h="994" w="109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0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rect b="b" l="l" r="r" t="t"/>
                <a:pathLst>
                  <a:path extrusionOk="0" h="904" w="1126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0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rect b="b" l="l" r="r" t="t"/>
                <a:pathLst>
                  <a:path extrusionOk="0" h="532" w="1062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0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rect b="b" l="l" r="r" t="t"/>
                <a:pathLst>
                  <a:path extrusionOk="0" h="1444" w="942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0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rect b="b" l="l" r="r" t="t"/>
                <a:pathLst>
                  <a:path extrusionOk="0" h="1452" w="829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0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rect b="b" l="l" r="r" t="t"/>
                <a:pathLst>
                  <a:path extrusionOk="0" h="737" w="439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0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rect b="b" l="l" r="r" t="t"/>
                <a:pathLst>
                  <a:path extrusionOk="0" h="213" w="263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0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rect b="b" l="l" r="r" t="t"/>
                <a:pathLst>
                  <a:path extrusionOk="0" h="177" w="178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0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rect b="b" l="l" r="r" t="t"/>
                <a:pathLst>
                  <a:path extrusionOk="0" h="247" w="588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0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rect b="b" l="l" r="r" t="t"/>
                <a:pathLst>
                  <a:path extrusionOk="0" h="708" w="298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20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rect b="b" l="l" r="r" t="t"/>
                <a:pathLst>
                  <a:path extrusionOk="0" h="263" w="114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20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rect b="b" l="l" r="r" t="t"/>
                <a:pathLst>
                  <a:path extrusionOk="0" h="651" w="86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0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rect b="b" l="l" r="r" t="t"/>
                <a:pathLst>
                  <a:path extrusionOk="0" h="1974" w="645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0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rect b="b" l="l" r="r" t="t"/>
                <a:pathLst>
                  <a:path extrusionOk="0" h="298" w="468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6" name="Google Shape;746;p20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747" name="Google Shape;747;p20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rect b="b" l="l" r="r" t="t"/>
                <a:pathLst>
                  <a:path extrusionOk="0" h="2718" w="977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0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rect b="b" l="l" r="r" t="t"/>
                <a:pathLst>
                  <a:path extrusionOk="0" h="2718" w="97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0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rect b="b" l="l" r="r" t="t"/>
                <a:pathLst>
                  <a:path extrusionOk="0" h="663" w="355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0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0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0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0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rect b="b" l="l" r="r" t="t"/>
                <a:pathLst>
                  <a:path extrusionOk="0" h="1331" w="1479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0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rect b="b" l="l" r="r" t="t"/>
                <a:pathLst>
                  <a:path extrusionOk="0" h="3361" w="651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0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rect b="b" l="l" r="r" t="t"/>
                <a:pathLst>
                  <a:path extrusionOk="0" h="942" w="2979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20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rect b="b" l="l" r="r" t="t"/>
                <a:pathLst>
                  <a:path extrusionOk="0" h="942" w="1387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20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rect b="b" l="l" r="r" t="t"/>
                <a:pathLst>
                  <a:path extrusionOk="0" h="121" w="218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20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rect b="b" l="l" r="r" t="t"/>
                <a:pathLst>
                  <a:path extrusionOk="0" h="942" w="121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0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rect b="b" l="l" r="r" t="t"/>
                <a:pathLst>
                  <a:path extrusionOk="0" h="793" w="1006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20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rect b="b" l="l" r="r" t="t"/>
                <a:pathLst>
                  <a:path extrusionOk="0" h="2746" w="977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rect b="b" l="l" r="r" t="t"/>
                <a:pathLst>
                  <a:path extrusionOk="0" h="2746" w="97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rect b="b" l="l" r="r" t="t"/>
                <a:pathLst>
                  <a:path extrusionOk="0" h="1360" w="1472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rect b="b" l="l" r="r" t="t"/>
                <a:pathLst>
                  <a:path extrusionOk="0" h="3362" w="681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rect b="b" l="l" r="r" t="t"/>
                <a:pathLst>
                  <a:path extrusionOk="0" h="3362" w="652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rect b="b" l="l" r="r" t="t"/>
                <a:pathLst>
                  <a:path extrusionOk="0" h="970" w="1444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rect b="b" l="l" r="r" t="t"/>
                <a:pathLst>
                  <a:path extrusionOk="0" h="970" w="1451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20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rect b="b" l="l" r="r" t="t"/>
                <a:pathLst>
                  <a:path extrusionOk="0" h="122" w="914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20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rect b="b" l="l" r="r" t="t"/>
                <a:pathLst>
                  <a:path extrusionOk="0" h="122" w="948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20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rect b="b" l="l" r="r" t="t"/>
                <a:pathLst>
                  <a:path extrusionOk="0" h="914" w="114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20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rect b="b" l="l" r="r" t="t"/>
                <a:pathLst>
                  <a:path extrusionOk="0" h="1360" w="148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20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rect b="b" l="l" r="r" t="t"/>
                <a:pathLst>
                  <a:path extrusionOk="0" h="914" w="122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20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20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rect b="b" l="l" r="r" t="t"/>
                <a:pathLst>
                  <a:path extrusionOk="0" h="1811" w="1445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rect b="b" l="l" r="r" t="t"/>
                <a:pathLst>
                  <a:path extrusionOk="0" h="121" w="1062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rect b="b" l="l" r="r" t="t"/>
                <a:pathLst>
                  <a:path extrusionOk="0" h="121" w="1063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rect b="b" l="l" r="r" t="t"/>
                <a:pathLst>
                  <a:path extrusionOk="0" h="1720" w="1239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rect b="b" l="l" r="r" t="t"/>
                <a:pathLst>
                  <a:path extrusionOk="0" h="1445" w="913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rect b="b" l="l" r="r" t="t"/>
                <a:pathLst>
                  <a:path extrusionOk="0" h="394" w="56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rect b="b" l="l" r="r" t="t"/>
                <a:pathLst>
                  <a:path extrusionOk="0" h="1062" w="189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0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rect b="b" l="l" r="r" t="t"/>
                <a:pathLst>
                  <a:path extrusionOk="0" h="121" w="1416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1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Interface</a:t>
            </a:r>
            <a:endParaRPr/>
          </a:p>
        </p:txBody>
      </p:sp>
      <p:sp>
        <p:nvSpPr>
          <p:cNvPr id="790" name="Google Shape;790;p21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Interface mirip dengan kelas abstrak 🡪 hanya berisi deklarasi metode, tanpa implementasi.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Interface berbeda dengan kelas abstrak 🡪 tidak ada atribut (hanya konstanta) dan konstruktor.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Mendefinisikan ‘kontrak’ yang menjelaskan bagaimana sebuah kelas yang mengimplementasinya bertingkah laku.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 yang mengimplentasi sebuah interface harus mengimplementasikan semua method yang ada di interface tersebut.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91" name="Google Shape;791;p21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792" name="Google Shape;792;p21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21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p21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795" name="Google Shape;795;p21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2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Interface</a:t>
            </a:r>
            <a:endParaRPr/>
          </a:p>
        </p:txBody>
      </p:sp>
      <p:sp>
        <p:nvSpPr>
          <p:cNvPr id="802" name="Google Shape;802;p22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Interface diperlakukan seperti special class di Java.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Setiap interface dikompilasi ke dalam file bytecode yang terpisah.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Interface tidak dapat diinstantiasi dengan keyword new.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Interface dapat digunakan sebagaimana kelas abstrak, contoh: dapat digunakan sebagai tipe data (data type).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Digunakan untuk mengatasi ketiadaan multiple inheritance.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Interface tidak harus diimplementasi oleh class yang berkaitan.</a:t>
            </a:r>
            <a:endParaRPr/>
          </a:p>
          <a:p>
            <a:pPr indent="-268288" lvl="0" marL="714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Contoh: interface Edible dapat diimplementasi oleh class Animal maupun Fruit.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03" name="Google Shape;803;p22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04" name="Google Shape;804;p2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6" name="Google Shape;806;p22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07" name="Google Shape;807;p2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3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Interface</a:t>
            </a:r>
            <a:endParaRPr/>
          </a:p>
        </p:txBody>
      </p:sp>
      <p:grpSp>
        <p:nvGrpSpPr>
          <p:cNvPr id="814" name="Google Shape;814;p23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15" name="Google Shape;815;p23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7" name="Google Shape;817;p23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18" name="Google Shape;818;p23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23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20" name="Google Shape;820;p23"/>
          <p:cNvGraphicFramePr/>
          <p:nvPr/>
        </p:nvGraphicFramePr>
        <p:xfrm>
          <a:off x="348879" y="113979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{698E5B2C-5771-48E4-884A-42B38B39886A}</a:tableStyleId>
              </a:tblPr>
              <a:tblGrid>
                <a:gridCol w="4016075"/>
                <a:gridCol w="4330450"/>
              </a:tblGrid>
              <a:tr h="18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Notasi Algoritma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68075" marL="6807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Program Java</a:t>
                      </a:r>
                      <a:endParaRPr b="1"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68075" marL="68075">
                    <a:solidFill>
                      <a:schemeClr val="accent3"/>
                    </a:solidFill>
                  </a:tcPr>
                </a:tc>
              </a:tr>
              <a:tr h="3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interface</a:t>
                      </a: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IResize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</a:t>
                      </a:r>
                      <a:r>
                        <a:rPr lang="en-US" sz="14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procedure</a:t>
                      </a: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abstract</a:t>
                      </a: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zoomIn()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</a:t>
                      </a:r>
                      <a:r>
                        <a:rPr lang="en-US" sz="14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procedure</a:t>
                      </a: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abstract</a:t>
                      </a: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zoomOut()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{end interface IResize}   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BujurSangkar </a:t>
                      </a:r>
                      <a:r>
                        <a:rPr lang="en-US" sz="14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realize</a:t>
                      </a: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IResize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procedure</a:t>
                      </a: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zoomIn()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sisi 🡨 sisi * 1.1 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sng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procedure</a:t>
                      </a: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zoomOut()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sisi 🡨 sisi * 0.9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{end class BujurSangkar}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68075" marL="680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interface IResize{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public abstract void zoomIn();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public abstract void zoomOut();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//end interface IResize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BujurSangkar implements IResize{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void zoomIn(){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sisi = sisi * 1.1 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void zoomOut(){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sisi = sisi * 0.9 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//end class BujurSangkar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68075" marL="6807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24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Interface</a:t>
            </a:r>
            <a:endParaRPr/>
          </a:p>
        </p:txBody>
      </p:sp>
      <p:sp>
        <p:nvSpPr>
          <p:cNvPr id="826" name="Google Shape;826;p24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Mendefinisikan interface di Java: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Contoh: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27" name="Google Shape;827;p24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28" name="Google Shape;828;p24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0" name="Google Shape;830;p24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31" name="Google Shape;831;p24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33" name="Google Shape;8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1764" y="1803575"/>
            <a:ext cx="4332580" cy="1080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7654" y="3432153"/>
            <a:ext cx="4457667" cy="1080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5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Interface</a:t>
            </a:r>
            <a:endParaRPr/>
          </a:p>
        </p:txBody>
      </p:sp>
      <p:sp>
        <p:nvSpPr>
          <p:cNvPr id="840" name="Google Shape;840;p25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field di dalam interface harus didefinisikan sebagai public static final 🡪 konstanta.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 di dalam interface harus didefinisikan sebagai public abstract.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41" name="Google Shape;841;p25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42" name="Google Shape;842;p25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5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4" name="Google Shape;844;p25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45" name="Google Shape;845;p25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5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47" name="Google Shape;8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747" y="2416279"/>
            <a:ext cx="7312506" cy="1405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6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Interface</a:t>
            </a:r>
            <a:endParaRPr/>
          </a:p>
        </p:txBody>
      </p:sp>
      <p:sp>
        <p:nvSpPr>
          <p:cNvPr id="853" name="Google Shape;853;p26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Interface dapat memiliki method static (sejak Java 8).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 static dalam interface berfungsi seperti method static dalam class.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 static dalam interface tidak bisa diwarisi oleh kelas yang mengimplementasikan interface tersebut.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 static dalam interface hanya bisa dipanggil menggunakan nama interface, bukan melalui objek yang mengimplementasikannya. 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54" name="Google Shape;854;p26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55" name="Google Shape;855;p26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7" name="Google Shape;857;p26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58" name="Google Shape;858;p26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6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7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Contoh</a:t>
            </a:r>
            <a:endParaRPr/>
          </a:p>
        </p:txBody>
      </p:sp>
      <p:grpSp>
        <p:nvGrpSpPr>
          <p:cNvPr id="865" name="Google Shape;865;p27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66" name="Google Shape;866;p27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8" name="Google Shape;868;p27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69" name="Google Shape;869;p27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71" name="Google Shape;87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672" y="1181107"/>
            <a:ext cx="7365205" cy="340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8"/>
          <p:cNvSpPr txBox="1"/>
          <p:nvPr>
            <p:ph type="title"/>
          </p:nvPr>
        </p:nvSpPr>
        <p:spPr>
          <a:xfrm>
            <a:off x="596776" y="1207025"/>
            <a:ext cx="3010503" cy="30250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Contoh: abstract class Animal &amp; turunannya</a:t>
            </a:r>
            <a:endParaRPr/>
          </a:p>
        </p:txBody>
      </p:sp>
      <p:grpSp>
        <p:nvGrpSpPr>
          <p:cNvPr id="877" name="Google Shape;877;p28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78" name="Google Shape;878;p28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8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0" name="Google Shape;880;p2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81" name="Google Shape;881;p28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8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3" name="Google Shape;8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2475" y="293365"/>
            <a:ext cx="4704749" cy="447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9"/>
          <p:cNvSpPr txBox="1"/>
          <p:nvPr>
            <p:ph type="title"/>
          </p:nvPr>
        </p:nvSpPr>
        <p:spPr>
          <a:xfrm>
            <a:off x="596776" y="370009"/>
            <a:ext cx="7773501" cy="30250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Contoh: </a:t>
            </a:r>
            <a:br>
              <a:rPr lang="en-US"/>
            </a:br>
            <a:r>
              <a:rPr lang="en-US"/>
              <a:t>abstract class Fruit &amp; turunannya</a:t>
            </a:r>
            <a:endParaRPr/>
          </a:p>
        </p:txBody>
      </p:sp>
      <p:grpSp>
        <p:nvGrpSpPr>
          <p:cNvPr id="889" name="Google Shape;889;p29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890" name="Google Shape;890;p29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9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p29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893" name="Google Shape;893;p29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9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95" name="Google Shape;89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8337" y="1401641"/>
            <a:ext cx="5267325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0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Contoh: Main Program</a:t>
            </a:r>
            <a:endParaRPr/>
          </a:p>
        </p:txBody>
      </p:sp>
      <p:grpSp>
        <p:nvGrpSpPr>
          <p:cNvPr id="901" name="Google Shape;901;p30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902" name="Google Shape;902;p30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4" name="Google Shape;904;p30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905" name="Google Shape;905;p30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7" name="Google Shape;9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374" y="1495111"/>
            <a:ext cx="6276975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1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Interface</a:t>
            </a:r>
            <a:endParaRPr/>
          </a:p>
        </p:txBody>
      </p:sp>
      <p:sp>
        <p:nvSpPr>
          <p:cNvPr id="913" name="Google Shape;913;p31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 class hanya dapat mewarisi satu base class, tetapi dapat mengimplementasi banyak interface.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 interface dapat mewarisi interface lainnya menggunakan keyword extends 🡪 subinterface.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Sebuah interface tidak dapat mewarisi class.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14" name="Google Shape;914;p31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915" name="Google Shape;915;p31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31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7" name="Google Shape;917;p31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918" name="Google Shape;918;p31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31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20" name="Google Shape;9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572" y="4019548"/>
            <a:ext cx="65817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0826" y="2011401"/>
            <a:ext cx="430530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2"/>
          <p:cNvSpPr txBox="1"/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Review Questions (True/False)</a:t>
            </a:r>
            <a:endParaRPr/>
          </a:p>
        </p:txBody>
      </p:sp>
      <p:sp>
        <p:nvSpPr>
          <p:cNvPr id="927" name="Google Shape;927;p32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Suppose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is an interface. Can you create an instance using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new A()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Suppose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is an interface. Can you declare a reference variable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with type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like this?</a:t>
            </a:r>
            <a:endParaRPr/>
          </a:p>
          <a:p>
            <a:pPr indent="0" lvl="0" marL="4460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A x;</a:t>
            </a:r>
            <a:endParaRPr/>
          </a:p>
          <a:p>
            <a:pPr indent="-446088" lvl="0" marL="4460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3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interface is compiled into a separate bytecode file.</a:t>
            </a:r>
            <a:endParaRPr/>
          </a:p>
          <a:p>
            <a:pPr indent="-446088" lvl="0" marL="4460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3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interface can have static methods.</a:t>
            </a:r>
            <a:endParaRPr/>
          </a:p>
          <a:p>
            <a:pPr indent="-446088" lvl="0" marL="4460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3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interface can extend one or more interfaces.</a:t>
            </a:r>
            <a:endParaRPr/>
          </a:p>
          <a:p>
            <a:pPr indent="-446088" lvl="0" marL="4460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3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interface can extend an abstract class.</a:t>
            </a:r>
            <a:endParaRPr/>
          </a:p>
          <a:p>
            <a:pPr indent="-446088" lvl="0" marL="4460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3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abstract class can extend an interface.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28" name="Google Shape;928;p32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929" name="Google Shape;929;p32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1" name="Google Shape;931;p32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932" name="Google Shape;932;p32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 txBox="1"/>
          <p:nvPr>
            <p:ph type="title"/>
          </p:nvPr>
        </p:nvSpPr>
        <p:spPr>
          <a:xfrm>
            <a:off x="714002" y="2679962"/>
            <a:ext cx="461992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400"/>
              <a:t>Abstract Class vs. Interface</a:t>
            </a:r>
            <a:endParaRPr sz="4400"/>
          </a:p>
        </p:txBody>
      </p:sp>
      <p:sp>
        <p:nvSpPr>
          <p:cNvPr id="939" name="Google Shape;939;p33"/>
          <p:cNvSpPr txBox="1"/>
          <p:nvPr>
            <p:ph idx="2" type="title"/>
          </p:nvPr>
        </p:nvSpPr>
        <p:spPr>
          <a:xfrm>
            <a:off x="708165" y="1791810"/>
            <a:ext cx="1377681" cy="67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800"/>
              <a:t>03</a:t>
            </a:r>
            <a:endParaRPr sz="4800"/>
          </a:p>
        </p:txBody>
      </p:sp>
      <p:sp>
        <p:nvSpPr>
          <p:cNvPr id="940" name="Google Shape;940;p33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1" name="Google Shape;941;p33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42" name="Google Shape;942;p33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33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4" name="Google Shape;944;p33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5" name="Google Shape;945;p33"/>
          <p:cNvGrpSpPr/>
          <p:nvPr/>
        </p:nvGrpSpPr>
        <p:grpSpPr>
          <a:xfrm>
            <a:off x="5293908" y="1087072"/>
            <a:ext cx="3381870" cy="3516742"/>
            <a:chOff x="5222815" y="1012953"/>
            <a:chExt cx="3453354" cy="3591077"/>
          </a:xfrm>
        </p:grpSpPr>
        <p:sp>
          <p:nvSpPr>
            <p:cNvPr id="946" name="Google Shape;946;p33"/>
            <p:cNvSpPr/>
            <p:nvPr/>
          </p:nvSpPr>
          <p:spPr>
            <a:xfrm>
              <a:off x="5222815" y="1012953"/>
              <a:ext cx="3453354" cy="3346964"/>
            </a:xfrm>
            <a:custGeom>
              <a:rect b="b" l="l" r="r" t="t"/>
              <a:pathLst>
                <a:path extrusionOk="0" h="33626" w="34694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7" name="Google Shape;947;p33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48" name="Google Shape;948;p33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rect b="b" l="l" r="r" t="t"/>
                <a:pathLst>
                  <a:path extrusionOk="0" h="3863" w="3807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33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rect b="b" l="l" r="r" t="t"/>
                <a:pathLst>
                  <a:path extrusionOk="0" h="2328" w="2448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0" name="Google Shape;950;p33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51" name="Google Shape;951;p33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rect b="b" l="l" r="r" t="t"/>
                <a:pathLst>
                  <a:path extrusionOk="0" h="4713" w="4635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33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rect b="b" l="l" r="r" t="t"/>
                <a:pathLst>
                  <a:path extrusionOk="0" h="2831" w="2979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3" name="Google Shape;953;p33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54" name="Google Shape;954;p33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rect b="b" l="l" r="r" t="t"/>
                <a:pathLst>
                  <a:path extrusionOk="0" h="5307" w="525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33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rect b="b" l="l" r="r" t="t"/>
                <a:pathLst>
                  <a:path extrusionOk="0" h="4113" w="4458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33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rect b="b" l="l" r="r" t="t"/>
                <a:pathLst>
                  <a:path extrusionOk="0" h="3333" w="3595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7" name="Google Shape;957;p33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58" name="Google Shape;958;p33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rect b="b" l="l" r="r" t="t"/>
                <a:pathLst>
                  <a:path extrusionOk="0" h="9933" w="15063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33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rect b="b" l="l" r="r" t="t"/>
                <a:pathLst>
                  <a:path extrusionOk="0" h="242" w="3418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33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rect b="b" l="l" r="r" t="t"/>
                <a:pathLst>
                  <a:path extrusionOk="0" h="242" w="138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33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rect b="b" l="l" r="r" t="t"/>
                <a:pathLst>
                  <a:path extrusionOk="0" h="242" w="885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33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rect b="b" l="l" r="r" t="t"/>
                <a:pathLst>
                  <a:path extrusionOk="0" h="242" w="355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33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rect b="b" l="l" r="r" t="t"/>
                <a:pathLst>
                  <a:path extrusionOk="0" h="242" w="3652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33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rect b="b" l="l" r="r" t="t"/>
                <a:pathLst>
                  <a:path extrusionOk="0" h="270" w="3892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33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rect b="b" l="l" r="r" t="t"/>
                <a:pathLst>
                  <a:path extrusionOk="0" h="263" w="418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33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rect b="b" l="l" r="r" t="t"/>
                <a:pathLst>
                  <a:path extrusionOk="0" h="263" w="1946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33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rect b="b" l="l" r="r" t="t"/>
                <a:pathLst>
                  <a:path extrusionOk="0" h="263" w="1147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33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rect b="b" l="l" r="r" t="t"/>
                <a:pathLst>
                  <a:path extrusionOk="0" h="263" w="1593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33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rect b="b" l="l" r="r" t="t"/>
                <a:pathLst>
                  <a:path extrusionOk="0" h="263" w="138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33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rect b="b" l="l" r="r" t="t"/>
                <a:pathLst>
                  <a:path extrusionOk="0" h="263" w="885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33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rect b="b" l="l" r="r" t="t"/>
                <a:pathLst>
                  <a:path extrusionOk="0" h="263" w="355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33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rect b="b" l="l" r="r" t="t"/>
                <a:pathLst>
                  <a:path extrusionOk="0" h="263" w="3652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33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rect b="b" l="l" r="r" t="t"/>
                <a:pathLst>
                  <a:path extrusionOk="0" h="263" w="2244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33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rect b="b" l="l" r="r" t="t"/>
                <a:pathLst>
                  <a:path extrusionOk="0" h="263" w="3213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33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rect b="b" l="l" r="r" t="t"/>
                <a:pathLst>
                  <a:path extrusionOk="0" h="263" w="354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33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rect b="b" l="l" r="r" t="t"/>
                <a:pathLst>
                  <a:path extrusionOk="0" h="263" w="271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33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rect b="b" l="l" r="r" t="t"/>
                <a:pathLst>
                  <a:path extrusionOk="0" h="291" w="794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33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rect b="b" l="l" r="r" t="t"/>
                <a:pathLst>
                  <a:path extrusionOk="0" h="475" w="29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33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rect b="b" l="l" r="r" t="t"/>
                <a:pathLst>
                  <a:path extrusionOk="0" h="970" w="29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0" name="Google Shape;980;p33"/>
            <p:cNvSpPr/>
            <p:nvPr/>
          </p:nvSpPr>
          <p:spPr>
            <a:xfrm>
              <a:off x="5912220" y="3661765"/>
              <a:ext cx="710598" cy="111380"/>
            </a:xfrm>
            <a:custGeom>
              <a:rect b="b" l="l" r="r" t="t"/>
              <a:pathLst>
                <a:path extrusionOk="0" h="1119" w="7139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33"/>
            <p:cNvSpPr/>
            <p:nvPr/>
          </p:nvSpPr>
          <p:spPr>
            <a:xfrm>
              <a:off x="5912220" y="3717405"/>
              <a:ext cx="710598" cy="422526"/>
            </a:xfrm>
            <a:custGeom>
              <a:rect b="b" l="l" r="r" t="t"/>
              <a:pathLst>
                <a:path extrusionOk="0" h="4245" w="7139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33"/>
            <p:cNvSpPr/>
            <p:nvPr/>
          </p:nvSpPr>
          <p:spPr>
            <a:xfrm>
              <a:off x="6056551" y="3773045"/>
              <a:ext cx="413479" cy="12044"/>
            </a:xfrm>
            <a:custGeom>
              <a:rect b="b" l="l" r="r" t="t"/>
              <a:pathLst>
                <a:path extrusionOk="0" h="121" w="4154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6056551" y="3834956"/>
              <a:ext cx="413479" cy="11347"/>
            </a:xfrm>
            <a:custGeom>
              <a:rect b="b" l="l" r="r" t="t"/>
              <a:pathLst>
                <a:path extrusionOk="0" h="114" w="4154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6056551" y="3893384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33"/>
            <p:cNvSpPr/>
            <p:nvPr/>
          </p:nvSpPr>
          <p:spPr>
            <a:xfrm>
              <a:off x="6056551" y="3951811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33"/>
            <p:cNvSpPr/>
            <p:nvPr/>
          </p:nvSpPr>
          <p:spPr>
            <a:xfrm>
              <a:off x="5971346" y="3748560"/>
              <a:ext cx="52954" cy="62608"/>
            </a:xfrm>
            <a:custGeom>
              <a:rect b="b" l="l" r="r" t="t"/>
              <a:pathLst>
                <a:path extrusionOk="0" h="629" w="532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7" name="Google Shape;987;p33"/>
            <p:cNvGrpSpPr/>
            <p:nvPr/>
          </p:nvGrpSpPr>
          <p:grpSpPr>
            <a:xfrm>
              <a:off x="6352280" y="2402410"/>
              <a:ext cx="2259829" cy="2201620"/>
              <a:chOff x="5193782" y="4186768"/>
              <a:chExt cx="788991" cy="768695"/>
            </a:xfrm>
          </p:grpSpPr>
          <p:sp>
            <p:nvSpPr>
              <p:cNvPr id="988" name="Google Shape;988;p33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rect b="b" l="l" r="r" t="t"/>
                <a:pathLst>
                  <a:path extrusionOk="0" h="3258" w="4514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33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rect b="b" l="l" r="r" t="t"/>
                <a:pathLst>
                  <a:path extrusionOk="0" h="2067" w="3333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33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rect b="b" l="l" r="r" t="t"/>
                <a:pathLst>
                  <a:path extrusionOk="0" h="2060" w="3361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33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rect b="b" l="l" r="r" t="t"/>
                <a:pathLst>
                  <a:path extrusionOk="0" h="1807" w="1918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33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rect b="b" l="l" r="r" t="t"/>
                <a:pathLst>
                  <a:path extrusionOk="0" h="1006" w="109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33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rect b="b" l="l" r="r" t="t"/>
                <a:pathLst>
                  <a:path extrusionOk="0" h="6995" w="9587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33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rect b="b" l="l" r="r" t="t"/>
                <a:pathLst>
                  <a:path extrusionOk="0" h="58" w="16123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33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rect b="b" l="l" r="r" t="t"/>
                <a:pathLst>
                  <a:path extrusionOk="0" h="57" w="18012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33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rect b="b" l="l" r="r" t="t"/>
                <a:pathLst>
                  <a:path extrusionOk="0" h="58" w="68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" name="Google Shape;997;p33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rect b="b" l="l" r="r" t="t"/>
                <a:pathLst>
                  <a:path extrusionOk="0" h="6859" w="5017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8" name="Google Shape;998;p33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rect b="b" l="l" r="r" t="t"/>
                <a:pathLst>
                  <a:path extrusionOk="0" h="9587" w="9841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" name="Google Shape;999;p33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rect b="b" l="l" r="r" t="t"/>
                <a:pathLst>
                  <a:path extrusionOk="0" h="326" w="1769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33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rect b="b" l="l" r="r" t="t"/>
                <a:pathLst>
                  <a:path extrusionOk="0" h="412" w="2123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33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rect b="b" l="l" r="r" t="t"/>
                <a:pathLst>
                  <a:path extrusionOk="0" h="3128" w="206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33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rect b="b" l="l" r="r" t="t"/>
                <a:pathLst>
                  <a:path extrusionOk="0" h="2607" w="525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33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rect b="b" l="l" r="r" t="t"/>
                <a:pathLst>
                  <a:path extrusionOk="0" h="7274" w="17927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" name="Google Shape;1004;p33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rect b="b" l="l" r="r" t="t"/>
                <a:pathLst>
                  <a:path extrusionOk="0" h="2364" w="4981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33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rect b="b" l="l" r="r" t="t"/>
                <a:pathLst>
                  <a:path extrusionOk="0" h="3727" w="4097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33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rect b="b" l="l" r="r" t="t"/>
                <a:pathLst>
                  <a:path extrusionOk="0" h="7317" w="6983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33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rect b="b" l="l" r="r" t="t"/>
                <a:pathLst>
                  <a:path extrusionOk="0" h="3594" w="3983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p33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rect b="b" l="l" r="r" t="t"/>
                <a:pathLst>
                  <a:path extrusionOk="0" h="4374" w="6601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9" name="Google Shape;1009;p33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rect b="b" l="l" r="r" t="t"/>
                <a:pathLst>
                  <a:path extrusionOk="0" h="370" w="652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0" name="Google Shape;1010;p33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rect b="b" l="l" r="r" t="t"/>
                <a:pathLst>
                  <a:path extrusionOk="0" h="956" w="1018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33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rect b="b" l="l" r="r" t="t"/>
                <a:pathLst>
                  <a:path extrusionOk="0" h="288" w="411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33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rect b="b" l="l" r="r" t="t"/>
                <a:pathLst>
                  <a:path extrusionOk="0" h="3955" w="3071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33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rect b="b" l="l" r="r" t="t"/>
                <a:pathLst>
                  <a:path extrusionOk="0" h="354" w="716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33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rect b="b" l="l" r="r" t="t"/>
                <a:pathLst>
                  <a:path extrusionOk="0" h="3242" w="7253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33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rect b="b" l="l" r="r" t="t"/>
                <a:pathLst>
                  <a:path extrusionOk="0" h="652" w="857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33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rect b="b" l="l" r="r" t="t"/>
                <a:pathLst>
                  <a:path extrusionOk="0" h="503" w="532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" name="Google Shape;1017;p33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rect b="b" l="l" r="r" t="t"/>
                <a:pathLst>
                  <a:path extrusionOk="0" h="2366" w="2965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33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rect b="b" l="l" r="r" t="t"/>
                <a:pathLst>
                  <a:path extrusionOk="0" h="664" w="235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33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rect b="b" l="l" r="r" t="t"/>
                <a:pathLst>
                  <a:path extrusionOk="0" h="150" w="206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" name="Google Shape;1020;p33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rect b="b" l="l" r="r" t="t"/>
                <a:pathLst>
                  <a:path extrusionOk="0" h="234" w="242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1" name="Google Shape;1021;p33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rect b="b" l="l" r="r" t="t"/>
                <a:pathLst>
                  <a:path extrusionOk="0" h="994" w="109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33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rect b="b" l="l" r="r" t="t"/>
                <a:pathLst>
                  <a:path extrusionOk="0" h="904" w="1126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33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rect b="b" l="l" r="r" t="t"/>
                <a:pathLst>
                  <a:path extrusionOk="0" h="532" w="1062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4" name="Google Shape;1024;p33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rect b="b" l="l" r="r" t="t"/>
                <a:pathLst>
                  <a:path extrusionOk="0" h="1444" w="942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33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rect b="b" l="l" r="r" t="t"/>
                <a:pathLst>
                  <a:path extrusionOk="0" h="1452" w="829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33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rect b="b" l="l" r="r" t="t"/>
                <a:pathLst>
                  <a:path extrusionOk="0" h="737" w="439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33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rect b="b" l="l" r="r" t="t"/>
                <a:pathLst>
                  <a:path extrusionOk="0" h="213" w="263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33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rect b="b" l="l" r="r" t="t"/>
                <a:pathLst>
                  <a:path extrusionOk="0" h="177" w="178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33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rect b="b" l="l" r="r" t="t"/>
                <a:pathLst>
                  <a:path extrusionOk="0" h="247" w="588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33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rect b="b" l="l" r="r" t="t"/>
                <a:pathLst>
                  <a:path extrusionOk="0" h="708" w="298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33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rect b="b" l="l" r="r" t="t"/>
                <a:pathLst>
                  <a:path extrusionOk="0" h="263" w="114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2" name="Google Shape;1032;p33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rect b="b" l="l" r="r" t="t"/>
                <a:pathLst>
                  <a:path extrusionOk="0" h="651" w="86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33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rect b="b" l="l" r="r" t="t"/>
                <a:pathLst>
                  <a:path extrusionOk="0" h="1974" w="645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33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rect b="b" l="l" r="r" t="t"/>
                <a:pathLst>
                  <a:path extrusionOk="0" h="298" w="468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5" name="Google Shape;1035;p33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36" name="Google Shape;1036;p33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rect b="b" l="l" r="r" t="t"/>
                <a:pathLst>
                  <a:path extrusionOk="0" h="2718" w="977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33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rect b="b" l="l" r="r" t="t"/>
                <a:pathLst>
                  <a:path extrusionOk="0" h="2718" w="97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33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rect b="b" l="l" r="r" t="t"/>
                <a:pathLst>
                  <a:path extrusionOk="0" h="663" w="355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33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33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33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33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rect b="b" l="l" r="r" t="t"/>
                <a:pathLst>
                  <a:path extrusionOk="0" h="1331" w="1479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33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rect b="b" l="l" r="r" t="t"/>
                <a:pathLst>
                  <a:path extrusionOk="0" h="3361" w="651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33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rect b="b" l="l" r="r" t="t"/>
                <a:pathLst>
                  <a:path extrusionOk="0" h="942" w="2979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33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rect b="b" l="l" r="r" t="t"/>
                <a:pathLst>
                  <a:path extrusionOk="0" h="942" w="1387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33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rect b="b" l="l" r="r" t="t"/>
                <a:pathLst>
                  <a:path extrusionOk="0" h="121" w="218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33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rect b="b" l="l" r="r" t="t"/>
                <a:pathLst>
                  <a:path extrusionOk="0" h="942" w="121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33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rect b="b" l="l" r="r" t="t"/>
                <a:pathLst>
                  <a:path extrusionOk="0" h="793" w="1006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9" name="Google Shape;1049;p33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rect b="b" l="l" r="r" t="t"/>
                <a:pathLst>
                  <a:path extrusionOk="0" h="2746" w="977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33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rect b="b" l="l" r="r" t="t"/>
                <a:pathLst>
                  <a:path extrusionOk="0" h="2746" w="97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33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rect b="b" l="l" r="r" t="t"/>
                <a:pathLst>
                  <a:path extrusionOk="0" h="1360" w="1472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33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rect b="b" l="l" r="r" t="t"/>
                <a:pathLst>
                  <a:path extrusionOk="0" h="3362" w="681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33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rect b="b" l="l" r="r" t="t"/>
                <a:pathLst>
                  <a:path extrusionOk="0" h="3362" w="652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33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33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33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rect b="b" l="l" r="r" t="t"/>
                <a:pathLst>
                  <a:path extrusionOk="0" h="970" w="1444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33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rect b="b" l="l" r="r" t="t"/>
                <a:pathLst>
                  <a:path extrusionOk="0" h="970" w="1451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33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rect b="b" l="l" r="r" t="t"/>
                <a:pathLst>
                  <a:path extrusionOk="0" h="122" w="914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33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rect b="b" l="l" r="r" t="t"/>
                <a:pathLst>
                  <a:path extrusionOk="0" h="122" w="948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33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rect b="b" l="l" r="r" t="t"/>
                <a:pathLst>
                  <a:path extrusionOk="0" h="914" w="114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33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rect b="b" l="l" r="r" t="t"/>
                <a:pathLst>
                  <a:path extrusionOk="0" h="1360" w="148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33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rect b="b" l="l" r="r" t="t"/>
                <a:pathLst>
                  <a:path extrusionOk="0" h="914" w="122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33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33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33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rect b="b" l="l" r="r" t="t"/>
                <a:pathLst>
                  <a:path extrusionOk="0" h="1811" w="1445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33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33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rect b="b" l="l" r="r" t="t"/>
                <a:pathLst>
                  <a:path extrusionOk="0" h="121" w="1062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33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rect b="b" l="l" r="r" t="t"/>
                <a:pathLst>
                  <a:path extrusionOk="0" h="121" w="1063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33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rect b="b" l="l" r="r" t="t"/>
                <a:pathLst>
                  <a:path extrusionOk="0" h="1720" w="1239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33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rect b="b" l="l" r="r" t="t"/>
                <a:pathLst>
                  <a:path extrusionOk="0" h="1445" w="913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33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rect b="b" l="l" r="r" t="t"/>
                <a:pathLst>
                  <a:path extrusionOk="0" h="394" w="56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33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rect b="b" l="l" r="r" t="t"/>
                <a:pathLst>
                  <a:path extrusionOk="0" h="1062" w="189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33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rect b="b" l="l" r="r" t="t"/>
                <a:pathLst>
                  <a:path extrusionOk="0" h="121" w="1416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4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079" name="Google Shape;1079;p34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1" name="Google Shape;1081;p34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082" name="Google Shape;1082;p34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084" name="Google Shape;1084;p34"/>
          <p:cNvGraphicFramePr/>
          <p:nvPr/>
        </p:nvGraphicFramePr>
        <p:xfrm>
          <a:off x="709246" y="3824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{8AA33C66-92C0-4A29-BD23-DB757EB707A6}</a:tableStyleId>
              </a:tblPr>
              <a:tblGrid>
                <a:gridCol w="1336425"/>
                <a:gridCol w="3270750"/>
                <a:gridCol w="3001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Abstract Class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Interface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Atribut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Dapat memiliki atribut, tidak ada batasan.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Atribut harus public static final 🡪 konstanta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Method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Dapat memiliki method abstrak dan konkret, tidak ada batasan.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Method harus public abstract.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Constructor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Memiliki konstruktor. Konstruktor akan di-invoke oleh subclass-nya melalui constructor chaining.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Tidak memiliki konstruktor.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Instantiasi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Tidak dapat diinstantiasi.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Tidak dapat diinstantiasi.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Inheritance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Sebuah class hanya dapat mewarisi satu base class.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Sebuah class dapat mengimplementasi lebih dari satu interface.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Nama kelas umumnya adalah noun.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Nama interface dapat adjective atau noun.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Relationship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Strong IS-A relationship.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Weak IS-A relationship.</a:t>
                      </a:r>
                      <a:endParaRPr sz="15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9" name="Google Shape;1089;p35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090" name="Google Shape;1090;p35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35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2" name="Google Shape;1092;p35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093" name="Google Shape;1093;p35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35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95" name="Google Shape;109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666" y="528245"/>
            <a:ext cx="4165423" cy="3949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35"/>
          <p:cNvSpPr txBox="1"/>
          <p:nvPr/>
        </p:nvSpPr>
        <p:spPr>
          <a:xfrm>
            <a:off x="4971176" y="528245"/>
            <a:ext cx="3452824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Perhatikan bahwa subclass dari Animal harus merupakan jenis dari hewan.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1" name="Google Shape;1101;p36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102" name="Google Shape;1102;p36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36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4" name="Google Shape;1104;p36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105" name="Google Shape;1105;p36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36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07" name="Google Shape;11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580" y="333375"/>
            <a:ext cx="33909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36"/>
          <p:cNvSpPr txBox="1"/>
          <p:nvPr/>
        </p:nvSpPr>
        <p:spPr>
          <a:xfrm>
            <a:off x="4740522" y="446605"/>
            <a:ext cx="3452824" cy="3680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Perhatikan bahwa interface Edible tidak hanya dapat diimplementasi oleh jenis class tertentu.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Interface Edible dapat diimplementasi oleh class dari jenis hewan atau yang lainnya.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Referensi</a:t>
            </a:r>
            <a:endParaRPr/>
          </a:p>
        </p:txBody>
      </p:sp>
      <p:sp>
        <p:nvSpPr>
          <p:cNvPr id="1114" name="Google Shape;1114;p37"/>
          <p:cNvSpPr txBox="1"/>
          <p:nvPr/>
        </p:nvSpPr>
        <p:spPr>
          <a:xfrm>
            <a:off x="720000" y="1204553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Daniel Y. Liang, </a:t>
            </a:r>
            <a:r>
              <a:rPr b="1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Introduction into Java Programming Comprehensive Version 10</a:t>
            </a:r>
            <a:r>
              <a:rPr b="1" baseline="3000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b="1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Edition</a:t>
            </a: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2015, Pearson.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Inggriani Liem, </a:t>
            </a:r>
            <a:r>
              <a:rPr b="1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Diktat Kuliah Pemrograman Berorientasi Objek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ITB.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Panji Wisnu Wirawan, Indra Waspada, Satriyo Adhy. 2018. </a:t>
            </a:r>
            <a:r>
              <a:rPr b="1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Buku Ajar Pemrograman Berorientasi Objek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Vaskaran Sarcar. 2020.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Interactive Object-Oriented Programming in Java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Jacquie Barker, </a:t>
            </a:r>
            <a:r>
              <a:rPr b="1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Beginning Java Objects From Concept  To Code, 2nd edition</a:t>
            </a:r>
            <a:r>
              <a:rPr b="0" i="1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15" name="Google Shape;1115;p37"/>
          <p:cNvGrpSpPr/>
          <p:nvPr/>
        </p:nvGrpSpPr>
        <p:grpSpPr>
          <a:xfrm>
            <a:off x="7777347" y="258196"/>
            <a:ext cx="234194" cy="188409"/>
            <a:chOff x="3889166" y="1636096"/>
            <a:chExt cx="98178" cy="78984"/>
          </a:xfrm>
        </p:grpSpPr>
        <p:sp>
          <p:nvSpPr>
            <p:cNvPr id="1116" name="Google Shape;1116;p37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37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8" name="Google Shape;1118;p37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1119" name="Google Shape;1119;p37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37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38"/>
          <p:cNvSpPr txBox="1"/>
          <p:nvPr>
            <p:ph type="title"/>
          </p:nvPr>
        </p:nvSpPr>
        <p:spPr>
          <a:xfrm>
            <a:off x="698457" y="1747325"/>
            <a:ext cx="38586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Thanks!</a:t>
            </a:r>
            <a:endParaRPr/>
          </a:p>
        </p:txBody>
      </p:sp>
      <p:sp>
        <p:nvSpPr>
          <p:cNvPr id="1126" name="Google Shape;1126;p38"/>
          <p:cNvSpPr txBox="1"/>
          <p:nvPr/>
        </p:nvSpPr>
        <p:spPr>
          <a:xfrm>
            <a:off x="713225" y="4305200"/>
            <a:ext cx="3858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b="1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27" name="Google Shape;1127;p38"/>
          <p:cNvGrpSpPr/>
          <p:nvPr/>
        </p:nvGrpSpPr>
        <p:grpSpPr>
          <a:xfrm>
            <a:off x="5007401" y="1298425"/>
            <a:ext cx="3956755" cy="4128030"/>
            <a:chOff x="2770216" y="1172311"/>
            <a:chExt cx="3514928" cy="3667079"/>
          </a:xfrm>
        </p:grpSpPr>
        <p:sp>
          <p:nvSpPr>
            <p:cNvPr id="1128" name="Google Shape;1128;p38"/>
            <p:cNvSpPr/>
            <p:nvPr/>
          </p:nvSpPr>
          <p:spPr>
            <a:xfrm>
              <a:off x="2770216" y="1172311"/>
              <a:ext cx="3514928" cy="2228226"/>
            </a:xfrm>
            <a:custGeom>
              <a:rect b="b" l="l" r="r" t="t"/>
              <a:pathLst>
                <a:path extrusionOk="0" h="30030" w="47371">
                  <a:moveTo>
                    <a:pt x="30713" y="1"/>
                  </a:moveTo>
                  <a:cubicBezTo>
                    <a:pt x="29748" y="1"/>
                    <a:pt x="28782" y="127"/>
                    <a:pt x="27824" y="424"/>
                  </a:cubicBezTo>
                  <a:cubicBezTo>
                    <a:pt x="26233" y="898"/>
                    <a:pt x="24733" y="1605"/>
                    <a:pt x="23077" y="1931"/>
                  </a:cubicBezTo>
                  <a:cubicBezTo>
                    <a:pt x="22133" y="2112"/>
                    <a:pt x="21172" y="2158"/>
                    <a:pt x="20205" y="2158"/>
                  </a:cubicBezTo>
                  <a:cubicBezTo>
                    <a:pt x="19185" y="2158"/>
                    <a:pt x="18159" y="2106"/>
                    <a:pt x="17142" y="2106"/>
                  </a:cubicBezTo>
                  <a:cubicBezTo>
                    <a:pt x="15844" y="2106"/>
                    <a:pt x="14560" y="2191"/>
                    <a:pt x="13322" y="2574"/>
                  </a:cubicBezTo>
                  <a:cubicBezTo>
                    <a:pt x="11079" y="3282"/>
                    <a:pt x="9198" y="4966"/>
                    <a:pt x="8250" y="7088"/>
                  </a:cubicBezTo>
                  <a:cubicBezTo>
                    <a:pt x="7514" y="8708"/>
                    <a:pt x="7337" y="10505"/>
                    <a:pt x="6453" y="12012"/>
                  </a:cubicBezTo>
                  <a:cubicBezTo>
                    <a:pt x="5158" y="14247"/>
                    <a:pt x="2590" y="15513"/>
                    <a:pt x="1296" y="17756"/>
                  </a:cubicBezTo>
                  <a:cubicBezTo>
                    <a:pt x="1" y="20055"/>
                    <a:pt x="355" y="23062"/>
                    <a:pt x="1798" y="25304"/>
                  </a:cubicBezTo>
                  <a:cubicBezTo>
                    <a:pt x="1883" y="25389"/>
                    <a:pt x="1946" y="25509"/>
                    <a:pt x="2031" y="25630"/>
                  </a:cubicBezTo>
                  <a:cubicBezTo>
                    <a:pt x="3687" y="27865"/>
                    <a:pt x="6340" y="29195"/>
                    <a:pt x="9077" y="29726"/>
                  </a:cubicBezTo>
                  <a:cubicBezTo>
                    <a:pt x="10189" y="29941"/>
                    <a:pt x="11314" y="30029"/>
                    <a:pt x="12442" y="30029"/>
                  </a:cubicBezTo>
                  <a:cubicBezTo>
                    <a:pt x="14099" y="30029"/>
                    <a:pt x="15761" y="29838"/>
                    <a:pt x="17390" y="29577"/>
                  </a:cubicBezTo>
                  <a:cubicBezTo>
                    <a:pt x="18897" y="29344"/>
                    <a:pt x="20425" y="29047"/>
                    <a:pt x="21960" y="29018"/>
                  </a:cubicBezTo>
                  <a:cubicBezTo>
                    <a:pt x="22130" y="29012"/>
                    <a:pt x="22300" y="29010"/>
                    <a:pt x="22470" y="29010"/>
                  </a:cubicBezTo>
                  <a:cubicBezTo>
                    <a:pt x="24892" y="29010"/>
                    <a:pt x="27287" y="29585"/>
                    <a:pt x="29713" y="29698"/>
                  </a:cubicBezTo>
                  <a:cubicBezTo>
                    <a:pt x="29922" y="29707"/>
                    <a:pt x="30132" y="29711"/>
                    <a:pt x="30343" y="29711"/>
                  </a:cubicBezTo>
                  <a:cubicBezTo>
                    <a:pt x="32751" y="29711"/>
                    <a:pt x="35268" y="29093"/>
                    <a:pt x="36816" y="27278"/>
                  </a:cubicBezTo>
                  <a:cubicBezTo>
                    <a:pt x="37672" y="26274"/>
                    <a:pt x="38139" y="25007"/>
                    <a:pt x="39143" y="24123"/>
                  </a:cubicBezTo>
                  <a:cubicBezTo>
                    <a:pt x="40120" y="23295"/>
                    <a:pt x="41414" y="22977"/>
                    <a:pt x="42560" y="22383"/>
                  </a:cubicBezTo>
                  <a:cubicBezTo>
                    <a:pt x="44859" y="21173"/>
                    <a:pt x="46366" y="18789"/>
                    <a:pt x="46869" y="16256"/>
                  </a:cubicBezTo>
                  <a:cubicBezTo>
                    <a:pt x="47371" y="13717"/>
                    <a:pt x="46925" y="11064"/>
                    <a:pt x="45984" y="8651"/>
                  </a:cubicBezTo>
                  <a:cubicBezTo>
                    <a:pt x="44541" y="4966"/>
                    <a:pt x="40735" y="2751"/>
                    <a:pt x="37141" y="1428"/>
                  </a:cubicBezTo>
                  <a:cubicBezTo>
                    <a:pt x="35075" y="648"/>
                    <a:pt x="32897" y="1"/>
                    <a:pt x="30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9" name="Google Shape;1129;p38"/>
            <p:cNvGrpSpPr/>
            <p:nvPr/>
          </p:nvGrpSpPr>
          <p:grpSpPr>
            <a:xfrm>
              <a:off x="4859988" y="1584961"/>
              <a:ext cx="1034299" cy="200009"/>
              <a:chOff x="5111749" y="2599637"/>
              <a:chExt cx="339794" cy="65708"/>
            </a:xfrm>
          </p:grpSpPr>
          <p:sp>
            <p:nvSpPr>
              <p:cNvPr id="1130" name="Google Shape;1130;p38"/>
              <p:cNvSpPr/>
              <p:nvPr/>
            </p:nvSpPr>
            <p:spPr>
              <a:xfrm>
                <a:off x="5172695" y="2607379"/>
                <a:ext cx="23262" cy="37676"/>
              </a:xfrm>
              <a:custGeom>
                <a:rect b="b" l="l" r="r" t="t"/>
                <a:pathLst>
                  <a:path extrusionOk="0" h="1090" w="673">
                    <a:moveTo>
                      <a:pt x="57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57" y="1090"/>
                    </a:lnTo>
                    <a:lnTo>
                      <a:pt x="673" y="64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38"/>
              <p:cNvSpPr/>
              <p:nvPr/>
            </p:nvSpPr>
            <p:spPr>
              <a:xfrm>
                <a:off x="5188837" y="2607379"/>
                <a:ext cx="23504" cy="37676"/>
              </a:xfrm>
              <a:custGeom>
                <a:rect b="b" l="l" r="r" t="t"/>
                <a:pathLst>
                  <a:path extrusionOk="0" h="1090" w="680">
                    <a:moveTo>
                      <a:pt x="64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64" y="1090"/>
                    </a:lnTo>
                    <a:lnTo>
                      <a:pt x="680" y="64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38"/>
              <p:cNvSpPr/>
              <p:nvPr/>
            </p:nvSpPr>
            <p:spPr>
              <a:xfrm>
                <a:off x="5221605" y="2607379"/>
                <a:ext cx="24472" cy="35464"/>
              </a:xfrm>
              <a:custGeom>
                <a:rect b="b" l="l" r="r" t="t"/>
                <a:pathLst>
                  <a:path extrusionOk="0" h="1026" w="708">
                    <a:moveTo>
                      <a:pt x="354" y="85"/>
                    </a:moveTo>
                    <a:cubicBezTo>
                      <a:pt x="496" y="85"/>
                      <a:pt x="616" y="290"/>
                      <a:pt x="616" y="531"/>
                    </a:cubicBezTo>
                    <a:cubicBezTo>
                      <a:pt x="616" y="736"/>
                      <a:pt x="496" y="941"/>
                      <a:pt x="354" y="941"/>
                    </a:cubicBezTo>
                    <a:cubicBezTo>
                      <a:pt x="206" y="941"/>
                      <a:pt x="85" y="736"/>
                      <a:pt x="85" y="531"/>
                    </a:cubicBezTo>
                    <a:cubicBezTo>
                      <a:pt x="85" y="290"/>
                      <a:pt x="206" y="85"/>
                      <a:pt x="354" y="85"/>
                    </a:cubicBezTo>
                    <a:close/>
                    <a:moveTo>
                      <a:pt x="354" y="0"/>
                    </a:moveTo>
                    <a:cubicBezTo>
                      <a:pt x="142" y="0"/>
                      <a:pt x="0" y="234"/>
                      <a:pt x="0" y="531"/>
                    </a:cubicBezTo>
                    <a:cubicBezTo>
                      <a:pt x="0" y="792"/>
                      <a:pt x="142" y="1026"/>
                      <a:pt x="354" y="1026"/>
                    </a:cubicBezTo>
                    <a:cubicBezTo>
                      <a:pt x="531" y="1026"/>
                      <a:pt x="708" y="792"/>
                      <a:pt x="708" y="531"/>
                    </a:cubicBezTo>
                    <a:cubicBezTo>
                      <a:pt x="708" y="234"/>
                      <a:pt x="531" y="0"/>
                      <a:pt x="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38"/>
              <p:cNvSpPr/>
              <p:nvPr/>
            </p:nvSpPr>
            <p:spPr>
              <a:xfrm>
                <a:off x="5256868" y="2611285"/>
                <a:ext cx="3215" cy="32802"/>
              </a:xfrm>
              <a:custGeom>
                <a:rect b="b" l="l" r="r" t="t"/>
                <a:pathLst>
                  <a:path extrusionOk="0" h="949" w="93">
                    <a:moveTo>
                      <a:pt x="0" y="0"/>
                    </a:moveTo>
                    <a:lnTo>
                      <a:pt x="0" y="948"/>
                    </a:lnTo>
                    <a:lnTo>
                      <a:pt x="92" y="94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38"/>
              <p:cNvSpPr/>
              <p:nvPr/>
            </p:nvSpPr>
            <p:spPr>
              <a:xfrm>
                <a:off x="5272250" y="2612253"/>
                <a:ext cx="21327" cy="32802"/>
              </a:xfrm>
              <a:custGeom>
                <a:rect b="b" l="l" r="r" t="t"/>
                <a:pathLst>
                  <a:path extrusionOk="0" h="949" w="617">
                    <a:moveTo>
                      <a:pt x="532" y="93"/>
                    </a:moveTo>
                    <a:lnTo>
                      <a:pt x="532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616" y="949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p38"/>
              <p:cNvSpPr/>
              <p:nvPr/>
            </p:nvSpPr>
            <p:spPr>
              <a:xfrm>
                <a:off x="5304777" y="2612253"/>
                <a:ext cx="30625" cy="32802"/>
              </a:xfrm>
              <a:custGeom>
                <a:rect b="b" l="l" r="r" t="t"/>
                <a:pathLst>
                  <a:path extrusionOk="0" h="949" w="886">
                    <a:moveTo>
                      <a:pt x="793" y="93"/>
                    </a:moveTo>
                    <a:lnTo>
                      <a:pt x="793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885" y="949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38"/>
              <p:cNvSpPr/>
              <p:nvPr/>
            </p:nvSpPr>
            <p:spPr>
              <a:xfrm>
                <a:off x="5345634" y="2612253"/>
                <a:ext cx="34496" cy="32802"/>
              </a:xfrm>
              <a:custGeom>
                <a:rect b="b" l="l" r="r" t="t"/>
                <a:pathLst>
                  <a:path extrusionOk="0" h="949" w="998">
                    <a:moveTo>
                      <a:pt x="913" y="93"/>
                    </a:moveTo>
                    <a:lnTo>
                      <a:pt x="913" y="857"/>
                    </a:lnTo>
                    <a:lnTo>
                      <a:pt x="85" y="857"/>
                    </a:lnTo>
                    <a:lnTo>
                      <a:pt x="85" y="93"/>
                    </a:lnTo>
                    <a:close/>
                    <a:moveTo>
                      <a:pt x="0" y="1"/>
                    </a:moveTo>
                    <a:lnTo>
                      <a:pt x="0" y="949"/>
                    </a:lnTo>
                    <a:lnTo>
                      <a:pt x="998" y="949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38"/>
              <p:cNvSpPr/>
              <p:nvPr/>
            </p:nvSpPr>
            <p:spPr>
              <a:xfrm>
                <a:off x="5392332" y="2599637"/>
                <a:ext cx="20566" cy="61560"/>
              </a:xfrm>
              <a:custGeom>
                <a:rect b="b" l="l" r="r" t="t"/>
                <a:pathLst>
                  <a:path extrusionOk="0" h="1781" w="595">
                    <a:moveTo>
                      <a:pt x="259" y="0"/>
                    </a:moveTo>
                    <a:cubicBezTo>
                      <a:pt x="241" y="0"/>
                      <a:pt x="224" y="4"/>
                      <a:pt x="206" y="12"/>
                    </a:cubicBezTo>
                    <a:lnTo>
                      <a:pt x="241" y="104"/>
                    </a:lnTo>
                    <a:cubicBezTo>
                      <a:pt x="250" y="94"/>
                      <a:pt x="260" y="91"/>
                      <a:pt x="269" y="91"/>
                    </a:cubicBezTo>
                    <a:cubicBezTo>
                      <a:pt x="288" y="91"/>
                      <a:pt x="307" y="104"/>
                      <a:pt x="326" y="104"/>
                    </a:cubicBezTo>
                    <a:cubicBezTo>
                      <a:pt x="382" y="132"/>
                      <a:pt x="418" y="224"/>
                      <a:pt x="418" y="281"/>
                    </a:cubicBezTo>
                    <a:cubicBezTo>
                      <a:pt x="418" y="337"/>
                      <a:pt x="418" y="401"/>
                      <a:pt x="382" y="486"/>
                    </a:cubicBezTo>
                    <a:lnTo>
                      <a:pt x="382" y="634"/>
                    </a:lnTo>
                    <a:cubicBezTo>
                      <a:pt x="354" y="719"/>
                      <a:pt x="382" y="840"/>
                      <a:pt x="446" y="896"/>
                    </a:cubicBezTo>
                    <a:cubicBezTo>
                      <a:pt x="418" y="932"/>
                      <a:pt x="382" y="960"/>
                      <a:pt x="382" y="988"/>
                    </a:cubicBezTo>
                    <a:cubicBezTo>
                      <a:pt x="354" y="1073"/>
                      <a:pt x="354" y="1137"/>
                      <a:pt x="382" y="1193"/>
                    </a:cubicBezTo>
                    <a:lnTo>
                      <a:pt x="382" y="1222"/>
                    </a:lnTo>
                    <a:cubicBezTo>
                      <a:pt x="382" y="1370"/>
                      <a:pt x="382" y="1490"/>
                      <a:pt x="326" y="1575"/>
                    </a:cubicBezTo>
                    <a:cubicBezTo>
                      <a:pt x="285" y="1642"/>
                      <a:pt x="196" y="1690"/>
                      <a:pt x="115" y="1690"/>
                    </a:cubicBezTo>
                    <a:cubicBezTo>
                      <a:pt x="84" y="1690"/>
                      <a:pt x="54" y="1683"/>
                      <a:pt x="29" y="1667"/>
                    </a:cubicBezTo>
                    <a:lnTo>
                      <a:pt x="0" y="1724"/>
                    </a:lnTo>
                    <a:cubicBezTo>
                      <a:pt x="29" y="1752"/>
                      <a:pt x="92" y="1780"/>
                      <a:pt x="121" y="1780"/>
                    </a:cubicBezTo>
                    <a:cubicBezTo>
                      <a:pt x="241" y="1780"/>
                      <a:pt x="326" y="1696"/>
                      <a:pt x="382" y="1639"/>
                    </a:cubicBezTo>
                    <a:cubicBezTo>
                      <a:pt x="474" y="1519"/>
                      <a:pt x="474" y="1370"/>
                      <a:pt x="474" y="1193"/>
                    </a:cubicBezTo>
                    <a:cubicBezTo>
                      <a:pt x="446" y="1137"/>
                      <a:pt x="446" y="1073"/>
                      <a:pt x="474" y="1016"/>
                    </a:cubicBezTo>
                    <a:cubicBezTo>
                      <a:pt x="474" y="988"/>
                      <a:pt x="503" y="960"/>
                      <a:pt x="531" y="960"/>
                    </a:cubicBezTo>
                    <a:lnTo>
                      <a:pt x="559" y="960"/>
                    </a:lnTo>
                    <a:lnTo>
                      <a:pt x="595" y="868"/>
                    </a:lnTo>
                    <a:lnTo>
                      <a:pt x="559" y="868"/>
                    </a:lnTo>
                    <a:cubicBezTo>
                      <a:pt x="503" y="840"/>
                      <a:pt x="446" y="719"/>
                      <a:pt x="474" y="634"/>
                    </a:cubicBezTo>
                    <a:lnTo>
                      <a:pt x="474" y="486"/>
                    </a:lnTo>
                    <a:cubicBezTo>
                      <a:pt x="503" y="429"/>
                      <a:pt x="503" y="337"/>
                      <a:pt x="503" y="252"/>
                    </a:cubicBezTo>
                    <a:cubicBezTo>
                      <a:pt x="503" y="160"/>
                      <a:pt x="446" y="76"/>
                      <a:pt x="382" y="47"/>
                    </a:cubicBezTo>
                    <a:cubicBezTo>
                      <a:pt x="342" y="22"/>
                      <a:pt x="302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38"/>
              <p:cNvSpPr/>
              <p:nvPr/>
            </p:nvSpPr>
            <p:spPr>
              <a:xfrm>
                <a:off x="5425101" y="2602229"/>
                <a:ext cx="10058" cy="55062"/>
              </a:xfrm>
              <a:custGeom>
                <a:rect b="b" l="l" r="r" t="t"/>
                <a:pathLst>
                  <a:path extrusionOk="0" h="1593" w="291">
                    <a:moveTo>
                      <a:pt x="85" y="1"/>
                    </a:moveTo>
                    <a:lnTo>
                      <a:pt x="0" y="29"/>
                    </a:lnTo>
                    <a:cubicBezTo>
                      <a:pt x="206" y="531"/>
                      <a:pt x="206" y="1090"/>
                      <a:pt x="29" y="1564"/>
                    </a:cubicBezTo>
                    <a:lnTo>
                      <a:pt x="85" y="1592"/>
                    </a:lnTo>
                    <a:cubicBezTo>
                      <a:pt x="290" y="1090"/>
                      <a:pt x="290" y="503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38"/>
              <p:cNvSpPr/>
              <p:nvPr/>
            </p:nvSpPr>
            <p:spPr>
              <a:xfrm>
                <a:off x="5438305" y="2601261"/>
                <a:ext cx="13238" cy="64084"/>
              </a:xfrm>
              <a:custGeom>
                <a:rect b="b" l="l" r="r" t="t"/>
                <a:pathLst>
                  <a:path extrusionOk="0" h="1854" w="383">
                    <a:moveTo>
                      <a:pt x="114" y="0"/>
                    </a:moveTo>
                    <a:lnTo>
                      <a:pt x="29" y="29"/>
                    </a:lnTo>
                    <a:cubicBezTo>
                      <a:pt x="290" y="587"/>
                      <a:pt x="290" y="1267"/>
                      <a:pt x="0" y="1825"/>
                    </a:cubicBezTo>
                    <a:lnTo>
                      <a:pt x="85" y="1854"/>
                    </a:lnTo>
                    <a:cubicBezTo>
                      <a:pt x="382" y="1295"/>
                      <a:pt x="382" y="587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38"/>
              <p:cNvSpPr/>
              <p:nvPr/>
            </p:nvSpPr>
            <p:spPr>
              <a:xfrm>
                <a:off x="5150394" y="2599637"/>
                <a:ext cx="21569" cy="61560"/>
              </a:xfrm>
              <a:custGeom>
                <a:rect b="b" l="l" r="r" t="t"/>
                <a:pathLst>
                  <a:path extrusionOk="0" h="1781" w="624">
                    <a:moveTo>
                      <a:pt x="352" y="0"/>
                    </a:moveTo>
                    <a:cubicBezTo>
                      <a:pt x="322" y="0"/>
                      <a:pt x="281" y="22"/>
                      <a:pt x="241" y="47"/>
                    </a:cubicBezTo>
                    <a:cubicBezTo>
                      <a:pt x="177" y="76"/>
                      <a:pt x="121" y="160"/>
                      <a:pt x="121" y="252"/>
                    </a:cubicBezTo>
                    <a:cubicBezTo>
                      <a:pt x="92" y="337"/>
                      <a:pt x="121" y="429"/>
                      <a:pt x="121" y="486"/>
                    </a:cubicBezTo>
                    <a:cubicBezTo>
                      <a:pt x="149" y="542"/>
                      <a:pt x="149" y="578"/>
                      <a:pt x="149" y="634"/>
                    </a:cubicBezTo>
                    <a:cubicBezTo>
                      <a:pt x="149" y="719"/>
                      <a:pt x="121" y="840"/>
                      <a:pt x="29" y="868"/>
                    </a:cubicBezTo>
                    <a:lnTo>
                      <a:pt x="1" y="868"/>
                    </a:lnTo>
                    <a:lnTo>
                      <a:pt x="29" y="960"/>
                    </a:lnTo>
                    <a:lnTo>
                      <a:pt x="92" y="960"/>
                    </a:lnTo>
                    <a:cubicBezTo>
                      <a:pt x="121" y="960"/>
                      <a:pt x="149" y="988"/>
                      <a:pt x="149" y="1016"/>
                    </a:cubicBezTo>
                    <a:lnTo>
                      <a:pt x="149" y="1193"/>
                    </a:lnTo>
                    <a:cubicBezTo>
                      <a:pt x="121" y="1370"/>
                      <a:pt x="149" y="1519"/>
                      <a:pt x="206" y="1639"/>
                    </a:cubicBezTo>
                    <a:cubicBezTo>
                      <a:pt x="269" y="1696"/>
                      <a:pt x="383" y="1780"/>
                      <a:pt x="475" y="1780"/>
                    </a:cubicBezTo>
                    <a:cubicBezTo>
                      <a:pt x="531" y="1780"/>
                      <a:pt x="595" y="1752"/>
                      <a:pt x="623" y="1724"/>
                    </a:cubicBezTo>
                    <a:lnTo>
                      <a:pt x="559" y="1667"/>
                    </a:lnTo>
                    <a:cubicBezTo>
                      <a:pt x="536" y="1683"/>
                      <a:pt x="510" y="1690"/>
                      <a:pt x="483" y="1690"/>
                    </a:cubicBezTo>
                    <a:cubicBezTo>
                      <a:pt x="413" y="1690"/>
                      <a:pt x="339" y="1642"/>
                      <a:pt x="298" y="1575"/>
                    </a:cubicBezTo>
                    <a:cubicBezTo>
                      <a:pt x="241" y="1490"/>
                      <a:pt x="206" y="1370"/>
                      <a:pt x="241" y="1222"/>
                    </a:cubicBezTo>
                    <a:lnTo>
                      <a:pt x="241" y="1193"/>
                    </a:lnTo>
                    <a:lnTo>
                      <a:pt x="241" y="988"/>
                    </a:lnTo>
                    <a:cubicBezTo>
                      <a:pt x="206" y="960"/>
                      <a:pt x="177" y="932"/>
                      <a:pt x="149" y="896"/>
                    </a:cubicBezTo>
                    <a:cubicBezTo>
                      <a:pt x="206" y="840"/>
                      <a:pt x="241" y="719"/>
                      <a:pt x="241" y="634"/>
                    </a:cubicBezTo>
                    <a:cubicBezTo>
                      <a:pt x="241" y="578"/>
                      <a:pt x="241" y="514"/>
                      <a:pt x="206" y="486"/>
                    </a:cubicBezTo>
                    <a:cubicBezTo>
                      <a:pt x="206" y="401"/>
                      <a:pt x="177" y="337"/>
                      <a:pt x="206" y="281"/>
                    </a:cubicBezTo>
                    <a:cubicBezTo>
                      <a:pt x="206" y="224"/>
                      <a:pt x="241" y="132"/>
                      <a:pt x="298" y="104"/>
                    </a:cubicBezTo>
                    <a:cubicBezTo>
                      <a:pt x="317" y="104"/>
                      <a:pt x="335" y="91"/>
                      <a:pt x="354" y="91"/>
                    </a:cubicBezTo>
                    <a:cubicBezTo>
                      <a:pt x="364" y="91"/>
                      <a:pt x="373" y="94"/>
                      <a:pt x="383" y="104"/>
                    </a:cubicBezTo>
                    <a:lnTo>
                      <a:pt x="383" y="12"/>
                    </a:lnTo>
                    <a:cubicBezTo>
                      <a:pt x="374" y="4"/>
                      <a:pt x="364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38"/>
              <p:cNvSpPr/>
              <p:nvPr/>
            </p:nvSpPr>
            <p:spPr>
              <a:xfrm>
                <a:off x="5128133" y="2602229"/>
                <a:ext cx="10058" cy="55062"/>
              </a:xfrm>
              <a:custGeom>
                <a:rect b="b" l="l" r="r" t="t"/>
                <a:pathLst>
                  <a:path extrusionOk="0" h="1593" w="291">
                    <a:moveTo>
                      <a:pt x="206" y="1"/>
                    </a:moveTo>
                    <a:cubicBezTo>
                      <a:pt x="1" y="503"/>
                      <a:pt x="1" y="1090"/>
                      <a:pt x="206" y="1592"/>
                    </a:cubicBezTo>
                    <a:lnTo>
                      <a:pt x="291" y="1564"/>
                    </a:lnTo>
                    <a:cubicBezTo>
                      <a:pt x="86" y="1090"/>
                      <a:pt x="86" y="531"/>
                      <a:pt x="291" y="29"/>
                    </a:cubicBez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38"/>
              <p:cNvSpPr/>
              <p:nvPr/>
            </p:nvSpPr>
            <p:spPr>
              <a:xfrm>
                <a:off x="5111749" y="2601261"/>
                <a:ext cx="14241" cy="64084"/>
              </a:xfrm>
              <a:custGeom>
                <a:rect b="b" l="l" r="r" t="t"/>
                <a:pathLst>
                  <a:path extrusionOk="0" h="1854" w="412">
                    <a:moveTo>
                      <a:pt x="263" y="0"/>
                    </a:moveTo>
                    <a:lnTo>
                      <a:pt x="263" y="0"/>
                    </a:lnTo>
                    <a:cubicBezTo>
                      <a:pt x="1" y="587"/>
                      <a:pt x="29" y="1295"/>
                      <a:pt x="326" y="1854"/>
                    </a:cubicBezTo>
                    <a:lnTo>
                      <a:pt x="411" y="1825"/>
                    </a:lnTo>
                    <a:cubicBezTo>
                      <a:pt x="121" y="1267"/>
                      <a:pt x="86" y="587"/>
                      <a:pt x="354" y="29"/>
                    </a:cubicBez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3" name="Google Shape;1143;p38"/>
            <p:cNvGrpSpPr/>
            <p:nvPr/>
          </p:nvGrpSpPr>
          <p:grpSpPr>
            <a:xfrm>
              <a:off x="3039177" y="1582153"/>
              <a:ext cx="1761892" cy="1511085"/>
              <a:chOff x="4014029" y="2295956"/>
              <a:chExt cx="578827" cy="496430"/>
            </a:xfrm>
          </p:grpSpPr>
          <p:sp>
            <p:nvSpPr>
              <p:cNvPr id="1144" name="Google Shape;1144;p38"/>
              <p:cNvSpPr/>
              <p:nvPr/>
            </p:nvSpPr>
            <p:spPr>
              <a:xfrm>
                <a:off x="4045588" y="2295956"/>
                <a:ext cx="547268" cy="457537"/>
              </a:xfrm>
              <a:custGeom>
                <a:rect b="b" l="l" r="r" t="t"/>
                <a:pathLst>
                  <a:path extrusionOk="0" h="13237" w="15833">
                    <a:moveTo>
                      <a:pt x="0" y="0"/>
                    </a:moveTo>
                    <a:lnTo>
                      <a:pt x="0" y="13237"/>
                    </a:lnTo>
                    <a:lnTo>
                      <a:pt x="15832" y="13237"/>
                    </a:lnTo>
                    <a:lnTo>
                      <a:pt x="15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38"/>
              <p:cNvSpPr/>
              <p:nvPr/>
            </p:nvSpPr>
            <p:spPr>
              <a:xfrm>
                <a:off x="4014029" y="2447805"/>
                <a:ext cx="4182" cy="21569"/>
              </a:xfrm>
              <a:custGeom>
                <a:rect b="b" l="l" r="r" t="t"/>
                <a:pathLst>
                  <a:path extrusionOk="0" h="624" w="121">
                    <a:moveTo>
                      <a:pt x="0" y="1"/>
                    </a:moveTo>
                    <a:lnTo>
                      <a:pt x="0" y="623"/>
                    </a:lnTo>
                    <a:lnTo>
                      <a:pt x="121" y="62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38"/>
              <p:cNvSpPr/>
              <p:nvPr/>
            </p:nvSpPr>
            <p:spPr>
              <a:xfrm>
                <a:off x="4014029" y="2485481"/>
                <a:ext cx="23504" cy="300785"/>
              </a:xfrm>
              <a:custGeom>
                <a:rect b="b" l="l" r="r" t="t"/>
                <a:pathLst>
                  <a:path extrusionOk="0" h="8702" w="680">
                    <a:moveTo>
                      <a:pt x="0" y="0"/>
                    </a:moveTo>
                    <a:cubicBezTo>
                      <a:pt x="29" y="2865"/>
                      <a:pt x="121" y="8581"/>
                      <a:pt x="149" y="8638"/>
                    </a:cubicBezTo>
                    <a:lnTo>
                      <a:pt x="149" y="8702"/>
                    </a:lnTo>
                    <a:lnTo>
                      <a:pt x="680" y="8702"/>
                    </a:lnTo>
                    <a:lnTo>
                      <a:pt x="680" y="8581"/>
                    </a:lnTo>
                    <a:lnTo>
                      <a:pt x="234" y="8581"/>
                    </a:lnTo>
                    <a:cubicBezTo>
                      <a:pt x="234" y="7959"/>
                      <a:pt x="149" y="2717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38"/>
              <p:cNvSpPr/>
              <p:nvPr/>
            </p:nvSpPr>
            <p:spPr>
              <a:xfrm>
                <a:off x="4558097" y="2394988"/>
                <a:ext cx="7155" cy="386160"/>
              </a:xfrm>
              <a:custGeom>
                <a:rect b="b" l="l" r="r" t="t"/>
                <a:pathLst>
                  <a:path extrusionOk="0" h="11172" w="207">
                    <a:moveTo>
                      <a:pt x="93" y="1"/>
                    </a:moveTo>
                    <a:lnTo>
                      <a:pt x="1" y="11171"/>
                    </a:lnTo>
                    <a:lnTo>
                      <a:pt x="121" y="11171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38"/>
              <p:cNvSpPr/>
              <p:nvPr/>
            </p:nvSpPr>
            <p:spPr>
              <a:xfrm>
                <a:off x="4376660" y="2313309"/>
                <a:ext cx="189554" cy="42826"/>
              </a:xfrm>
              <a:custGeom>
                <a:rect b="b" l="l" r="r" t="t"/>
                <a:pathLst>
                  <a:path extrusionOk="0" h="1239" w="5484">
                    <a:moveTo>
                      <a:pt x="1" y="1"/>
                    </a:moveTo>
                    <a:lnTo>
                      <a:pt x="1" y="121"/>
                    </a:lnTo>
                    <a:lnTo>
                      <a:pt x="5370" y="121"/>
                    </a:lnTo>
                    <a:lnTo>
                      <a:pt x="5342" y="1239"/>
                    </a:lnTo>
                    <a:lnTo>
                      <a:pt x="5455" y="1239"/>
                    </a:lnTo>
                    <a:lnTo>
                      <a:pt x="54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38"/>
              <p:cNvSpPr/>
              <p:nvPr/>
            </p:nvSpPr>
            <p:spPr>
              <a:xfrm>
                <a:off x="4014029" y="2349015"/>
                <a:ext cx="5185" cy="52124"/>
              </a:xfrm>
              <a:custGeom>
                <a:rect b="b" l="l" r="r" t="t"/>
                <a:pathLst>
                  <a:path extrusionOk="0" h="1508" w="150">
                    <a:moveTo>
                      <a:pt x="29" y="1"/>
                    </a:moveTo>
                    <a:cubicBezTo>
                      <a:pt x="29" y="588"/>
                      <a:pt x="29" y="1062"/>
                      <a:pt x="0" y="1507"/>
                    </a:cubicBezTo>
                    <a:lnTo>
                      <a:pt x="121" y="1507"/>
                    </a:lnTo>
                    <a:cubicBezTo>
                      <a:pt x="149" y="1062"/>
                      <a:pt x="149" y="588"/>
                      <a:pt x="1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38"/>
              <p:cNvSpPr/>
              <p:nvPr/>
            </p:nvSpPr>
            <p:spPr>
              <a:xfrm>
                <a:off x="4084440" y="2333875"/>
                <a:ext cx="136497" cy="136463"/>
              </a:xfrm>
              <a:custGeom>
                <a:rect b="b" l="l" r="r" t="t"/>
                <a:pathLst>
                  <a:path extrusionOk="0" h="3948" w="3949">
                    <a:moveTo>
                      <a:pt x="1975" y="113"/>
                    </a:moveTo>
                    <a:cubicBezTo>
                      <a:pt x="3007" y="113"/>
                      <a:pt x="3828" y="941"/>
                      <a:pt x="3828" y="1974"/>
                    </a:cubicBezTo>
                    <a:cubicBezTo>
                      <a:pt x="3828" y="3007"/>
                      <a:pt x="3007" y="3827"/>
                      <a:pt x="1975" y="3827"/>
                    </a:cubicBezTo>
                    <a:cubicBezTo>
                      <a:pt x="942" y="3827"/>
                      <a:pt x="114" y="3007"/>
                      <a:pt x="114" y="1974"/>
                    </a:cubicBezTo>
                    <a:cubicBezTo>
                      <a:pt x="114" y="941"/>
                      <a:pt x="942" y="113"/>
                      <a:pt x="1975" y="113"/>
                    </a:cubicBezTo>
                    <a:close/>
                    <a:moveTo>
                      <a:pt x="1975" y="0"/>
                    </a:moveTo>
                    <a:cubicBezTo>
                      <a:pt x="885" y="0"/>
                      <a:pt x="1" y="884"/>
                      <a:pt x="1" y="1974"/>
                    </a:cubicBezTo>
                    <a:cubicBezTo>
                      <a:pt x="1" y="3063"/>
                      <a:pt x="885" y="3948"/>
                      <a:pt x="1975" y="3948"/>
                    </a:cubicBezTo>
                    <a:cubicBezTo>
                      <a:pt x="3064" y="3948"/>
                      <a:pt x="3948" y="3063"/>
                      <a:pt x="3948" y="1974"/>
                    </a:cubicBezTo>
                    <a:cubicBezTo>
                      <a:pt x="3948" y="884"/>
                      <a:pt x="3064" y="0"/>
                      <a:pt x="19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38"/>
              <p:cNvSpPr/>
              <p:nvPr/>
            </p:nvSpPr>
            <p:spPr>
              <a:xfrm>
                <a:off x="4115999" y="2365399"/>
                <a:ext cx="73381" cy="73381"/>
              </a:xfrm>
              <a:custGeom>
                <a:rect b="b" l="l" r="r" t="t"/>
                <a:pathLst>
                  <a:path extrusionOk="0" h="2123" w="2123">
                    <a:moveTo>
                      <a:pt x="1062" y="1"/>
                    </a:moveTo>
                    <a:cubicBezTo>
                      <a:pt x="467" y="1"/>
                      <a:pt x="0" y="468"/>
                      <a:pt x="0" y="1062"/>
                    </a:cubicBezTo>
                    <a:cubicBezTo>
                      <a:pt x="0" y="1649"/>
                      <a:pt x="467" y="2123"/>
                      <a:pt x="1062" y="2123"/>
                    </a:cubicBezTo>
                    <a:cubicBezTo>
                      <a:pt x="1649" y="2123"/>
                      <a:pt x="2123" y="1649"/>
                      <a:pt x="2123" y="1062"/>
                    </a:cubicBezTo>
                    <a:cubicBezTo>
                      <a:pt x="2123" y="468"/>
                      <a:pt x="1649" y="1"/>
                      <a:pt x="10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38"/>
              <p:cNvSpPr/>
              <p:nvPr/>
            </p:nvSpPr>
            <p:spPr>
              <a:xfrm>
                <a:off x="4310639" y="2415278"/>
                <a:ext cx="24507" cy="24507"/>
              </a:xfrm>
              <a:custGeom>
                <a:rect b="b" l="l" r="r" t="t"/>
                <a:pathLst>
                  <a:path extrusionOk="0" h="709" w="709">
                    <a:moveTo>
                      <a:pt x="616" y="121"/>
                    </a:moveTo>
                    <a:lnTo>
                      <a:pt x="616" y="616"/>
                    </a:lnTo>
                    <a:lnTo>
                      <a:pt x="114" y="616"/>
                    </a:lnTo>
                    <a:lnTo>
                      <a:pt x="114" y="121"/>
                    </a:lnTo>
                    <a:close/>
                    <a:moveTo>
                      <a:pt x="1" y="1"/>
                    </a:moveTo>
                    <a:lnTo>
                      <a:pt x="1" y="708"/>
                    </a:lnTo>
                    <a:lnTo>
                      <a:pt x="708" y="708"/>
                    </a:lnTo>
                    <a:lnTo>
                      <a:pt x="7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38"/>
              <p:cNvSpPr/>
              <p:nvPr/>
            </p:nvSpPr>
            <p:spPr>
              <a:xfrm>
                <a:off x="4347314" y="2413342"/>
                <a:ext cx="46732" cy="26442"/>
              </a:xfrm>
              <a:custGeom>
                <a:rect b="b" l="l" r="r" t="t"/>
                <a:pathLst>
                  <a:path extrusionOk="0" h="765" w="1352">
                    <a:moveTo>
                      <a:pt x="708" y="142"/>
                    </a:moveTo>
                    <a:lnTo>
                      <a:pt x="1119" y="672"/>
                    </a:lnTo>
                    <a:lnTo>
                      <a:pt x="263" y="672"/>
                    </a:lnTo>
                    <a:lnTo>
                      <a:pt x="708" y="142"/>
                    </a:lnTo>
                    <a:close/>
                    <a:moveTo>
                      <a:pt x="708" y="0"/>
                    </a:moveTo>
                    <a:lnTo>
                      <a:pt x="1" y="764"/>
                    </a:lnTo>
                    <a:lnTo>
                      <a:pt x="1352" y="764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38"/>
              <p:cNvSpPr/>
              <p:nvPr/>
            </p:nvSpPr>
            <p:spPr>
              <a:xfrm>
                <a:off x="4402343" y="2413342"/>
                <a:ext cx="28412" cy="28378"/>
              </a:xfrm>
              <a:custGeom>
                <a:rect b="b" l="l" r="r" t="t"/>
                <a:pathLst>
                  <a:path extrusionOk="0" h="821" w="822">
                    <a:moveTo>
                      <a:pt x="736" y="0"/>
                    </a:moveTo>
                    <a:lnTo>
                      <a:pt x="1" y="736"/>
                    </a:lnTo>
                    <a:lnTo>
                      <a:pt x="85" y="821"/>
                    </a:lnTo>
                    <a:lnTo>
                      <a:pt x="821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38"/>
              <p:cNvSpPr/>
              <p:nvPr/>
            </p:nvSpPr>
            <p:spPr>
              <a:xfrm>
                <a:off x="4417517" y="2413342"/>
                <a:ext cx="27652" cy="28378"/>
              </a:xfrm>
              <a:custGeom>
                <a:rect b="b" l="l" r="r" t="t"/>
                <a:pathLst>
                  <a:path extrusionOk="0" h="821" w="800">
                    <a:moveTo>
                      <a:pt x="736" y="0"/>
                    </a:moveTo>
                    <a:lnTo>
                      <a:pt x="0" y="736"/>
                    </a:lnTo>
                    <a:lnTo>
                      <a:pt x="57" y="821"/>
                    </a:lnTo>
                    <a:lnTo>
                      <a:pt x="800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38"/>
              <p:cNvSpPr/>
              <p:nvPr/>
            </p:nvSpPr>
            <p:spPr>
              <a:xfrm>
                <a:off x="4455160" y="2412098"/>
                <a:ext cx="8365" cy="27687"/>
              </a:xfrm>
              <a:custGeom>
                <a:rect b="b" l="l" r="r" t="t"/>
                <a:pathLst>
                  <a:path extrusionOk="0" h="801" w="242">
                    <a:moveTo>
                      <a:pt x="1" y="1"/>
                    </a:moveTo>
                    <a:lnTo>
                      <a:pt x="1" y="64"/>
                    </a:lnTo>
                    <a:lnTo>
                      <a:pt x="29" y="64"/>
                    </a:lnTo>
                    <a:cubicBezTo>
                      <a:pt x="64" y="64"/>
                      <a:pt x="93" y="93"/>
                      <a:pt x="93" y="121"/>
                    </a:cubicBezTo>
                    <a:lnTo>
                      <a:pt x="93" y="298"/>
                    </a:lnTo>
                    <a:cubicBezTo>
                      <a:pt x="93" y="355"/>
                      <a:pt x="93" y="390"/>
                      <a:pt x="121" y="390"/>
                    </a:cubicBezTo>
                    <a:cubicBezTo>
                      <a:pt x="93" y="390"/>
                      <a:pt x="93" y="418"/>
                      <a:pt x="93" y="475"/>
                    </a:cubicBezTo>
                    <a:lnTo>
                      <a:pt x="93" y="652"/>
                    </a:lnTo>
                    <a:cubicBezTo>
                      <a:pt x="93" y="680"/>
                      <a:pt x="64" y="708"/>
                      <a:pt x="29" y="708"/>
                    </a:cubicBezTo>
                    <a:lnTo>
                      <a:pt x="1" y="708"/>
                    </a:lnTo>
                    <a:lnTo>
                      <a:pt x="1" y="800"/>
                    </a:lnTo>
                    <a:lnTo>
                      <a:pt x="29" y="800"/>
                    </a:lnTo>
                    <a:cubicBezTo>
                      <a:pt x="121" y="800"/>
                      <a:pt x="177" y="744"/>
                      <a:pt x="177" y="652"/>
                    </a:cubicBezTo>
                    <a:lnTo>
                      <a:pt x="177" y="475"/>
                    </a:lnTo>
                    <a:cubicBezTo>
                      <a:pt x="177" y="446"/>
                      <a:pt x="177" y="418"/>
                      <a:pt x="206" y="418"/>
                    </a:cubicBezTo>
                    <a:lnTo>
                      <a:pt x="241" y="418"/>
                    </a:lnTo>
                    <a:lnTo>
                      <a:pt x="241" y="355"/>
                    </a:lnTo>
                    <a:lnTo>
                      <a:pt x="206" y="355"/>
                    </a:lnTo>
                    <a:cubicBezTo>
                      <a:pt x="177" y="355"/>
                      <a:pt x="177" y="326"/>
                      <a:pt x="177" y="298"/>
                    </a:cubicBezTo>
                    <a:lnTo>
                      <a:pt x="177" y="121"/>
                    </a:lnTo>
                    <a:cubicBezTo>
                      <a:pt x="177" y="36"/>
                      <a:pt x="121" y="1"/>
                      <a:pt x="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38"/>
              <p:cNvSpPr/>
              <p:nvPr/>
            </p:nvSpPr>
            <p:spPr>
              <a:xfrm>
                <a:off x="4472512" y="2411130"/>
                <a:ext cx="19356" cy="30590"/>
              </a:xfrm>
              <a:custGeom>
                <a:rect b="b" l="l" r="r" t="t"/>
                <a:pathLst>
                  <a:path extrusionOk="0" h="885" w="560">
                    <a:moveTo>
                      <a:pt x="270" y="121"/>
                    </a:moveTo>
                    <a:cubicBezTo>
                      <a:pt x="355" y="121"/>
                      <a:pt x="447" y="269"/>
                      <a:pt x="447" y="446"/>
                    </a:cubicBezTo>
                    <a:cubicBezTo>
                      <a:pt x="447" y="651"/>
                      <a:pt x="355" y="772"/>
                      <a:pt x="270" y="772"/>
                    </a:cubicBezTo>
                    <a:cubicBezTo>
                      <a:pt x="178" y="772"/>
                      <a:pt x="93" y="651"/>
                      <a:pt x="93" y="446"/>
                    </a:cubicBezTo>
                    <a:cubicBezTo>
                      <a:pt x="93" y="269"/>
                      <a:pt x="178" y="121"/>
                      <a:pt x="270" y="121"/>
                    </a:cubicBezTo>
                    <a:close/>
                    <a:moveTo>
                      <a:pt x="270" y="1"/>
                    </a:moveTo>
                    <a:cubicBezTo>
                      <a:pt x="121" y="1"/>
                      <a:pt x="1" y="206"/>
                      <a:pt x="1" y="446"/>
                    </a:cubicBezTo>
                    <a:cubicBezTo>
                      <a:pt x="1" y="708"/>
                      <a:pt x="121" y="885"/>
                      <a:pt x="270" y="885"/>
                    </a:cubicBezTo>
                    <a:cubicBezTo>
                      <a:pt x="447" y="885"/>
                      <a:pt x="560" y="708"/>
                      <a:pt x="560" y="446"/>
                    </a:cubicBezTo>
                    <a:cubicBezTo>
                      <a:pt x="560" y="206"/>
                      <a:pt x="447" y="1"/>
                      <a:pt x="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8" name="Google Shape;1158;p38"/>
              <p:cNvSpPr/>
              <p:nvPr/>
            </p:nvSpPr>
            <p:spPr>
              <a:xfrm>
                <a:off x="4496016" y="2411130"/>
                <a:ext cx="19322" cy="30590"/>
              </a:xfrm>
              <a:custGeom>
                <a:rect b="b" l="l" r="r" t="t"/>
                <a:pathLst>
                  <a:path extrusionOk="0" h="885" w="559">
                    <a:moveTo>
                      <a:pt x="262" y="121"/>
                    </a:moveTo>
                    <a:cubicBezTo>
                      <a:pt x="354" y="121"/>
                      <a:pt x="439" y="269"/>
                      <a:pt x="439" y="446"/>
                    </a:cubicBezTo>
                    <a:cubicBezTo>
                      <a:pt x="439" y="651"/>
                      <a:pt x="354" y="772"/>
                      <a:pt x="262" y="772"/>
                    </a:cubicBezTo>
                    <a:cubicBezTo>
                      <a:pt x="205" y="772"/>
                      <a:pt x="85" y="651"/>
                      <a:pt x="85" y="446"/>
                    </a:cubicBezTo>
                    <a:cubicBezTo>
                      <a:pt x="85" y="269"/>
                      <a:pt x="205" y="121"/>
                      <a:pt x="262" y="121"/>
                    </a:cubicBezTo>
                    <a:close/>
                    <a:moveTo>
                      <a:pt x="262" y="1"/>
                    </a:moveTo>
                    <a:cubicBezTo>
                      <a:pt x="120" y="1"/>
                      <a:pt x="0" y="206"/>
                      <a:pt x="0" y="446"/>
                    </a:cubicBezTo>
                    <a:cubicBezTo>
                      <a:pt x="0" y="708"/>
                      <a:pt x="120" y="885"/>
                      <a:pt x="262" y="885"/>
                    </a:cubicBezTo>
                    <a:cubicBezTo>
                      <a:pt x="439" y="885"/>
                      <a:pt x="559" y="708"/>
                      <a:pt x="559" y="446"/>
                    </a:cubicBezTo>
                    <a:cubicBezTo>
                      <a:pt x="559" y="206"/>
                      <a:pt x="439" y="1"/>
                      <a:pt x="2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38"/>
              <p:cNvSpPr/>
              <p:nvPr/>
            </p:nvSpPr>
            <p:spPr>
              <a:xfrm>
                <a:off x="4113786" y="2557862"/>
                <a:ext cx="75594" cy="234524"/>
              </a:xfrm>
              <a:custGeom>
                <a:rect b="b" l="l" r="r" t="t"/>
                <a:pathLst>
                  <a:path extrusionOk="0" h="6785" w="2187">
                    <a:moveTo>
                      <a:pt x="1126" y="120"/>
                    </a:moveTo>
                    <a:cubicBezTo>
                      <a:pt x="1656" y="120"/>
                      <a:pt x="2067" y="531"/>
                      <a:pt x="2067" y="1061"/>
                    </a:cubicBezTo>
                    <a:lnTo>
                      <a:pt x="2067" y="5723"/>
                    </a:lnTo>
                    <a:cubicBezTo>
                      <a:pt x="2067" y="6254"/>
                      <a:pt x="1656" y="6664"/>
                      <a:pt x="1126" y="6664"/>
                    </a:cubicBezTo>
                    <a:lnTo>
                      <a:pt x="1062" y="6664"/>
                    </a:lnTo>
                    <a:cubicBezTo>
                      <a:pt x="567" y="6664"/>
                      <a:pt x="121" y="6254"/>
                      <a:pt x="121" y="5723"/>
                    </a:cubicBezTo>
                    <a:lnTo>
                      <a:pt x="121" y="1061"/>
                    </a:lnTo>
                    <a:cubicBezTo>
                      <a:pt x="121" y="531"/>
                      <a:pt x="567" y="120"/>
                      <a:pt x="1062" y="120"/>
                    </a:cubicBezTo>
                    <a:close/>
                    <a:moveTo>
                      <a:pt x="1062" y="0"/>
                    </a:moveTo>
                    <a:cubicBezTo>
                      <a:pt x="475" y="0"/>
                      <a:pt x="1" y="474"/>
                      <a:pt x="1" y="1061"/>
                    </a:cubicBezTo>
                    <a:lnTo>
                      <a:pt x="1" y="5723"/>
                    </a:lnTo>
                    <a:cubicBezTo>
                      <a:pt x="1" y="6310"/>
                      <a:pt x="475" y="6784"/>
                      <a:pt x="1062" y="6784"/>
                    </a:cubicBezTo>
                    <a:lnTo>
                      <a:pt x="1126" y="6784"/>
                    </a:lnTo>
                    <a:cubicBezTo>
                      <a:pt x="1713" y="6784"/>
                      <a:pt x="2187" y="6310"/>
                      <a:pt x="2187" y="5723"/>
                    </a:cubicBezTo>
                    <a:lnTo>
                      <a:pt x="2187" y="1061"/>
                    </a:lnTo>
                    <a:cubicBezTo>
                      <a:pt x="2187" y="474"/>
                      <a:pt x="1713" y="0"/>
                      <a:pt x="11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38"/>
              <p:cNvSpPr/>
              <p:nvPr/>
            </p:nvSpPr>
            <p:spPr>
              <a:xfrm>
                <a:off x="4258549" y="2313309"/>
                <a:ext cx="92703" cy="4217"/>
              </a:xfrm>
              <a:custGeom>
                <a:rect b="b" l="l" r="r" t="t"/>
                <a:pathLst>
                  <a:path extrusionOk="0" h="122" w="2682">
                    <a:moveTo>
                      <a:pt x="1" y="1"/>
                    </a:moveTo>
                    <a:lnTo>
                      <a:pt x="1" y="121"/>
                    </a:lnTo>
                    <a:lnTo>
                      <a:pt x="2682" y="121"/>
                    </a:lnTo>
                    <a:lnTo>
                      <a:pt x="26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38"/>
              <p:cNvSpPr/>
              <p:nvPr/>
            </p:nvSpPr>
            <p:spPr>
              <a:xfrm>
                <a:off x="4095466" y="2313309"/>
                <a:ext cx="137707" cy="6153"/>
              </a:xfrm>
              <a:custGeom>
                <a:rect b="b" l="l" r="r" t="t"/>
                <a:pathLst>
                  <a:path extrusionOk="0" h="178" w="3984">
                    <a:moveTo>
                      <a:pt x="3983" y="1"/>
                    </a:moveTo>
                    <a:lnTo>
                      <a:pt x="0" y="64"/>
                    </a:lnTo>
                    <a:lnTo>
                      <a:pt x="0" y="178"/>
                    </a:lnTo>
                    <a:lnTo>
                      <a:pt x="3983" y="121"/>
                    </a:lnTo>
                    <a:lnTo>
                      <a:pt x="39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2" name="Google Shape;1162;p38"/>
            <p:cNvGrpSpPr/>
            <p:nvPr/>
          </p:nvGrpSpPr>
          <p:grpSpPr>
            <a:xfrm>
              <a:off x="3788953" y="1869154"/>
              <a:ext cx="2304469" cy="1767886"/>
              <a:chOff x="4687475" y="2211500"/>
              <a:chExt cx="547575" cy="420075"/>
            </a:xfrm>
          </p:grpSpPr>
          <p:sp>
            <p:nvSpPr>
              <p:cNvPr id="1163" name="Google Shape;1163;p38"/>
              <p:cNvSpPr/>
              <p:nvPr/>
            </p:nvSpPr>
            <p:spPr>
              <a:xfrm>
                <a:off x="4687475" y="2211500"/>
                <a:ext cx="547575" cy="420075"/>
              </a:xfrm>
              <a:custGeom>
                <a:rect b="b" l="l" r="r" t="t"/>
                <a:pathLst>
                  <a:path extrusionOk="0" h="16803" w="21903">
                    <a:moveTo>
                      <a:pt x="12239" y="1"/>
                    </a:moveTo>
                    <a:lnTo>
                      <a:pt x="8879" y="3276"/>
                    </a:lnTo>
                    <a:lnTo>
                      <a:pt x="0" y="3276"/>
                    </a:lnTo>
                    <a:lnTo>
                      <a:pt x="0" y="16802"/>
                    </a:lnTo>
                    <a:lnTo>
                      <a:pt x="18542" y="16802"/>
                    </a:lnTo>
                    <a:lnTo>
                      <a:pt x="21903" y="13209"/>
                    </a:lnTo>
                    <a:lnTo>
                      <a:pt x="122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38"/>
              <p:cNvSpPr/>
              <p:nvPr/>
            </p:nvSpPr>
            <p:spPr>
              <a:xfrm>
                <a:off x="4910850" y="2289675"/>
                <a:ext cx="252750" cy="331650"/>
              </a:xfrm>
              <a:custGeom>
                <a:rect b="b" l="l" r="r" t="t"/>
                <a:pathLst>
                  <a:path extrusionOk="0" h="13266" w="10110">
                    <a:moveTo>
                      <a:pt x="0" y="1"/>
                    </a:moveTo>
                    <a:lnTo>
                      <a:pt x="0" y="13265"/>
                    </a:lnTo>
                    <a:lnTo>
                      <a:pt x="10110" y="13265"/>
                    </a:lnTo>
                    <a:lnTo>
                      <a:pt x="10110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38"/>
              <p:cNvSpPr/>
              <p:nvPr/>
            </p:nvSpPr>
            <p:spPr>
              <a:xfrm>
                <a:off x="4938075" y="2261725"/>
                <a:ext cx="252050" cy="331650"/>
              </a:xfrm>
              <a:custGeom>
                <a:rect b="b" l="l" r="r" t="t"/>
                <a:pathLst>
                  <a:path extrusionOk="0" h="13266" w="10082">
                    <a:moveTo>
                      <a:pt x="1" y="1"/>
                    </a:moveTo>
                    <a:lnTo>
                      <a:pt x="1" y="13265"/>
                    </a:lnTo>
                    <a:lnTo>
                      <a:pt x="10082" y="13265"/>
                    </a:lnTo>
                    <a:lnTo>
                      <a:pt x="10082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38"/>
              <p:cNvSpPr/>
              <p:nvPr/>
            </p:nvSpPr>
            <p:spPr>
              <a:xfrm>
                <a:off x="4964600" y="2232900"/>
                <a:ext cx="252775" cy="332350"/>
              </a:xfrm>
              <a:custGeom>
                <a:rect b="b" l="l" r="r" t="t"/>
                <a:pathLst>
                  <a:path extrusionOk="0" h="13294" w="10111">
                    <a:moveTo>
                      <a:pt x="1" y="1"/>
                    </a:moveTo>
                    <a:lnTo>
                      <a:pt x="1" y="13294"/>
                    </a:lnTo>
                    <a:lnTo>
                      <a:pt x="10110" y="13294"/>
                    </a:lnTo>
                    <a:lnTo>
                      <a:pt x="10110" y="13180"/>
                    </a:lnTo>
                    <a:lnTo>
                      <a:pt x="121" y="13180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38"/>
              <p:cNvSpPr/>
              <p:nvPr/>
            </p:nvSpPr>
            <p:spPr>
              <a:xfrm>
                <a:off x="4993450" y="2211500"/>
                <a:ext cx="241600" cy="330225"/>
              </a:xfrm>
              <a:custGeom>
                <a:rect b="b" l="l" r="r" t="t"/>
                <a:pathLst>
                  <a:path extrusionOk="0" h="13209" w="9664">
                    <a:moveTo>
                      <a:pt x="0" y="1"/>
                    </a:moveTo>
                    <a:lnTo>
                      <a:pt x="0" y="13209"/>
                    </a:lnTo>
                    <a:lnTo>
                      <a:pt x="9664" y="13209"/>
                    </a:lnTo>
                    <a:lnTo>
                      <a:pt x="96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38"/>
              <p:cNvSpPr/>
              <p:nvPr/>
            </p:nvSpPr>
            <p:spPr>
              <a:xfrm>
                <a:off x="5011125" y="228525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177" y="1"/>
                    </a:moveTo>
                    <a:cubicBezTo>
                      <a:pt x="114" y="57"/>
                      <a:pt x="85" y="121"/>
                      <a:pt x="57" y="178"/>
                    </a:cubicBezTo>
                    <a:cubicBezTo>
                      <a:pt x="29" y="270"/>
                      <a:pt x="0" y="326"/>
                      <a:pt x="0" y="383"/>
                    </a:cubicBezTo>
                    <a:cubicBezTo>
                      <a:pt x="0" y="475"/>
                      <a:pt x="29" y="531"/>
                      <a:pt x="57" y="588"/>
                    </a:cubicBezTo>
                    <a:cubicBezTo>
                      <a:pt x="85" y="652"/>
                      <a:pt x="114" y="708"/>
                      <a:pt x="177" y="765"/>
                    </a:cubicBezTo>
                    <a:lnTo>
                      <a:pt x="206" y="765"/>
                    </a:lnTo>
                    <a:cubicBezTo>
                      <a:pt x="177" y="737"/>
                      <a:pt x="177" y="708"/>
                      <a:pt x="142" y="652"/>
                    </a:cubicBezTo>
                    <a:cubicBezTo>
                      <a:pt x="114" y="623"/>
                      <a:pt x="114" y="560"/>
                      <a:pt x="114" y="531"/>
                    </a:cubicBezTo>
                    <a:cubicBezTo>
                      <a:pt x="85" y="475"/>
                      <a:pt x="85" y="447"/>
                      <a:pt x="85" y="383"/>
                    </a:cubicBezTo>
                    <a:cubicBezTo>
                      <a:pt x="85" y="355"/>
                      <a:pt x="85" y="298"/>
                      <a:pt x="114" y="270"/>
                    </a:cubicBezTo>
                    <a:cubicBezTo>
                      <a:pt x="114" y="206"/>
                      <a:pt x="114" y="178"/>
                      <a:pt x="142" y="121"/>
                    </a:cubicBezTo>
                    <a:cubicBezTo>
                      <a:pt x="177" y="93"/>
                      <a:pt x="177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38"/>
              <p:cNvSpPr/>
              <p:nvPr/>
            </p:nvSpPr>
            <p:spPr>
              <a:xfrm>
                <a:off x="5019075" y="2285250"/>
                <a:ext cx="4450" cy="19125"/>
              </a:xfrm>
              <a:custGeom>
                <a:rect b="b" l="l" r="r" t="t"/>
                <a:pathLst>
                  <a:path extrusionOk="0" h="765" w="178">
                    <a:moveTo>
                      <a:pt x="149" y="1"/>
                    </a:moveTo>
                    <a:cubicBezTo>
                      <a:pt x="93" y="57"/>
                      <a:pt x="65" y="121"/>
                      <a:pt x="36" y="178"/>
                    </a:cubicBezTo>
                    <a:cubicBezTo>
                      <a:pt x="1" y="270"/>
                      <a:pt x="1" y="326"/>
                      <a:pt x="1" y="383"/>
                    </a:cubicBezTo>
                    <a:cubicBezTo>
                      <a:pt x="1" y="475"/>
                      <a:pt x="1" y="531"/>
                      <a:pt x="36" y="588"/>
                    </a:cubicBezTo>
                    <a:cubicBezTo>
                      <a:pt x="65" y="652"/>
                      <a:pt x="93" y="708"/>
                      <a:pt x="149" y="765"/>
                    </a:cubicBezTo>
                    <a:lnTo>
                      <a:pt x="178" y="765"/>
                    </a:lnTo>
                    <a:cubicBezTo>
                      <a:pt x="178" y="737"/>
                      <a:pt x="149" y="708"/>
                      <a:pt x="121" y="652"/>
                    </a:cubicBezTo>
                    <a:cubicBezTo>
                      <a:pt x="121" y="623"/>
                      <a:pt x="93" y="560"/>
                      <a:pt x="93" y="531"/>
                    </a:cubicBezTo>
                    <a:cubicBezTo>
                      <a:pt x="65" y="475"/>
                      <a:pt x="65" y="447"/>
                      <a:pt x="65" y="383"/>
                    </a:cubicBezTo>
                    <a:cubicBezTo>
                      <a:pt x="65" y="355"/>
                      <a:pt x="65" y="298"/>
                      <a:pt x="93" y="270"/>
                    </a:cubicBezTo>
                    <a:cubicBezTo>
                      <a:pt x="93" y="206"/>
                      <a:pt x="121" y="178"/>
                      <a:pt x="121" y="121"/>
                    </a:cubicBezTo>
                    <a:cubicBezTo>
                      <a:pt x="149" y="93"/>
                      <a:pt x="178" y="29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38"/>
              <p:cNvSpPr/>
              <p:nvPr/>
            </p:nvSpPr>
            <p:spPr>
              <a:xfrm>
                <a:off x="5027225" y="2289675"/>
                <a:ext cx="2325" cy="11175"/>
              </a:xfrm>
              <a:custGeom>
                <a:rect b="b" l="l" r="r" t="t"/>
                <a:pathLst>
                  <a:path extrusionOk="0" h="447" w="93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38"/>
              <p:cNvSpPr/>
              <p:nvPr/>
            </p:nvSpPr>
            <p:spPr>
              <a:xfrm>
                <a:off x="5036775" y="2285975"/>
                <a:ext cx="9750" cy="15575"/>
              </a:xfrm>
              <a:custGeom>
                <a:rect b="b" l="l" r="r" t="t"/>
                <a:pathLst>
                  <a:path extrusionOk="0" h="623" w="390">
                    <a:moveTo>
                      <a:pt x="269" y="92"/>
                    </a:moveTo>
                    <a:cubicBezTo>
                      <a:pt x="297" y="120"/>
                      <a:pt x="297" y="149"/>
                      <a:pt x="297" y="177"/>
                    </a:cubicBezTo>
                    <a:cubicBezTo>
                      <a:pt x="326" y="205"/>
                      <a:pt x="326" y="241"/>
                      <a:pt x="326" y="297"/>
                    </a:cubicBezTo>
                    <a:lnTo>
                      <a:pt x="326" y="326"/>
                    </a:lnTo>
                    <a:cubicBezTo>
                      <a:pt x="326" y="382"/>
                      <a:pt x="326" y="418"/>
                      <a:pt x="297" y="446"/>
                    </a:cubicBezTo>
                    <a:cubicBezTo>
                      <a:pt x="297" y="474"/>
                      <a:pt x="297" y="502"/>
                      <a:pt x="269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92" y="502"/>
                      <a:pt x="92" y="474"/>
                      <a:pt x="92" y="446"/>
                    </a:cubicBezTo>
                    <a:cubicBezTo>
                      <a:pt x="92" y="418"/>
                      <a:pt x="64" y="382"/>
                      <a:pt x="64" y="326"/>
                    </a:cubicBezTo>
                    <a:lnTo>
                      <a:pt x="64" y="297"/>
                    </a:lnTo>
                    <a:cubicBezTo>
                      <a:pt x="64" y="241"/>
                      <a:pt x="92" y="205"/>
                      <a:pt x="92" y="177"/>
                    </a:cubicBezTo>
                    <a:cubicBezTo>
                      <a:pt x="92" y="149"/>
                      <a:pt x="92" y="120"/>
                      <a:pt x="121" y="92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64" y="64"/>
                      <a:pt x="64" y="92"/>
                    </a:cubicBezTo>
                    <a:cubicBezTo>
                      <a:pt x="36" y="92"/>
                      <a:pt x="36" y="120"/>
                      <a:pt x="0" y="177"/>
                    </a:cubicBezTo>
                    <a:lnTo>
                      <a:pt x="0" y="326"/>
                    </a:lnTo>
                    <a:lnTo>
                      <a:pt x="0" y="474"/>
                    </a:lnTo>
                    <a:cubicBezTo>
                      <a:pt x="36" y="502"/>
                      <a:pt x="36" y="531"/>
                      <a:pt x="64" y="559"/>
                    </a:cubicBezTo>
                    <a:cubicBezTo>
                      <a:pt x="64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297" y="594"/>
                      <a:pt x="326" y="594"/>
                      <a:pt x="354" y="559"/>
                    </a:cubicBezTo>
                    <a:cubicBezTo>
                      <a:pt x="354" y="531"/>
                      <a:pt x="389" y="502"/>
                      <a:pt x="389" y="474"/>
                    </a:cubicBezTo>
                    <a:lnTo>
                      <a:pt x="389" y="326"/>
                    </a:lnTo>
                    <a:lnTo>
                      <a:pt x="389" y="177"/>
                    </a:lnTo>
                    <a:cubicBezTo>
                      <a:pt x="389" y="120"/>
                      <a:pt x="354" y="92"/>
                      <a:pt x="354" y="92"/>
                    </a:cubicBezTo>
                    <a:cubicBezTo>
                      <a:pt x="326" y="64"/>
                      <a:pt x="297" y="28"/>
                      <a:pt x="297" y="28"/>
                    </a:cubicBezTo>
                    <a:cubicBezTo>
                      <a:pt x="269" y="28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38"/>
              <p:cNvSpPr/>
              <p:nvPr/>
            </p:nvSpPr>
            <p:spPr>
              <a:xfrm>
                <a:off x="5048625" y="2285975"/>
                <a:ext cx="10275" cy="15575"/>
              </a:xfrm>
              <a:custGeom>
                <a:rect b="b" l="l" r="r" t="t"/>
                <a:pathLst>
                  <a:path extrusionOk="0" h="623" w="411">
                    <a:moveTo>
                      <a:pt x="297" y="92"/>
                    </a:move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34" y="559"/>
                      <a:pt x="205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92" y="64"/>
                      <a:pt x="57" y="92"/>
                    </a:cubicBezTo>
                    <a:cubicBezTo>
                      <a:pt x="57" y="92"/>
                      <a:pt x="29" y="120"/>
                      <a:pt x="29" y="177"/>
                    </a:cubicBezTo>
                    <a:cubicBezTo>
                      <a:pt x="0" y="205"/>
                      <a:pt x="0" y="269"/>
                      <a:pt x="0" y="326"/>
                    </a:cubicBezTo>
                    <a:cubicBezTo>
                      <a:pt x="0" y="382"/>
                      <a:pt x="0" y="418"/>
                      <a:pt x="29" y="474"/>
                    </a:cubicBezTo>
                    <a:cubicBezTo>
                      <a:pt x="29" y="502"/>
                      <a:pt x="57" y="531"/>
                      <a:pt x="57" y="559"/>
                    </a:cubicBezTo>
                    <a:cubicBezTo>
                      <a:pt x="92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34" y="623"/>
                      <a:pt x="269" y="623"/>
                      <a:pt x="297" y="594"/>
                    </a:cubicBezTo>
                    <a:cubicBezTo>
                      <a:pt x="326" y="594"/>
                      <a:pt x="354" y="594"/>
                      <a:pt x="354" y="559"/>
                    </a:cubicBezTo>
                    <a:cubicBezTo>
                      <a:pt x="382" y="531"/>
                      <a:pt x="382" y="502"/>
                      <a:pt x="411" y="474"/>
                    </a:cubicBezTo>
                    <a:lnTo>
                      <a:pt x="411" y="326"/>
                    </a:lnTo>
                    <a:lnTo>
                      <a:pt x="411" y="177"/>
                    </a:lnTo>
                    <a:cubicBezTo>
                      <a:pt x="382" y="120"/>
                      <a:pt x="382" y="92"/>
                      <a:pt x="354" y="92"/>
                    </a:cubicBezTo>
                    <a:cubicBezTo>
                      <a:pt x="354" y="64"/>
                      <a:pt x="326" y="28"/>
                      <a:pt x="297" y="28"/>
                    </a:cubicBezTo>
                    <a:cubicBezTo>
                      <a:pt x="269" y="28"/>
                      <a:pt x="234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38"/>
              <p:cNvSpPr/>
              <p:nvPr/>
            </p:nvSpPr>
            <p:spPr>
              <a:xfrm>
                <a:off x="5065600" y="2294100"/>
                <a:ext cx="5150" cy="2325"/>
              </a:xfrm>
              <a:custGeom>
                <a:rect b="b" l="l" r="r" t="t"/>
                <a:pathLst>
                  <a:path extrusionOk="0" h="93" w="206">
                    <a:moveTo>
                      <a:pt x="0" y="1"/>
                    </a:moveTo>
                    <a:lnTo>
                      <a:pt x="0" y="93"/>
                    </a:lnTo>
                    <a:lnTo>
                      <a:pt x="206" y="9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38"/>
              <p:cNvSpPr/>
              <p:nvPr/>
            </p:nvSpPr>
            <p:spPr>
              <a:xfrm>
                <a:off x="5077450" y="2292675"/>
                <a:ext cx="10275" cy="5875"/>
              </a:xfrm>
              <a:custGeom>
                <a:rect b="b" l="l" r="r" t="t"/>
                <a:pathLst>
                  <a:path extrusionOk="0" h="235" w="411">
                    <a:moveTo>
                      <a:pt x="0" y="1"/>
                    </a:moveTo>
                    <a:lnTo>
                      <a:pt x="0" y="58"/>
                    </a:lnTo>
                    <a:lnTo>
                      <a:pt x="411" y="58"/>
                    </a:lnTo>
                    <a:lnTo>
                      <a:pt x="411" y="1"/>
                    </a:lnTo>
                    <a:close/>
                    <a:moveTo>
                      <a:pt x="0" y="178"/>
                    </a:moveTo>
                    <a:lnTo>
                      <a:pt x="0" y="234"/>
                    </a:lnTo>
                    <a:lnTo>
                      <a:pt x="411" y="234"/>
                    </a:lnTo>
                    <a:lnTo>
                      <a:pt x="411" y="1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38"/>
              <p:cNvSpPr/>
              <p:nvPr/>
            </p:nvSpPr>
            <p:spPr>
              <a:xfrm>
                <a:off x="5090700" y="2290400"/>
                <a:ext cx="10300" cy="10450"/>
              </a:xfrm>
              <a:custGeom>
                <a:rect b="b" l="l" r="r" t="t"/>
                <a:pathLst>
                  <a:path extrusionOk="0" h="418" w="412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38"/>
              <p:cNvSpPr/>
              <p:nvPr/>
            </p:nvSpPr>
            <p:spPr>
              <a:xfrm>
                <a:off x="5103975" y="2290400"/>
                <a:ext cx="10275" cy="10450"/>
              </a:xfrm>
              <a:custGeom>
                <a:rect b="b" l="l" r="r" t="t"/>
                <a:pathLst>
                  <a:path extrusionOk="0" h="418" w="411">
                    <a:moveTo>
                      <a:pt x="1" y="0"/>
                    </a:moveTo>
                    <a:lnTo>
                      <a:pt x="1" y="64"/>
                    </a:lnTo>
                    <a:lnTo>
                      <a:pt x="354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38"/>
              <p:cNvSpPr/>
              <p:nvPr/>
            </p:nvSpPr>
            <p:spPr>
              <a:xfrm>
                <a:off x="5116350" y="2285250"/>
                <a:ext cx="6050" cy="19125"/>
              </a:xfrm>
              <a:custGeom>
                <a:rect b="b" l="l" r="r" t="t"/>
                <a:pathLst>
                  <a:path extrusionOk="0" h="765" w="242">
                    <a:moveTo>
                      <a:pt x="1" y="1"/>
                    </a:moveTo>
                    <a:lnTo>
                      <a:pt x="1" y="57"/>
                    </a:lnTo>
                    <a:lnTo>
                      <a:pt x="64" y="57"/>
                    </a:lnTo>
                    <a:lnTo>
                      <a:pt x="93" y="93"/>
                    </a:lnTo>
                    <a:lnTo>
                      <a:pt x="93" y="121"/>
                    </a:lnTo>
                    <a:lnTo>
                      <a:pt x="93" y="298"/>
                    </a:lnTo>
                    <a:cubicBezTo>
                      <a:pt x="93" y="326"/>
                      <a:pt x="93" y="326"/>
                      <a:pt x="121" y="355"/>
                    </a:cubicBezTo>
                    <a:lnTo>
                      <a:pt x="149" y="383"/>
                    </a:lnTo>
                    <a:lnTo>
                      <a:pt x="178" y="383"/>
                    </a:lnTo>
                    <a:cubicBezTo>
                      <a:pt x="149" y="383"/>
                      <a:pt x="121" y="411"/>
                      <a:pt x="121" y="411"/>
                    </a:cubicBezTo>
                    <a:cubicBezTo>
                      <a:pt x="121" y="447"/>
                      <a:pt x="93" y="447"/>
                      <a:pt x="93" y="475"/>
                    </a:cubicBezTo>
                    <a:lnTo>
                      <a:pt x="93" y="680"/>
                    </a:lnTo>
                    <a:lnTo>
                      <a:pt x="93" y="708"/>
                    </a:lnTo>
                    <a:lnTo>
                      <a:pt x="1" y="708"/>
                    </a:lnTo>
                    <a:lnTo>
                      <a:pt x="1" y="765"/>
                    </a:lnTo>
                    <a:lnTo>
                      <a:pt x="64" y="765"/>
                    </a:lnTo>
                    <a:cubicBezTo>
                      <a:pt x="93" y="765"/>
                      <a:pt x="93" y="765"/>
                      <a:pt x="121" y="737"/>
                    </a:cubicBezTo>
                    <a:cubicBezTo>
                      <a:pt x="121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lnTo>
                      <a:pt x="178" y="447"/>
                    </a:lnTo>
                    <a:lnTo>
                      <a:pt x="213" y="447"/>
                    </a:lnTo>
                    <a:cubicBezTo>
                      <a:pt x="213" y="411"/>
                      <a:pt x="213" y="411"/>
                      <a:pt x="241" y="411"/>
                    </a:cubicBezTo>
                    <a:lnTo>
                      <a:pt x="241" y="355"/>
                    </a:lnTo>
                    <a:lnTo>
                      <a:pt x="213" y="355"/>
                    </a:lnTo>
                    <a:cubicBezTo>
                      <a:pt x="178" y="355"/>
                      <a:pt x="178" y="355"/>
                      <a:pt x="178" y="326"/>
                    </a:cubicBezTo>
                    <a:cubicBezTo>
                      <a:pt x="178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lnTo>
                      <a:pt x="121" y="29"/>
                    </a:lnTo>
                    <a:cubicBezTo>
                      <a:pt x="93" y="29"/>
                      <a:pt x="93" y="29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38"/>
              <p:cNvSpPr/>
              <p:nvPr/>
            </p:nvSpPr>
            <p:spPr>
              <a:xfrm>
                <a:off x="5128925" y="2285250"/>
                <a:ext cx="4425" cy="19125"/>
              </a:xfrm>
              <a:custGeom>
                <a:rect b="b" l="l" r="r" t="t"/>
                <a:pathLst>
                  <a:path extrusionOk="0" h="765" w="177">
                    <a:moveTo>
                      <a:pt x="0" y="1"/>
                    </a:moveTo>
                    <a:cubicBezTo>
                      <a:pt x="0" y="57"/>
                      <a:pt x="28" y="93"/>
                      <a:pt x="64" y="121"/>
                    </a:cubicBezTo>
                    <a:cubicBezTo>
                      <a:pt x="64" y="178"/>
                      <a:pt x="92" y="206"/>
                      <a:pt x="92" y="270"/>
                    </a:cubicBezTo>
                    <a:cubicBezTo>
                      <a:pt x="120" y="298"/>
                      <a:pt x="120" y="355"/>
                      <a:pt x="120" y="383"/>
                    </a:cubicBezTo>
                    <a:cubicBezTo>
                      <a:pt x="120" y="447"/>
                      <a:pt x="120" y="475"/>
                      <a:pt x="92" y="531"/>
                    </a:cubicBezTo>
                    <a:cubicBezTo>
                      <a:pt x="92" y="560"/>
                      <a:pt x="64" y="623"/>
                      <a:pt x="64" y="652"/>
                    </a:cubicBezTo>
                    <a:cubicBezTo>
                      <a:pt x="28" y="708"/>
                      <a:pt x="0" y="737"/>
                      <a:pt x="0" y="765"/>
                    </a:cubicBezTo>
                    <a:lnTo>
                      <a:pt x="28" y="765"/>
                    </a:lnTo>
                    <a:cubicBezTo>
                      <a:pt x="92" y="708"/>
                      <a:pt x="120" y="652"/>
                      <a:pt x="149" y="588"/>
                    </a:cubicBezTo>
                    <a:cubicBezTo>
                      <a:pt x="177" y="531"/>
                      <a:pt x="177" y="475"/>
                      <a:pt x="177" y="383"/>
                    </a:cubicBezTo>
                    <a:cubicBezTo>
                      <a:pt x="177" y="326"/>
                      <a:pt x="177" y="270"/>
                      <a:pt x="149" y="178"/>
                    </a:cubicBezTo>
                    <a:cubicBezTo>
                      <a:pt x="120" y="121"/>
                      <a:pt x="92" y="57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38"/>
              <p:cNvSpPr/>
              <p:nvPr/>
            </p:nvSpPr>
            <p:spPr>
              <a:xfrm>
                <a:off x="5028800" y="2316200"/>
                <a:ext cx="5175" cy="19125"/>
              </a:xfrm>
              <a:custGeom>
                <a:rect b="b" l="l" r="r" t="t"/>
                <a:pathLst>
                  <a:path extrusionOk="0" h="765" w="207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29"/>
                      <a:pt x="86" y="57"/>
                    </a:cubicBezTo>
                    <a:cubicBezTo>
                      <a:pt x="58" y="57"/>
                      <a:pt x="58" y="93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cubicBezTo>
                      <a:pt x="58" y="326"/>
                      <a:pt x="29" y="326"/>
                      <a:pt x="29" y="355"/>
                    </a:cubicBez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lnTo>
                      <a:pt x="58" y="447"/>
                    </a:ln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680"/>
                      <a:pt x="86" y="708"/>
                    </a:cubicBezTo>
                    <a:cubicBezTo>
                      <a:pt x="86" y="708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52"/>
                    </a:lnTo>
                    <a:lnTo>
                      <a:pt x="114" y="475"/>
                    </a:lnTo>
                    <a:lnTo>
                      <a:pt x="114" y="411"/>
                    </a:lnTo>
                    <a:lnTo>
                      <a:pt x="86" y="383"/>
                    </a:lnTo>
                    <a:lnTo>
                      <a:pt x="29" y="383"/>
                    </a:ln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93"/>
                    </a:lnTo>
                    <a:lnTo>
                      <a:pt x="142" y="57"/>
                    </a:lnTo>
                    <a:lnTo>
                      <a:pt x="206" y="5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38"/>
              <p:cNvSpPr/>
              <p:nvPr/>
            </p:nvSpPr>
            <p:spPr>
              <a:xfrm>
                <a:off x="5041200" y="2316200"/>
                <a:ext cx="5325" cy="19125"/>
              </a:xfrm>
              <a:custGeom>
                <a:rect b="b" l="l" r="r" t="t"/>
                <a:pathLst>
                  <a:path extrusionOk="0" h="765" w="213">
                    <a:moveTo>
                      <a:pt x="149" y="1"/>
                    </a:moveTo>
                    <a:cubicBezTo>
                      <a:pt x="92" y="57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7"/>
                      <a:pt x="0" y="531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588"/>
                      <a:pt x="92" y="560"/>
                      <a:pt x="92" y="503"/>
                    </a:cubicBezTo>
                    <a:cubicBezTo>
                      <a:pt x="92" y="475"/>
                      <a:pt x="64" y="411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49"/>
                      <a:pt x="120" y="121"/>
                    </a:cubicBezTo>
                    <a:cubicBezTo>
                      <a:pt x="149" y="57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38"/>
              <p:cNvSpPr/>
              <p:nvPr/>
            </p:nvSpPr>
            <p:spPr>
              <a:xfrm>
                <a:off x="5048625" y="2321350"/>
                <a:ext cx="9575" cy="10450"/>
              </a:xfrm>
              <a:custGeom>
                <a:rect b="b" l="l" r="r" t="t"/>
                <a:pathLst>
                  <a:path extrusionOk="0" h="418" w="383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41"/>
                    </a:lnTo>
                    <a:lnTo>
                      <a:pt x="382" y="417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64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38"/>
              <p:cNvSpPr/>
              <p:nvPr/>
            </p:nvSpPr>
            <p:spPr>
              <a:xfrm>
                <a:off x="5061875" y="2316925"/>
                <a:ext cx="8875" cy="14875"/>
              </a:xfrm>
              <a:custGeom>
                <a:rect b="b" l="l" r="r" t="t"/>
                <a:pathLst>
                  <a:path extrusionOk="0" h="595" w="355">
                    <a:moveTo>
                      <a:pt x="178" y="0"/>
                    </a:moveTo>
                    <a:cubicBezTo>
                      <a:pt x="178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1" y="92"/>
                    </a:cubicBezTo>
                    <a:lnTo>
                      <a:pt x="1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1" y="531"/>
                    </a:lnTo>
                    <a:lnTo>
                      <a:pt x="1" y="594"/>
                    </a:lnTo>
                    <a:lnTo>
                      <a:pt x="355" y="594"/>
                    </a:lnTo>
                    <a:lnTo>
                      <a:pt x="355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38"/>
              <p:cNvSpPr/>
              <p:nvPr/>
            </p:nvSpPr>
            <p:spPr>
              <a:xfrm>
                <a:off x="5076550" y="2316925"/>
                <a:ext cx="10475" cy="15575"/>
              </a:xfrm>
              <a:custGeom>
                <a:rect b="b" l="l" r="r" t="t"/>
                <a:pathLst>
                  <a:path extrusionOk="0" h="623" w="419">
                    <a:moveTo>
                      <a:pt x="213" y="64"/>
                    </a:moveTo>
                    <a:cubicBezTo>
                      <a:pt x="242" y="64"/>
                      <a:pt x="270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50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50" y="92"/>
                    </a:cubicBezTo>
                    <a:cubicBezTo>
                      <a:pt x="150" y="92"/>
                      <a:pt x="178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8"/>
                    </a:cubicBezTo>
                    <a:cubicBezTo>
                      <a:pt x="121" y="28"/>
                      <a:pt x="93" y="28"/>
                      <a:pt x="65" y="64"/>
                    </a:cubicBezTo>
                    <a:cubicBezTo>
                      <a:pt x="65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5" y="531"/>
                      <a:pt x="65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50" y="594"/>
                      <a:pt x="178" y="623"/>
                      <a:pt x="213" y="623"/>
                    </a:cubicBezTo>
                    <a:cubicBezTo>
                      <a:pt x="242" y="623"/>
                      <a:pt x="270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38"/>
              <p:cNvSpPr/>
              <p:nvPr/>
            </p:nvSpPr>
            <p:spPr>
              <a:xfrm>
                <a:off x="5089125" y="2316925"/>
                <a:ext cx="10450" cy="15575"/>
              </a:xfrm>
              <a:custGeom>
                <a:rect b="b" l="l" r="r" t="t"/>
                <a:pathLst>
                  <a:path extrusionOk="0" h="623" w="418">
                    <a:moveTo>
                      <a:pt x="205" y="64"/>
                    </a:moveTo>
                    <a:cubicBezTo>
                      <a:pt x="241" y="64"/>
                      <a:pt x="269" y="92"/>
                      <a:pt x="269" y="92"/>
                    </a:cubicBezTo>
                    <a:cubicBezTo>
                      <a:pt x="297" y="120"/>
                      <a:pt x="297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2"/>
                      <a:pt x="269" y="531"/>
                    </a:cubicBezTo>
                    <a:lnTo>
                      <a:pt x="121" y="531"/>
                    </a:lnTo>
                    <a:cubicBezTo>
                      <a:pt x="121" y="502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20"/>
                      <a:pt x="121" y="120"/>
                      <a:pt x="121" y="92"/>
                    </a:cubicBezTo>
                    <a:cubicBezTo>
                      <a:pt x="149" y="92"/>
                      <a:pt x="177" y="64"/>
                      <a:pt x="205" y="64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64" y="28"/>
                      <a:pt x="64" y="64"/>
                    </a:cubicBezTo>
                    <a:cubicBezTo>
                      <a:pt x="29" y="92"/>
                      <a:pt x="29" y="120"/>
                      <a:pt x="0" y="149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2"/>
                      <a:pt x="29" y="531"/>
                      <a:pt x="64" y="531"/>
                    </a:cubicBezTo>
                    <a:cubicBezTo>
                      <a:pt x="64" y="559"/>
                      <a:pt x="92" y="594"/>
                      <a:pt x="121" y="594"/>
                    </a:cubicBezTo>
                    <a:cubicBezTo>
                      <a:pt x="149" y="594"/>
                      <a:pt x="177" y="623"/>
                      <a:pt x="205" y="623"/>
                    </a:cubicBezTo>
                    <a:cubicBezTo>
                      <a:pt x="241" y="623"/>
                      <a:pt x="269" y="594"/>
                      <a:pt x="297" y="594"/>
                    </a:cubicBezTo>
                    <a:cubicBezTo>
                      <a:pt x="297" y="594"/>
                      <a:pt x="326" y="559"/>
                      <a:pt x="354" y="531"/>
                    </a:cubicBezTo>
                    <a:cubicBezTo>
                      <a:pt x="354" y="531"/>
                      <a:pt x="382" y="502"/>
                      <a:pt x="382" y="446"/>
                    </a:cubicBezTo>
                    <a:cubicBezTo>
                      <a:pt x="382" y="418"/>
                      <a:pt x="418" y="354"/>
                      <a:pt x="418" y="297"/>
                    </a:cubicBezTo>
                    <a:cubicBezTo>
                      <a:pt x="418" y="241"/>
                      <a:pt x="382" y="205"/>
                      <a:pt x="382" y="149"/>
                    </a:cubicBezTo>
                    <a:cubicBezTo>
                      <a:pt x="382" y="120"/>
                      <a:pt x="354" y="92"/>
                      <a:pt x="354" y="64"/>
                    </a:cubicBezTo>
                    <a:cubicBezTo>
                      <a:pt x="326" y="28"/>
                      <a:pt x="297" y="28"/>
                      <a:pt x="297" y="28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38"/>
              <p:cNvSpPr/>
              <p:nvPr/>
            </p:nvSpPr>
            <p:spPr>
              <a:xfrm>
                <a:off x="5106100" y="2316925"/>
                <a:ext cx="8875" cy="14875"/>
              </a:xfrm>
              <a:custGeom>
                <a:rect b="b" l="l" r="r" t="t"/>
                <a:pathLst>
                  <a:path extrusionOk="0" h="595" w="355">
                    <a:moveTo>
                      <a:pt x="177" y="0"/>
                    </a:moveTo>
                    <a:cubicBezTo>
                      <a:pt x="177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0" y="92"/>
                    </a:cubicBezTo>
                    <a:lnTo>
                      <a:pt x="0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0" y="531"/>
                    </a:lnTo>
                    <a:lnTo>
                      <a:pt x="0" y="594"/>
                    </a:lnTo>
                    <a:lnTo>
                      <a:pt x="354" y="594"/>
                    </a:lnTo>
                    <a:lnTo>
                      <a:pt x="354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38"/>
              <p:cNvSpPr/>
              <p:nvPr/>
            </p:nvSpPr>
            <p:spPr>
              <a:xfrm>
                <a:off x="5120775" y="2316925"/>
                <a:ext cx="10450" cy="15575"/>
              </a:xfrm>
              <a:custGeom>
                <a:rect b="b" l="l" r="r" t="t"/>
                <a:pathLst>
                  <a:path extrusionOk="0" h="623" w="418">
                    <a:moveTo>
                      <a:pt x="213" y="64"/>
                    </a:moveTo>
                    <a:cubicBezTo>
                      <a:pt x="241" y="64"/>
                      <a:pt x="269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121" y="28"/>
                      <a:pt x="93" y="28"/>
                      <a:pt x="64" y="64"/>
                    </a:cubicBezTo>
                    <a:cubicBezTo>
                      <a:pt x="64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4" y="531"/>
                      <a:pt x="64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49" y="594"/>
                      <a:pt x="177" y="623"/>
                      <a:pt x="213" y="623"/>
                    </a:cubicBezTo>
                    <a:cubicBezTo>
                      <a:pt x="241" y="623"/>
                      <a:pt x="269" y="594"/>
                      <a:pt x="298" y="594"/>
                    </a:cubicBezTo>
                    <a:cubicBezTo>
                      <a:pt x="326" y="594"/>
                      <a:pt x="354" y="559"/>
                      <a:pt x="354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4" y="64"/>
                    </a:cubicBezTo>
                    <a:cubicBezTo>
                      <a:pt x="354" y="28"/>
                      <a:pt x="326" y="28"/>
                      <a:pt x="298" y="28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38"/>
              <p:cNvSpPr/>
              <p:nvPr/>
            </p:nvSpPr>
            <p:spPr>
              <a:xfrm>
                <a:off x="5133325" y="2316925"/>
                <a:ext cx="10475" cy="15575"/>
              </a:xfrm>
              <a:custGeom>
                <a:rect b="b" l="l" r="r" t="t"/>
                <a:pathLst>
                  <a:path extrusionOk="0" h="623" w="419">
                    <a:moveTo>
                      <a:pt x="206" y="64"/>
                    </a:moveTo>
                    <a:cubicBezTo>
                      <a:pt x="241" y="64"/>
                      <a:pt x="270" y="92"/>
                      <a:pt x="270" y="92"/>
                    </a:cubicBezTo>
                    <a:cubicBezTo>
                      <a:pt x="298" y="120"/>
                      <a:pt x="298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2"/>
                      <a:pt x="270" y="531"/>
                    </a:cubicBezTo>
                    <a:lnTo>
                      <a:pt x="121" y="531"/>
                    </a:lnTo>
                    <a:cubicBezTo>
                      <a:pt x="121" y="502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20"/>
                      <a:pt x="121" y="120"/>
                      <a:pt x="121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93" y="28"/>
                      <a:pt x="65" y="28"/>
                      <a:pt x="65" y="64"/>
                    </a:cubicBezTo>
                    <a:cubicBezTo>
                      <a:pt x="29" y="92"/>
                      <a:pt x="29" y="120"/>
                      <a:pt x="1" y="149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2"/>
                      <a:pt x="29" y="531"/>
                      <a:pt x="65" y="531"/>
                    </a:cubicBezTo>
                    <a:cubicBezTo>
                      <a:pt x="65" y="559"/>
                      <a:pt x="93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41" y="623"/>
                      <a:pt x="270" y="594"/>
                      <a:pt x="298" y="594"/>
                    </a:cubicBezTo>
                    <a:cubicBezTo>
                      <a:pt x="298" y="594"/>
                      <a:pt x="326" y="559"/>
                      <a:pt x="355" y="531"/>
                    </a:cubicBezTo>
                    <a:cubicBezTo>
                      <a:pt x="355" y="531"/>
                      <a:pt x="383" y="502"/>
                      <a:pt x="383" y="446"/>
                    </a:cubicBezTo>
                    <a:cubicBezTo>
                      <a:pt x="383" y="418"/>
                      <a:pt x="418" y="354"/>
                      <a:pt x="418" y="297"/>
                    </a:cubicBezTo>
                    <a:cubicBezTo>
                      <a:pt x="418" y="241"/>
                      <a:pt x="383" y="205"/>
                      <a:pt x="383" y="149"/>
                    </a:cubicBezTo>
                    <a:cubicBezTo>
                      <a:pt x="383" y="120"/>
                      <a:pt x="355" y="92"/>
                      <a:pt x="355" y="64"/>
                    </a:cubicBezTo>
                    <a:cubicBezTo>
                      <a:pt x="326" y="28"/>
                      <a:pt x="298" y="28"/>
                      <a:pt x="298" y="28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38"/>
              <p:cNvSpPr/>
              <p:nvPr/>
            </p:nvSpPr>
            <p:spPr>
              <a:xfrm>
                <a:off x="5145175" y="2316925"/>
                <a:ext cx="10300" cy="15575"/>
              </a:xfrm>
              <a:custGeom>
                <a:rect b="b" l="l" r="r" t="t"/>
                <a:pathLst>
                  <a:path extrusionOk="0" h="623" w="412">
                    <a:moveTo>
                      <a:pt x="206" y="64"/>
                    </a:moveTo>
                    <a:cubicBezTo>
                      <a:pt x="234" y="64"/>
                      <a:pt x="263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121" y="28"/>
                      <a:pt x="86" y="28"/>
                      <a:pt x="57" y="64"/>
                    </a:cubicBezTo>
                    <a:cubicBezTo>
                      <a:pt x="57" y="92"/>
                      <a:pt x="29" y="120"/>
                      <a:pt x="29" y="149"/>
                    </a:cubicBezTo>
                    <a:cubicBezTo>
                      <a:pt x="29" y="205"/>
                      <a:pt x="1" y="241"/>
                      <a:pt x="1" y="297"/>
                    </a:cubicBezTo>
                    <a:cubicBezTo>
                      <a:pt x="1" y="354"/>
                      <a:pt x="29" y="418"/>
                      <a:pt x="29" y="446"/>
                    </a:cubicBezTo>
                    <a:cubicBezTo>
                      <a:pt x="29" y="502"/>
                      <a:pt x="57" y="531"/>
                      <a:pt x="57" y="531"/>
                    </a:cubicBezTo>
                    <a:cubicBezTo>
                      <a:pt x="86" y="559"/>
                      <a:pt x="121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34" y="623"/>
                      <a:pt x="263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83" y="531"/>
                      <a:pt x="383" y="502"/>
                      <a:pt x="411" y="446"/>
                    </a:cubicBezTo>
                    <a:lnTo>
                      <a:pt x="411" y="297"/>
                    </a:lnTo>
                    <a:lnTo>
                      <a:pt x="411" y="149"/>
                    </a:lnTo>
                    <a:cubicBezTo>
                      <a:pt x="383" y="120"/>
                      <a:pt x="383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38"/>
              <p:cNvSpPr/>
              <p:nvPr/>
            </p:nvSpPr>
            <p:spPr>
              <a:xfrm>
                <a:off x="5162875" y="2321350"/>
                <a:ext cx="10275" cy="10450"/>
              </a:xfrm>
              <a:custGeom>
                <a:rect b="b" l="l" r="r" t="t"/>
                <a:pathLst>
                  <a:path extrusionOk="0" h="418" w="411">
                    <a:moveTo>
                      <a:pt x="0" y="0"/>
                    </a:moveTo>
                    <a:lnTo>
                      <a:pt x="0" y="64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38"/>
              <p:cNvSpPr/>
              <p:nvPr/>
            </p:nvSpPr>
            <p:spPr>
              <a:xfrm>
                <a:off x="5176125" y="2321350"/>
                <a:ext cx="10300" cy="10450"/>
              </a:xfrm>
              <a:custGeom>
                <a:rect b="b" l="l" r="r" t="t"/>
                <a:pathLst>
                  <a:path extrusionOk="0" h="418" w="412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38"/>
              <p:cNvSpPr/>
              <p:nvPr/>
            </p:nvSpPr>
            <p:spPr>
              <a:xfrm>
                <a:off x="5188700" y="231620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0" y="1"/>
                    </a:moveTo>
                    <a:cubicBezTo>
                      <a:pt x="28" y="29"/>
                      <a:pt x="28" y="93"/>
                      <a:pt x="57" y="121"/>
                    </a:cubicBezTo>
                    <a:cubicBezTo>
                      <a:pt x="85" y="149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1"/>
                      <a:pt x="205" y="447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38"/>
              <p:cNvSpPr/>
              <p:nvPr/>
            </p:nvSpPr>
            <p:spPr>
              <a:xfrm>
                <a:off x="5195950" y="2316200"/>
                <a:ext cx="6025" cy="19125"/>
              </a:xfrm>
              <a:custGeom>
                <a:rect b="b" l="l" r="r" t="t"/>
                <a:pathLst>
                  <a:path extrusionOk="0" h="765" w="241">
                    <a:moveTo>
                      <a:pt x="0" y="1"/>
                    </a:moveTo>
                    <a:lnTo>
                      <a:pt x="0" y="57"/>
                    </a:lnTo>
                    <a:lnTo>
                      <a:pt x="64" y="57"/>
                    </a:lnTo>
                    <a:lnTo>
                      <a:pt x="92" y="93"/>
                    </a:lnTo>
                    <a:lnTo>
                      <a:pt x="92" y="298"/>
                    </a:lnTo>
                    <a:lnTo>
                      <a:pt x="92" y="326"/>
                    </a:lnTo>
                    <a:lnTo>
                      <a:pt x="120" y="355"/>
                    </a:lnTo>
                    <a:cubicBezTo>
                      <a:pt x="149" y="383"/>
                      <a:pt x="149" y="383"/>
                      <a:pt x="177" y="383"/>
                    </a:cubicBez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11"/>
                      <a:pt x="92" y="447"/>
                      <a:pt x="92" y="475"/>
                    </a:cubicBezTo>
                    <a:lnTo>
                      <a:pt x="92" y="652"/>
                    </a:lnTo>
                    <a:cubicBezTo>
                      <a:pt x="92" y="680"/>
                      <a:pt x="92" y="680"/>
                      <a:pt x="64" y="708"/>
                    </a:cubicBez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lnTo>
                      <a:pt x="149" y="708"/>
                    </a:ln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47"/>
                      <a:pt x="149" y="447"/>
                      <a:pt x="177" y="447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298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cubicBezTo>
                      <a:pt x="149" y="29"/>
                      <a:pt x="120" y="29"/>
                      <a:pt x="120" y="29"/>
                    </a:cubicBez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38"/>
              <p:cNvSpPr/>
              <p:nvPr/>
            </p:nvSpPr>
            <p:spPr>
              <a:xfrm>
                <a:off x="5028800" y="2461400"/>
                <a:ext cx="5175" cy="19125"/>
              </a:xfrm>
              <a:custGeom>
                <a:rect b="b" l="l" r="r" t="t"/>
                <a:pathLst>
                  <a:path extrusionOk="0" h="765" w="207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58"/>
                      <a:pt x="86" y="58"/>
                    </a:cubicBezTo>
                    <a:cubicBezTo>
                      <a:pt x="58" y="86"/>
                      <a:pt x="58" y="86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lnTo>
                      <a:pt x="29" y="355"/>
                    </a:ln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cubicBezTo>
                      <a:pt x="29" y="440"/>
                      <a:pt x="58" y="440"/>
                      <a:pt x="58" y="440"/>
                    </a:cubicBez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708"/>
                      <a:pt x="86" y="708"/>
                    </a:cubicBezTo>
                    <a:cubicBezTo>
                      <a:pt x="86" y="737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80"/>
                    </a:lnTo>
                    <a:lnTo>
                      <a:pt x="114" y="475"/>
                    </a:lnTo>
                    <a:lnTo>
                      <a:pt x="114" y="440"/>
                    </a:lnTo>
                    <a:cubicBezTo>
                      <a:pt x="114" y="411"/>
                      <a:pt x="114" y="411"/>
                      <a:pt x="86" y="411"/>
                    </a:cubicBezTo>
                    <a:cubicBezTo>
                      <a:pt x="86" y="383"/>
                      <a:pt x="58" y="383"/>
                      <a:pt x="29" y="383"/>
                    </a:cubicBez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121"/>
                    </a:lnTo>
                    <a:lnTo>
                      <a:pt x="142" y="58"/>
                    </a:lnTo>
                    <a:lnTo>
                      <a:pt x="206" y="58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38"/>
              <p:cNvSpPr/>
              <p:nvPr/>
            </p:nvSpPr>
            <p:spPr>
              <a:xfrm>
                <a:off x="5041200" y="2461400"/>
                <a:ext cx="5325" cy="19125"/>
              </a:xfrm>
              <a:custGeom>
                <a:rect b="b" l="l" r="r" t="t"/>
                <a:pathLst>
                  <a:path extrusionOk="0" h="765" w="213">
                    <a:moveTo>
                      <a:pt x="149" y="1"/>
                    </a:moveTo>
                    <a:cubicBezTo>
                      <a:pt x="92" y="58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0"/>
                      <a:pt x="0" y="532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616"/>
                      <a:pt x="92" y="560"/>
                      <a:pt x="92" y="532"/>
                    </a:cubicBezTo>
                    <a:cubicBezTo>
                      <a:pt x="92" y="475"/>
                      <a:pt x="64" y="440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50"/>
                      <a:pt x="120" y="121"/>
                    </a:cubicBezTo>
                    <a:cubicBezTo>
                      <a:pt x="149" y="86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38"/>
              <p:cNvSpPr/>
              <p:nvPr/>
            </p:nvSpPr>
            <p:spPr>
              <a:xfrm>
                <a:off x="5048625" y="2466550"/>
                <a:ext cx="9575" cy="10275"/>
              </a:xfrm>
              <a:custGeom>
                <a:rect b="b" l="l" r="r" t="t"/>
                <a:pathLst>
                  <a:path extrusionOk="0" h="411" w="383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34"/>
                    </a:lnTo>
                    <a:lnTo>
                      <a:pt x="382" y="410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57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38"/>
              <p:cNvSpPr/>
              <p:nvPr/>
            </p:nvSpPr>
            <p:spPr>
              <a:xfrm>
                <a:off x="5061875" y="2462825"/>
                <a:ext cx="8875" cy="14000"/>
              </a:xfrm>
              <a:custGeom>
                <a:rect b="b" l="l" r="r" t="t"/>
                <a:pathLst>
                  <a:path extrusionOk="0" h="560" w="355">
                    <a:moveTo>
                      <a:pt x="178" y="1"/>
                    </a:moveTo>
                    <a:cubicBezTo>
                      <a:pt x="178" y="1"/>
                      <a:pt x="149" y="29"/>
                      <a:pt x="121" y="29"/>
                    </a:cubicBezTo>
                    <a:cubicBezTo>
                      <a:pt x="121" y="29"/>
                      <a:pt x="93" y="29"/>
                      <a:pt x="57" y="64"/>
                    </a:cubicBezTo>
                    <a:lnTo>
                      <a:pt x="1" y="64"/>
                    </a:lnTo>
                    <a:lnTo>
                      <a:pt x="1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1" y="503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38"/>
              <p:cNvSpPr/>
              <p:nvPr/>
            </p:nvSpPr>
            <p:spPr>
              <a:xfrm>
                <a:off x="5076550" y="2462125"/>
                <a:ext cx="10475" cy="15575"/>
              </a:xfrm>
              <a:custGeom>
                <a:rect b="b" l="l" r="r" t="t"/>
                <a:pathLst>
                  <a:path extrusionOk="0" h="623" w="419">
                    <a:moveTo>
                      <a:pt x="213" y="57"/>
                    </a:moveTo>
                    <a:cubicBezTo>
                      <a:pt x="242" y="57"/>
                      <a:pt x="270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70" y="531"/>
                      <a:pt x="242" y="559"/>
                      <a:pt x="213" y="559"/>
                    </a:cubicBezTo>
                    <a:cubicBezTo>
                      <a:pt x="178" y="559"/>
                      <a:pt x="150" y="531"/>
                      <a:pt x="150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50" y="92"/>
                    </a:cubicBezTo>
                    <a:cubicBezTo>
                      <a:pt x="150" y="92"/>
                      <a:pt x="178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9"/>
                    </a:cubicBezTo>
                    <a:cubicBezTo>
                      <a:pt x="121" y="29"/>
                      <a:pt x="93" y="57"/>
                      <a:pt x="65" y="57"/>
                    </a:cubicBezTo>
                    <a:cubicBezTo>
                      <a:pt x="65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5" y="531"/>
                      <a:pt x="65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50" y="623"/>
                      <a:pt x="178" y="623"/>
                      <a:pt x="213" y="623"/>
                    </a:cubicBezTo>
                    <a:cubicBezTo>
                      <a:pt x="242" y="623"/>
                      <a:pt x="270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38"/>
              <p:cNvSpPr/>
              <p:nvPr/>
            </p:nvSpPr>
            <p:spPr>
              <a:xfrm>
                <a:off x="5089125" y="2462125"/>
                <a:ext cx="10450" cy="15575"/>
              </a:xfrm>
              <a:custGeom>
                <a:rect b="b" l="l" r="r" t="t"/>
                <a:pathLst>
                  <a:path extrusionOk="0" h="623" w="418">
                    <a:moveTo>
                      <a:pt x="205" y="57"/>
                    </a:moveTo>
                    <a:cubicBezTo>
                      <a:pt x="241" y="57"/>
                      <a:pt x="269" y="92"/>
                      <a:pt x="269" y="92"/>
                    </a:cubicBezTo>
                    <a:cubicBezTo>
                      <a:pt x="297" y="121"/>
                      <a:pt x="297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3"/>
                      <a:pt x="269" y="531"/>
                    </a:cubicBezTo>
                    <a:cubicBezTo>
                      <a:pt x="269" y="531"/>
                      <a:pt x="241" y="559"/>
                      <a:pt x="205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121" y="503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49"/>
                      <a:pt x="121" y="121"/>
                      <a:pt x="121" y="92"/>
                    </a:cubicBezTo>
                    <a:cubicBezTo>
                      <a:pt x="149" y="92"/>
                      <a:pt x="177" y="57"/>
                      <a:pt x="205" y="57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92" y="29"/>
                      <a:pt x="64" y="57"/>
                      <a:pt x="64" y="57"/>
                    </a:cubicBezTo>
                    <a:cubicBezTo>
                      <a:pt x="29" y="92"/>
                      <a:pt x="29" y="121"/>
                      <a:pt x="0" y="177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3"/>
                      <a:pt x="29" y="531"/>
                      <a:pt x="64" y="559"/>
                    </a:cubicBezTo>
                    <a:cubicBezTo>
                      <a:pt x="64" y="559"/>
                      <a:pt x="92" y="587"/>
                      <a:pt x="121" y="587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41" y="623"/>
                      <a:pt x="269" y="623"/>
                      <a:pt x="297" y="587"/>
                    </a:cubicBezTo>
                    <a:cubicBezTo>
                      <a:pt x="297" y="587"/>
                      <a:pt x="326" y="559"/>
                      <a:pt x="354" y="559"/>
                    </a:cubicBezTo>
                    <a:cubicBezTo>
                      <a:pt x="354" y="531"/>
                      <a:pt x="382" y="503"/>
                      <a:pt x="382" y="446"/>
                    </a:cubicBezTo>
                    <a:cubicBezTo>
                      <a:pt x="382" y="411"/>
                      <a:pt x="418" y="354"/>
                      <a:pt x="418" y="297"/>
                    </a:cubicBezTo>
                    <a:cubicBezTo>
                      <a:pt x="418" y="234"/>
                      <a:pt x="382" y="205"/>
                      <a:pt x="382" y="177"/>
                    </a:cubicBezTo>
                    <a:cubicBezTo>
                      <a:pt x="382" y="121"/>
                      <a:pt x="354" y="92"/>
                      <a:pt x="354" y="57"/>
                    </a:cubicBezTo>
                    <a:cubicBezTo>
                      <a:pt x="326" y="57"/>
                      <a:pt x="297" y="29"/>
                      <a:pt x="297" y="29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38"/>
              <p:cNvSpPr/>
              <p:nvPr/>
            </p:nvSpPr>
            <p:spPr>
              <a:xfrm>
                <a:off x="5106100" y="2462825"/>
                <a:ext cx="8875" cy="14000"/>
              </a:xfrm>
              <a:custGeom>
                <a:rect b="b" l="l" r="r" t="t"/>
                <a:pathLst>
                  <a:path extrusionOk="0" h="560" w="355">
                    <a:moveTo>
                      <a:pt x="177" y="1"/>
                    </a:moveTo>
                    <a:cubicBezTo>
                      <a:pt x="177" y="1"/>
                      <a:pt x="149" y="29"/>
                      <a:pt x="121" y="29"/>
                    </a:cubicBezTo>
                    <a:cubicBezTo>
                      <a:pt x="121" y="29"/>
                      <a:pt x="92" y="29"/>
                      <a:pt x="57" y="64"/>
                    </a:cubicBezTo>
                    <a:lnTo>
                      <a:pt x="0" y="64"/>
                    </a:lnTo>
                    <a:lnTo>
                      <a:pt x="0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0" y="503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38"/>
              <p:cNvSpPr/>
              <p:nvPr/>
            </p:nvSpPr>
            <p:spPr>
              <a:xfrm>
                <a:off x="5120775" y="2462125"/>
                <a:ext cx="10450" cy="15575"/>
              </a:xfrm>
              <a:custGeom>
                <a:rect b="b" l="l" r="r" t="t"/>
                <a:pathLst>
                  <a:path extrusionOk="0" h="623" w="418">
                    <a:moveTo>
                      <a:pt x="213" y="57"/>
                    </a:moveTo>
                    <a:cubicBezTo>
                      <a:pt x="241" y="57"/>
                      <a:pt x="269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9" y="531"/>
                      <a:pt x="241" y="559"/>
                      <a:pt x="213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7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121" y="29"/>
                      <a:pt x="93" y="57"/>
                      <a:pt x="64" y="57"/>
                    </a:cubicBezTo>
                    <a:cubicBezTo>
                      <a:pt x="64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4" y="531"/>
                      <a:pt x="64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49" y="623"/>
                      <a:pt x="177" y="623"/>
                      <a:pt x="213" y="623"/>
                    </a:cubicBezTo>
                    <a:cubicBezTo>
                      <a:pt x="241" y="623"/>
                      <a:pt x="269" y="623"/>
                      <a:pt x="298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4" y="57"/>
                    </a:cubicBezTo>
                    <a:cubicBezTo>
                      <a:pt x="354" y="57"/>
                      <a:pt x="326" y="29"/>
                      <a:pt x="298" y="29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38"/>
              <p:cNvSpPr/>
              <p:nvPr/>
            </p:nvSpPr>
            <p:spPr>
              <a:xfrm>
                <a:off x="5133325" y="2462125"/>
                <a:ext cx="10475" cy="15575"/>
              </a:xfrm>
              <a:custGeom>
                <a:rect b="b" l="l" r="r" t="t"/>
                <a:pathLst>
                  <a:path extrusionOk="0" h="623" w="419">
                    <a:moveTo>
                      <a:pt x="206" y="57"/>
                    </a:moveTo>
                    <a:cubicBezTo>
                      <a:pt x="241" y="57"/>
                      <a:pt x="270" y="92"/>
                      <a:pt x="270" y="92"/>
                    </a:cubicBezTo>
                    <a:cubicBezTo>
                      <a:pt x="298" y="121"/>
                      <a:pt x="298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3"/>
                      <a:pt x="270" y="531"/>
                    </a:cubicBezTo>
                    <a:cubicBezTo>
                      <a:pt x="270" y="531"/>
                      <a:pt x="241" y="559"/>
                      <a:pt x="206" y="559"/>
                    </a:cubicBezTo>
                    <a:cubicBezTo>
                      <a:pt x="178" y="559"/>
                      <a:pt x="149" y="531"/>
                      <a:pt x="121" y="531"/>
                    </a:cubicBezTo>
                    <a:cubicBezTo>
                      <a:pt x="121" y="503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49"/>
                      <a:pt x="121" y="121"/>
                      <a:pt x="121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29" y="92"/>
                      <a:pt x="29" y="121"/>
                      <a:pt x="1" y="177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3"/>
                      <a:pt x="29" y="531"/>
                      <a:pt x="65" y="559"/>
                    </a:cubicBezTo>
                    <a:cubicBezTo>
                      <a:pt x="65" y="559"/>
                      <a:pt x="93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41" y="623"/>
                      <a:pt x="270" y="623"/>
                      <a:pt x="298" y="587"/>
                    </a:cubicBezTo>
                    <a:cubicBezTo>
                      <a:pt x="298" y="587"/>
                      <a:pt x="326" y="559"/>
                      <a:pt x="355" y="559"/>
                    </a:cubicBezTo>
                    <a:cubicBezTo>
                      <a:pt x="355" y="531"/>
                      <a:pt x="383" y="503"/>
                      <a:pt x="383" y="446"/>
                    </a:cubicBezTo>
                    <a:cubicBezTo>
                      <a:pt x="383" y="411"/>
                      <a:pt x="418" y="354"/>
                      <a:pt x="418" y="297"/>
                    </a:cubicBezTo>
                    <a:cubicBezTo>
                      <a:pt x="418" y="234"/>
                      <a:pt x="383" y="205"/>
                      <a:pt x="383" y="177"/>
                    </a:cubicBezTo>
                    <a:cubicBezTo>
                      <a:pt x="383" y="121"/>
                      <a:pt x="355" y="92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38"/>
              <p:cNvSpPr/>
              <p:nvPr/>
            </p:nvSpPr>
            <p:spPr>
              <a:xfrm>
                <a:off x="5145175" y="2462125"/>
                <a:ext cx="10300" cy="15575"/>
              </a:xfrm>
              <a:custGeom>
                <a:rect b="b" l="l" r="r" t="t"/>
                <a:pathLst>
                  <a:path extrusionOk="0" h="623" w="412">
                    <a:moveTo>
                      <a:pt x="206" y="57"/>
                    </a:moveTo>
                    <a:cubicBezTo>
                      <a:pt x="234" y="57"/>
                      <a:pt x="263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3" y="531"/>
                      <a:pt x="234" y="559"/>
                      <a:pt x="206" y="559"/>
                    </a:cubicBezTo>
                    <a:cubicBezTo>
                      <a:pt x="178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121" y="29"/>
                      <a:pt x="86" y="57"/>
                      <a:pt x="57" y="57"/>
                    </a:cubicBezTo>
                    <a:cubicBezTo>
                      <a:pt x="57" y="92"/>
                      <a:pt x="29" y="121"/>
                      <a:pt x="29" y="177"/>
                    </a:cubicBezTo>
                    <a:cubicBezTo>
                      <a:pt x="29" y="205"/>
                      <a:pt x="1" y="234"/>
                      <a:pt x="1" y="297"/>
                    </a:cubicBezTo>
                    <a:cubicBezTo>
                      <a:pt x="1" y="354"/>
                      <a:pt x="29" y="411"/>
                      <a:pt x="29" y="446"/>
                    </a:cubicBezTo>
                    <a:cubicBezTo>
                      <a:pt x="29" y="503"/>
                      <a:pt x="57" y="531"/>
                      <a:pt x="57" y="559"/>
                    </a:cubicBezTo>
                    <a:cubicBezTo>
                      <a:pt x="86" y="559"/>
                      <a:pt x="121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34" y="623"/>
                      <a:pt x="263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83" y="531"/>
                      <a:pt x="383" y="503"/>
                      <a:pt x="411" y="446"/>
                    </a:cubicBezTo>
                    <a:lnTo>
                      <a:pt x="411" y="297"/>
                    </a:lnTo>
                    <a:lnTo>
                      <a:pt x="411" y="177"/>
                    </a:lnTo>
                    <a:cubicBezTo>
                      <a:pt x="383" y="121"/>
                      <a:pt x="383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38"/>
              <p:cNvSpPr/>
              <p:nvPr/>
            </p:nvSpPr>
            <p:spPr>
              <a:xfrm>
                <a:off x="5162875" y="2466550"/>
                <a:ext cx="10275" cy="10275"/>
              </a:xfrm>
              <a:custGeom>
                <a:rect b="b" l="l" r="r" t="t"/>
                <a:pathLst>
                  <a:path extrusionOk="0" h="411" w="411">
                    <a:moveTo>
                      <a:pt x="0" y="0"/>
                    </a:moveTo>
                    <a:lnTo>
                      <a:pt x="0" y="57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38"/>
              <p:cNvSpPr/>
              <p:nvPr/>
            </p:nvSpPr>
            <p:spPr>
              <a:xfrm>
                <a:off x="5176125" y="2466550"/>
                <a:ext cx="10300" cy="10275"/>
              </a:xfrm>
              <a:custGeom>
                <a:rect b="b" l="l" r="r" t="t"/>
                <a:pathLst>
                  <a:path extrusionOk="0" h="411" w="412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38"/>
              <p:cNvSpPr/>
              <p:nvPr/>
            </p:nvSpPr>
            <p:spPr>
              <a:xfrm>
                <a:off x="5188700" y="246140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0" y="1"/>
                    </a:moveTo>
                    <a:cubicBezTo>
                      <a:pt x="28" y="29"/>
                      <a:pt x="28" y="86"/>
                      <a:pt x="57" y="121"/>
                    </a:cubicBezTo>
                    <a:cubicBezTo>
                      <a:pt x="85" y="150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2"/>
                    </a:lnTo>
                    <a:cubicBezTo>
                      <a:pt x="85" y="560"/>
                      <a:pt x="85" y="616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2"/>
                      <a:pt x="205" y="440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38"/>
              <p:cNvSpPr/>
              <p:nvPr/>
            </p:nvSpPr>
            <p:spPr>
              <a:xfrm>
                <a:off x="5195950" y="2461400"/>
                <a:ext cx="6025" cy="19125"/>
              </a:xfrm>
              <a:custGeom>
                <a:rect b="b" l="l" r="r" t="t"/>
                <a:pathLst>
                  <a:path extrusionOk="0" h="765" w="241">
                    <a:moveTo>
                      <a:pt x="0" y="1"/>
                    </a:moveTo>
                    <a:lnTo>
                      <a:pt x="0" y="58"/>
                    </a:lnTo>
                    <a:lnTo>
                      <a:pt x="64" y="58"/>
                    </a:lnTo>
                    <a:cubicBezTo>
                      <a:pt x="92" y="86"/>
                      <a:pt x="92" y="86"/>
                      <a:pt x="92" y="121"/>
                    </a:cubicBezTo>
                    <a:lnTo>
                      <a:pt x="92" y="298"/>
                    </a:lnTo>
                    <a:lnTo>
                      <a:pt x="92" y="355"/>
                    </a:lnTo>
                    <a:cubicBezTo>
                      <a:pt x="120" y="355"/>
                      <a:pt x="120" y="355"/>
                      <a:pt x="120" y="383"/>
                    </a:cubicBezTo>
                    <a:lnTo>
                      <a:pt x="177" y="383"/>
                    </a:ln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40"/>
                      <a:pt x="92" y="440"/>
                      <a:pt x="92" y="475"/>
                    </a:cubicBezTo>
                    <a:lnTo>
                      <a:pt x="92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cubicBezTo>
                      <a:pt x="120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75"/>
                      <a:pt x="149" y="440"/>
                      <a:pt x="177" y="440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8"/>
                    </a:lnTo>
                    <a:lnTo>
                      <a:pt x="120" y="29"/>
                    </a:ln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38"/>
              <p:cNvSpPr/>
              <p:nvPr/>
            </p:nvSpPr>
            <p:spPr>
              <a:xfrm>
                <a:off x="5011825" y="234945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149" y="1"/>
                    </a:moveTo>
                    <a:cubicBezTo>
                      <a:pt x="86" y="57"/>
                      <a:pt x="57" y="114"/>
                      <a:pt x="29" y="178"/>
                    </a:cubicBezTo>
                    <a:cubicBezTo>
                      <a:pt x="1" y="234"/>
                      <a:pt x="1" y="319"/>
                      <a:pt x="1" y="383"/>
                    </a:cubicBezTo>
                    <a:cubicBezTo>
                      <a:pt x="1" y="439"/>
                      <a:pt x="1" y="531"/>
                      <a:pt x="29" y="588"/>
                    </a:cubicBezTo>
                    <a:cubicBezTo>
                      <a:pt x="57" y="645"/>
                      <a:pt x="86" y="708"/>
                      <a:pt x="149" y="765"/>
                    </a:cubicBezTo>
                    <a:lnTo>
                      <a:pt x="206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14" y="616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34"/>
                    </a:lnTo>
                    <a:cubicBezTo>
                      <a:pt x="86" y="206"/>
                      <a:pt x="114" y="142"/>
                      <a:pt x="149" y="114"/>
                    </a:cubicBezTo>
                    <a:cubicBezTo>
                      <a:pt x="149" y="86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38"/>
              <p:cNvSpPr/>
              <p:nvPr/>
            </p:nvSpPr>
            <p:spPr>
              <a:xfrm>
                <a:off x="5019075" y="2349450"/>
                <a:ext cx="5350" cy="19125"/>
              </a:xfrm>
              <a:custGeom>
                <a:rect b="b" l="l" r="r" t="t"/>
                <a:pathLst>
                  <a:path extrusionOk="0" h="765" w="214">
                    <a:moveTo>
                      <a:pt x="149" y="1"/>
                    </a:moveTo>
                    <a:cubicBezTo>
                      <a:pt x="121" y="57"/>
                      <a:pt x="65" y="114"/>
                      <a:pt x="65" y="178"/>
                    </a:cubicBezTo>
                    <a:cubicBezTo>
                      <a:pt x="36" y="234"/>
                      <a:pt x="1" y="319"/>
                      <a:pt x="1" y="383"/>
                    </a:cubicBezTo>
                    <a:cubicBezTo>
                      <a:pt x="1" y="439"/>
                      <a:pt x="36" y="531"/>
                      <a:pt x="65" y="588"/>
                    </a:cubicBezTo>
                    <a:cubicBezTo>
                      <a:pt x="65" y="645"/>
                      <a:pt x="121" y="708"/>
                      <a:pt x="149" y="765"/>
                    </a:cubicBezTo>
                    <a:lnTo>
                      <a:pt x="213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21" y="616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34"/>
                    </a:lnTo>
                    <a:cubicBezTo>
                      <a:pt x="121" y="206"/>
                      <a:pt x="121" y="142"/>
                      <a:pt x="149" y="114"/>
                    </a:cubicBezTo>
                    <a:cubicBezTo>
                      <a:pt x="149" y="86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38"/>
              <p:cNvSpPr/>
              <p:nvPr/>
            </p:nvSpPr>
            <p:spPr>
              <a:xfrm>
                <a:off x="5027225" y="2353875"/>
                <a:ext cx="2325" cy="11000"/>
              </a:xfrm>
              <a:custGeom>
                <a:rect b="b" l="l" r="r" t="t"/>
                <a:pathLst>
                  <a:path extrusionOk="0" h="440" w="93">
                    <a:moveTo>
                      <a:pt x="0" y="1"/>
                    </a:moveTo>
                    <a:lnTo>
                      <a:pt x="0" y="86"/>
                    </a:lnTo>
                    <a:lnTo>
                      <a:pt x="92" y="86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39"/>
                    </a:lnTo>
                    <a:lnTo>
                      <a:pt x="92" y="439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38"/>
              <p:cNvSpPr/>
              <p:nvPr/>
            </p:nvSpPr>
            <p:spPr>
              <a:xfrm>
                <a:off x="5036775" y="2350175"/>
                <a:ext cx="10450" cy="15400"/>
              </a:xfrm>
              <a:custGeom>
                <a:rect b="b" l="l" r="r" t="t"/>
                <a:pathLst>
                  <a:path extrusionOk="0" h="616" w="418">
                    <a:moveTo>
                      <a:pt x="212" y="57"/>
                    </a:moveTo>
                    <a:cubicBezTo>
                      <a:pt x="241" y="57"/>
                      <a:pt x="269" y="85"/>
                      <a:pt x="297" y="85"/>
                    </a:cubicBezTo>
                    <a:cubicBezTo>
                      <a:pt x="297" y="113"/>
                      <a:pt x="326" y="149"/>
                      <a:pt x="326" y="177"/>
                    </a:cubicBezTo>
                    <a:lnTo>
                      <a:pt x="326" y="290"/>
                    </a:lnTo>
                    <a:lnTo>
                      <a:pt x="326" y="326"/>
                    </a:lnTo>
                    <a:lnTo>
                      <a:pt x="326" y="439"/>
                    </a:lnTo>
                    <a:cubicBezTo>
                      <a:pt x="326" y="467"/>
                      <a:pt x="297" y="502"/>
                      <a:pt x="297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67"/>
                      <a:pt x="92" y="439"/>
                    </a:cubicBezTo>
                    <a:lnTo>
                      <a:pt x="92" y="326"/>
                    </a:lnTo>
                    <a:lnTo>
                      <a:pt x="92" y="290"/>
                    </a:lnTo>
                    <a:lnTo>
                      <a:pt x="92" y="177"/>
                    </a:lnTo>
                    <a:cubicBezTo>
                      <a:pt x="121" y="149"/>
                      <a:pt x="121" y="113"/>
                      <a:pt x="149" y="85"/>
                    </a:cubicBezTo>
                    <a:cubicBezTo>
                      <a:pt x="149" y="85"/>
                      <a:pt x="177" y="57"/>
                      <a:pt x="212" y="57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92" y="57"/>
                      <a:pt x="64" y="57"/>
                    </a:cubicBezTo>
                    <a:cubicBezTo>
                      <a:pt x="64" y="85"/>
                      <a:pt x="36" y="113"/>
                      <a:pt x="36" y="177"/>
                    </a:cubicBezTo>
                    <a:cubicBezTo>
                      <a:pt x="36" y="205"/>
                      <a:pt x="0" y="262"/>
                      <a:pt x="0" y="326"/>
                    </a:cubicBezTo>
                    <a:cubicBezTo>
                      <a:pt x="0" y="382"/>
                      <a:pt x="36" y="410"/>
                      <a:pt x="36" y="467"/>
                    </a:cubicBezTo>
                    <a:cubicBezTo>
                      <a:pt x="36" y="502"/>
                      <a:pt x="64" y="531"/>
                      <a:pt x="64" y="559"/>
                    </a:cubicBezTo>
                    <a:cubicBezTo>
                      <a:pt x="92" y="559"/>
                      <a:pt x="92" y="587"/>
                      <a:pt x="121" y="587"/>
                    </a:cubicBezTo>
                    <a:cubicBezTo>
                      <a:pt x="149" y="616"/>
                      <a:pt x="177" y="616"/>
                      <a:pt x="212" y="616"/>
                    </a:cubicBezTo>
                    <a:cubicBezTo>
                      <a:pt x="241" y="616"/>
                      <a:pt x="269" y="616"/>
                      <a:pt x="297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89" y="531"/>
                      <a:pt x="389" y="502"/>
                      <a:pt x="418" y="467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13"/>
                      <a:pt x="389" y="85"/>
                      <a:pt x="354" y="57"/>
                    </a:cubicBezTo>
                    <a:cubicBezTo>
                      <a:pt x="354" y="57"/>
                      <a:pt x="326" y="28"/>
                      <a:pt x="297" y="28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1" name="Google Shape;1211;p38"/>
              <p:cNvSpPr/>
              <p:nvPr/>
            </p:nvSpPr>
            <p:spPr>
              <a:xfrm>
                <a:off x="5049325" y="234945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38"/>
              <p:cNvSpPr/>
              <p:nvPr/>
            </p:nvSpPr>
            <p:spPr>
              <a:xfrm>
                <a:off x="5057450" y="2354600"/>
                <a:ext cx="10300" cy="10275"/>
              </a:xfrm>
              <a:custGeom>
                <a:rect b="b" l="l" r="r" t="t"/>
                <a:pathLst>
                  <a:path extrusionOk="0" h="411" w="412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3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38"/>
              <p:cNvSpPr/>
              <p:nvPr/>
            </p:nvSpPr>
            <p:spPr>
              <a:xfrm>
                <a:off x="5070025" y="2350875"/>
                <a:ext cx="3025" cy="5150"/>
              </a:xfrm>
              <a:custGeom>
                <a:rect b="b" l="l" r="r" t="t"/>
                <a:pathLst>
                  <a:path extrusionOk="0" h="206" w="121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57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9"/>
                    </a:cubicBezTo>
                    <a:cubicBezTo>
                      <a:pt x="85" y="121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38"/>
              <p:cNvSpPr/>
              <p:nvPr/>
            </p:nvSpPr>
            <p:spPr>
              <a:xfrm>
                <a:off x="5075150" y="2350875"/>
                <a:ext cx="2325" cy="5150"/>
              </a:xfrm>
              <a:custGeom>
                <a:rect b="b" l="l" r="r" t="t"/>
                <a:pathLst>
                  <a:path extrusionOk="0" h="206" w="93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29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9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38"/>
              <p:cNvSpPr/>
              <p:nvPr/>
            </p:nvSpPr>
            <p:spPr>
              <a:xfrm>
                <a:off x="5080975" y="2354600"/>
                <a:ext cx="10475" cy="10275"/>
              </a:xfrm>
              <a:custGeom>
                <a:rect b="b" l="l" r="r" t="t"/>
                <a:pathLst>
                  <a:path extrusionOk="0" h="411" w="419">
                    <a:moveTo>
                      <a:pt x="1" y="0"/>
                    </a:moveTo>
                    <a:lnTo>
                      <a:pt x="1" y="57"/>
                    </a:lnTo>
                    <a:lnTo>
                      <a:pt x="326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8" y="233"/>
                    </a:lnTo>
                    <a:lnTo>
                      <a:pt x="418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38"/>
              <p:cNvSpPr/>
              <p:nvPr/>
            </p:nvSpPr>
            <p:spPr>
              <a:xfrm>
                <a:off x="5093550" y="2354600"/>
                <a:ext cx="10450" cy="10275"/>
              </a:xfrm>
              <a:custGeom>
                <a:rect b="b" l="l" r="r" t="t"/>
                <a:pathLst>
                  <a:path extrusionOk="0" h="411" w="418">
                    <a:moveTo>
                      <a:pt x="418" y="0"/>
                    </a:moveTo>
                    <a:lnTo>
                      <a:pt x="0" y="177"/>
                    </a:lnTo>
                    <a:lnTo>
                      <a:pt x="0" y="233"/>
                    </a:lnTo>
                    <a:lnTo>
                      <a:pt x="418" y="410"/>
                    </a:lnTo>
                    <a:lnTo>
                      <a:pt x="418" y="354"/>
                    </a:lnTo>
                    <a:lnTo>
                      <a:pt x="64" y="205"/>
                    </a:lnTo>
                    <a:lnTo>
                      <a:pt x="418" y="57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38"/>
              <p:cNvSpPr/>
              <p:nvPr/>
            </p:nvSpPr>
            <p:spPr>
              <a:xfrm>
                <a:off x="5111225" y="234945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38"/>
              <p:cNvSpPr/>
              <p:nvPr/>
            </p:nvSpPr>
            <p:spPr>
              <a:xfrm>
                <a:off x="5123075" y="2349450"/>
                <a:ext cx="5150" cy="19125"/>
              </a:xfrm>
              <a:custGeom>
                <a:rect b="b" l="l" r="r" t="t"/>
                <a:pathLst>
                  <a:path extrusionOk="0" h="765" w="206">
                    <a:moveTo>
                      <a:pt x="1" y="1"/>
                    </a:moveTo>
                    <a:cubicBezTo>
                      <a:pt x="29" y="29"/>
                      <a:pt x="57" y="86"/>
                      <a:pt x="57" y="114"/>
                    </a:cubicBezTo>
                    <a:cubicBezTo>
                      <a:pt x="85" y="178"/>
                      <a:pt x="85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16"/>
                      <a:pt x="57" y="645"/>
                    </a:cubicBezTo>
                    <a:cubicBezTo>
                      <a:pt x="57" y="708"/>
                      <a:pt x="29" y="737"/>
                      <a:pt x="1" y="765"/>
                    </a:cubicBezTo>
                    <a:lnTo>
                      <a:pt x="57" y="765"/>
                    </a:lnTo>
                    <a:cubicBezTo>
                      <a:pt x="85" y="708"/>
                      <a:pt x="149" y="645"/>
                      <a:pt x="177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77" y="178"/>
                    </a:cubicBezTo>
                    <a:cubicBezTo>
                      <a:pt x="149" y="114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38"/>
              <p:cNvSpPr/>
              <p:nvPr/>
            </p:nvSpPr>
            <p:spPr>
              <a:xfrm>
                <a:off x="5011825" y="2423025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149" y="1"/>
                    </a:moveTo>
                    <a:cubicBezTo>
                      <a:pt x="86" y="64"/>
                      <a:pt x="57" y="121"/>
                      <a:pt x="29" y="178"/>
                    </a:cubicBezTo>
                    <a:cubicBezTo>
                      <a:pt x="1" y="241"/>
                      <a:pt x="1" y="326"/>
                      <a:pt x="1" y="383"/>
                    </a:cubicBezTo>
                    <a:cubicBezTo>
                      <a:pt x="1" y="446"/>
                      <a:pt x="1" y="531"/>
                      <a:pt x="29" y="595"/>
                    </a:cubicBezTo>
                    <a:cubicBezTo>
                      <a:pt x="57" y="652"/>
                      <a:pt x="86" y="708"/>
                      <a:pt x="149" y="772"/>
                    </a:cubicBezTo>
                    <a:lnTo>
                      <a:pt x="206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14" y="623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41"/>
                    </a:lnTo>
                    <a:cubicBezTo>
                      <a:pt x="86" y="206"/>
                      <a:pt x="114" y="149"/>
                      <a:pt x="149" y="121"/>
                    </a:cubicBezTo>
                    <a:cubicBezTo>
                      <a:pt x="149" y="93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38"/>
              <p:cNvSpPr/>
              <p:nvPr/>
            </p:nvSpPr>
            <p:spPr>
              <a:xfrm>
                <a:off x="5019075" y="2423025"/>
                <a:ext cx="5350" cy="19300"/>
              </a:xfrm>
              <a:custGeom>
                <a:rect b="b" l="l" r="r" t="t"/>
                <a:pathLst>
                  <a:path extrusionOk="0" h="772" w="214">
                    <a:moveTo>
                      <a:pt x="149" y="1"/>
                    </a:moveTo>
                    <a:cubicBezTo>
                      <a:pt x="121" y="64"/>
                      <a:pt x="65" y="121"/>
                      <a:pt x="65" y="178"/>
                    </a:cubicBezTo>
                    <a:cubicBezTo>
                      <a:pt x="36" y="241"/>
                      <a:pt x="1" y="326"/>
                      <a:pt x="1" y="383"/>
                    </a:cubicBezTo>
                    <a:cubicBezTo>
                      <a:pt x="1" y="446"/>
                      <a:pt x="36" y="531"/>
                      <a:pt x="65" y="595"/>
                    </a:cubicBezTo>
                    <a:cubicBezTo>
                      <a:pt x="65" y="652"/>
                      <a:pt x="121" y="708"/>
                      <a:pt x="149" y="772"/>
                    </a:cubicBezTo>
                    <a:lnTo>
                      <a:pt x="213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21" y="623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41"/>
                    </a:lnTo>
                    <a:cubicBezTo>
                      <a:pt x="121" y="206"/>
                      <a:pt x="121" y="149"/>
                      <a:pt x="149" y="121"/>
                    </a:cubicBezTo>
                    <a:cubicBezTo>
                      <a:pt x="149" y="93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38"/>
              <p:cNvSpPr/>
              <p:nvPr/>
            </p:nvSpPr>
            <p:spPr>
              <a:xfrm>
                <a:off x="5027225" y="2427450"/>
                <a:ext cx="2325" cy="11175"/>
              </a:xfrm>
              <a:custGeom>
                <a:rect b="b" l="l" r="r" t="t"/>
                <a:pathLst>
                  <a:path extrusionOk="0" h="447" w="93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38"/>
              <p:cNvSpPr/>
              <p:nvPr/>
            </p:nvSpPr>
            <p:spPr>
              <a:xfrm>
                <a:off x="5036775" y="2423750"/>
                <a:ext cx="10450" cy="15575"/>
              </a:xfrm>
              <a:custGeom>
                <a:rect b="b" l="l" r="r" t="t"/>
                <a:pathLst>
                  <a:path extrusionOk="0" h="623" w="418">
                    <a:moveTo>
                      <a:pt x="212" y="64"/>
                    </a:moveTo>
                    <a:cubicBezTo>
                      <a:pt x="241" y="64"/>
                      <a:pt x="269" y="92"/>
                      <a:pt x="297" y="92"/>
                    </a:cubicBez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41" y="566"/>
                      <a:pt x="212" y="566"/>
                    </a:cubicBezTo>
                    <a:cubicBezTo>
                      <a:pt x="177" y="566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2" y="64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35"/>
                    </a:cubicBezTo>
                    <a:cubicBezTo>
                      <a:pt x="92" y="35"/>
                      <a:pt x="92" y="64"/>
                      <a:pt x="64" y="64"/>
                    </a:cubicBezTo>
                    <a:cubicBezTo>
                      <a:pt x="64" y="92"/>
                      <a:pt x="36" y="120"/>
                      <a:pt x="36" y="177"/>
                    </a:cubicBezTo>
                    <a:cubicBezTo>
                      <a:pt x="36" y="212"/>
                      <a:pt x="0" y="269"/>
                      <a:pt x="0" y="326"/>
                    </a:cubicBezTo>
                    <a:cubicBezTo>
                      <a:pt x="0" y="389"/>
                      <a:pt x="36" y="417"/>
                      <a:pt x="36" y="474"/>
                    </a:cubicBezTo>
                    <a:cubicBezTo>
                      <a:pt x="36" y="502"/>
                      <a:pt x="64" y="531"/>
                      <a:pt x="64" y="566"/>
                    </a:cubicBezTo>
                    <a:cubicBezTo>
                      <a:pt x="92" y="566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326" y="594"/>
                      <a:pt x="354" y="566"/>
                      <a:pt x="354" y="566"/>
                    </a:cubicBezTo>
                    <a:cubicBezTo>
                      <a:pt x="389" y="531"/>
                      <a:pt x="389" y="502"/>
                      <a:pt x="418" y="474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20"/>
                      <a:pt x="389" y="92"/>
                      <a:pt x="354" y="64"/>
                    </a:cubicBezTo>
                    <a:cubicBezTo>
                      <a:pt x="354" y="64"/>
                      <a:pt x="326" y="35"/>
                      <a:pt x="297" y="35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3" name="Google Shape;1223;p38"/>
              <p:cNvSpPr/>
              <p:nvPr/>
            </p:nvSpPr>
            <p:spPr>
              <a:xfrm>
                <a:off x="5049325" y="2423025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p38"/>
              <p:cNvSpPr/>
              <p:nvPr/>
            </p:nvSpPr>
            <p:spPr>
              <a:xfrm>
                <a:off x="5057450" y="2428150"/>
                <a:ext cx="10300" cy="10475"/>
              </a:xfrm>
              <a:custGeom>
                <a:rect b="b" l="l" r="r" t="t"/>
                <a:pathLst>
                  <a:path extrusionOk="0" h="419" w="412">
                    <a:moveTo>
                      <a:pt x="1" y="1"/>
                    </a:moveTo>
                    <a:lnTo>
                      <a:pt x="1" y="65"/>
                    </a:lnTo>
                    <a:lnTo>
                      <a:pt x="355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1" y="241"/>
                    </a:lnTo>
                    <a:lnTo>
                      <a:pt x="411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38"/>
              <p:cNvSpPr/>
              <p:nvPr/>
            </p:nvSpPr>
            <p:spPr>
              <a:xfrm>
                <a:off x="5070025" y="2424625"/>
                <a:ext cx="3025" cy="5150"/>
              </a:xfrm>
              <a:custGeom>
                <a:rect b="b" l="l" r="r" t="t"/>
                <a:pathLst>
                  <a:path extrusionOk="0" h="206" w="121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57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2"/>
                    </a:cubicBezTo>
                    <a:cubicBezTo>
                      <a:pt x="85" y="114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38"/>
              <p:cNvSpPr/>
              <p:nvPr/>
            </p:nvSpPr>
            <p:spPr>
              <a:xfrm>
                <a:off x="5075150" y="2424625"/>
                <a:ext cx="2325" cy="5150"/>
              </a:xfrm>
              <a:custGeom>
                <a:rect b="b" l="l" r="r" t="t"/>
                <a:pathLst>
                  <a:path extrusionOk="0" h="206" w="93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29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2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38"/>
              <p:cNvSpPr/>
              <p:nvPr/>
            </p:nvSpPr>
            <p:spPr>
              <a:xfrm>
                <a:off x="5080975" y="2428150"/>
                <a:ext cx="10475" cy="10475"/>
              </a:xfrm>
              <a:custGeom>
                <a:rect b="b" l="l" r="r" t="t"/>
                <a:pathLst>
                  <a:path extrusionOk="0" h="419" w="419">
                    <a:moveTo>
                      <a:pt x="1" y="1"/>
                    </a:moveTo>
                    <a:lnTo>
                      <a:pt x="1" y="65"/>
                    </a:lnTo>
                    <a:lnTo>
                      <a:pt x="326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8" y="241"/>
                    </a:lnTo>
                    <a:lnTo>
                      <a:pt x="418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38"/>
              <p:cNvSpPr/>
              <p:nvPr/>
            </p:nvSpPr>
            <p:spPr>
              <a:xfrm>
                <a:off x="5093550" y="2428150"/>
                <a:ext cx="10450" cy="10475"/>
              </a:xfrm>
              <a:custGeom>
                <a:rect b="b" l="l" r="r" t="t"/>
                <a:pathLst>
                  <a:path extrusionOk="0" h="419" w="418">
                    <a:moveTo>
                      <a:pt x="418" y="1"/>
                    </a:moveTo>
                    <a:lnTo>
                      <a:pt x="0" y="178"/>
                    </a:lnTo>
                    <a:lnTo>
                      <a:pt x="0" y="241"/>
                    </a:lnTo>
                    <a:lnTo>
                      <a:pt x="418" y="418"/>
                    </a:lnTo>
                    <a:lnTo>
                      <a:pt x="418" y="355"/>
                    </a:lnTo>
                    <a:lnTo>
                      <a:pt x="64" y="213"/>
                    </a:lnTo>
                    <a:lnTo>
                      <a:pt x="418" y="65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9" name="Google Shape;1229;p38"/>
              <p:cNvSpPr/>
              <p:nvPr/>
            </p:nvSpPr>
            <p:spPr>
              <a:xfrm>
                <a:off x="5111225" y="2423025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p38"/>
              <p:cNvSpPr/>
              <p:nvPr/>
            </p:nvSpPr>
            <p:spPr>
              <a:xfrm>
                <a:off x="5123075" y="2423025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1" y="1"/>
                    </a:moveTo>
                    <a:cubicBezTo>
                      <a:pt x="29" y="29"/>
                      <a:pt x="57" y="93"/>
                      <a:pt x="57" y="121"/>
                    </a:cubicBezTo>
                    <a:cubicBezTo>
                      <a:pt x="85" y="178"/>
                      <a:pt x="85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57" y="708"/>
                      <a:pt x="29" y="737"/>
                      <a:pt x="1" y="772"/>
                    </a:cubicBezTo>
                    <a:lnTo>
                      <a:pt x="57" y="772"/>
                    </a:lnTo>
                    <a:cubicBezTo>
                      <a:pt x="85" y="708"/>
                      <a:pt x="149" y="652"/>
                      <a:pt x="177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77" y="178"/>
                    </a:cubicBezTo>
                    <a:cubicBezTo>
                      <a:pt x="149" y="121"/>
                      <a:pt x="85" y="64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1" name="Google Shape;1231;p38"/>
              <p:cNvSpPr/>
              <p:nvPr/>
            </p:nvSpPr>
            <p:spPr>
              <a:xfrm>
                <a:off x="5033225" y="2389250"/>
                <a:ext cx="9575" cy="10275"/>
              </a:xfrm>
              <a:custGeom>
                <a:rect b="b" l="l" r="r" t="t"/>
                <a:pathLst>
                  <a:path extrusionOk="0" h="411" w="383">
                    <a:moveTo>
                      <a:pt x="383" y="1"/>
                    </a:moveTo>
                    <a:lnTo>
                      <a:pt x="1" y="177"/>
                    </a:lnTo>
                    <a:lnTo>
                      <a:pt x="1" y="234"/>
                    </a:lnTo>
                    <a:lnTo>
                      <a:pt x="383" y="411"/>
                    </a:lnTo>
                    <a:lnTo>
                      <a:pt x="383" y="354"/>
                    </a:lnTo>
                    <a:lnTo>
                      <a:pt x="57" y="206"/>
                    </a:lnTo>
                    <a:lnTo>
                      <a:pt x="383" y="57"/>
                    </a:lnTo>
                    <a:lnTo>
                      <a:pt x="3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2" name="Google Shape;1232;p38"/>
              <p:cNvSpPr/>
              <p:nvPr/>
            </p:nvSpPr>
            <p:spPr>
              <a:xfrm>
                <a:off x="5045600" y="2384825"/>
                <a:ext cx="10475" cy="15425"/>
              </a:xfrm>
              <a:custGeom>
                <a:rect b="b" l="l" r="r" t="t"/>
                <a:pathLst>
                  <a:path extrusionOk="0" h="617" w="419">
                    <a:moveTo>
                      <a:pt x="213" y="57"/>
                    </a:moveTo>
                    <a:cubicBezTo>
                      <a:pt x="242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2" y="560"/>
                      <a:pt x="213" y="560"/>
                    </a:cubicBezTo>
                    <a:cubicBezTo>
                      <a:pt x="178" y="560"/>
                      <a:pt x="150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50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50" y="1"/>
                      <a:pt x="121" y="29"/>
                    </a:cubicBezTo>
                    <a:cubicBezTo>
                      <a:pt x="93" y="29"/>
                      <a:pt x="93" y="57"/>
                      <a:pt x="65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5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50" y="616"/>
                      <a:pt x="178" y="616"/>
                      <a:pt x="213" y="616"/>
                    </a:cubicBezTo>
                    <a:cubicBezTo>
                      <a:pt x="242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5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5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2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Google Shape;1233;p38"/>
              <p:cNvSpPr/>
              <p:nvPr/>
            </p:nvSpPr>
            <p:spPr>
              <a:xfrm>
                <a:off x="5058175" y="2385550"/>
                <a:ext cx="8850" cy="13975"/>
              </a:xfrm>
              <a:custGeom>
                <a:rect b="b" l="l" r="r" t="t"/>
                <a:pathLst>
                  <a:path extrusionOk="0" h="559" w="354">
                    <a:moveTo>
                      <a:pt x="205" y="0"/>
                    </a:moveTo>
                    <a:cubicBezTo>
                      <a:pt x="177" y="0"/>
                      <a:pt x="149" y="28"/>
                      <a:pt x="149" y="28"/>
                    </a:cubicBezTo>
                    <a:cubicBezTo>
                      <a:pt x="121" y="28"/>
                      <a:pt x="92" y="28"/>
                      <a:pt x="64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38"/>
              <p:cNvSpPr/>
              <p:nvPr/>
            </p:nvSpPr>
            <p:spPr>
              <a:xfrm>
                <a:off x="5073725" y="2384825"/>
                <a:ext cx="9575" cy="15425"/>
              </a:xfrm>
              <a:custGeom>
                <a:rect b="b" l="l" r="r" t="t"/>
                <a:pathLst>
                  <a:path extrusionOk="0" h="617" w="383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1" y="114"/>
                      <a:pt x="291" y="142"/>
                      <a:pt x="291" y="178"/>
                    </a:cubicBezTo>
                    <a:cubicBezTo>
                      <a:pt x="326" y="206"/>
                      <a:pt x="326" y="234"/>
                      <a:pt x="326" y="291"/>
                    </a:cubicBezTo>
                    <a:lnTo>
                      <a:pt x="326" y="319"/>
                    </a:lnTo>
                    <a:cubicBezTo>
                      <a:pt x="326" y="383"/>
                      <a:pt x="326" y="411"/>
                      <a:pt x="291" y="439"/>
                    </a:cubicBezTo>
                    <a:cubicBezTo>
                      <a:pt x="291" y="468"/>
                      <a:pt x="291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49" y="560"/>
                      <a:pt x="149" y="531"/>
                      <a:pt x="114" y="531"/>
                    </a:cubicBezTo>
                    <a:cubicBezTo>
                      <a:pt x="86" y="496"/>
                      <a:pt x="86" y="468"/>
                      <a:pt x="86" y="439"/>
                    </a:cubicBezTo>
                    <a:cubicBezTo>
                      <a:pt x="57" y="411"/>
                      <a:pt x="57" y="383"/>
                      <a:pt x="57" y="319"/>
                    </a:cubicBezTo>
                    <a:lnTo>
                      <a:pt x="57" y="291"/>
                    </a:lnTo>
                    <a:cubicBezTo>
                      <a:pt x="57" y="234"/>
                      <a:pt x="57" y="206"/>
                      <a:pt x="86" y="178"/>
                    </a:cubicBezTo>
                    <a:cubicBezTo>
                      <a:pt x="86" y="142"/>
                      <a:pt x="86" y="114"/>
                      <a:pt x="114" y="86"/>
                    </a:cubicBezTo>
                    <a:cubicBezTo>
                      <a:pt x="149" y="86"/>
                      <a:pt x="149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49" y="1"/>
                      <a:pt x="149" y="1"/>
                      <a:pt x="114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1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1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14" y="588"/>
                    </a:cubicBezTo>
                    <a:cubicBezTo>
                      <a:pt x="149" y="616"/>
                      <a:pt x="149" y="616"/>
                      <a:pt x="206" y="616"/>
                    </a:cubicBezTo>
                    <a:cubicBezTo>
                      <a:pt x="234" y="616"/>
                      <a:pt x="263" y="616"/>
                      <a:pt x="263" y="588"/>
                    </a:cubicBezTo>
                    <a:cubicBezTo>
                      <a:pt x="291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lnTo>
                      <a:pt x="383" y="291"/>
                    </a:lnTo>
                    <a:lnTo>
                      <a:pt x="383" y="178"/>
                    </a:ln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1" y="29"/>
                      <a:pt x="263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38"/>
              <p:cNvSpPr/>
              <p:nvPr/>
            </p:nvSpPr>
            <p:spPr>
              <a:xfrm>
                <a:off x="5085400" y="2384825"/>
                <a:ext cx="10475" cy="15425"/>
              </a:xfrm>
              <a:custGeom>
                <a:rect b="b" l="l" r="r" t="t"/>
                <a:pathLst>
                  <a:path extrusionOk="0" h="617" w="419">
                    <a:moveTo>
                      <a:pt x="213" y="57"/>
                    </a:moveTo>
                    <a:cubicBezTo>
                      <a:pt x="241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49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49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93" y="57"/>
                      <a:pt x="64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4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4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4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38"/>
              <p:cNvSpPr/>
              <p:nvPr/>
            </p:nvSpPr>
            <p:spPr>
              <a:xfrm>
                <a:off x="5097950" y="2385550"/>
                <a:ext cx="8875" cy="13975"/>
              </a:xfrm>
              <a:custGeom>
                <a:rect b="b" l="l" r="r" t="t"/>
                <a:pathLst>
                  <a:path extrusionOk="0" h="559" w="355">
                    <a:moveTo>
                      <a:pt x="206" y="0"/>
                    </a:moveTo>
                    <a:cubicBezTo>
                      <a:pt x="178" y="0"/>
                      <a:pt x="150" y="28"/>
                      <a:pt x="150" y="28"/>
                    </a:cubicBezTo>
                    <a:cubicBezTo>
                      <a:pt x="121" y="28"/>
                      <a:pt x="93" y="28"/>
                      <a:pt x="65" y="57"/>
                    </a:cubicBezTo>
                    <a:lnTo>
                      <a:pt x="1" y="57"/>
                    </a:lnTo>
                    <a:lnTo>
                      <a:pt x="1" y="113"/>
                    </a:lnTo>
                    <a:lnTo>
                      <a:pt x="150" y="113"/>
                    </a:lnTo>
                    <a:lnTo>
                      <a:pt x="150" y="502"/>
                    </a:lnTo>
                    <a:lnTo>
                      <a:pt x="1" y="502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2"/>
                    </a:lnTo>
                    <a:lnTo>
                      <a:pt x="242" y="502"/>
                    </a:ln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38"/>
              <p:cNvSpPr/>
              <p:nvPr/>
            </p:nvSpPr>
            <p:spPr>
              <a:xfrm>
                <a:off x="5109100" y="2383950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1" y="0"/>
                    </a:moveTo>
                    <a:lnTo>
                      <a:pt x="1" y="64"/>
                    </a:lnTo>
                    <a:lnTo>
                      <a:pt x="57" y="64"/>
                    </a:lnTo>
                    <a:lnTo>
                      <a:pt x="57" y="121"/>
                    </a:lnTo>
                    <a:lnTo>
                      <a:pt x="86" y="297"/>
                    </a:lnTo>
                    <a:lnTo>
                      <a:pt x="86" y="326"/>
                    </a:lnTo>
                    <a:cubicBezTo>
                      <a:pt x="86" y="354"/>
                      <a:pt x="86" y="354"/>
                      <a:pt x="114" y="389"/>
                    </a:cubicBezTo>
                    <a:lnTo>
                      <a:pt x="178" y="389"/>
                    </a:lnTo>
                    <a:cubicBezTo>
                      <a:pt x="114" y="389"/>
                      <a:pt x="114" y="389"/>
                      <a:pt x="86" y="418"/>
                    </a:cubicBezTo>
                    <a:lnTo>
                      <a:pt x="86" y="474"/>
                    </a:lnTo>
                    <a:lnTo>
                      <a:pt x="57" y="680"/>
                    </a:lnTo>
                    <a:lnTo>
                      <a:pt x="57" y="708"/>
                    </a:lnTo>
                    <a:lnTo>
                      <a:pt x="1" y="708"/>
                    </a:lnTo>
                    <a:lnTo>
                      <a:pt x="1" y="771"/>
                    </a:lnTo>
                    <a:lnTo>
                      <a:pt x="57" y="771"/>
                    </a:lnTo>
                    <a:lnTo>
                      <a:pt x="86" y="743"/>
                    </a:lnTo>
                    <a:cubicBezTo>
                      <a:pt x="114" y="743"/>
                      <a:pt x="114" y="743"/>
                      <a:pt x="114" y="708"/>
                    </a:cubicBezTo>
                    <a:cubicBezTo>
                      <a:pt x="149" y="708"/>
                      <a:pt x="149" y="680"/>
                      <a:pt x="149" y="651"/>
                    </a:cubicBezTo>
                    <a:lnTo>
                      <a:pt x="149" y="474"/>
                    </a:lnTo>
                    <a:lnTo>
                      <a:pt x="149" y="446"/>
                    </a:lnTo>
                    <a:cubicBezTo>
                      <a:pt x="149" y="446"/>
                      <a:pt x="178" y="446"/>
                      <a:pt x="178" y="418"/>
                    </a:cubicBezTo>
                    <a:lnTo>
                      <a:pt x="206" y="418"/>
                    </a:lnTo>
                    <a:lnTo>
                      <a:pt x="206" y="354"/>
                    </a:lnTo>
                    <a:lnTo>
                      <a:pt x="178" y="354"/>
                    </a:lnTo>
                    <a:lnTo>
                      <a:pt x="149" y="326"/>
                    </a:lnTo>
                    <a:lnTo>
                      <a:pt x="149" y="297"/>
                    </a:lnTo>
                    <a:lnTo>
                      <a:pt x="149" y="121"/>
                    </a:lnTo>
                    <a:cubicBezTo>
                      <a:pt x="149" y="92"/>
                      <a:pt x="149" y="92"/>
                      <a:pt x="114" y="64"/>
                    </a:cubicBezTo>
                    <a:cubicBezTo>
                      <a:pt x="114" y="64"/>
                      <a:pt x="114" y="36"/>
                      <a:pt x="86" y="36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38"/>
              <p:cNvSpPr/>
              <p:nvPr/>
            </p:nvSpPr>
            <p:spPr>
              <a:xfrm>
                <a:off x="5121650" y="2389250"/>
                <a:ext cx="9575" cy="10275"/>
              </a:xfrm>
              <a:custGeom>
                <a:rect b="b" l="l" r="r" t="t"/>
                <a:pathLst>
                  <a:path extrusionOk="0" h="411" w="383">
                    <a:moveTo>
                      <a:pt x="142" y="1"/>
                    </a:moveTo>
                    <a:lnTo>
                      <a:pt x="142" y="177"/>
                    </a:lnTo>
                    <a:lnTo>
                      <a:pt x="1" y="177"/>
                    </a:lnTo>
                    <a:lnTo>
                      <a:pt x="1" y="234"/>
                    </a:lnTo>
                    <a:lnTo>
                      <a:pt x="142" y="234"/>
                    </a:lnTo>
                    <a:lnTo>
                      <a:pt x="142" y="411"/>
                    </a:lnTo>
                    <a:lnTo>
                      <a:pt x="234" y="411"/>
                    </a:lnTo>
                    <a:lnTo>
                      <a:pt x="234" y="234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234" y="17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38"/>
              <p:cNvSpPr/>
              <p:nvPr/>
            </p:nvSpPr>
            <p:spPr>
              <a:xfrm>
                <a:off x="5134050" y="2385550"/>
                <a:ext cx="9750" cy="13975"/>
              </a:xfrm>
              <a:custGeom>
                <a:rect b="b" l="l" r="r" t="t"/>
                <a:pathLst>
                  <a:path extrusionOk="0" h="559" w="390">
                    <a:moveTo>
                      <a:pt x="212" y="0"/>
                    </a:moveTo>
                    <a:cubicBezTo>
                      <a:pt x="177" y="0"/>
                      <a:pt x="177" y="28"/>
                      <a:pt x="149" y="28"/>
                    </a:cubicBezTo>
                    <a:cubicBezTo>
                      <a:pt x="120" y="28"/>
                      <a:pt x="92" y="28"/>
                      <a:pt x="92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89" y="559"/>
                    </a:lnTo>
                    <a:lnTo>
                      <a:pt x="389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38"/>
              <p:cNvSpPr/>
              <p:nvPr/>
            </p:nvSpPr>
            <p:spPr>
              <a:xfrm>
                <a:off x="5145175" y="2384825"/>
                <a:ext cx="10300" cy="15425"/>
              </a:xfrm>
              <a:custGeom>
                <a:rect b="b" l="l" r="r" t="t"/>
                <a:pathLst>
                  <a:path extrusionOk="0" h="617" w="412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86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86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29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29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21" y="588"/>
                    </a:cubicBezTo>
                    <a:cubicBezTo>
                      <a:pt x="149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cubicBezTo>
                      <a:pt x="383" y="411"/>
                      <a:pt x="411" y="354"/>
                      <a:pt x="411" y="291"/>
                    </a:cubicBezTo>
                    <a:cubicBezTo>
                      <a:pt x="411" y="234"/>
                      <a:pt x="383" y="206"/>
                      <a:pt x="383" y="178"/>
                    </a:cubicBez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38"/>
              <p:cNvSpPr/>
              <p:nvPr/>
            </p:nvSpPr>
            <p:spPr>
              <a:xfrm>
                <a:off x="5157025" y="2384825"/>
                <a:ext cx="10300" cy="15425"/>
              </a:xfrm>
              <a:custGeom>
                <a:rect b="b" l="l" r="r" t="t"/>
                <a:pathLst>
                  <a:path extrusionOk="0" h="617" w="412">
                    <a:moveTo>
                      <a:pt x="206" y="57"/>
                    </a:moveTo>
                    <a:cubicBezTo>
                      <a:pt x="234" y="57"/>
                      <a:pt x="263" y="86"/>
                      <a:pt x="291" y="86"/>
                    </a:cubicBezTo>
                    <a:cubicBezTo>
                      <a:pt x="291" y="114"/>
                      <a:pt x="319" y="142"/>
                      <a:pt x="319" y="178"/>
                    </a:cubicBezTo>
                    <a:lnTo>
                      <a:pt x="319" y="291"/>
                    </a:lnTo>
                    <a:lnTo>
                      <a:pt x="319" y="319"/>
                    </a:lnTo>
                    <a:lnTo>
                      <a:pt x="319" y="439"/>
                    </a:lnTo>
                    <a:cubicBezTo>
                      <a:pt x="319" y="468"/>
                      <a:pt x="291" y="496"/>
                      <a:pt x="291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2" y="531"/>
                      <a:pt x="142" y="531"/>
                    </a:cubicBezTo>
                    <a:cubicBezTo>
                      <a:pt x="114" y="496"/>
                      <a:pt x="114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114" y="142"/>
                      <a:pt x="114" y="114"/>
                      <a:pt x="142" y="86"/>
                    </a:cubicBezTo>
                    <a:cubicBezTo>
                      <a:pt x="142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2" y="1"/>
                      <a:pt x="114" y="29"/>
                    </a:cubicBezTo>
                    <a:cubicBezTo>
                      <a:pt x="114" y="29"/>
                      <a:pt x="86" y="57"/>
                      <a:pt x="57" y="57"/>
                    </a:cubicBezTo>
                    <a:cubicBezTo>
                      <a:pt x="57" y="86"/>
                      <a:pt x="29" y="114"/>
                      <a:pt x="29" y="178"/>
                    </a:cubicBezTo>
                    <a:cubicBezTo>
                      <a:pt x="29" y="206"/>
                      <a:pt x="1" y="234"/>
                      <a:pt x="1" y="291"/>
                    </a:cubicBezTo>
                    <a:cubicBezTo>
                      <a:pt x="1" y="354"/>
                      <a:pt x="29" y="411"/>
                      <a:pt x="29" y="439"/>
                    </a:cubicBezTo>
                    <a:cubicBezTo>
                      <a:pt x="29" y="496"/>
                      <a:pt x="57" y="531"/>
                      <a:pt x="57" y="560"/>
                    </a:cubicBezTo>
                    <a:cubicBezTo>
                      <a:pt x="86" y="560"/>
                      <a:pt x="114" y="588"/>
                      <a:pt x="114" y="588"/>
                    </a:cubicBezTo>
                    <a:cubicBezTo>
                      <a:pt x="142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1" y="588"/>
                    </a:cubicBezTo>
                    <a:cubicBezTo>
                      <a:pt x="319" y="588"/>
                      <a:pt x="355" y="560"/>
                      <a:pt x="355" y="560"/>
                    </a:cubicBezTo>
                    <a:cubicBezTo>
                      <a:pt x="383" y="531"/>
                      <a:pt x="383" y="496"/>
                      <a:pt x="411" y="439"/>
                    </a:cubicBezTo>
                    <a:lnTo>
                      <a:pt x="411" y="291"/>
                    </a:lnTo>
                    <a:lnTo>
                      <a:pt x="411" y="178"/>
                    </a:lnTo>
                    <a:cubicBezTo>
                      <a:pt x="383" y="114"/>
                      <a:pt x="383" y="86"/>
                      <a:pt x="355" y="57"/>
                    </a:cubicBezTo>
                    <a:cubicBezTo>
                      <a:pt x="355" y="57"/>
                      <a:pt x="319" y="29"/>
                      <a:pt x="291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p38"/>
              <p:cNvSpPr/>
              <p:nvPr/>
            </p:nvSpPr>
            <p:spPr>
              <a:xfrm>
                <a:off x="5173825" y="2384825"/>
                <a:ext cx="10475" cy="15425"/>
              </a:xfrm>
              <a:custGeom>
                <a:rect b="b" l="l" r="r" t="t"/>
                <a:pathLst>
                  <a:path extrusionOk="0" h="617" w="419">
                    <a:moveTo>
                      <a:pt x="213" y="57"/>
                    </a:moveTo>
                    <a:cubicBezTo>
                      <a:pt x="241" y="57"/>
                      <a:pt x="270" y="86"/>
                      <a:pt x="270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70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36" y="86"/>
                      <a:pt x="36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36" y="496"/>
                      <a:pt x="36" y="531"/>
                      <a:pt x="65" y="560"/>
                    </a:cubicBezTo>
                    <a:cubicBezTo>
                      <a:pt x="65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90" y="496"/>
                      <a:pt x="390" y="439"/>
                    </a:cubicBezTo>
                    <a:cubicBezTo>
                      <a:pt x="390" y="411"/>
                      <a:pt x="418" y="354"/>
                      <a:pt x="418" y="291"/>
                    </a:cubicBezTo>
                    <a:cubicBezTo>
                      <a:pt x="418" y="234"/>
                      <a:pt x="390" y="206"/>
                      <a:pt x="390" y="178"/>
                    </a:cubicBezTo>
                    <a:cubicBezTo>
                      <a:pt x="390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38"/>
              <p:cNvSpPr/>
              <p:nvPr/>
            </p:nvSpPr>
            <p:spPr>
              <a:xfrm>
                <a:off x="5186400" y="2383950"/>
                <a:ext cx="5150" cy="19300"/>
              </a:xfrm>
              <a:custGeom>
                <a:rect b="b" l="l" r="r" t="t"/>
                <a:pathLst>
                  <a:path extrusionOk="0" h="772" w="206">
                    <a:moveTo>
                      <a:pt x="0" y="0"/>
                    </a:moveTo>
                    <a:lnTo>
                      <a:pt x="0" y="64"/>
                    </a:lnTo>
                    <a:lnTo>
                      <a:pt x="64" y="64"/>
                    </a:lnTo>
                    <a:lnTo>
                      <a:pt x="64" y="121"/>
                    </a:lnTo>
                    <a:lnTo>
                      <a:pt x="64" y="297"/>
                    </a:lnTo>
                    <a:cubicBezTo>
                      <a:pt x="64" y="297"/>
                      <a:pt x="64" y="326"/>
                      <a:pt x="92" y="326"/>
                    </a:cubicBezTo>
                    <a:cubicBezTo>
                      <a:pt x="92" y="354"/>
                      <a:pt x="92" y="354"/>
                      <a:pt x="120" y="389"/>
                    </a:cubicBezTo>
                    <a:lnTo>
                      <a:pt x="149" y="389"/>
                    </a:lnTo>
                    <a:cubicBezTo>
                      <a:pt x="120" y="389"/>
                      <a:pt x="92" y="389"/>
                      <a:pt x="92" y="418"/>
                    </a:cubicBezTo>
                    <a:cubicBezTo>
                      <a:pt x="92" y="446"/>
                      <a:pt x="64" y="446"/>
                      <a:pt x="64" y="474"/>
                    </a:cubicBezTo>
                    <a:lnTo>
                      <a:pt x="64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71"/>
                    </a:lnTo>
                    <a:lnTo>
                      <a:pt x="28" y="771"/>
                    </a:lnTo>
                    <a:cubicBezTo>
                      <a:pt x="64" y="771"/>
                      <a:pt x="64" y="743"/>
                      <a:pt x="92" y="743"/>
                    </a:cubicBezTo>
                    <a:cubicBezTo>
                      <a:pt x="92" y="743"/>
                      <a:pt x="120" y="743"/>
                      <a:pt x="120" y="708"/>
                    </a:cubicBezTo>
                    <a:lnTo>
                      <a:pt x="120" y="651"/>
                    </a:lnTo>
                    <a:lnTo>
                      <a:pt x="120" y="474"/>
                    </a:lnTo>
                    <a:lnTo>
                      <a:pt x="149" y="446"/>
                    </a:lnTo>
                    <a:lnTo>
                      <a:pt x="177" y="418"/>
                    </a:lnTo>
                    <a:lnTo>
                      <a:pt x="205" y="418"/>
                    </a:lnTo>
                    <a:lnTo>
                      <a:pt x="205" y="354"/>
                    </a:lnTo>
                    <a:lnTo>
                      <a:pt x="177" y="354"/>
                    </a:lnTo>
                    <a:cubicBezTo>
                      <a:pt x="149" y="354"/>
                      <a:pt x="149" y="326"/>
                      <a:pt x="149" y="326"/>
                    </a:cubicBezTo>
                    <a:cubicBezTo>
                      <a:pt x="149" y="326"/>
                      <a:pt x="120" y="326"/>
                      <a:pt x="120" y="297"/>
                    </a:cubicBezTo>
                    <a:lnTo>
                      <a:pt x="120" y="121"/>
                    </a:lnTo>
                    <a:lnTo>
                      <a:pt x="120" y="64"/>
                    </a:lnTo>
                    <a:lnTo>
                      <a:pt x="92" y="36"/>
                    </a:lnTo>
                    <a:cubicBezTo>
                      <a:pt x="64" y="36"/>
                      <a:pt x="64" y="0"/>
                      <a:pt x="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38"/>
              <p:cNvSpPr/>
              <p:nvPr/>
            </p:nvSpPr>
            <p:spPr>
              <a:xfrm>
                <a:off x="5194525" y="2389250"/>
                <a:ext cx="9575" cy="10275"/>
              </a:xfrm>
              <a:custGeom>
                <a:rect b="b" l="l" r="r" t="t"/>
                <a:pathLst>
                  <a:path extrusionOk="0" h="411" w="383">
                    <a:moveTo>
                      <a:pt x="1" y="1"/>
                    </a:moveTo>
                    <a:lnTo>
                      <a:pt x="1" y="57"/>
                    </a:lnTo>
                    <a:lnTo>
                      <a:pt x="326" y="206"/>
                    </a:lnTo>
                    <a:lnTo>
                      <a:pt x="1" y="354"/>
                    </a:lnTo>
                    <a:lnTo>
                      <a:pt x="1" y="411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5" name="Google Shape;1245;p38"/>
            <p:cNvGrpSpPr/>
            <p:nvPr/>
          </p:nvGrpSpPr>
          <p:grpSpPr>
            <a:xfrm>
              <a:off x="3389518" y="1847357"/>
              <a:ext cx="2195785" cy="2992033"/>
              <a:chOff x="4587375" y="2902200"/>
              <a:chExt cx="521750" cy="710950"/>
            </a:xfrm>
          </p:grpSpPr>
          <p:sp>
            <p:nvSpPr>
              <p:cNvPr id="1246" name="Google Shape;1246;p38"/>
              <p:cNvSpPr/>
              <p:nvPr/>
            </p:nvSpPr>
            <p:spPr>
              <a:xfrm>
                <a:off x="4587375" y="2902200"/>
                <a:ext cx="521750" cy="710950"/>
              </a:xfrm>
              <a:custGeom>
                <a:rect b="b" l="l" r="r" t="t"/>
                <a:pathLst>
                  <a:path extrusionOk="0" h="28438" w="20870">
                    <a:moveTo>
                      <a:pt x="1050" y="0"/>
                    </a:moveTo>
                    <a:cubicBezTo>
                      <a:pt x="906" y="0"/>
                      <a:pt x="764" y="37"/>
                      <a:pt x="644" y="111"/>
                    </a:cubicBezTo>
                    <a:cubicBezTo>
                      <a:pt x="0" y="493"/>
                      <a:pt x="262" y="1321"/>
                      <a:pt x="559" y="1852"/>
                    </a:cubicBezTo>
                    <a:cubicBezTo>
                      <a:pt x="2151" y="4597"/>
                      <a:pt x="3743" y="7363"/>
                      <a:pt x="5334" y="10136"/>
                    </a:cubicBezTo>
                    <a:cubicBezTo>
                      <a:pt x="4889" y="9400"/>
                      <a:pt x="3976" y="8629"/>
                      <a:pt x="3297" y="8134"/>
                    </a:cubicBezTo>
                    <a:cubicBezTo>
                      <a:pt x="2766" y="7745"/>
                      <a:pt x="2208" y="7391"/>
                      <a:pt x="1564" y="7250"/>
                    </a:cubicBezTo>
                    <a:cubicBezTo>
                      <a:pt x="1437" y="7223"/>
                      <a:pt x="1276" y="7205"/>
                      <a:pt x="1107" y="7205"/>
                    </a:cubicBezTo>
                    <a:cubicBezTo>
                      <a:pt x="681" y="7205"/>
                      <a:pt x="210" y="7324"/>
                      <a:pt x="149" y="7745"/>
                    </a:cubicBezTo>
                    <a:cubicBezTo>
                      <a:pt x="114" y="7922"/>
                      <a:pt x="149" y="8098"/>
                      <a:pt x="262" y="8247"/>
                    </a:cubicBezTo>
                    <a:cubicBezTo>
                      <a:pt x="354" y="8396"/>
                      <a:pt x="467" y="8516"/>
                      <a:pt x="588" y="8664"/>
                    </a:cubicBezTo>
                    <a:cubicBezTo>
                      <a:pt x="1415" y="9485"/>
                      <a:pt x="2208" y="10369"/>
                      <a:pt x="2887" y="11346"/>
                    </a:cubicBezTo>
                    <a:cubicBezTo>
                      <a:pt x="3743" y="12492"/>
                      <a:pt x="4507" y="13758"/>
                      <a:pt x="5334" y="14939"/>
                    </a:cubicBezTo>
                    <a:cubicBezTo>
                      <a:pt x="6190" y="16149"/>
                      <a:pt x="7223" y="17062"/>
                      <a:pt x="8164" y="18151"/>
                    </a:cubicBezTo>
                    <a:cubicBezTo>
                      <a:pt x="9077" y="19184"/>
                      <a:pt x="9374" y="21045"/>
                      <a:pt x="9812" y="22339"/>
                    </a:cubicBezTo>
                    <a:cubicBezTo>
                      <a:pt x="10138" y="23280"/>
                      <a:pt x="10492" y="24228"/>
                      <a:pt x="10817" y="25197"/>
                    </a:cubicBezTo>
                    <a:cubicBezTo>
                      <a:pt x="11079" y="25997"/>
                      <a:pt x="11256" y="27143"/>
                      <a:pt x="11786" y="27822"/>
                    </a:cubicBezTo>
                    <a:cubicBezTo>
                      <a:pt x="12131" y="28292"/>
                      <a:pt x="12755" y="28438"/>
                      <a:pt x="13443" y="28438"/>
                    </a:cubicBezTo>
                    <a:cubicBezTo>
                      <a:pt x="14349" y="28438"/>
                      <a:pt x="15367" y="28184"/>
                      <a:pt x="16003" y="28084"/>
                    </a:cubicBezTo>
                    <a:cubicBezTo>
                      <a:pt x="16271" y="28027"/>
                      <a:pt x="16448" y="27999"/>
                      <a:pt x="16505" y="27999"/>
                    </a:cubicBezTo>
                    <a:cubicBezTo>
                      <a:pt x="17658" y="27850"/>
                      <a:pt x="20367" y="27376"/>
                      <a:pt x="20573" y="25905"/>
                    </a:cubicBezTo>
                    <a:cubicBezTo>
                      <a:pt x="20629" y="25466"/>
                      <a:pt x="20870" y="24900"/>
                      <a:pt x="20749" y="24461"/>
                    </a:cubicBezTo>
                    <a:cubicBezTo>
                      <a:pt x="19603" y="20896"/>
                      <a:pt x="17715" y="17621"/>
                      <a:pt x="16151" y="14232"/>
                    </a:cubicBezTo>
                    <a:cubicBezTo>
                      <a:pt x="16066" y="14027"/>
                      <a:pt x="15974" y="13822"/>
                      <a:pt x="15918" y="13581"/>
                    </a:cubicBezTo>
                    <a:cubicBezTo>
                      <a:pt x="15889" y="13348"/>
                      <a:pt x="15889" y="13114"/>
                      <a:pt x="15889" y="12874"/>
                    </a:cubicBezTo>
                    <a:cubicBezTo>
                      <a:pt x="15854" y="12435"/>
                      <a:pt x="15741" y="12053"/>
                      <a:pt x="15592" y="11636"/>
                    </a:cubicBezTo>
                    <a:cubicBezTo>
                      <a:pt x="14941" y="9690"/>
                      <a:pt x="14206" y="7780"/>
                      <a:pt x="13144" y="6040"/>
                    </a:cubicBezTo>
                    <a:cubicBezTo>
                      <a:pt x="12791" y="5481"/>
                      <a:pt x="12260" y="4773"/>
                      <a:pt x="11786" y="4300"/>
                    </a:cubicBezTo>
                    <a:cubicBezTo>
                      <a:pt x="11553" y="4066"/>
                      <a:pt x="11291" y="3854"/>
                      <a:pt x="10937" y="3797"/>
                    </a:cubicBezTo>
                    <a:cubicBezTo>
                      <a:pt x="10928" y="3795"/>
                      <a:pt x="10915" y="3794"/>
                      <a:pt x="10899" y="3794"/>
                    </a:cubicBezTo>
                    <a:cubicBezTo>
                      <a:pt x="10691" y="3794"/>
                      <a:pt x="9933" y="3946"/>
                      <a:pt x="9933" y="3946"/>
                    </a:cubicBezTo>
                    <a:cubicBezTo>
                      <a:pt x="9579" y="3592"/>
                      <a:pt x="9282" y="3387"/>
                      <a:pt x="8751" y="3323"/>
                    </a:cubicBezTo>
                    <a:cubicBezTo>
                      <a:pt x="8680" y="3315"/>
                      <a:pt x="8608" y="3311"/>
                      <a:pt x="8535" y="3311"/>
                    </a:cubicBezTo>
                    <a:cubicBezTo>
                      <a:pt x="8100" y="3311"/>
                      <a:pt x="7656" y="3452"/>
                      <a:pt x="7280" y="3677"/>
                    </a:cubicBezTo>
                    <a:cubicBezTo>
                      <a:pt x="7011" y="3323"/>
                      <a:pt x="6601" y="3090"/>
                      <a:pt x="6162" y="3033"/>
                    </a:cubicBezTo>
                    <a:cubicBezTo>
                      <a:pt x="6123" y="3030"/>
                      <a:pt x="6084" y="3029"/>
                      <a:pt x="6045" y="3029"/>
                    </a:cubicBezTo>
                    <a:cubicBezTo>
                      <a:pt x="5693" y="3029"/>
                      <a:pt x="5337" y="3145"/>
                      <a:pt x="5101" y="3387"/>
                    </a:cubicBezTo>
                    <a:cubicBezTo>
                      <a:pt x="4952" y="3500"/>
                      <a:pt x="4804" y="3677"/>
                      <a:pt x="4776" y="3854"/>
                    </a:cubicBezTo>
                    <a:cubicBezTo>
                      <a:pt x="4748" y="3916"/>
                      <a:pt x="4801" y="4357"/>
                      <a:pt x="4778" y="4357"/>
                    </a:cubicBezTo>
                    <a:cubicBezTo>
                      <a:pt x="4777" y="4357"/>
                      <a:pt x="4776" y="4357"/>
                      <a:pt x="4776" y="4356"/>
                    </a:cubicBezTo>
                    <a:cubicBezTo>
                      <a:pt x="4478" y="4271"/>
                      <a:pt x="4330" y="3974"/>
                      <a:pt x="4181" y="3712"/>
                    </a:cubicBezTo>
                    <a:cubicBezTo>
                      <a:pt x="3538" y="2588"/>
                      <a:pt x="2830" y="1555"/>
                      <a:pt x="2002" y="557"/>
                    </a:cubicBezTo>
                    <a:cubicBezTo>
                      <a:pt x="1826" y="380"/>
                      <a:pt x="1677" y="203"/>
                      <a:pt x="1472" y="111"/>
                    </a:cubicBezTo>
                    <a:cubicBezTo>
                      <a:pt x="1341" y="37"/>
                      <a:pt x="1194" y="0"/>
                      <a:pt x="1050" y="0"/>
                    </a:cubicBezTo>
                    <a:close/>
                  </a:path>
                </a:pathLst>
              </a:custGeom>
              <a:solidFill>
                <a:srgbClr val="E958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38"/>
              <p:cNvSpPr/>
              <p:nvPr/>
            </p:nvSpPr>
            <p:spPr>
              <a:xfrm>
                <a:off x="4705150" y="3009850"/>
                <a:ext cx="53100" cy="93400"/>
              </a:xfrm>
              <a:custGeom>
                <a:rect b="b" l="l" r="r" t="t"/>
                <a:pathLst>
                  <a:path extrusionOk="0" h="3736" w="2124">
                    <a:moveTo>
                      <a:pt x="79" y="1"/>
                    </a:moveTo>
                    <a:cubicBezTo>
                      <a:pt x="65" y="1"/>
                      <a:pt x="50" y="8"/>
                      <a:pt x="36" y="22"/>
                    </a:cubicBezTo>
                    <a:cubicBezTo>
                      <a:pt x="1" y="22"/>
                      <a:pt x="1" y="50"/>
                      <a:pt x="1" y="78"/>
                    </a:cubicBezTo>
                    <a:cubicBezTo>
                      <a:pt x="355" y="758"/>
                      <a:pt x="708" y="1352"/>
                      <a:pt x="1005" y="1911"/>
                    </a:cubicBezTo>
                    <a:cubicBezTo>
                      <a:pt x="1331" y="2441"/>
                      <a:pt x="1656" y="3028"/>
                      <a:pt x="2010" y="3708"/>
                    </a:cubicBezTo>
                    <a:cubicBezTo>
                      <a:pt x="2038" y="3708"/>
                      <a:pt x="2038" y="3736"/>
                      <a:pt x="2067" y="3736"/>
                    </a:cubicBezTo>
                    <a:cubicBezTo>
                      <a:pt x="2067" y="3736"/>
                      <a:pt x="2095" y="3736"/>
                      <a:pt x="2095" y="3708"/>
                    </a:cubicBezTo>
                    <a:cubicBezTo>
                      <a:pt x="2123" y="3708"/>
                      <a:pt x="2123" y="3679"/>
                      <a:pt x="2123" y="3651"/>
                    </a:cubicBezTo>
                    <a:cubicBezTo>
                      <a:pt x="1769" y="2972"/>
                      <a:pt x="1451" y="2378"/>
                      <a:pt x="1126" y="1847"/>
                    </a:cubicBezTo>
                    <a:cubicBezTo>
                      <a:pt x="800" y="1288"/>
                      <a:pt x="475" y="701"/>
                      <a:pt x="121" y="22"/>
                    </a:cubicBezTo>
                    <a:cubicBezTo>
                      <a:pt x="107" y="8"/>
                      <a:pt x="93" y="1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38"/>
              <p:cNvSpPr/>
              <p:nvPr/>
            </p:nvSpPr>
            <p:spPr>
              <a:xfrm>
                <a:off x="4770075" y="2992700"/>
                <a:ext cx="50950" cy="94275"/>
              </a:xfrm>
              <a:custGeom>
                <a:rect b="b" l="l" r="r" t="t"/>
                <a:pathLst>
                  <a:path extrusionOk="0" h="3771" w="2038">
                    <a:moveTo>
                      <a:pt x="28" y="0"/>
                    </a:moveTo>
                    <a:cubicBezTo>
                      <a:pt x="0" y="29"/>
                      <a:pt x="0" y="57"/>
                      <a:pt x="0" y="92"/>
                    </a:cubicBezTo>
                    <a:cubicBezTo>
                      <a:pt x="651" y="1153"/>
                      <a:pt x="1387" y="2420"/>
                      <a:pt x="1917" y="3743"/>
                    </a:cubicBezTo>
                    <a:cubicBezTo>
                      <a:pt x="1946" y="3771"/>
                      <a:pt x="1946" y="3771"/>
                      <a:pt x="1974" y="3771"/>
                    </a:cubicBezTo>
                    <a:lnTo>
                      <a:pt x="2002" y="3771"/>
                    </a:lnTo>
                    <a:cubicBezTo>
                      <a:pt x="2038" y="3771"/>
                      <a:pt x="2038" y="3714"/>
                      <a:pt x="2038" y="3686"/>
                    </a:cubicBezTo>
                    <a:cubicBezTo>
                      <a:pt x="1507" y="2392"/>
                      <a:pt x="764" y="1090"/>
                      <a:pt x="120" y="29"/>
                    </a:cubicBezTo>
                    <a:cubicBezTo>
                      <a:pt x="92" y="0"/>
                      <a:pt x="57" y="0"/>
                      <a:pt x="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38"/>
              <p:cNvSpPr/>
              <p:nvPr/>
            </p:nvSpPr>
            <p:spPr>
              <a:xfrm>
                <a:off x="4834275" y="2999600"/>
                <a:ext cx="44225" cy="85275"/>
              </a:xfrm>
              <a:custGeom>
                <a:rect b="b" l="l" r="r" t="t"/>
                <a:pathLst>
                  <a:path extrusionOk="0" h="3411" w="1769">
                    <a:moveTo>
                      <a:pt x="67" y="0"/>
                    </a:moveTo>
                    <a:cubicBezTo>
                      <a:pt x="57" y="0"/>
                      <a:pt x="43" y="7"/>
                      <a:pt x="28" y="21"/>
                    </a:cubicBezTo>
                    <a:cubicBezTo>
                      <a:pt x="0" y="21"/>
                      <a:pt x="0" y="78"/>
                      <a:pt x="0" y="106"/>
                    </a:cubicBezTo>
                    <a:cubicBezTo>
                      <a:pt x="644" y="991"/>
                      <a:pt x="1146" y="2024"/>
                      <a:pt x="1648" y="3354"/>
                    </a:cubicBezTo>
                    <a:cubicBezTo>
                      <a:pt x="1648" y="3382"/>
                      <a:pt x="1677" y="3410"/>
                      <a:pt x="1677" y="3410"/>
                    </a:cubicBezTo>
                    <a:lnTo>
                      <a:pt x="1705" y="3410"/>
                    </a:lnTo>
                    <a:cubicBezTo>
                      <a:pt x="1733" y="3382"/>
                      <a:pt x="1769" y="3354"/>
                      <a:pt x="1733" y="3318"/>
                    </a:cubicBezTo>
                    <a:cubicBezTo>
                      <a:pt x="1266" y="1995"/>
                      <a:pt x="736" y="934"/>
                      <a:pt x="85" y="21"/>
                    </a:cubicBezTo>
                    <a:cubicBezTo>
                      <a:pt x="85" y="7"/>
                      <a:pt x="78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38"/>
              <p:cNvSpPr/>
              <p:nvPr/>
            </p:nvSpPr>
            <p:spPr>
              <a:xfrm>
                <a:off x="4711875" y="3143725"/>
                <a:ext cx="35400" cy="54675"/>
              </a:xfrm>
              <a:custGeom>
                <a:rect b="b" l="l" r="r" t="t"/>
                <a:pathLst>
                  <a:path extrusionOk="0" h="2187" w="1416">
                    <a:moveTo>
                      <a:pt x="29" y="1"/>
                    </a:moveTo>
                    <a:cubicBezTo>
                      <a:pt x="1" y="29"/>
                      <a:pt x="1" y="65"/>
                      <a:pt x="1" y="93"/>
                    </a:cubicBezTo>
                    <a:cubicBezTo>
                      <a:pt x="262" y="475"/>
                      <a:pt x="531" y="885"/>
                      <a:pt x="793" y="1303"/>
                    </a:cubicBezTo>
                    <a:cubicBezTo>
                      <a:pt x="942" y="1593"/>
                      <a:pt x="1118" y="1890"/>
                      <a:pt x="1295" y="2151"/>
                    </a:cubicBezTo>
                    <a:cubicBezTo>
                      <a:pt x="1324" y="2187"/>
                      <a:pt x="1324" y="2187"/>
                      <a:pt x="1359" y="2187"/>
                    </a:cubicBezTo>
                    <a:lnTo>
                      <a:pt x="1387" y="2187"/>
                    </a:lnTo>
                    <a:cubicBezTo>
                      <a:pt x="1416" y="2151"/>
                      <a:pt x="1416" y="2123"/>
                      <a:pt x="1416" y="2095"/>
                    </a:cubicBezTo>
                    <a:cubicBezTo>
                      <a:pt x="1239" y="1833"/>
                      <a:pt x="1062" y="1536"/>
                      <a:pt x="885" y="1239"/>
                    </a:cubicBezTo>
                    <a:cubicBezTo>
                      <a:pt x="616" y="800"/>
                      <a:pt x="354" y="383"/>
                      <a:pt x="86" y="29"/>
                    </a:cubicBezTo>
                    <a:cubicBezTo>
                      <a:pt x="86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p38"/>
              <p:cNvSpPr/>
              <p:nvPr/>
            </p:nvSpPr>
            <p:spPr>
              <a:xfrm>
                <a:off x="4765650" y="3147625"/>
                <a:ext cx="11875" cy="14525"/>
              </a:xfrm>
              <a:custGeom>
                <a:rect b="b" l="l" r="r" t="t"/>
                <a:pathLst>
                  <a:path extrusionOk="0" h="581" w="475">
                    <a:moveTo>
                      <a:pt x="44" y="1"/>
                    </a:moveTo>
                    <a:cubicBezTo>
                      <a:pt x="29" y="1"/>
                      <a:pt x="14" y="8"/>
                      <a:pt x="0" y="22"/>
                    </a:cubicBezTo>
                    <a:lnTo>
                      <a:pt x="0" y="114"/>
                    </a:lnTo>
                    <a:cubicBezTo>
                      <a:pt x="121" y="199"/>
                      <a:pt x="149" y="262"/>
                      <a:pt x="177" y="319"/>
                    </a:cubicBezTo>
                    <a:cubicBezTo>
                      <a:pt x="205" y="375"/>
                      <a:pt x="234" y="439"/>
                      <a:pt x="382" y="552"/>
                    </a:cubicBezTo>
                    <a:cubicBezTo>
                      <a:pt x="382" y="581"/>
                      <a:pt x="411" y="581"/>
                      <a:pt x="411" y="581"/>
                    </a:cubicBezTo>
                    <a:cubicBezTo>
                      <a:pt x="446" y="581"/>
                      <a:pt x="446" y="581"/>
                      <a:pt x="446" y="552"/>
                    </a:cubicBezTo>
                    <a:cubicBezTo>
                      <a:pt x="474" y="524"/>
                      <a:pt x="474" y="496"/>
                      <a:pt x="446" y="467"/>
                    </a:cubicBezTo>
                    <a:cubicBezTo>
                      <a:pt x="354" y="375"/>
                      <a:pt x="326" y="319"/>
                      <a:pt x="297" y="262"/>
                    </a:cubicBezTo>
                    <a:cubicBezTo>
                      <a:pt x="269" y="199"/>
                      <a:pt x="234" y="142"/>
                      <a:pt x="92" y="22"/>
                    </a:cubicBezTo>
                    <a:cubicBezTo>
                      <a:pt x="75" y="8"/>
                      <a:pt x="59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2" name="Google Shape;1252;p38"/>
              <p:cNvSpPr/>
              <p:nvPr/>
            </p:nvSpPr>
            <p:spPr>
              <a:xfrm>
                <a:off x="4807725" y="3132775"/>
                <a:ext cx="10300" cy="13275"/>
              </a:xfrm>
              <a:custGeom>
                <a:rect b="b" l="l" r="r" t="t"/>
                <a:pathLst>
                  <a:path extrusionOk="0" h="531" w="412">
                    <a:moveTo>
                      <a:pt x="29" y="0"/>
                    </a:moveTo>
                    <a:cubicBezTo>
                      <a:pt x="1" y="29"/>
                      <a:pt x="1" y="57"/>
                      <a:pt x="29" y="85"/>
                    </a:cubicBezTo>
                    <a:cubicBezTo>
                      <a:pt x="58" y="149"/>
                      <a:pt x="114" y="234"/>
                      <a:pt x="142" y="290"/>
                    </a:cubicBezTo>
                    <a:cubicBezTo>
                      <a:pt x="206" y="382"/>
                      <a:pt x="263" y="439"/>
                      <a:pt x="291" y="503"/>
                    </a:cubicBezTo>
                    <a:cubicBezTo>
                      <a:pt x="291" y="531"/>
                      <a:pt x="319" y="531"/>
                      <a:pt x="355" y="531"/>
                    </a:cubicBezTo>
                    <a:lnTo>
                      <a:pt x="383" y="531"/>
                    </a:lnTo>
                    <a:cubicBezTo>
                      <a:pt x="411" y="503"/>
                      <a:pt x="411" y="467"/>
                      <a:pt x="383" y="439"/>
                    </a:cubicBezTo>
                    <a:cubicBezTo>
                      <a:pt x="355" y="382"/>
                      <a:pt x="291" y="326"/>
                      <a:pt x="263" y="234"/>
                    </a:cubicBezTo>
                    <a:cubicBezTo>
                      <a:pt x="206" y="149"/>
                      <a:pt x="142" y="85"/>
                      <a:pt x="114" y="29"/>
                    </a:cubicBezTo>
                    <a:cubicBezTo>
                      <a:pt x="86" y="0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38"/>
              <p:cNvSpPr/>
              <p:nvPr/>
            </p:nvSpPr>
            <p:spPr>
              <a:xfrm>
                <a:off x="4858500" y="3119500"/>
                <a:ext cx="11150" cy="14700"/>
              </a:xfrm>
              <a:custGeom>
                <a:rect b="b" l="l" r="r" t="t"/>
                <a:pathLst>
                  <a:path extrusionOk="0" h="588" w="446">
                    <a:moveTo>
                      <a:pt x="57" y="1"/>
                    </a:moveTo>
                    <a:cubicBezTo>
                      <a:pt x="29" y="29"/>
                      <a:pt x="0" y="57"/>
                      <a:pt x="29" y="86"/>
                    </a:cubicBezTo>
                    <a:lnTo>
                      <a:pt x="326" y="560"/>
                    </a:lnTo>
                    <a:cubicBezTo>
                      <a:pt x="354" y="560"/>
                      <a:pt x="354" y="588"/>
                      <a:pt x="382" y="588"/>
                    </a:cubicBezTo>
                    <a:cubicBezTo>
                      <a:pt x="411" y="588"/>
                      <a:pt x="411" y="560"/>
                      <a:pt x="411" y="560"/>
                    </a:cubicBezTo>
                    <a:cubicBezTo>
                      <a:pt x="446" y="560"/>
                      <a:pt x="446" y="503"/>
                      <a:pt x="446" y="468"/>
                    </a:cubicBezTo>
                    <a:lnTo>
                      <a:pt x="121" y="29"/>
                    </a:lnTo>
                    <a:cubicBezTo>
                      <a:pt x="121" y="1"/>
                      <a:pt x="92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38"/>
              <p:cNvSpPr/>
              <p:nvPr/>
            </p:nvSpPr>
            <p:spPr>
              <a:xfrm>
                <a:off x="4905000" y="3110375"/>
                <a:ext cx="7275" cy="14275"/>
              </a:xfrm>
              <a:custGeom>
                <a:rect b="b" l="l" r="r" t="t"/>
                <a:pathLst>
                  <a:path extrusionOk="0" h="571" w="291">
                    <a:moveTo>
                      <a:pt x="82" y="0"/>
                    </a:moveTo>
                    <a:cubicBezTo>
                      <a:pt x="74" y="0"/>
                      <a:pt x="66" y="4"/>
                      <a:pt x="57" y="12"/>
                    </a:cubicBezTo>
                    <a:cubicBezTo>
                      <a:pt x="29" y="12"/>
                      <a:pt x="1" y="40"/>
                      <a:pt x="1" y="69"/>
                    </a:cubicBezTo>
                    <a:lnTo>
                      <a:pt x="178" y="543"/>
                    </a:lnTo>
                    <a:cubicBezTo>
                      <a:pt x="178" y="571"/>
                      <a:pt x="206" y="571"/>
                      <a:pt x="234" y="571"/>
                    </a:cubicBezTo>
                    <a:cubicBezTo>
                      <a:pt x="263" y="571"/>
                      <a:pt x="291" y="543"/>
                      <a:pt x="263" y="514"/>
                    </a:cubicBezTo>
                    <a:lnTo>
                      <a:pt x="114" y="40"/>
                    </a:lnTo>
                    <a:cubicBezTo>
                      <a:pt x="114" y="20"/>
                      <a:pt x="100" y="0"/>
                      <a:pt x="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38"/>
              <p:cNvSpPr/>
              <p:nvPr/>
            </p:nvSpPr>
            <p:spPr>
              <a:xfrm>
                <a:off x="4591800" y="2903950"/>
                <a:ext cx="41225" cy="32700"/>
              </a:xfrm>
              <a:custGeom>
                <a:rect b="b" l="l" r="r" t="t"/>
                <a:pathLst>
                  <a:path extrusionOk="0" h="1308" w="1649">
                    <a:moveTo>
                      <a:pt x="1267" y="1"/>
                    </a:moveTo>
                    <a:cubicBezTo>
                      <a:pt x="1257" y="1"/>
                      <a:pt x="1248" y="4"/>
                      <a:pt x="1238" y="13"/>
                    </a:cubicBezTo>
                    <a:cubicBezTo>
                      <a:pt x="1210" y="41"/>
                      <a:pt x="1210" y="70"/>
                      <a:pt x="1238" y="105"/>
                    </a:cubicBezTo>
                    <a:cubicBezTo>
                      <a:pt x="1415" y="339"/>
                      <a:pt x="1500" y="721"/>
                      <a:pt x="1387" y="926"/>
                    </a:cubicBezTo>
                    <a:cubicBezTo>
                      <a:pt x="1295" y="1046"/>
                      <a:pt x="1175" y="1131"/>
                      <a:pt x="1061" y="1166"/>
                    </a:cubicBezTo>
                    <a:cubicBezTo>
                      <a:pt x="1010" y="1186"/>
                      <a:pt x="954" y="1195"/>
                      <a:pt x="898" y="1195"/>
                    </a:cubicBezTo>
                    <a:cubicBezTo>
                      <a:pt x="793" y="1195"/>
                      <a:pt x="684" y="1163"/>
                      <a:pt x="587" y="1103"/>
                    </a:cubicBezTo>
                    <a:cubicBezTo>
                      <a:pt x="439" y="989"/>
                      <a:pt x="205" y="777"/>
                      <a:pt x="113" y="600"/>
                    </a:cubicBezTo>
                    <a:cubicBezTo>
                      <a:pt x="113" y="580"/>
                      <a:pt x="85" y="560"/>
                      <a:pt x="59" y="560"/>
                    </a:cubicBezTo>
                    <a:cubicBezTo>
                      <a:pt x="47" y="560"/>
                      <a:pt x="37" y="564"/>
                      <a:pt x="28" y="572"/>
                    </a:cubicBezTo>
                    <a:cubicBezTo>
                      <a:pt x="0" y="572"/>
                      <a:pt x="0" y="600"/>
                      <a:pt x="0" y="636"/>
                    </a:cubicBezTo>
                    <a:cubicBezTo>
                      <a:pt x="113" y="841"/>
                      <a:pt x="354" y="1074"/>
                      <a:pt x="531" y="1195"/>
                    </a:cubicBezTo>
                    <a:cubicBezTo>
                      <a:pt x="644" y="1279"/>
                      <a:pt x="793" y="1308"/>
                      <a:pt x="913" y="1308"/>
                    </a:cubicBezTo>
                    <a:cubicBezTo>
                      <a:pt x="969" y="1308"/>
                      <a:pt x="1033" y="1308"/>
                      <a:pt x="1090" y="1279"/>
                    </a:cubicBezTo>
                    <a:cubicBezTo>
                      <a:pt x="1238" y="1251"/>
                      <a:pt x="1387" y="1131"/>
                      <a:pt x="1472" y="989"/>
                    </a:cubicBezTo>
                    <a:cubicBezTo>
                      <a:pt x="1649" y="692"/>
                      <a:pt x="1472" y="247"/>
                      <a:pt x="1323" y="13"/>
                    </a:cubicBezTo>
                    <a:cubicBezTo>
                      <a:pt x="1304" y="13"/>
                      <a:pt x="1285" y="1"/>
                      <a:pt x="1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38"/>
              <p:cNvSpPr/>
              <p:nvPr/>
            </p:nvSpPr>
            <p:spPr>
              <a:xfrm>
                <a:off x="4594625" y="3085950"/>
                <a:ext cx="21425" cy="40825"/>
              </a:xfrm>
              <a:custGeom>
                <a:rect b="b" l="l" r="r" t="t"/>
                <a:pathLst>
                  <a:path extrusionOk="0" h="1633" w="857">
                    <a:moveTo>
                      <a:pt x="38" y="1"/>
                    </a:moveTo>
                    <a:cubicBezTo>
                      <a:pt x="18" y="1"/>
                      <a:pt x="0" y="21"/>
                      <a:pt x="0" y="41"/>
                    </a:cubicBezTo>
                    <a:cubicBezTo>
                      <a:pt x="0" y="76"/>
                      <a:pt x="0" y="105"/>
                      <a:pt x="36" y="105"/>
                    </a:cubicBezTo>
                    <a:cubicBezTo>
                      <a:pt x="121" y="133"/>
                      <a:pt x="177" y="253"/>
                      <a:pt x="241" y="310"/>
                    </a:cubicBezTo>
                    <a:cubicBezTo>
                      <a:pt x="326" y="430"/>
                      <a:pt x="418" y="515"/>
                      <a:pt x="503" y="635"/>
                    </a:cubicBezTo>
                    <a:cubicBezTo>
                      <a:pt x="566" y="748"/>
                      <a:pt x="651" y="840"/>
                      <a:pt x="680" y="989"/>
                    </a:cubicBezTo>
                    <a:cubicBezTo>
                      <a:pt x="708" y="1166"/>
                      <a:pt x="680" y="1399"/>
                      <a:pt x="531" y="1548"/>
                    </a:cubicBezTo>
                    <a:lnTo>
                      <a:pt x="531" y="1633"/>
                    </a:lnTo>
                    <a:lnTo>
                      <a:pt x="623" y="1633"/>
                    </a:lnTo>
                    <a:cubicBezTo>
                      <a:pt x="771" y="1456"/>
                      <a:pt x="856" y="1194"/>
                      <a:pt x="800" y="961"/>
                    </a:cubicBezTo>
                    <a:cubicBezTo>
                      <a:pt x="743" y="812"/>
                      <a:pt x="651" y="664"/>
                      <a:pt x="595" y="572"/>
                    </a:cubicBezTo>
                    <a:cubicBezTo>
                      <a:pt x="503" y="458"/>
                      <a:pt x="418" y="338"/>
                      <a:pt x="326" y="253"/>
                    </a:cubicBezTo>
                    <a:cubicBezTo>
                      <a:pt x="269" y="161"/>
                      <a:pt x="177" y="41"/>
                      <a:pt x="64" y="13"/>
                    </a:cubicBezTo>
                    <a:cubicBezTo>
                      <a:pt x="56" y="4"/>
                      <a:pt x="47" y="1"/>
                      <a:pt x="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38"/>
              <p:cNvSpPr/>
              <p:nvPr/>
            </p:nvSpPr>
            <p:spPr>
              <a:xfrm>
                <a:off x="4651400" y="3161425"/>
                <a:ext cx="17700" cy="12575"/>
              </a:xfrm>
              <a:custGeom>
                <a:rect b="b" l="l" r="r" t="t"/>
                <a:pathLst>
                  <a:path extrusionOk="0" h="503" w="708">
                    <a:moveTo>
                      <a:pt x="594" y="0"/>
                    </a:moveTo>
                    <a:cubicBezTo>
                      <a:pt x="446" y="177"/>
                      <a:pt x="269" y="297"/>
                      <a:pt x="64" y="382"/>
                    </a:cubicBezTo>
                    <a:cubicBezTo>
                      <a:pt x="29" y="382"/>
                      <a:pt x="0" y="418"/>
                      <a:pt x="29" y="446"/>
                    </a:cubicBezTo>
                    <a:cubicBezTo>
                      <a:pt x="29" y="474"/>
                      <a:pt x="64" y="503"/>
                      <a:pt x="92" y="503"/>
                    </a:cubicBezTo>
                    <a:cubicBezTo>
                      <a:pt x="326" y="418"/>
                      <a:pt x="531" y="269"/>
                      <a:pt x="679" y="92"/>
                    </a:cubicBezTo>
                    <a:cubicBezTo>
                      <a:pt x="708" y="64"/>
                      <a:pt x="708" y="29"/>
                      <a:pt x="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38"/>
              <p:cNvSpPr/>
              <p:nvPr/>
            </p:nvSpPr>
            <p:spPr>
              <a:xfrm>
                <a:off x="4658825" y="3169725"/>
                <a:ext cx="8875" cy="7275"/>
              </a:xfrm>
              <a:custGeom>
                <a:rect b="b" l="l" r="r" t="t"/>
                <a:pathLst>
                  <a:path extrusionOk="0" h="291" w="355">
                    <a:moveTo>
                      <a:pt x="280" y="1"/>
                    </a:moveTo>
                    <a:cubicBezTo>
                      <a:pt x="264" y="1"/>
                      <a:pt x="248" y="8"/>
                      <a:pt x="234" y="22"/>
                    </a:cubicBezTo>
                    <a:cubicBezTo>
                      <a:pt x="177" y="86"/>
                      <a:pt x="85" y="142"/>
                      <a:pt x="29" y="199"/>
                    </a:cubicBezTo>
                    <a:cubicBezTo>
                      <a:pt x="0" y="199"/>
                      <a:pt x="0" y="227"/>
                      <a:pt x="0" y="263"/>
                    </a:cubicBezTo>
                    <a:cubicBezTo>
                      <a:pt x="0" y="291"/>
                      <a:pt x="29" y="291"/>
                      <a:pt x="57" y="291"/>
                    </a:cubicBezTo>
                    <a:lnTo>
                      <a:pt x="85" y="291"/>
                    </a:lnTo>
                    <a:cubicBezTo>
                      <a:pt x="177" y="227"/>
                      <a:pt x="234" y="171"/>
                      <a:pt x="326" y="114"/>
                    </a:cubicBezTo>
                    <a:cubicBezTo>
                      <a:pt x="354" y="86"/>
                      <a:pt x="354" y="50"/>
                      <a:pt x="326" y="22"/>
                    </a:cubicBezTo>
                    <a:cubicBezTo>
                      <a:pt x="312" y="8"/>
                      <a:pt x="296" y="1"/>
                      <a:pt x="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9" name="Google Shape;1259;p38"/>
              <p:cNvSpPr/>
              <p:nvPr/>
            </p:nvSpPr>
            <p:spPr>
              <a:xfrm>
                <a:off x="4650675" y="2992400"/>
                <a:ext cx="23550" cy="15000"/>
              </a:xfrm>
              <a:custGeom>
                <a:rect b="b" l="l" r="r" t="t"/>
                <a:pathLst>
                  <a:path extrusionOk="0" h="600" w="942">
                    <a:moveTo>
                      <a:pt x="882" y="1"/>
                    </a:moveTo>
                    <a:cubicBezTo>
                      <a:pt x="874" y="1"/>
                      <a:pt x="865" y="4"/>
                      <a:pt x="857" y="12"/>
                    </a:cubicBezTo>
                    <a:cubicBezTo>
                      <a:pt x="765" y="69"/>
                      <a:pt x="680" y="104"/>
                      <a:pt x="588" y="161"/>
                    </a:cubicBezTo>
                    <a:cubicBezTo>
                      <a:pt x="383" y="246"/>
                      <a:pt x="178" y="338"/>
                      <a:pt x="29" y="515"/>
                    </a:cubicBezTo>
                    <a:cubicBezTo>
                      <a:pt x="1" y="515"/>
                      <a:pt x="1" y="571"/>
                      <a:pt x="29" y="600"/>
                    </a:cubicBezTo>
                    <a:lnTo>
                      <a:pt x="58" y="600"/>
                    </a:lnTo>
                    <a:cubicBezTo>
                      <a:pt x="93" y="600"/>
                      <a:pt x="93" y="600"/>
                      <a:pt x="121" y="571"/>
                    </a:cubicBezTo>
                    <a:cubicBezTo>
                      <a:pt x="234" y="423"/>
                      <a:pt x="447" y="338"/>
                      <a:pt x="623" y="246"/>
                    </a:cubicBezTo>
                    <a:cubicBezTo>
                      <a:pt x="737" y="218"/>
                      <a:pt x="829" y="161"/>
                      <a:pt x="914" y="104"/>
                    </a:cubicBezTo>
                    <a:cubicBezTo>
                      <a:pt x="942" y="104"/>
                      <a:pt x="942" y="41"/>
                      <a:pt x="942" y="41"/>
                    </a:cubicBezTo>
                    <a:cubicBezTo>
                      <a:pt x="922" y="21"/>
                      <a:pt x="902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0" name="Google Shape;1260;p38"/>
              <p:cNvSpPr/>
              <p:nvPr/>
            </p:nvSpPr>
            <p:spPr>
              <a:xfrm>
                <a:off x="4660225" y="3001950"/>
                <a:ext cx="9575" cy="6325"/>
              </a:xfrm>
              <a:custGeom>
                <a:rect b="b" l="l" r="r" t="t"/>
                <a:pathLst>
                  <a:path extrusionOk="0" h="253" w="383">
                    <a:moveTo>
                      <a:pt x="295" y="1"/>
                    </a:moveTo>
                    <a:cubicBezTo>
                      <a:pt x="286" y="1"/>
                      <a:pt x="278" y="4"/>
                      <a:pt x="270" y="12"/>
                    </a:cubicBezTo>
                    <a:cubicBezTo>
                      <a:pt x="206" y="76"/>
                      <a:pt x="121" y="104"/>
                      <a:pt x="29" y="133"/>
                    </a:cubicBezTo>
                    <a:cubicBezTo>
                      <a:pt x="1" y="161"/>
                      <a:pt x="1" y="189"/>
                      <a:pt x="1" y="218"/>
                    </a:cubicBezTo>
                    <a:cubicBezTo>
                      <a:pt x="29" y="253"/>
                      <a:pt x="29" y="253"/>
                      <a:pt x="65" y="253"/>
                    </a:cubicBezTo>
                    <a:lnTo>
                      <a:pt x="93" y="253"/>
                    </a:lnTo>
                    <a:cubicBezTo>
                      <a:pt x="178" y="218"/>
                      <a:pt x="270" y="161"/>
                      <a:pt x="326" y="104"/>
                    </a:cubicBezTo>
                    <a:cubicBezTo>
                      <a:pt x="355" y="104"/>
                      <a:pt x="383" y="76"/>
                      <a:pt x="355" y="41"/>
                    </a:cubicBezTo>
                    <a:cubicBezTo>
                      <a:pt x="335" y="21"/>
                      <a:pt x="315" y="1"/>
                      <a:pt x="2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38"/>
              <p:cNvSpPr/>
              <p:nvPr/>
            </p:nvSpPr>
            <p:spPr>
              <a:xfrm>
                <a:off x="4660950" y="3004025"/>
                <a:ext cx="20000" cy="12225"/>
              </a:xfrm>
              <a:custGeom>
                <a:rect b="b" l="l" r="r" t="t"/>
                <a:pathLst>
                  <a:path extrusionOk="0" h="489" w="800">
                    <a:moveTo>
                      <a:pt x="740" y="0"/>
                    </a:moveTo>
                    <a:cubicBezTo>
                      <a:pt x="724" y="0"/>
                      <a:pt x="708" y="7"/>
                      <a:pt x="708" y="21"/>
                    </a:cubicBezTo>
                    <a:cubicBezTo>
                      <a:pt x="503" y="170"/>
                      <a:pt x="297" y="311"/>
                      <a:pt x="64" y="375"/>
                    </a:cubicBezTo>
                    <a:cubicBezTo>
                      <a:pt x="36" y="375"/>
                      <a:pt x="0" y="432"/>
                      <a:pt x="0" y="460"/>
                    </a:cubicBezTo>
                    <a:cubicBezTo>
                      <a:pt x="36" y="460"/>
                      <a:pt x="36" y="488"/>
                      <a:pt x="64" y="488"/>
                    </a:cubicBezTo>
                    <a:lnTo>
                      <a:pt x="92" y="488"/>
                    </a:lnTo>
                    <a:cubicBezTo>
                      <a:pt x="326" y="403"/>
                      <a:pt x="566" y="283"/>
                      <a:pt x="771" y="106"/>
                    </a:cubicBezTo>
                    <a:cubicBezTo>
                      <a:pt x="800" y="78"/>
                      <a:pt x="800" y="50"/>
                      <a:pt x="771" y="21"/>
                    </a:cubicBezTo>
                    <a:cubicBezTo>
                      <a:pt x="771" y="7"/>
                      <a:pt x="755" y="0"/>
                      <a:pt x="7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38"/>
              <p:cNvSpPr/>
              <p:nvPr/>
            </p:nvSpPr>
            <p:spPr>
              <a:xfrm>
                <a:off x="4719300" y="2985275"/>
                <a:ext cx="19850" cy="8150"/>
              </a:xfrm>
              <a:custGeom>
                <a:rect b="b" l="l" r="r" t="t"/>
                <a:pathLst>
                  <a:path extrusionOk="0" h="326" w="794">
                    <a:moveTo>
                      <a:pt x="737" y="0"/>
                    </a:moveTo>
                    <a:cubicBezTo>
                      <a:pt x="616" y="0"/>
                      <a:pt x="496" y="0"/>
                      <a:pt x="383" y="36"/>
                    </a:cubicBezTo>
                    <a:cubicBezTo>
                      <a:pt x="234" y="92"/>
                      <a:pt x="114" y="149"/>
                      <a:pt x="29" y="241"/>
                    </a:cubicBezTo>
                    <a:cubicBezTo>
                      <a:pt x="1" y="241"/>
                      <a:pt x="1" y="297"/>
                      <a:pt x="29" y="326"/>
                    </a:cubicBezTo>
                    <a:lnTo>
                      <a:pt x="57" y="326"/>
                    </a:lnTo>
                    <a:cubicBezTo>
                      <a:pt x="86" y="326"/>
                      <a:pt x="86" y="326"/>
                      <a:pt x="114" y="297"/>
                    </a:cubicBezTo>
                    <a:cubicBezTo>
                      <a:pt x="178" y="241"/>
                      <a:pt x="263" y="177"/>
                      <a:pt x="383" y="149"/>
                    </a:cubicBezTo>
                    <a:cubicBezTo>
                      <a:pt x="496" y="121"/>
                      <a:pt x="616" y="121"/>
                      <a:pt x="737" y="121"/>
                    </a:cubicBezTo>
                    <a:cubicBezTo>
                      <a:pt x="765" y="121"/>
                      <a:pt x="793" y="92"/>
                      <a:pt x="793" y="64"/>
                    </a:cubicBezTo>
                    <a:cubicBezTo>
                      <a:pt x="793" y="36"/>
                      <a:pt x="765" y="0"/>
                      <a:pt x="7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38"/>
              <p:cNvSpPr/>
              <p:nvPr/>
            </p:nvSpPr>
            <p:spPr>
              <a:xfrm>
                <a:off x="4781200" y="2991725"/>
                <a:ext cx="17725" cy="6125"/>
              </a:xfrm>
              <a:custGeom>
                <a:rect b="b" l="l" r="r" t="t"/>
                <a:pathLst>
                  <a:path extrusionOk="0" h="245" w="709">
                    <a:moveTo>
                      <a:pt x="502" y="1"/>
                    </a:moveTo>
                    <a:cubicBezTo>
                      <a:pt x="345" y="1"/>
                      <a:pt x="193" y="39"/>
                      <a:pt x="57" y="131"/>
                    </a:cubicBezTo>
                    <a:cubicBezTo>
                      <a:pt x="29" y="131"/>
                      <a:pt x="1" y="160"/>
                      <a:pt x="29" y="188"/>
                    </a:cubicBezTo>
                    <a:cubicBezTo>
                      <a:pt x="29" y="216"/>
                      <a:pt x="57" y="245"/>
                      <a:pt x="57" y="245"/>
                    </a:cubicBezTo>
                    <a:cubicBezTo>
                      <a:pt x="86" y="245"/>
                      <a:pt x="86" y="216"/>
                      <a:pt x="86" y="216"/>
                    </a:cubicBezTo>
                    <a:cubicBezTo>
                      <a:pt x="217" y="153"/>
                      <a:pt x="363" y="118"/>
                      <a:pt x="502" y="118"/>
                    </a:cubicBezTo>
                    <a:cubicBezTo>
                      <a:pt x="551" y="118"/>
                      <a:pt x="599" y="122"/>
                      <a:pt x="645" y="131"/>
                    </a:cubicBezTo>
                    <a:cubicBezTo>
                      <a:pt x="673" y="131"/>
                      <a:pt x="708" y="96"/>
                      <a:pt x="708" y="68"/>
                    </a:cubicBezTo>
                    <a:cubicBezTo>
                      <a:pt x="708" y="39"/>
                      <a:pt x="673" y="11"/>
                      <a:pt x="645" y="11"/>
                    </a:cubicBezTo>
                    <a:cubicBezTo>
                      <a:pt x="597" y="4"/>
                      <a:pt x="549" y="1"/>
                      <a:pt x="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38"/>
              <p:cNvSpPr/>
              <p:nvPr/>
            </p:nvSpPr>
            <p:spPr>
              <a:xfrm>
                <a:off x="4805450" y="2992400"/>
                <a:ext cx="10275" cy="4750"/>
              </a:xfrm>
              <a:custGeom>
                <a:rect b="b" l="l" r="r" t="t"/>
                <a:pathLst>
                  <a:path extrusionOk="0" h="190" w="411">
                    <a:moveTo>
                      <a:pt x="63" y="1"/>
                    </a:moveTo>
                    <a:cubicBezTo>
                      <a:pt x="42" y="1"/>
                      <a:pt x="28" y="21"/>
                      <a:pt x="28" y="41"/>
                    </a:cubicBezTo>
                    <a:cubicBezTo>
                      <a:pt x="0" y="69"/>
                      <a:pt x="28" y="104"/>
                      <a:pt x="57" y="133"/>
                    </a:cubicBezTo>
                    <a:lnTo>
                      <a:pt x="325" y="189"/>
                    </a:lnTo>
                    <a:lnTo>
                      <a:pt x="354" y="189"/>
                    </a:lnTo>
                    <a:cubicBezTo>
                      <a:pt x="382" y="189"/>
                      <a:pt x="382" y="161"/>
                      <a:pt x="410" y="133"/>
                    </a:cubicBezTo>
                    <a:cubicBezTo>
                      <a:pt x="410" y="104"/>
                      <a:pt x="382" y="69"/>
                      <a:pt x="354" y="69"/>
                    </a:cubicBezTo>
                    <a:lnTo>
                      <a:pt x="92" y="12"/>
                    </a:lnTo>
                    <a:cubicBezTo>
                      <a:pt x="82" y="4"/>
                      <a:pt x="72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p38"/>
              <p:cNvSpPr/>
              <p:nvPr/>
            </p:nvSpPr>
            <p:spPr>
              <a:xfrm>
                <a:off x="4853375" y="3004225"/>
                <a:ext cx="21425" cy="6175"/>
              </a:xfrm>
              <a:custGeom>
                <a:rect b="b" l="l" r="r" t="t"/>
                <a:pathLst>
                  <a:path extrusionOk="0" h="247" w="857">
                    <a:moveTo>
                      <a:pt x="316" y="1"/>
                    </a:moveTo>
                    <a:cubicBezTo>
                      <a:pt x="230" y="1"/>
                      <a:pt x="137" y="13"/>
                      <a:pt x="57" y="13"/>
                    </a:cubicBezTo>
                    <a:cubicBezTo>
                      <a:pt x="28" y="13"/>
                      <a:pt x="0" y="42"/>
                      <a:pt x="0" y="70"/>
                    </a:cubicBezTo>
                    <a:cubicBezTo>
                      <a:pt x="0" y="98"/>
                      <a:pt x="28" y="127"/>
                      <a:pt x="57" y="127"/>
                    </a:cubicBezTo>
                    <a:cubicBezTo>
                      <a:pt x="137" y="127"/>
                      <a:pt x="230" y="114"/>
                      <a:pt x="316" y="114"/>
                    </a:cubicBezTo>
                    <a:cubicBezTo>
                      <a:pt x="359" y="114"/>
                      <a:pt x="401" y="117"/>
                      <a:pt x="439" y="127"/>
                    </a:cubicBezTo>
                    <a:cubicBezTo>
                      <a:pt x="559" y="127"/>
                      <a:pt x="679" y="162"/>
                      <a:pt x="764" y="219"/>
                    </a:cubicBezTo>
                    <a:cubicBezTo>
                      <a:pt x="764" y="219"/>
                      <a:pt x="764" y="247"/>
                      <a:pt x="792" y="247"/>
                    </a:cubicBezTo>
                    <a:lnTo>
                      <a:pt x="828" y="219"/>
                    </a:lnTo>
                    <a:cubicBezTo>
                      <a:pt x="856" y="190"/>
                      <a:pt x="856" y="162"/>
                      <a:pt x="828" y="127"/>
                    </a:cubicBezTo>
                    <a:cubicBezTo>
                      <a:pt x="708" y="70"/>
                      <a:pt x="587" y="13"/>
                      <a:pt x="439" y="13"/>
                    </a:cubicBezTo>
                    <a:cubicBezTo>
                      <a:pt x="401" y="4"/>
                      <a:pt x="359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38"/>
              <p:cNvSpPr/>
              <p:nvPr/>
            </p:nvSpPr>
            <p:spPr>
              <a:xfrm>
                <a:off x="4791475" y="3355675"/>
                <a:ext cx="19125" cy="5450"/>
              </a:xfrm>
              <a:custGeom>
                <a:rect b="b" l="l" r="r" t="t"/>
                <a:pathLst>
                  <a:path extrusionOk="0" h="218" w="765">
                    <a:moveTo>
                      <a:pt x="33" y="0"/>
                    </a:moveTo>
                    <a:cubicBezTo>
                      <a:pt x="14" y="0"/>
                      <a:pt x="0" y="20"/>
                      <a:pt x="0" y="40"/>
                    </a:cubicBezTo>
                    <a:cubicBezTo>
                      <a:pt x="0" y="76"/>
                      <a:pt x="28" y="104"/>
                      <a:pt x="57" y="132"/>
                    </a:cubicBezTo>
                    <a:lnTo>
                      <a:pt x="708" y="217"/>
                    </a:lnTo>
                    <a:cubicBezTo>
                      <a:pt x="736" y="217"/>
                      <a:pt x="764" y="189"/>
                      <a:pt x="764" y="161"/>
                    </a:cubicBezTo>
                    <a:cubicBezTo>
                      <a:pt x="764" y="132"/>
                      <a:pt x="764" y="104"/>
                      <a:pt x="708" y="104"/>
                    </a:cubicBezTo>
                    <a:lnTo>
                      <a:pt x="57" y="12"/>
                    </a:lnTo>
                    <a:cubicBezTo>
                      <a:pt x="48" y="4"/>
                      <a:pt x="40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38"/>
              <p:cNvSpPr/>
              <p:nvPr/>
            </p:nvSpPr>
            <p:spPr>
              <a:xfrm>
                <a:off x="4974875" y="3238875"/>
                <a:ext cx="11150" cy="14725"/>
              </a:xfrm>
              <a:custGeom>
                <a:rect b="b" l="l" r="r" t="t"/>
                <a:pathLst>
                  <a:path extrusionOk="0" h="589" w="446">
                    <a:moveTo>
                      <a:pt x="389" y="1"/>
                    </a:moveTo>
                    <a:cubicBezTo>
                      <a:pt x="354" y="1"/>
                      <a:pt x="326" y="1"/>
                      <a:pt x="326" y="29"/>
                    </a:cubicBezTo>
                    <a:cubicBezTo>
                      <a:pt x="241" y="291"/>
                      <a:pt x="92" y="440"/>
                      <a:pt x="36" y="468"/>
                    </a:cubicBezTo>
                    <a:cubicBezTo>
                      <a:pt x="0" y="503"/>
                      <a:pt x="0" y="531"/>
                      <a:pt x="36" y="560"/>
                    </a:cubicBezTo>
                    <a:cubicBezTo>
                      <a:pt x="36" y="588"/>
                      <a:pt x="64" y="588"/>
                      <a:pt x="64" y="588"/>
                    </a:cubicBezTo>
                    <a:lnTo>
                      <a:pt x="121" y="588"/>
                    </a:lnTo>
                    <a:cubicBezTo>
                      <a:pt x="177" y="531"/>
                      <a:pt x="354" y="355"/>
                      <a:pt x="446" y="57"/>
                    </a:cubicBezTo>
                    <a:cubicBezTo>
                      <a:pt x="446" y="29"/>
                      <a:pt x="418" y="1"/>
                      <a:pt x="3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8" name="Google Shape;1268;p38"/>
            <p:cNvGrpSpPr/>
            <p:nvPr/>
          </p:nvGrpSpPr>
          <p:grpSpPr>
            <a:xfrm>
              <a:off x="3162807" y="1216951"/>
              <a:ext cx="1051808" cy="229363"/>
              <a:chOff x="4002795" y="1877329"/>
              <a:chExt cx="345546" cy="75352"/>
            </a:xfrm>
          </p:grpSpPr>
          <p:sp>
            <p:nvSpPr>
              <p:cNvPr id="1269" name="Google Shape;1269;p38"/>
              <p:cNvSpPr/>
              <p:nvPr/>
            </p:nvSpPr>
            <p:spPr>
              <a:xfrm>
                <a:off x="4002795" y="1877329"/>
                <a:ext cx="345546" cy="75352"/>
              </a:xfrm>
              <a:custGeom>
                <a:rect b="b" l="l" r="r" t="t"/>
                <a:pathLst>
                  <a:path extrusionOk="0" h="2180" w="9997">
                    <a:moveTo>
                      <a:pt x="0" y="0"/>
                    </a:moveTo>
                    <a:lnTo>
                      <a:pt x="0" y="2179"/>
                    </a:lnTo>
                    <a:lnTo>
                      <a:pt x="9996" y="2179"/>
                    </a:lnTo>
                    <a:lnTo>
                      <a:pt x="99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38"/>
              <p:cNvSpPr/>
              <p:nvPr/>
            </p:nvSpPr>
            <p:spPr>
              <a:xfrm>
                <a:off x="4270785" y="1897619"/>
                <a:ext cx="21569" cy="34738"/>
              </a:xfrm>
              <a:custGeom>
                <a:rect b="b" l="l" r="r" t="t"/>
                <a:pathLst>
                  <a:path extrusionOk="0" h="1005" w="624">
                    <a:moveTo>
                      <a:pt x="559" y="0"/>
                    </a:moveTo>
                    <a:lnTo>
                      <a:pt x="1" y="595"/>
                    </a:lnTo>
                    <a:lnTo>
                      <a:pt x="559" y="1005"/>
                    </a:lnTo>
                    <a:lnTo>
                      <a:pt x="623" y="948"/>
                    </a:lnTo>
                    <a:lnTo>
                      <a:pt x="121" y="595"/>
                    </a:lnTo>
                    <a:lnTo>
                      <a:pt x="623" y="6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38"/>
              <p:cNvSpPr/>
              <p:nvPr/>
            </p:nvSpPr>
            <p:spPr>
              <a:xfrm>
                <a:off x="4254401" y="1897619"/>
                <a:ext cx="22536" cy="34738"/>
              </a:xfrm>
              <a:custGeom>
                <a:rect b="b" l="l" r="r" t="t"/>
                <a:pathLst>
                  <a:path extrusionOk="0" h="1005" w="652">
                    <a:moveTo>
                      <a:pt x="595" y="0"/>
                    </a:moveTo>
                    <a:lnTo>
                      <a:pt x="1" y="595"/>
                    </a:lnTo>
                    <a:lnTo>
                      <a:pt x="595" y="1005"/>
                    </a:lnTo>
                    <a:lnTo>
                      <a:pt x="651" y="948"/>
                    </a:lnTo>
                    <a:lnTo>
                      <a:pt x="149" y="595"/>
                    </a:lnTo>
                    <a:lnTo>
                      <a:pt x="651" y="64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38"/>
              <p:cNvSpPr/>
              <p:nvPr/>
            </p:nvSpPr>
            <p:spPr>
              <a:xfrm>
                <a:off x="4055854" y="1885970"/>
                <a:ext cx="19356" cy="57654"/>
              </a:xfrm>
              <a:custGeom>
                <a:rect b="b" l="l" r="r" t="t"/>
                <a:pathLst>
                  <a:path extrusionOk="0" h="1668" w="560">
                    <a:moveTo>
                      <a:pt x="305" y="0"/>
                    </a:moveTo>
                    <a:cubicBezTo>
                      <a:pt x="264" y="0"/>
                      <a:pt x="226" y="22"/>
                      <a:pt x="205" y="47"/>
                    </a:cubicBezTo>
                    <a:cubicBezTo>
                      <a:pt x="149" y="76"/>
                      <a:pt x="85" y="160"/>
                      <a:pt x="85" y="252"/>
                    </a:cubicBezTo>
                    <a:cubicBezTo>
                      <a:pt x="57" y="309"/>
                      <a:pt x="85" y="401"/>
                      <a:pt x="85" y="458"/>
                    </a:cubicBezTo>
                    <a:cubicBezTo>
                      <a:pt x="120" y="514"/>
                      <a:pt x="120" y="542"/>
                      <a:pt x="120" y="578"/>
                    </a:cubicBezTo>
                    <a:cubicBezTo>
                      <a:pt x="120" y="691"/>
                      <a:pt x="85" y="783"/>
                      <a:pt x="0" y="811"/>
                    </a:cubicBezTo>
                    <a:lnTo>
                      <a:pt x="28" y="896"/>
                    </a:lnTo>
                    <a:lnTo>
                      <a:pt x="57" y="896"/>
                    </a:lnTo>
                    <a:cubicBezTo>
                      <a:pt x="85" y="932"/>
                      <a:pt x="120" y="932"/>
                      <a:pt x="120" y="960"/>
                    </a:cubicBezTo>
                    <a:lnTo>
                      <a:pt x="120" y="1108"/>
                    </a:lnTo>
                    <a:lnTo>
                      <a:pt x="120" y="1137"/>
                    </a:lnTo>
                    <a:cubicBezTo>
                      <a:pt x="85" y="1314"/>
                      <a:pt x="120" y="1427"/>
                      <a:pt x="177" y="1519"/>
                    </a:cubicBezTo>
                    <a:cubicBezTo>
                      <a:pt x="234" y="1604"/>
                      <a:pt x="326" y="1667"/>
                      <a:pt x="439" y="1667"/>
                    </a:cubicBezTo>
                    <a:cubicBezTo>
                      <a:pt x="474" y="1667"/>
                      <a:pt x="531" y="1667"/>
                      <a:pt x="559" y="1639"/>
                    </a:cubicBezTo>
                    <a:lnTo>
                      <a:pt x="531" y="1547"/>
                    </a:lnTo>
                    <a:cubicBezTo>
                      <a:pt x="498" y="1567"/>
                      <a:pt x="459" y="1576"/>
                      <a:pt x="421" y="1576"/>
                    </a:cubicBezTo>
                    <a:cubicBezTo>
                      <a:pt x="352" y="1576"/>
                      <a:pt x="285" y="1545"/>
                      <a:pt x="262" y="1490"/>
                    </a:cubicBezTo>
                    <a:cubicBezTo>
                      <a:pt x="205" y="1398"/>
                      <a:pt x="177" y="1285"/>
                      <a:pt x="205" y="1137"/>
                    </a:cubicBezTo>
                    <a:lnTo>
                      <a:pt x="205" y="932"/>
                    </a:lnTo>
                    <a:cubicBezTo>
                      <a:pt x="177" y="896"/>
                      <a:pt x="149" y="868"/>
                      <a:pt x="120" y="840"/>
                    </a:cubicBezTo>
                    <a:cubicBezTo>
                      <a:pt x="177" y="783"/>
                      <a:pt x="205" y="663"/>
                      <a:pt x="205" y="578"/>
                    </a:cubicBezTo>
                    <a:cubicBezTo>
                      <a:pt x="205" y="542"/>
                      <a:pt x="205" y="486"/>
                      <a:pt x="177" y="458"/>
                    </a:cubicBezTo>
                    <a:cubicBezTo>
                      <a:pt x="177" y="366"/>
                      <a:pt x="149" y="309"/>
                      <a:pt x="177" y="252"/>
                    </a:cubicBezTo>
                    <a:cubicBezTo>
                      <a:pt x="177" y="189"/>
                      <a:pt x="205" y="132"/>
                      <a:pt x="262" y="104"/>
                    </a:cubicBezTo>
                    <a:cubicBezTo>
                      <a:pt x="262" y="90"/>
                      <a:pt x="271" y="83"/>
                      <a:pt x="283" y="83"/>
                    </a:cubicBezTo>
                    <a:cubicBezTo>
                      <a:pt x="296" y="83"/>
                      <a:pt x="311" y="90"/>
                      <a:pt x="326" y="104"/>
                    </a:cubicBezTo>
                    <a:lnTo>
                      <a:pt x="354" y="12"/>
                    </a:lnTo>
                    <a:cubicBezTo>
                      <a:pt x="338" y="4"/>
                      <a:pt x="321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38"/>
              <p:cNvSpPr/>
              <p:nvPr/>
            </p:nvSpPr>
            <p:spPr>
              <a:xfrm>
                <a:off x="4034319" y="1888563"/>
                <a:ext cx="9333" cy="51882"/>
              </a:xfrm>
              <a:custGeom>
                <a:rect b="b" l="l" r="r" t="t"/>
                <a:pathLst>
                  <a:path extrusionOk="0" h="1501" w="270">
                    <a:moveTo>
                      <a:pt x="213" y="1"/>
                    </a:moveTo>
                    <a:cubicBezTo>
                      <a:pt x="1" y="467"/>
                      <a:pt x="1" y="1033"/>
                      <a:pt x="177" y="1500"/>
                    </a:cubicBezTo>
                    <a:lnTo>
                      <a:pt x="269" y="1472"/>
                    </a:lnTo>
                    <a:cubicBezTo>
                      <a:pt x="93" y="1033"/>
                      <a:pt x="93" y="503"/>
                      <a:pt x="269" y="29"/>
                    </a:cubicBezTo>
                    <a:lnTo>
                      <a:pt x="2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38"/>
              <p:cNvSpPr/>
              <p:nvPr/>
            </p:nvSpPr>
            <p:spPr>
              <a:xfrm>
                <a:off x="4303311" y="1885970"/>
                <a:ext cx="19598" cy="57654"/>
              </a:xfrm>
              <a:custGeom>
                <a:rect b="b" l="l" r="r" t="t"/>
                <a:pathLst>
                  <a:path extrusionOk="0" h="1668" w="567">
                    <a:moveTo>
                      <a:pt x="256" y="0"/>
                    </a:moveTo>
                    <a:cubicBezTo>
                      <a:pt x="243" y="0"/>
                      <a:pt x="229" y="4"/>
                      <a:pt x="213" y="12"/>
                    </a:cubicBezTo>
                    <a:lnTo>
                      <a:pt x="241" y="104"/>
                    </a:lnTo>
                    <a:cubicBezTo>
                      <a:pt x="255" y="90"/>
                      <a:pt x="262" y="83"/>
                      <a:pt x="269" y="83"/>
                    </a:cubicBezTo>
                    <a:cubicBezTo>
                      <a:pt x="276" y="83"/>
                      <a:pt x="283" y="90"/>
                      <a:pt x="298" y="104"/>
                    </a:cubicBezTo>
                    <a:cubicBezTo>
                      <a:pt x="354" y="132"/>
                      <a:pt x="390" y="189"/>
                      <a:pt x="390" y="252"/>
                    </a:cubicBezTo>
                    <a:lnTo>
                      <a:pt x="390" y="458"/>
                    </a:lnTo>
                    <a:cubicBezTo>
                      <a:pt x="354" y="486"/>
                      <a:pt x="354" y="542"/>
                      <a:pt x="354" y="578"/>
                    </a:cubicBezTo>
                    <a:cubicBezTo>
                      <a:pt x="354" y="663"/>
                      <a:pt x="390" y="783"/>
                      <a:pt x="446" y="840"/>
                    </a:cubicBezTo>
                    <a:cubicBezTo>
                      <a:pt x="390" y="868"/>
                      <a:pt x="390" y="896"/>
                      <a:pt x="354" y="932"/>
                    </a:cubicBezTo>
                    <a:cubicBezTo>
                      <a:pt x="326" y="988"/>
                      <a:pt x="354" y="1073"/>
                      <a:pt x="354" y="1137"/>
                    </a:cubicBezTo>
                    <a:cubicBezTo>
                      <a:pt x="390" y="1285"/>
                      <a:pt x="354" y="1398"/>
                      <a:pt x="298" y="1490"/>
                    </a:cubicBezTo>
                    <a:cubicBezTo>
                      <a:pt x="261" y="1545"/>
                      <a:pt x="198" y="1576"/>
                      <a:pt x="135" y="1576"/>
                    </a:cubicBezTo>
                    <a:cubicBezTo>
                      <a:pt x="100" y="1576"/>
                      <a:pt x="66" y="1567"/>
                      <a:pt x="36" y="1547"/>
                    </a:cubicBezTo>
                    <a:lnTo>
                      <a:pt x="0" y="1639"/>
                    </a:lnTo>
                    <a:cubicBezTo>
                      <a:pt x="36" y="1667"/>
                      <a:pt x="92" y="1667"/>
                      <a:pt x="121" y="1667"/>
                    </a:cubicBezTo>
                    <a:cubicBezTo>
                      <a:pt x="213" y="1667"/>
                      <a:pt x="326" y="1604"/>
                      <a:pt x="390" y="1519"/>
                    </a:cubicBezTo>
                    <a:cubicBezTo>
                      <a:pt x="446" y="1427"/>
                      <a:pt x="474" y="1314"/>
                      <a:pt x="446" y="1137"/>
                    </a:cubicBezTo>
                    <a:lnTo>
                      <a:pt x="446" y="1108"/>
                    </a:lnTo>
                    <a:lnTo>
                      <a:pt x="446" y="960"/>
                    </a:lnTo>
                    <a:cubicBezTo>
                      <a:pt x="446" y="932"/>
                      <a:pt x="474" y="932"/>
                      <a:pt x="503" y="896"/>
                    </a:cubicBezTo>
                    <a:lnTo>
                      <a:pt x="531" y="896"/>
                    </a:lnTo>
                    <a:lnTo>
                      <a:pt x="566" y="811"/>
                    </a:lnTo>
                    <a:lnTo>
                      <a:pt x="531" y="811"/>
                    </a:lnTo>
                    <a:cubicBezTo>
                      <a:pt x="474" y="783"/>
                      <a:pt x="446" y="691"/>
                      <a:pt x="446" y="578"/>
                    </a:cubicBezTo>
                    <a:cubicBezTo>
                      <a:pt x="446" y="542"/>
                      <a:pt x="446" y="514"/>
                      <a:pt x="474" y="458"/>
                    </a:cubicBezTo>
                    <a:lnTo>
                      <a:pt x="474" y="252"/>
                    </a:lnTo>
                    <a:cubicBezTo>
                      <a:pt x="474" y="160"/>
                      <a:pt x="418" y="76"/>
                      <a:pt x="354" y="47"/>
                    </a:cubicBezTo>
                    <a:cubicBezTo>
                      <a:pt x="314" y="22"/>
                      <a:pt x="288" y="0"/>
                      <a:pt x="2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5" name="Google Shape;1275;p38"/>
            <p:cNvGrpSpPr/>
            <p:nvPr/>
          </p:nvGrpSpPr>
          <p:grpSpPr>
            <a:xfrm>
              <a:off x="3389504" y="1231789"/>
              <a:ext cx="505357" cy="199693"/>
              <a:chOff x="300879" y="4170864"/>
              <a:chExt cx="505357" cy="199693"/>
            </a:xfrm>
          </p:grpSpPr>
          <p:sp>
            <p:nvSpPr>
              <p:cNvPr id="1276" name="Google Shape;1276;p38"/>
              <p:cNvSpPr/>
              <p:nvPr/>
            </p:nvSpPr>
            <p:spPr>
              <a:xfrm>
                <a:off x="518149" y="4197063"/>
                <a:ext cx="71544" cy="111736"/>
              </a:xfrm>
              <a:custGeom>
                <a:rect b="b" l="l" r="r" t="t"/>
                <a:pathLst>
                  <a:path extrusionOk="0" h="1062" w="68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38"/>
              <p:cNvSpPr/>
              <p:nvPr/>
            </p:nvSpPr>
            <p:spPr>
              <a:xfrm>
                <a:off x="568021" y="4197063"/>
                <a:ext cx="71544" cy="111736"/>
              </a:xfrm>
              <a:custGeom>
                <a:rect b="b" l="l" r="r" t="t"/>
                <a:pathLst>
                  <a:path extrusionOk="0" h="1062" w="68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38"/>
              <p:cNvSpPr/>
              <p:nvPr/>
            </p:nvSpPr>
            <p:spPr>
              <a:xfrm>
                <a:off x="623794" y="4170864"/>
                <a:ext cx="64811" cy="187804"/>
              </a:xfrm>
              <a:custGeom>
                <a:rect b="b" l="l" r="r" t="t"/>
                <a:pathLst>
                  <a:path extrusionOk="0" h="1785" w="616">
                    <a:moveTo>
                      <a:pt x="286" y="1"/>
                    </a:moveTo>
                    <a:cubicBezTo>
                      <a:pt x="268" y="1"/>
                      <a:pt x="251" y="5"/>
                      <a:pt x="234" y="16"/>
                    </a:cubicBezTo>
                    <a:lnTo>
                      <a:pt x="262" y="101"/>
                    </a:lnTo>
                    <a:lnTo>
                      <a:pt x="354" y="101"/>
                    </a:lnTo>
                    <a:cubicBezTo>
                      <a:pt x="383" y="157"/>
                      <a:pt x="411" y="221"/>
                      <a:pt x="439" y="278"/>
                    </a:cubicBezTo>
                    <a:cubicBezTo>
                      <a:pt x="439" y="334"/>
                      <a:pt x="411" y="398"/>
                      <a:pt x="411" y="483"/>
                    </a:cubicBezTo>
                    <a:cubicBezTo>
                      <a:pt x="411" y="511"/>
                      <a:pt x="383" y="575"/>
                      <a:pt x="383" y="631"/>
                    </a:cubicBezTo>
                    <a:cubicBezTo>
                      <a:pt x="383" y="723"/>
                      <a:pt x="411" y="836"/>
                      <a:pt x="467" y="900"/>
                    </a:cubicBezTo>
                    <a:cubicBezTo>
                      <a:pt x="439" y="928"/>
                      <a:pt x="411" y="957"/>
                      <a:pt x="411" y="985"/>
                    </a:cubicBezTo>
                    <a:cubicBezTo>
                      <a:pt x="383" y="1077"/>
                      <a:pt x="383" y="1134"/>
                      <a:pt x="383" y="1190"/>
                    </a:cubicBezTo>
                    <a:lnTo>
                      <a:pt x="411" y="1218"/>
                    </a:lnTo>
                    <a:cubicBezTo>
                      <a:pt x="411" y="1367"/>
                      <a:pt x="411" y="1487"/>
                      <a:pt x="354" y="1572"/>
                    </a:cubicBezTo>
                    <a:cubicBezTo>
                      <a:pt x="308" y="1639"/>
                      <a:pt x="218" y="1687"/>
                      <a:pt x="139" y="1687"/>
                    </a:cubicBezTo>
                    <a:cubicBezTo>
                      <a:pt x="109" y="1687"/>
                      <a:pt x="81" y="1680"/>
                      <a:pt x="57" y="1664"/>
                    </a:cubicBezTo>
                    <a:lnTo>
                      <a:pt x="1" y="1721"/>
                    </a:lnTo>
                    <a:cubicBezTo>
                      <a:pt x="57" y="1749"/>
                      <a:pt x="85" y="1784"/>
                      <a:pt x="142" y="1784"/>
                    </a:cubicBezTo>
                    <a:cubicBezTo>
                      <a:pt x="234" y="1784"/>
                      <a:pt x="354" y="1721"/>
                      <a:pt x="411" y="1636"/>
                    </a:cubicBezTo>
                    <a:cubicBezTo>
                      <a:pt x="467" y="1516"/>
                      <a:pt x="496" y="1395"/>
                      <a:pt x="467" y="1218"/>
                    </a:cubicBezTo>
                    <a:lnTo>
                      <a:pt x="467" y="1190"/>
                    </a:lnTo>
                    <a:lnTo>
                      <a:pt x="467" y="1013"/>
                    </a:lnTo>
                    <a:cubicBezTo>
                      <a:pt x="496" y="985"/>
                      <a:pt x="496" y="985"/>
                      <a:pt x="531" y="957"/>
                    </a:cubicBezTo>
                    <a:lnTo>
                      <a:pt x="588" y="957"/>
                    </a:lnTo>
                    <a:lnTo>
                      <a:pt x="616" y="865"/>
                    </a:lnTo>
                    <a:lnTo>
                      <a:pt x="588" y="865"/>
                    </a:lnTo>
                    <a:cubicBezTo>
                      <a:pt x="496" y="836"/>
                      <a:pt x="467" y="723"/>
                      <a:pt x="467" y="631"/>
                    </a:cubicBezTo>
                    <a:cubicBezTo>
                      <a:pt x="467" y="575"/>
                      <a:pt x="496" y="546"/>
                      <a:pt x="496" y="483"/>
                    </a:cubicBezTo>
                    <a:cubicBezTo>
                      <a:pt x="496" y="426"/>
                      <a:pt x="531" y="334"/>
                      <a:pt x="531" y="249"/>
                    </a:cubicBezTo>
                    <a:cubicBezTo>
                      <a:pt x="496" y="193"/>
                      <a:pt x="467" y="101"/>
                      <a:pt x="383" y="44"/>
                    </a:cubicBezTo>
                    <a:cubicBezTo>
                      <a:pt x="363" y="24"/>
                      <a:pt x="326" y="1"/>
                      <a:pt x="2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38"/>
              <p:cNvSpPr/>
              <p:nvPr/>
            </p:nvSpPr>
            <p:spPr>
              <a:xfrm>
                <a:off x="725748" y="4178439"/>
                <a:ext cx="31353" cy="167604"/>
              </a:xfrm>
              <a:custGeom>
                <a:rect b="b" l="l" r="r" t="t"/>
                <a:pathLst>
                  <a:path extrusionOk="0" h="1593" w="298">
                    <a:moveTo>
                      <a:pt x="93" y="0"/>
                    </a:moveTo>
                    <a:lnTo>
                      <a:pt x="1" y="29"/>
                    </a:lnTo>
                    <a:cubicBezTo>
                      <a:pt x="206" y="531"/>
                      <a:pt x="206" y="1090"/>
                      <a:pt x="1" y="1564"/>
                    </a:cubicBezTo>
                    <a:lnTo>
                      <a:pt x="93" y="1592"/>
                    </a:lnTo>
                    <a:cubicBezTo>
                      <a:pt x="298" y="1090"/>
                      <a:pt x="298" y="503"/>
                      <a:pt x="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38"/>
              <p:cNvSpPr/>
              <p:nvPr/>
            </p:nvSpPr>
            <p:spPr>
              <a:xfrm>
                <a:off x="765940" y="4175493"/>
                <a:ext cx="40296" cy="195064"/>
              </a:xfrm>
              <a:custGeom>
                <a:rect b="b" l="l" r="r" t="t"/>
                <a:pathLst>
                  <a:path extrusionOk="0" h="1854" w="383">
                    <a:moveTo>
                      <a:pt x="121" y="0"/>
                    </a:moveTo>
                    <a:lnTo>
                      <a:pt x="29" y="28"/>
                    </a:lnTo>
                    <a:cubicBezTo>
                      <a:pt x="298" y="587"/>
                      <a:pt x="270" y="1266"/>
                      <a:pt x="1" y="1825"/>
                    </a:cubicBezTo>
                    <a:lnTo>
                      <a:pt x="64" y="1854"/>
                    </a:lnTo>
                    <a:cubicBezTo>
                      <a:pt x="383" y="1295"/>
                      <a:pt x="383" y="587"/>
                      <a:pt x="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38"/>
              <p:cNvSpPr/>
              <p:nvPr/>
            </p:nvSpPr>
            <p:spPr>
              <a:xfrm>
                <a:off x="419141" y="4170864"/>
                <a:ext cx="64916" cy="187804"/>
              </a:xfrm>
              <a:custGeom>
                <a:rect b="b" l="l" r="r" t="t"/>
                <a:pathLst>
                  <a:path extrusionOk="0" h="1785" w="617">
                    <a:moveTo>
                      <a:pt x="331" y="1"/>
                    </a:moveTo>
                    <a:cubicBezTo>
                      <a:pt x="291" y="1"/>
                      <a:pt x="254" y="24"/>
                      <a:pt x="234" y="44"/>
                    </a:cubicBezTo>
                    <a:cubicBezTo>
                      <a:pt x="149" y="101"/>
                      <a:pt x="114" y="193"/>
                      <a:pt x="86" y="249"/>
                    </a:cubicBezTo>
                    <a:cubicBezTo>
                      <a:pt x="86" y="334"/>
                      <a:pt x="114" y="426"/>
                      <a:pt x="114" y="483"/>
                    </a:cubicBezTo>
                    <a:cubicBezTo>
                      <a:pt x="114" y="546"/>
                      <a:pt x="149" y="575"/>
                      <a:pt x="149" y="631"/>
                    </a:cubicBezTo>
                    <a:cubicBezTo>
                      <a:pt x="149" y="723"/>
                      <a:pt x="114" y="836"/>
                      <a:pt x="29" y="865"/>
                    </a:cubicBezTo>
                    <a:lnTo>
                      <a:pt x="1" y="865"/>
                    </a:lnTo>
                    <a:lnTo>
                      <a:pt x="29" y="957"/>
                    </a:lnTo>
                    <a:lnTo>
                      <a:pt x="86" y="957"/>
                    </a:lnTo>
                    <a:cubicBezTo>
                      <a:pt x="114" y="985"/>
                      <a:pt x="114" y="985"/>
                      <a:pt x="149" y="1013"/>
                    </a:cubicBezTo>
                    <a:lnTo>
                      <a:pt x="149" y="1190"/>
                    </a:lnTo>
                    <a:lnTo>
                      <a:pt x="114" y="1218"/>
                    </a:lnTo>
                    <a:cubicBezTo>
                      <a:pt x="114" y="1395"/>
                      <a:pt x="149" y="1516"/>
                      <a:pt x="206" y="1636"/>
                    </a:cubicBezTo>
                    <a:cubicBezTo>
                      <a:pt x="263" y="1721"/>
                      <a:pt x="383" y="1784"/>
                      <a:pt x="468" y="1784"/>
                    </a:cubicBezTo>
                    <a:cubicBezTo>
                      <a:pt x="531" y="1784"/>
                      <a:pt x="560" y="1749"/>
                      <a:pt x="616" y="1721"/>
                    </a:cubicBezTo>
                    <a:lnTo>
                      <a:pt x="560" y="1664"/>
                    </a:lnTo>
                    <a:cubicBezTo>
                      <a:pt x="534" y="1680"/>
                      <a:pt x="505" y="1687"/>
                      <a:pt x="475" y="1687"/>
                    </a:cubicBezTo>
                    <a:cubicBezTo>
                      <a:pt x="396" y="1687"/>
                      <a:pt x="309" y="1639"/>
                      <a:pt x="263" y="1572"/>
                    </a:cubicBezTo>
                    <a:cubicBezTo>
                      <a:pt x="206" y="1487"/>
                      <a:pt x="206" y="1367"/>
                      <a:pt x="206" y="1218"/>
                    </a:cubicBezTo>
                    <a:lnTo>
                      <a:pt x="234" y="1190"/>
                    </a:lnTo>
                    <a:cubicBezTo>
                      <a:pt x="234" y="1134"/>
                      <a:pt x="234" y="1077"/>
                      <a:pt x="206" y="985"/>
                    </a:cubicBezTo>
                    <a:cubicBezTo>
                      <a:pt x="206" y="957"/>
                      <a:pt x="178" y="928"/>
                      <a:pt x="149" y="900"/>
                    </a:cubicBezTo>
                    <a:cubicBezTo>
                      <a:pt x="206" y="836"/>
                      <a:pt x="234" y="723"/>
                      <a:pt x="234" y="631"/>
                    </a:cubicBezTo>
                    <a:cubicBezTo>
                      <a:pt x="234" y="575"/>
                      <a:pt x="206" y="511"/>
                      <a:pt x="206" y="483"/>
                    </a:cubicBezTo>
                    <a:cubicBezTo>
                      <a:pt x="206" y="398"/>
                      <a:pt x="178" y="334"/>
                      <a:pt x="178" y="278"/>
                    </a:cubicBezTo>
                    <a:cubicBezTo>
                      <a:pt x="206" y="221"/>
                      <a:pt x="234" y="157"/>
                      <a:pt x="263" y="101"/>
                    </a:cubicBezTo>
                    <a:lnTo>
                      <a:pt x="355" y="101"/>
                    </a:lnTo>
                    <a:lnTo>
                      <a:pt x="383" y="16"/>
                    </a:lnTo>
                    <a:cubicBezTo>
                      <a:pt x="366" y="5"/>
                      <a:pt x="348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38"/>
              <p:cNvSpPr/>
              <p:nvPr/>
            </p:nvSpPr>
            <p:spPr>
              <a:xfrm>
                <a:off x="350751" y="4178439"/>
                <a:ext cx="31353" cy="167604"/>
              </a:xfrm>
              <a:custGeom>
                <a:rect b="b" l="l" r="r" t="t"/>
                <a:pathLst>
                  <a:path extrusionOk="0" h="1593" w="298">
                    <a:moveTo>
                      <a:pt x="205" y="0"/>
                    </a:moveTo>
                    <a:cubicBezTo>
                      <a:pt x="0" y="503"/>
                      <a:pt x="0" y="1090"/>
                      <a:pt x="205" y="1592"/>
                    </a:cubicBezTo>
                    <a:lnTo>
                      <a:pt x="297" y="1564"/>
                    </a:lnTo>
                    <a:cubicBezTo>
                      <a:pt x="92" y="1090"/>
                      <a:pt x="92" y="531"/>
                      <a:pt x="297" y="29"/>
                    </a:cubicBez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38"/>
              <p:cNvSpPr/>
              <p:nvPr/>
            </p:nvSpPr>
            <p:spPr>
              <a:xfrm>
                <a:off x="300879" y="4175493"/>
                <a:ext cx="41033" cy="195064"/>
              </a:xfrm>
              <a:custGeom>
                <a:rect b="b" l="l" r="r" t="t"/>
                <a:pathLst>
                  <a:path extrusionOk="0" h="1854" w="390">
                    <a:moveTo>
                      <a:pt x="269" y="0"/>
                    </a:moveTo>
                    <a:lnTo>
                      <a:pt x="269" y="0"/>
                    </a:lnTo>
                    <a:cubicBezTo>
                      <a:pt x="0" y="587"/>
                      <a:pt x="0" y="1295"/>
                      <a:pt x="325" y="1854"/>
                    </a:cubicBezTo>
                    <a:lnTo>
                      <a:pt x="389" y="1825"/>
                    </a:lnTo>
                    <a:cubicBezTo>
                      <a:pt x="120" y="1266"/>
                      <a:pt x="92" y="587"/>
                      <a:pt x="354" y="28"/>
                    </a:cubicBezTo>
                    <a:lnTo>
                      <a:pt x="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84" name="Google Shape;1284;p38"/>
          <p:cNvGrpSpPr/>
          <p:nvPr/>
        </p:nvGrpSpPr>
        <p:grpSpPr>
          <a:xfrm>
            <a:off x="8567590" y="4153050"/>
            <a:ext cx="360758" cy="258297"/>
            <a:chOff x="4992850" y="4345375"/>
            <a:chExt cx="607336" cy="638400"/>
          </a:xfrm>
        </p:grpSpPr>
        <p:sp>
          <p:nvSpPr>
            <p:cNvPr id="1285" name="Google Shape;1285;p38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38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7" name="Google Shape;1287;p38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8" name="Google Shape;1288;p38"/>
          <p:cNvGrpSpPr/>
          <p:nvPr/>
        </p:nvGrpSpPr>
        <p:grpSpPr>
          <a:xfrm>
            <a:off x="5151797" y="479071"/>
            <a:ext cx="1511969" cy="626735"/>
            <a:chOff x="3889166" y="1636096"/>
            <a:chExt cx="633843" cy="262738"/>
          </a:xfrm>
        </p:grpSpPr>
        <p:sp>
          <p:nvSpPr>
            <p:cNvPr id="1289" name="Google Shape;1289;p38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38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38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38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3" name="Google Shape;1293;p38"/>
          <p:cNvSpPr/>
          <p:nvPr/>
        </p:nvSpPr>
        <p:spPr>
          <a:xfrm>
            <a:off x="7116875" y="63127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